
<file path=[Content_Types].xml><?xml version="1.0" encoding="utf-8"?>
<Types xmlns="http://schemas.openxmlformats.org/package/2006/content-types">
  <Default Extension="bin" ContentType="application/vnd.openxmlformats-officedocument.oleObject"/>
  <Default Extension="jpeg" ContentType="image/jpe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103"/>
  </p:notesMasterIdLst>
  <p:sldIdLst>
    <p:sldId id="645" r:id="rId2"/>
    <p:sldId id="646" r:id="rId3"/>
    <p:sldId id="881" r:id="rId4"/>
    <p:sldId id="649" r:id="rId5"/>
    <p:sldId id="650" r:id="rId6"/>
    <p:sldId id="651" r:id="rId7"/>
    <p:sldId id="652" r:id="rId8"/>
    <p:sldId id="653" r:id="rId9"/>
    <p:sldId id="654" r:id="rId10"/>
    <p:sldId id="880" r:id="rId11"/>
    <p:sldId id="655" r:id="rId12"/>
    <p:sldId id="656" r:id="rId13"/>
    <p:sldId id="657" r:id="rId14"/>
    <p:sldId id="658" r:id="rId15"/>
    <p:sldId id="659" r:id="rId16"/>
    <p:sldId id="660" r:id="rId17"/>
    <p:sldId id="661" r:id="rId18"/>
    <p:sldId id="662" r:id="rId19"/>
    <p:sldId id="664" r:id="rId20"/>
    <p:sldId id="665" r:id="rId21"/>
    <p:sldId id="666" r:id="rId22"/>
    <p:sldId id="667" r:id="rId23"/>
    <p:sldId id="668" r:id="rId24"/>
    <p:sldId id="669" r:id="rId25"/>
    <p:sldId id="670" r:id="rId26"/>
    <p:sldId id="671" r:id="rId27"/>
    <p:sldId id="887" r:id="rId28"/>
    <p:sldId id="774" r:id="rId29"/>
    <p:sldId id="775" r:id="rId30"/>
    <p:sldId id="776" r:id="rId31"/>
    <p:sldId id="777" r:id="rId32"/>
    <p:sldId id="779" r:id="rId33"/>
    <p:sldId id="780" r:id="rId34"/>
    <p:sldId id="781" r:id="rId35"/>
    <p:sldId id="782" r:id="rId36"/>
    <p:sldId id="783" r:id="rId37"/>
    <p:sldId id="784" r:id="rId38"/>
    <p:sldId id="785" r:id="rId39"/>
    <p:sldId id="786" r:id="rId40"/>
    <p:sldId id="787" r:id="rId41"/>
    <p:sldId id="788" r:id="rId42"/>
    <p:sldId id="789" r:id="rId43"/>
    <p:sldId id="792" r:id="rId44"/>
    <p:sldId id="793" r:id="rId45"/>
    <p:sldId id="794" r:id="rId46"/>
    <p:sldId id="795" r:id="rId47"/>
    <p:sldId id="796" r:id="rId48"/>
    <p:sldId id="797" r:id="rId49"/>
    <p:sldId id="798" r:id="rId50"/>
    <p:sldId id="799" r:id="rId51"/>
    <p:sldId id="882" r:id="rId52"/>
    <p:sldId id="673" r:id="rId53"/>
    <p:sldId id="674" r:id="rId54"/>
    <p:sldId id="675" r:id="rId55"/>
    <p:sldId id="676" r:id="rId56"/>
    <p:sldId id="677" r:id="rId57"/>
    <p:sldId id="678" r:id="rId58"/>
    <p:sldId id="679" r:id="rId59"/>
    <p:sldId id="680" r:id="rId60"/>
    <p:sldId id="681" r:id="rId61"/>
    <p:sldId id="883" r:id="rId62"/>
    <p:sldId id="687" r:id="rId63"/>
    <p:sldId id="688" r:id="rId64"/>
    <p:sldId id="689" r:id="rId65"/>
    <p:sldId id="690" r:id="rId66"/>
    <p:sldId id="884" r:id="rId67"/>
    <p:sldId id="692" r:id="rId68"/>
    <p:sldId id="693" r:id="rId69"/>
    <p:sldId id="694" r:id="rId70"/>
    <p:sldId id="695" r:id="rId71"/>
    <p:sldId id="696" r:id="rId72"/>
    <p:sldId id="697" r:id="rId73"/>
    <p:sldId id="698" r:id="rId74"/>
    <p:sldId id="699" r:id="rId75"/>
    <p:sldId id="700" r:id="rId76"/>
    <p:sldId id="701" r:id="rId77"/>
    <p:sldId id="711" r:id="rId78"/>
    <p:sldId id="712" r:id="rId79"/>
    <p:sldId id="713" r:id="rId80"/>
    <p:sldId id="725" r:id="rId81"/>
    <p:sldId id="726" r:id="rId82"/>
    <p:sldId id="727" r:id="rId83"/>
    <p:sldId id="728" r:id="rId84"/>
    <p:sldId id="729" r:id="rId85"/>
    <p:sldId id="730" r:id="rId86"/>
    <p:sldId id="731" r:id="rId87"/>
    <p:sldId id="732" r:id="rId88"/>
    <p:sldId id="733" r:id="rId89"/>
    <p:sldId id="734" r:id="rId90"/>
    <p:sldId id="735" r:id="rId91"/>
    <p:sldId id="736" r:id="rId92"/>
    <p:sldId id="746" r:id="rId93"/>
    <p:sldId id="747" r:id="rId94"/>
    <p:sldId id="748" r:id="rId95"/>
    <p:sldId id="749" r:id="rId96"/>
    <p:sldId id="750" r:id="rId97"/>
    <p:sldId id="752" r:id="rId98"/>
    <p:sldId id="753" r:id="rId99"/>
    <p:sldId id="754" r:id="rId100"/>
    <p:sldId id="755" r:id="rId101"/>
    <p:sldId id="756" r:id="rId102"/>
  </p:sldIdLst>
  <p:sldSz cx="9906000" cy="6858000" type="A4"/>
  <p:notesSz cx="6858000" cy="9144000"/>
  <p:defaultTextStyle>
    <a:defPPr>
      <a:defRPr lang="zh-CN"/>
    </a:defPPr>
    <a:lvl1pPr algn="l" rtl="0" fontAlgn="base">
      <a:spcBef>
        <a:spcPct val="0"/>
      </a:spcBef>
      <a:spcAft>
        <a:spcPct val="0"/>
      </a:spcAft>
      <a:defRPr sz="2400" kern="1200">
        <a:solidFill>
          <a:schemeClr val="tx1"/>
        </a:solidFill>
        <a:latin typeface="Tahoma" pitchFamily="34" charset="0"/>
        <a:ea typeface="宋体" charset="-122"/>
        <a:cs typeface="+mn-cs"/>
      </a:defRPr>
    </a:lvl1pPr>
    <a:lvl2pPr marL="457200" algn="l" rtl="0" fontAlgn="base">
      <a:spcBef>
        <a:spcPct val="0"/>
      </a:spcBef>
      <a:spcAft>
        <a:spcPct val="0"/>
      </a:spcAft>
      <a:defRPr sz="2400" kern="1200">
        <a:solidFill>
          <a:schemeClr val="tx1"/>
        </a:solidFill>
        <a:latin typeface="Tahoma" pitchFamily="34" charset="0"/>
        <a:ea typeface="宋体" charset="-122"/>
        <a:cs typeface="+mn-cs"/>
      </a:defRPr>
    </a:lvl2pPr>
    <a:lvl3pPr marL="914400" algn="l" rtl="0" fontAlgn="base">
      <a:spcBef>
        <a:spcPct val="0"/>
      </a:spcBef>
      <a:spcAft>
        <a:spcPct val="0"/>
      </a:spcAft>
      <a:defRPr sz="2400" kern="1200">
        <a:solidFill>
          <a:schemeClr val="tx1"/>
        </a:solidFill>
        <a:latin typeface="Tahoma" pitchFamily="34" charset="0"/>
        <a:ea typeface="宋体" charset="-122"/>
        <a:cs typeface="+mn-cs"/>
      </a:defRPr>
    </a:lvl3pPr>
    <a:lvl4pPr marL="1371600" algn="l" rtl="0" fontAlgn="base">
      <a:spcBef>
        <a:spcPct val="0"/>
      </a:spcBef>
      <a:spcAft>
        <a:spcPct val="0"/>
      </a:spcAft>
      <a:defRPr sz="2400" kern="1200">
        <a:solidFill>
          <a:schemeClr val="tx1"/>
        </a:solidFill>
        <a:latin typeface="Tahoma" pitchFamily="34" charset="0"/>
        <a:ea typeface="宋体" charset="-122"/>
        <a:cs typeface="+mn-cs"/>
      </a:defRPr>
    </a:lvl4pPr>
    <a:lvl5pPr marL="1828800" algn="l" rtl="0" fontAlgn="base">
      <a:spcBef>
        <a:spcPct val="0"/>
      </a:spcBef>
      <a:spcAft>
        <a:spcPct val="0"/>
      </a:spcAft>
      <a:defRPr sz="2400" kern="1200">
        <a:solidFill>
          <a:schemeClr val="tx1"/>
        </a:solidFill>
        <a:latin typeface="Tahoma" pitchFamily="34" charset="0"/>
        <a:ea typeface="宋体" charset="-122"/>
        <a:cs typeface="+mn-cs"/>
      </a:defRPr>
    </a:lvl5pPr>
    <a:lvl6pPr marL="2286000" algn="l" defTabSz="914400" rtl="0" eaLnBrk="1" latinLnBrk="0" hangingPunct="1">
      <a:defRPr sz="2400" kern="1200">
        <a:solidFill>
          <a:schemeClr val="tx1"/>
        </a:solidFill>
        <a:latin typeface="Tahoma" pitchFamily="34" charset="0"/>
        <a:ea typeface="宋体" charset="-122"/>
        <a:cs typeface="+mn-cs"/>
      </a:defRPr>
    </a:lvl6pPr>
    <a:lvl7pPr marL="2743200" algn="l" defTabSz="914400" rtl="0" eaLnBrk="1" latinLnBrk="0" hangingPunct="1">
      <a:defRPr sz="2400" kern="1200">
        <a:solidFill>
          <a:schemeClr val="tx1"/>
        </a:solidFill>
        <a:latin typeface="Tahoma" pitchFamily="34" charset="0"/>
        <a:ea typeface="宋体" charset="-122"/>
        <a:cs typeface="+mn-cs"/>
      </a:defRPr>
    </a:lvl7pPr>
    <a:lvl8pPr marL="3200400" algn="l" defTabSz="914400" rtl="0" eaLnBrk="1" latinLnBrk="0" hangingPunct="1">
      <a:defRPr sz="2400" kern="1200">
        <a:solidFill>
          <a:schemeClr val="tx1"/>
        </a:solidFill>
        <a:latin typeface="Tahoma" pitchFamily="34" charset="0"/>
        <a:ea typeface="宋体" charset="-122"/>
        <a:cs typeface="+mn-cs"/>
      </a:defRPr>
    </a:lvl8pPr>
    <a:lvl9pPr marL="3657600" algn="l" defTabSz="914400" rtl="0" eaLnBrk="1" latinLnBrk="0" hangingPunct="1">
      <a:defRPr sz="2400" kern="1200">
        <a:solidFill>
          <a:schemeClr val="tx1"/>
        </a:solidFill>
        <a:latin typeface="Tahoma" pitchFamily="34" charset="0"/>
        <a:ea typeface="宋体" charset="-122"/>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99"/>
    <a:srgbClr val="0000FF"/>
    <a:srgbClr val="FFCC00"/>
    <a:srgbClr val="000066"/>
    <a:srgbClr val="FFFF66"/>
    <a:srgbClr val="FF99FF"/>
    <a:srgbClr val="66FFFF"/>
    <a:srgbClr val="FF9900"/>
    <a:srgbClr val="000000"/>
    <a:srgbClr val="99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3725" autoAdjust="0"/>
  </p:normalViewPr>
  <p:slideViewPr>
    <p:cSldViewPr>
      <p:cViewPr varScale="1">
        <p:scale>
          <a:sx n="95" d="100"/>
          <a:sy n="95" d="100"/>
        </p:scale>
        <p:origin x="1758" y="90"/>
      </p:cViewPr>
      <p:guideLst>
        <p:guide orient="horz" pos="2160"/>
        <p:guide pos="3120"/>
      </p:guideLst>
    </p:cSldViewPr>
  </p:slideViewPr>
  <p:notesTextViewPr>
    <p:cViewPr>
      <p:scale>
        <a:sx n="100" d="100"/>
        <a:sy n="100" d="100"/>
      </p:scale>
      <p:origin x="0" y="0"/>
    </p:cViewPr>
  </p:notesTextViewPr>
  <p:sorterViewPr>
    <p:cViewPr>
      <p:scale>
        <a:sx n="66" d="100"/>
        <a:sy n="66" d="100"/>
      </p:scale>
      <p:origin x="0" y="22926"/>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tableStyles" Target="tableStyle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91705B7-8C8A-42C4-AB17-1CFFB083E057}" type="datetimeFigureOut">
              <a:rPr lang="zh-CN" altLang="en-US" smtClean="0"/>
              <a:pPr/>
              <a:t>2023/5/29</a:t>
            </a:fld>
            <a:endParaRPr lang="zh-CN" altLang="en-US"/>
          </a:p>
        </p:txBody>
      </p:sp>
      <p:sp>
        <p:nvSpPr>
          <p:cNvPr id="4" name="幻灯片图像占位符 3"/>
          <p:cNvSpPr>
            <a:spLocks noGrp="1" noRot="1" noChangeAspect="1"/>
          </p:cNvSpPr>
          <p:nvPr>
            <p:ph type="sldImg" idx="2"/>
          </p:nvPr>
        </p:nvSpPr>
        <p:spPr>
          <a:xfrm>
            <a:off x="952500" y="685800"/>
            <a:ext cx="4953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03D7E5C-22A0-4D6E-B6E0-612BC81E1703}" type="slidenum">
              <a:rPr lang="zh-CN" altLang="en-US" smtClean="0"/>
              <a:pPr/>
              <a:t>‹#›</a:t>
            </a:fld>
            <a:endParaRPr lang="zh-CN" altLang="en-US"/>
          </a:p>
        </p:txBody>
      </p:sp>
    </p:spTree>
    <p:extLst>
      <p:ext uri="{BB962C8B-B14F-4D97-AF65-F5344CB8AC3E}">
        <p14:creationId xmlns:p14="http://schemas.microsoft.com/office/powerpoint/2010/main" val="25343380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p:spPr>
        <p:txBody>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fld id="{362318B5-3A8E-4CC1-951F-506CEE882461}" type="slidenum">
              <a:rPr lang="en-US" altLang="zh-CN" sz="1200">
                <a:latin typeface="Arial" charset="0"/>
              </a:rPr>
              <a:pPr/>
              <a:t>4</a:t>
            </a:fld>
            <a:endParaRPr lang="en-US" altLang="zh-CN" sz="1200">
              <a:latin typeface="Arial" charset="0"/>
            </a:endParaRPr>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p:spPr>
        <p:txBody>
          <a:bodyPr/>
          <a:lstStyle/>
          <a:p>
            <a:pPr eaLnBrk="1" hangingPunct="1"/>
            <a:endParaRPr lang="zh-CN" altLang="zh-CN">
              <a:latin typeface="Arial" charset="0"/>
              <a:ea typeface="宋体"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p:spPr>
        <p:txBody>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fld id="{3948000D-7B90-4030-8BBA-A050511F1FCD}" type="slidenum">
              <a:rPr lang="en-US" altLang="zh-CN" sz="1200">
                <a:latin typeface="Arial" charset="0"/>
              </a:rPr>
              <a:pPr/>
              <a:t>5</a:t>
            </a:fld>
            <a:endParaRPr lang="en-US" altLang="zh-CN" sz="1200">
              <a:latin typeface="Arial" charset="0"/>
            </a:endParaRPr>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noFill/>
        </p:spPr>
        <p:txBody>
          <a:bodyPr/>
          <a:lstStyle/>
          <a:p>
            <a:pPr eaLnBrk="1" hangingPunct="1"/>
            <a:endParaRPr lang="zh-CN" altLang="zh-CN">
              <a:latin typeface="Arial" charset="0"/>
              <a:ea typeface="宋体"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p:spPr>
        <p:txBody>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fld id="{F258536F-3E42-4A32-A403-80B99AAFE183}" type="slidenum">
              <a:rPr lang="en-US" altLang="zh-CN" sz="1200">
                <a:latin typeface="Arial" charset="0"/>
              </a:rPr>
              <a:pPr/>
              <a:t>7</a:t>
            </a:fld>
            <a:endParaRPr lang="en-US" altLang="zh-CN" sz="1200">
              <a:latin typeface="Arial" charset="0"/>
            </a:endParaRPr>
          </a:p>
        </p:txBody>
      </p:sp>
      <p:sp>
        <p:nvSpPr>
          <p:cNvPr id="36867" name="Rectangle 2"/>
          <p:cNvSpPr>
            <a:spLocks noGrp="1" noRot="1" noChangeAspect="1" noChangeArrowheads="1" noTextEdit="1"/>
          </p:cNvSpPr>
          <p:nvPr>
            <p:ph type="sldImg"/>
          </p:nvPr>
        </p:nvSpPr>
        <p:spPr>
          <a:ln/>
        </p:spPr>
      </p:sp>
      <p:sp>
        <p:nvSpPr>
          <p:cNvPr id="36868" name="Rectangle 3"/>
          <p:cNvSpPr>
            <a:spLocks noGrp="1" noChangeArrowheads="1"/>
          </p:cNvSpPr>
          <p:nvPr>
            <p:ph type="body" idx="1"/>
          </p:nvPr>
        </p:nvSpPr>
        <p:spPr>
          <a:noFill/>
        </p:spPr>
        <p:txBody>
          <a:bodyPr/>
          <a:lstStyle/>
          <a:p>
            <a:pPr eaLnBrk="1" hangingPunct="1"/>
            <a:endParaRPr lang="zh-CN" altLang="zh-CN">
              <a:latin typeface="Arial" charset="0"/>
              <a:ea typeface="宋体"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p:spPr>
        <p:txBody>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fld id="{F258536F-3E42-4A32-A403-80B99AAFE183}" type="slidenum">
              <a:rPr lang="en-US" altLang="zh-CN" sz="1200">
                <a:latin typeface="Arial" charset="0"/>
              </a:rPr>
              <a:pPr/>
              <a:t>8</a:t>
            </a:fld>
            <a:endParaRPr lang="en-US" altLang="zh-CN" sz="1200">
              <a:latin typeface="Arial" charset="0"/>
            </a:endParaRPr>
          </a:p>
        </p:txBody>
      </p:sp>
      <p:sp>
        <p:nvSpPr>
          <p:cNvPr id="36867" name="Rectangle 2"/>
          <p:cNvSpPr>
            <a:spLocks noGrp="1" noRot="1" noChangeAspect="1" noChangeArrowheads="1" noTextEdit="1"/>
          </p:cNvSpPr>
          <p:nvPr>
            <p:ph type="sldImg"/>
          </p:nvPr>
        </p:nvSpPr>
        <p:spPr>
          <a:ln/>
        </p:spPr>
      </p:sp>
      <p:sp>
        <p:nvSpPr>
          <p:cNvPr id="36868" name="Rectangle 3"/>
          <p:cNvSpPr>
            <a:spLocks noGrp="1" noChangeArrowheads="1"/>
          </p:cNvSpPr>
          <p:nvPr>
            <p:ph type="body" idx="1"/>
          </p:nvPr>
        </p:nvSpPr>
        <p:spPr>
          <a:noFill/>
        </p:spPr>
        <p:txBody>
          <a:bodyPr/>
          <a:lstStyle/>
          <a:p>
            <a:pPr eaLnBrk="1" hangingPunct="1"/>
            <a:endParaRPr lang="zh-CN" altLang="zh-CN">
              <a:latin typeface="Arial" charset="0"/>
              <a:ea typeface="宋体"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fld id="{66FFD0F2-9519-4030-92F0-ED93B4D89C25}" type="slidenum">
              <a:rPr lang="en-US" altLang="zh-CN" sz="1200">
                <a:latin typeface="Arial" charset="0"/>
              </a:rPr>
              <a:pPr/>
              <a:t>9</a:t>
            </a:fld>
            <a:endParaRPr lang="en-US" altLang="zh-CN" sz="1200">
              <a:latin typeface="Arial" charset="0"/>
            </a:endParaRPr>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p:spPr>
        <p:txBody>
          <a:bodyPr/>
          <a:lstStyle/>
          <a:p>
            <a:pPr eaLnBrk="1" hangingPunct="1"/>
            <a:endParaRPr lang="zh-CN" altLang="zh-CN">
              <a:latin typeface="Arial" charset="0"/>
              <a:ea typeface="宋体"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fld id="{66FFD0F2-9519-4030-92F0-ED93B4D89C25}" type="slidenum">
              <a:rPr lang="en-US" altLang="zh-CN" sz="1200">
                <a:latin typeface="Arial" charset="0"/>
              </a:rPr>
              <a:pPr/>
              <a:t>10</a:t>
            </a:fld>
            <a:endParaRPr lang="en-US" altLang="zh-CN" sz="1200">
              <a:latin typeface="Arial" charset="0"/>
            </a:endParaRPr>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p:spPr>
        <p:txBody>
          <a:bodyPr/>
          <a:lstStyle/>
          <a:p>
            <a:pPr eaLnBrk="1" hangingPunct="1"/>
            <a:endParaRPr lang="zh-CN" altLang="zh-CN">
              <a:latin typeface="Arial" charset="0"/>
              <a:ea typeface="宋体" charset="-122"/>
            </a:endParaRPr>
          </a:p>
        </p:txBody>
      </p:sp>
    </p:spTree>
    <p:extLst>
      <p:ext uri="{BB962C8B-B14F-4D97-AF65-F5344CB8AC3E}">
        <p14:creationId xmlns:p14="http://schemas.microsoft.com/office/powerpoint/2010/main" val="8093347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fld id="{4ACBF8C6-E7F9-4CF9-A77A-31F71F14A7AD}" type="slidenum">
              <a:rPr lang="en-US" altLang="zh-CN" sz="1200">
                <a:latin typeface="Arial" charset="0"/>
              </a:rPr>
              <a:pPr/>
              <a:t>11</a:t>
            </a:fld>
            <a:endParaRPr lang="en-US" altLang="zh-CN" sz="1200">
              <a:latin typeface="Arial" charset="0"/>
            </a:endParaRPr>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p:spPr>
        <p:txBody>
          <a:bodyPr/>
          <a:lstStyle/>
          <a:p>
            <a:pPr eaLnBrk="1" hangingPunct="1"/>
            <a:endParaRPr lang="zh-CN" altLang="zh-CN">
              <a:latin typeface="Arial" charset="0"/>
              <a:ea typeface="宋体"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p:spPr>
        <p:txBody>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fld id="{B3A18536-26F4-43ED-B59F-3172FDDA804F}" type="slidenum">
              <a:rPr lang="en-US" altLang="zh-CN" sz="1200">
                <a:latin typeface="Arial" charset="0"/>
              </a:rPr>
              <a:pPr/>
              <a:t>12</a:t>
            </a:fld>
            <a:endParaRPr lang="en-US" altLang="zh-CN" sz="1200">
              <a:latin typeface="Arial" charset="0"/>
            </a:endParaRPr>
          </a:p>
        </p:txBody>
      </p:sp>
      <p:sp>
        <p:nvSpPr>
          <p:cNvPr id="43011" name="Rectangle 2"/>
          <p:cNvSpPr>
            <a:spLocks noGrp="1" noRot="1" noChangeAspect="1" noChangeArrowheads="1" noTextEdit="1"/>
          </p:cNvSpPr>
          <p:nvPr>
            <p:ph type="sldImg"/>
          </p:nvPr>
        </p:nvSpPr>
        <p:spPr>
          <a:ln/>
        </p:spPr>
      </p:sp>
      <p:sp>
        <p:nvSpPr>
          <p:cNvPr id="43012" name="Rectangle 3"/>
          <p:cNvSpPr>
            <a:spLocks noGrp="1" noChangeArrowheads="1"/>
          </p:cNvSpPr>
          <p:nvPr>
            <p:ph type="body" idx="1"/>
          </p:nvPr>
        </p:nvSpPr>
        <p:spPr>
          <a:noFill/>
        </p:spPr>
        <p:txBody>
          <a:bodyPr/>
          <a:lstStyle/>
          <a:p>
            <a:pPr eaLnBrk="1" hangingPunct="1"/>
            <a:endParaRPr lang="zh-CN" altLang="zh-CN">
              <a:latin typeface="Arial" charset="0"/>
              <a:ea typeface="宋体"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fld id="{893004CF-C4E9-4FE5-9D99-759CC71DBC68}" type="slidenum">
              <a:rPr lang="en-US" altLang="zh-CN" sz="1200">
                <a:latin typeface="Arial" charset="0"/>
              </a:rPr>
              <a:pPr/>
              <a:t>26</a:t>
            </a:fld>
            <a:endParaRPr lang="en-US" altLang="zh-CN" sz="1200">
              <a:latin typeface="Arial" charset="0"/>
            </a:endParaRPr>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p:spPr>
        <p:txBody>
          <a:bodyPr/>
          <a:lstStyle/>
          <a:p>
            <a:pPr eaLnBrk="1" hangingPunct="1"/>
            <a:endParaRPr lang="zh-CN" altLang="zh-CN">
              <a:latin typeface="Arial" charset="0"/>
              <a:ea typeface="宋体"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Rectangle 7"/>
          <p:cNvSpPr>
            <a:spLocks noGrp="1" noChangeArrowheads="1"/>
          </p:cNvSpPr>
          <p:nvPr>
            <p:ph type="sldNum" sz="quarter" idx="5"/>
          </p:nvPr>
        </p:nvSpPr>
        <p:spPr>
          <a:noFill/>
        </p:spPr>
        <p:txBody>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fld id="{A53C188A-D847-4340-A186-E4360F9EAD56}" type="slidenum">
              <a:rPr lang="en-US" altLang="zh-CN" sz="1200">
                <a:latin typeface="Arial" charset="0"/>
              </a:rPr>
              <a:pPr/>
              <a:t>28</a:t>
            </a:fld>
            <a:endParaRPr lang="en-US" altLang="zh-CN" sz="1200">
              <a:latin typeface="Arial" charset="0"/>
            </a:endParaRPr>
          </a:p>
        </p:txBody>
      </p:sp>
      <p:sp>
        <p:nvSpPr>
          <p:cNvPr id="241667" name="Rectangle 2"/>
          <p:cNvSpPr>
            <a:spLocks noGrp="1" noRot="1" noChangeAspect="1" noChangeArrowheads="1" noTextEdit="1"/>
          </p:cNvSpPr>
          <p:nvPr>
            <p:ph type="sldImg"/>
          </p:nvPr>
        </p:nvSpPr>
        <p:spPr>
          <a:ln/>
        </p:spPr>
      </p:sp>
      <p:sp>
        <p:nvSpPr>
          <p:cNvPr id="241668" name="Rectangle 3"/>
          <p:cNvSpPr>
            <a:spLocks noGrp="1" noChangeArrowheads="1"/>
          </p:cNvSpPr>
          <p:nvPr>
            <p:ph type="body" idx="1"/>
          </p:nvPr>
        </p:nvSpPr>
        <p:spPr>
          <a:noFill/>
        </p:spPr>
        <p:txBody>
          <a:bodyPr/>
          <a:lstStyle/>
          <a:p>
            <a:pPr eaLnBrk="1" hangingPunct="1"/>
            <a:endParaRPr lang="zh-CN" altLang="zh-CN">
              <a:latin typeface="Arial" charset="0"/>
              <a:ea typeface="宋体" charset="-122"/>
            </a:endParaRPr>
          </a:p>
        </p:txBody>
      </p:sp>
    </p:spTree>
    <p:extLst>
      <p:ext uri="{BB962C8B-B14F-4D97-AF65-F5344CB8AC3E}">
        <p14:creationId xmlns:p14="http://schemas.microsoft.com/office/powerpoint/2010/main" val="34803122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fld id="{150FFFAA-8722-462E-8F76-05C862564025}" type="slidenum">
              <a:rPr lang="en-US" altLang="zh-CN" sz="1200">
                <a:latin typeface="Arial" charset="0"/>
              </a:rPr>
              <a:pPr/>
              <a:t>29</a:t>
            </a:fld>
            <a:endParaRPr lang="en-US" altLang="zh-CN" sz="1200">
              <a:latin typeface="Arial" charset="0"/>
            </a:endParaRPr>
          </a:p>
        </p:txBody>
      </p:sp>
      <p:sp>
        <p:nvSpPr>
          <p:cNvPr id="243715" name="Rectangle 2"/>
          <p:cNvSpPr>
            <a:spLocks noGrp="1" noRot="1" noChangeAspect="1" noChangeArrowheads="1" noTextEdit="1"/>
          </p:cNvSpPr>
          <p:nvPr>
            <p:ph type="sldImg"/>
          </p:nvPr>
        </p:nvSpPr>
        <p:spPr>
          <a:ln/>
        </p:spPr>
      </p:sp>
      <p:sp>
        <p:nvSpPr>
          <p:cNvPr id="243716" name="Rectangle 3"/>
          <p:cNvSpPr>
            <a:spLocks noGrp="1" noChangeArrowheads="1"/>
          </p:cNvSpPr>
          <p:nvPr>
            <p:ph type="body" idx="1"/>
          </p:nvPr>
        </p:nvSpPr>
        <p:spPr>
          <a:noFill/>
        </p:spPr>
        <p:txBody>
          <a:bodyPr/>
          <a:lstStyle/>
          <a:p>
            <a:pPr eaLnBrk="1" hangingPunct="1"/>
            <a:endParaRPr lang="zh-CN" altLang="zh-CN">
              <a:latin typeface="Arial" charset="0"/>
              <a:ea typeface="宋体" charset="-122"/>
            </a:endParaRPr>
          </a:p>
        </p:txBody>
      </p:sp>
    </p:spTree>
    <p:extLst>
      <p:ext uri="{BB962C8B-B14F-4D97-AF65-F5344CB8AC3E}">
        <p14:creationId xmlns:p14="http://schemas.microsoft.com/office/powerpoint/2010/main" val="30790013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Rectangle 7"/>
          <p:cNvSpPr>
            <a:spLocks noGrp="1" noChangeArrowheads="1"/>
          </p:cNvSpPr>
          <p:nvPr>
            <p:ph type="sldNum" sz="quarter" idx="5"/>
          </p:nvPr>
        </p:nvSpPr>
        <p:spPr>
          <a:noFill/>
        </p:spPr>
        <p:txBody>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fld id="{BE0E71AA-33F2-4748-A2FE-2EF8894B4E7F}" type="slidenum">
              <a:rPr lang="en-US" altLang="zh-CN" sz="1200">
                <a:latin typeface="Arial" charset="0"/>
              </a:rPr>
              <a:pPr/>
              <a:t>30</a:t>
            </a:fld>
            <a:endParaRPr lang="en-US" altLang="zh-CN" sz="1200">
              <a:latin typeface="Arial" charset="0"/>
            </a:endParaRPr>
          </a:p>
        </p:txBody>
      </p:sp>
      <p:sp>
        <p:nvSpPr>
          <p:cNvPr id="245763" name="Rectangle 2"/>
          <p:cNvSpPr>
            <a:spLocks noGrp="1" noRot="1" noChangeAspect="1" noChangeArrowheads="1" noTextEdit="1"/>
          </p:cNvSpPr>
          <p:nvPr>
            <p:ph type="sldImg"/>
          </p:nvPr>
        </p:nvSpPr>
        <p:spPr>
          <a:ln/>
        </p:spPr>
      </p:sp>
      <p:sp>
        <p:nvSpPr>
          <p:cNvPr id="245764" name="Rectangle 3"/>
          <p:cNvSpPr>
            <a:spLocks noGrp="1" noChangeArrowheads="1"/>
          </p:cNvSpPr>
          <p:nvPr>
            <p:ph type="body" idx="1"/>
          </p:nvPr>
        </p:nvSpPr>
        <p:spPr>
          <a:noFill/>
        </p:spPr>
        <p:txBody>
          <a:bodyPr/>
          <a:lstStyle/>
          <a:p>
            <a:pPr eaLnBrk="1" hangingPunct="1"/>
            <a:endParaRPr lang="zh-CN" altLang="zh-CN">
              <a:latin typeface="Arial" charset="0"/>
              <a:ea typeface="宋体" charset="-122"/>
            </a:endParaRPr>
          </a:p>
        </p:txBody>
      </p:sp>
    </p:spTree>
    <p:extLst>
      <p:ext uri="{BB962C8B-B14F-4D97-AF65-F5344CB8AC3E}">
        <p14:creationId xmlns:p14="http://schemas.microsoft.com/office/powerpoint/2010/main" val="26210076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Rectangle 7"/>
          <p:cNvSpPr>
            <a:spLocks noGrp="1" noChangeArrowheads="1"/>
          </p:cNvSpPr>
          <p:nvPr>
            <p:ph type="sldNum" sz="quarter" idx="5"/>
          </p:nvPr>
        </p:nvSpPr>
        <p:spPr>
          <a:noFill/>
        </p:spPr>
        <p:txBody>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fld id="{704F7B6C-3FF6-46FC-B418-13AFCD4CAED6}" type="slidenum">
              <a:rPr lang="en-US" altLang="zh-CN" sz="1200">
                <a:latin typeface="Arial" charset="0"/>
              </a:rPr>
              <a:pPr/>
              <a:t>31</a:t>
            </a:fld>
            <a:endParaRPr lang="en-US" altLang="zh-CN" sz="1200">
              <a:latin typeface="Arial" charset="0"/>
            </a:endParaRPr>
          </a:p>
        </p:txBody>
      </p:sp>
      <p:sp>
        <p:nvSpPr>
          <p:cNvPr id="247811" name="Rectangle 2"/>
          <p:cNvSpPr>
            <a:spLocks noGrp="1" noRot="1" noChangeAspect="1" noChangeArrowheads="1" noTextEdit="1"/>
          </p:cNvSpPr>
          <p:nvPr>
            <p:ph type="sldImg"/>
          </p:nvPr>
        </p:nvSpPr>
        <p:spPr>
          <a:ln/>
        </p:spPr>
      </p:sp>
      <p:sp>
        <p:nvSpPr>
          <p:cNvPr id="247812" name="Rectangle 3"/>
          <p:cNvSpPr>
            <a:spLocks noGrp="1" noChangeArrowheads="1"/>
          </p:cNvSpPr>
          <p:nvPr>
            <p:ph type="body" idx="1"/>
          </p:nvPr>
        </p:nvSpPr>
        <p:spPr>
          <a:noFill/>
        </p:spPr>
        <p:txBody>
          <a:bodyPr/>
          <a:lstStyle/>
          <a:p>
            <a:pPr eaLnBrk="1" hangingPunct="1"/>
            <a:endParaRPr lang="zh-CN" altLang="zh-CN">
              <a:latin typeface="Arial" charset="0"/>
              <a:ea typeface="宋体" charset="-122"/>
            </a:endParaRPr>
          </a:p>
        </p:txBody>
      </p:sp>
    </p:spTree>
    <p:extLst>
      <p:ext uri="{BB962C8B-B14F-4D97-AF65-F5344CB8AC3E}">
        <p14:creationId xmlns:p14="http://schemas.microsoft.com/office/powerpoint/2010/main" val="39539190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Rectangle 7"/>
          <p:cNvSpPr>
            <a:spLocks noGrp="1" noChangeArrowheads="1"/>
          </p:cNvSpPr>
          <p:nvPr>
            <p:ph type="sldNum" sz="quarter" idx="5"/>
          </p:nvPr>
        </p:nvSpPr>
        <p:spPr>
          <a:noFill/>
        </p:spPr>
        <p:txBody>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fld id="{03188689-98FF-4461-AC02-69E66E268044}" type="slidenum">
              <a:rPr lang="en-US" altLang="zh-CN" sz="1200">
                <a:latin typeface="Arial" charset="0"/>
              </a:rPr>
              <a:pPr/>
              <a:t>34</a:t>
            </a:fld>
            <a:endParaRPr lang="en-US" altLang="zh-CN" sz="1200">
              <a:latin typeface="Arial" charset="0"/>
            </a:endParaRPr>
          </a:p>
        </p:txBody>
      </p:sp>
      <p:sp>
        <p:nvSpPr>
          <p:cNvPr id="253955" name="Rectangle 2"/>
          <p:cNvSpPr>
            <a:spLocks noGrp="1" noRot="1" noChangeAspect="1" noChangeArrowheads="1" noTextEdit="1"/>
          </p:cNvSpPr>
          <p:nvPr>
            <p:ph type="sldImg"/>
          </p:nvPr>
        </p:nvSpPr>
        <p:spPr>
          <a:ln/>
        </p:spPr>
      </p:sp>
      <p:sp>
        <p:nvSpPr>
          <p:cNvPr id="253956" name="Rectangle 3"/>
          <p:cNvSpPr>
            <a:spLocks noGrp="1" noChangeArrowheads="1"/>
          </p:cNvSpPr>
          <p:nvPr>
            <p:ph type="body" idx="1"/>
          </p:nvPr>
        </p:nvSpPr>
        <p:spPr>
          <a:noFill/>
        </p:spPr>
        <p:txBody>
          <a:bodyPr/>
          <a:lstStyle/>
          <a:p>
            <a:pPr eaLnBrk="1" hangingPunct="1"/>
            <a:endParaRPr lang="zh-CN" altLang="zh-CN">
              <a:latin typeface="Arial" charset="0"/>
              <a:ea typeface="宋体" charset="-122"/>
            </a:endParaRPr>
          </a:p>
        </p:txBody>
      </p:sp>
    </p:spTree>
    <p:extLst>
      <p:ext uri="{BB962C8B-B14F-4D97-AF65-F5344CB8AC3E}">
        <p14:creationId xmlns:p14="http://schemas.microsoft.com/office/powerpoint/2010/main" val="28759182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Rectangle 7"/>
          <p:cNvSpPr>
            <a:spLocks noGrp="1" noChangeArrowheads="1"/>
          </p:cNvSpPr>
          <p:nvPr>
            <p:ph type="sldNum" sz="quarter" idx="5"/>
          </p:nvPr>
        </p:nvSpPr>
        <p:spPr>
          <a:noFill/>
        </p:spPr>
        <p:txBody>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fld id="{3578DEF0-EE48-48ED-824B-9C07BB837FDA}" type="slidenum">
              <a:rPr lang="en-US" altLang="zh-CN" sz="1200">
                <a:latin typeface="Arial" charset="0"/>
              </a:rPr>
              <a:pPr/>
              <a:t>35</a:t>
            </a:fld>
            <a:endParaRPr lang="en-US" altLang="zh-CN" sz="1200">
              <a:latin typeface="Arial" charset="0"/>
            </a:endParaRPr>
          </a:p>
        </p:txBody>
      </p:sp>
      <p:sp>
        <p:nvSpPr>
          <p:cNvPr id="256003" name="Rectangle 2"/>
          <p:cNvSpPr>
            <a:spLocks noGrp="1" noRot="1" noChangeAspect="1" noChangeArrowheads="1" noTextEdit="1"/>
          </p:cNvSpPr>
          <p:nvPr>
            <p:ph type="sldImg"/>
          </p:nvPr>
        </p:nvSpPr>
        <p:spPr>
          <a:ln/>
        </p:spPr>
      </p:sp>
      <p:sp>
        <p:nvSpPr>
          <p:cNvPr id="256004" name="Rectangle 3"/>
          <p:cNvSpPr>
            <a:spLocks noGrp="1" noChangeArrowheads="1"/>
          </p:cNvSpPr>
          <p:nvPr>
            <p:ph type="body" idx="1"/>
          </p:nvPr>
        </p:nvSpPr>
        <p:spPr>
          <a:noFill/>
        </p:spPr>
        <p:txBody>
          <a:bodyPr/>
          <a:lstStyle/>
          <a:p>
            <a:pPr eaLnBrk="1" hangingPunct="1"/>
            <a:endParaRPr lang="zh-CN" altLang="zh-CN">
              <a:latin typeface="Arial" charset="0"/>
              <a:ea typeface="宋体" charset="-122"/>
            </a:endParaRPr>
          </a:p>
        </p:txBody>
      </p:sp>
    </p:spTree>
    <p:extLst>
      <p:ext uri="{BB962C8B-B14F-4D97-AF65-F5344CB8AC3E}">
        <p14:creationId xmlns:p14="http://schemas.microsoft.com/office/powerpoint/2010/main" val="6676806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Rectangle 7"/>
          <p:cNvSpPr>
            <a:spLocks noGrp="1" noChangeArrowheads="1"/>
          </p:cNvSpPr>
          <p:nvPr>
            <p:ph type="sldNum" sz="quarter" idx="5"/>
          </p:nvPr>
        </p:nvSpPr>
        <p:spPr>
          <a:noFill/>
        </p:spPr>
        <p:txBody>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fld id="{B5E768BE-045A-4CB9-AA66-832D5213DF59}" type="slidenum">
              <a:rPr lang="en-US" altLang="zh-CN" sz="1200">
                <a:latin typeface="Arial" charset="0"/>
              </a:rPr>
              <a:pPr/>
              <a:t>36</a:t>
            </a:fld>
            <a:endParaRPr lang="en-US" altLang="zh-CN" sz="1200">
              <a:latin typeface="Arial" charset="0"/>
            </a:endParaRPr>
          </a:p>
        </p:txBody>
      </p:sp>
      <p:sp>
        <p:nvSpPr>
          <p:cNvPr id="258051" name="Rectangle 2"/>
          <p:cNvSpPr>
            <a:spLocks noGrp="1" noRot="1" noChangeAspect="1" noChangeArrowheads="1" noTextEdit="1"/>
          </p:cNvSpPr>
          <p:nvPr>
            <p:ph type="sldImg"/>
          </p:nvPr>
        </p:nvSpPr>
        <p:spPr>
          <a:ln/>
        </p:spPr>
      </p:sp>
      <p:sp>
        <p:nvSpPr>
          <p:cNvPr id="258052" name="Rectangle 3"/>
          <p:cNvSpPr>
            <a:spLocks noGrp="1" noChangeArrowheads="1"/>
          </p:cNvSpPr>
          <p:nvPr>
            <p:ph type="body" idx="1"/>
          </p:nvPr>
        </p:nvSpPr>
        <p:spPr>
          <a:noFill/>
        </p:spPr>
        <p:txBody>
          <a:bodyPr/>
          <a:lstStyle/>
          <a:p>
            <a:pPr eaLnBrk="1" hangingPunct="1"/>
            <a:endParaRPr lang="zh-CN" altLang="zh-CN">
              <a:latin typeface="Arial" charset="0"/>
              <a:ea typeface="宋体" charset="-122"/>
            </a:endParaRPr>
          </a:p>
        </p:txBody>
      </p:sp>
    </p:spTree>
    <p:extLst>
      <p:ext uri="{BB962C8B-B14F-4D97-AF65-F5344CB8AC3E}">
        <p14:creationId xmlns:p14="http://schemas.microsoft.com/office/powerpoint/2010/main" val="22282419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8" name="Rectangle 7"/>
          <p:cNvSpPr>
            <a:spLocks noGrp="1" noChangeArrowheads="1"/>
          </p:cNvSpPr>
          <p:nvPr>
            <p:ph type="sldNum" sz="quarter" idx="5"/>
          </p:nvPr>
        </p:nvSpPr>
        <p:spPr>
          <a:noFill/>
        </p:spPr>
        <p:txBody>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fld id="{548A09F0-33E5-4FCF-93E7-C1E8DC7315C2}" type="slidenum">
              <a:rPr lang="en-US" altLang="zh-CN" sz="1200">
                <a:latin typeface="Arial" charset="0"/>
              </a:rPr>
              <a:pPr/>
              <a:t>37</a:t>
            </a:fld>
            <a:endParaRPr lang="en-US" altLang="zh-CN" sz="1200">
              <a:latin typeface="Arial" charset="0"/>
            </a:endParaRPr>
          </a:p>
        </p:txBody>
      </p:sp>
      <p:sp>
        <p:nvSpPr>
          <p:cNvPr id="260099" name="Rectangle 2"/>
          <p:cNvSpPr>
            <a:spLocks noGrp="1" noRot="1" noChangeAspect="1" noChangeArrowheads="1" noTextEdit="1"/>
          </p:cNvSpPr>
          <p:nvPr>
            <p:ph type="sldImg"/>
          </p:nvPr>
        </p:nvSpPr>
        <p:spPr>
          <a:ln/>
        </p:spPr>
      </p:sp>
      <p:sp>
        <p:nvSpPr>
          <p:cNvPr id="260100" name="Rectangle 3"/>
          <p:cNvSpPr>
            <a:spLocks noGrp="1" noChangeArrowheads="1"/>
          </p:cNvSpPr>
          <p:nvPr>
            <p:ph type="body" idx="1"/>
          </p:nvPr>
        </p:nvSpPr>
        <p:spPr>
          <a:noFill/>
        </p:spPr>
        <p:txBody>
          <a:bodyPr/>
          <a:lstStyle/>
          <a:p>
            <a:pPr eaLnBrk="1" hangingPunct="1"/>
            <a:endParaRPr lang="zh-CN" altLang="zh-CN">
              <a:latin typeface="Arial" charset="0"/>
              <a:ea typeface="宋体" charset="-122"/>
            </a:endParaRPr>
          </a:p>
        </p:txBody>
      </p:sp>
    </p:spTree>
    <p:extLst>
      <p:ext uri="{BB962C8B-B14F-4D97-AF65-F5344CB8AC3E}">
        <p14:creationId xmlns:p14="http://schemas.microsoft.com/office/powerpoint/2010/main" val="38194196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6" name="Rectangle 7"/>
          <p:cNvSpPr>
            <a:spLocks noGrp="1" noChangeArrowheads="1"/>
          </p:cNvSpPr>
          <p:nvPr>
            <p:ph type="sldNum" sz="quarter" idx="5"/>
          </p:nvPr>
        </p:nvSpPr>
        <p:spPr>
          <a:noFill/>
        </p:spPr>
        <p:txBody>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fld id="{76FC4CB0-EF66-4EAB-B1C1-FFF379729148}" type="slidenum">
              <a:rPr lang="en-US" altLang="zh-CN" sz="1200">
                <a:latin typeface="Arial" charset="0"/>
              </a:rPr>
              <a:pPr/>
              <a:t>38</a:t>
            </a:fld>
            <a:endParaRPr lang="en-US" altLang="zh-CN" sz="1200">
              <a:latin typeface="Arial" charset="0"/>
            </a:endParaRPr>
          </a:p>
        </p:txBody>
      </p:sp>
      <p:sp>
        <p:nvSpPr>
          <p:cNvPr id="262147" name="Rectangle 2"/>
          <p:cNvSpPr>
            <a:spLocks noGrp="1" noRot="1" noChangeAspect="1" noChangeArrowheads="1" noTextEdit="1"/>
          </p:cNvSpPr>
          <p:nvPr>
            <p:ph type="sldImg"/>
          </p:nvPr>
        </p:nvSpPr>
        <p:spPr>
          <a:ln/>
        </p:spPr>
      </p:sp>
      <p:sp>
        <p:nvSpPr>
          <p:cNvPr id="262148" name="Rectangle 3"/>
          <p:cNvSpPr>
            <a:spLocks noGrp="1" noChangeArrowheads="1"/>
          </p:cNvSpPr>
          <p:nvPr>
            <p:ph type="body" idx="1"/>
          </p:nvPr>
        </p:nvSpPr>
        <p:spPr>
          <a:noFill/>
        </p:spPr>
        <p:txBody>
          <a:bodyPr/>
          <a:lstStyle/>
          <a:p>
            <a:pPr eaLnBrk="1" hangingPunct="1"/>
            <a:endParaRPr lang="zh-CN" altLang="zh-CN">
              <a:latin typeface="Arial" charset="0"/>
              <a:ea typeface="宋体" charset="-122"/>
            </a:endParaRPr>
          </a:p>
        </p:txBody>
      </p:sp>
    </p:spTree>
    <p:extLst>
      <p:ext uri="{BB962C8B-B14F-4D97-AF65-F5344CB8AC3E}">
        <p14:creationId xmlns:p14="http://schemas.microsoft.com/office/powerpoint/2010/main" val="28355394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Rectangle 7"/>
          <p:cNvSpPr>
            <a:spLocks noGrp="1" noChangeArrowheads="1"/>
          </p:cNvSpPr>
          <p:nvPr>
            <p:ph type="sldNum" sz="quarter" idx="5"/>
          </p:nvPr>
        </p:nvSpPr>
        <p:spPr>
          <a:noFill/>
        </p:spPr>
        <p:txBody>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fld id="{63CE72CF-0CC1-4FF6-A91E-E638A9EAC889}" type="slidenum">
              <a:rPr lang="en-US" altLang="zh-CN" sz="1200">
                <a:latin typeface="Arial" charset="0"/>
              </a:rPr>
              <a:pPr/>
              <a:t>39</a:t>
            </a:fld>
            <a:endParaRPr lang="en-US" altLang="zh-CN" sz="1200">
              <a:latin typeface="Arial" charset="0"/>
            </a:endParaRPr>
          </a:p>
        </p:txBody>
      </p:sp>
      <p:sp>
        <p:nvSpPr>
          <p:cNvPr id="264195" name="Rectangle 2"/>
          <p:cNvSpPr>
            <a:spLocks noGrp="1" noRot="1" noChangeAspect="1" noChangeArrowheads="1" noTextEdit="1"/>
          </p:cNvSpPr>
          <p:nvPr>
            <p:ph type="sldImg"/>
          </p:nvPr>
        </p:nvSpPr>
        <p:spPr>
          <a:ln/>
        </p:spPr>
      </p:sp>
      <p:sp>
        <p:nvSpPr>
          <p:cNvPr id="264196" name="Rectangle 3"/>
          <p:cNvSpPr>
            <a:spLocks noGrp="1" noChangeArrowheads="1"/>
          </p:cNvSpPr>
          <p:nvPr>
            <p:ph type="body" idx="1"/>
          </p:nvPr>
        </p:nvSpPr>
        <p:spPr>
          <a:noFill/>
        </p:spPr>
        <p:txBody>
          <a:bodyPr/>
          <a:lstStyle/>
          <a:p>
            <a:pPr eaLnBrk="1" hangingPunct="1"/>
            <a:endParaRPr lang="zh-CN" altLang="zh-CN">
              <a:latin typeface="Arial" charset="0"/>
              <a:ea typeface="宋体" charset="-122"/>
            </a:endParaRPr>
          </a:p>
        </p:txBody>
      </p:sp>
    </p:spTree>
    <p:extLst>
      <p:ext uri="{BB962C8B-B14F-4D97-AF65-F5344CB8AC3E}">
        <p14:creationId xmlns:p14="http://schemas.microsoft.com/office/powerpoint/2010/main" val="239063562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Rectangle 7"/>
          <p:cNvSpPr>
            <a:spLocks noGrp="1" noChangeArrowheads="1"/>
          </p:cNvSpPr>
          <p:nvPr>
            <p:ph type="sldNum" sz="quarter" idx="5"/>
          </p:nvPr>
        </p:nvSpPr>
        <p:spPr>
          <a:noFill/>
        </p:spPr>
        <p:txBody>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fld id="{9AD057EE-5C3A-428A-A200-21E19ED34053}" type="slidenum">
              <a:rPr lang="en-US" altLang="zh-CN" sz="1200">
                <a:latin typeface="Arial" charset="0"/>
              </a:rPr>
              <a:pPr/>
              <a:t>40</a:t>
            </a:fld>
            <a:endParaRPr lang="en-US" altLang="zh-CN" sz="1200">
              <a:latin typeface="Arial" charset="0"/>
            </a:endParaRPr>
          </a:p>
        </p:txBody>
      </p:sp>
      <p:sp>
        <p:nvSpPr>
          <p:cNvPr id="266243" name="Rectangle 2"/>
          <p:cNvSpPr>
            <a:spLocks noGrp="1" noRot="1" noChangeAspect="1" noChangeArrowheads="1" noTextEdit="1"/>
          </p:cNvSpPr>
          <p:nvPr>
            <p:ph type="sldImg"/>
          </p:nvPr>
        </p:nvSpPr>
        <p:spPr>
          <a:ln/>
        </p:spPr>
      </p:sp>
      <p:sp>
        <p:nvSpPr>
          <p:cNvPr id="266244" name="Rectangle 3"/>
          <p:cNvSpPr>
            <a:spLocks noGrp="1" noChangeArrowheads="1"/>
          </p:cNvSpPr>
          <p:nvPr>
            <p:ph type="body" idx="1"/>
          </p:nvPr>
        </p:nvSpPr>
        <p:spPr>
          <a:noFill/>
        </p:spPr>
        <p:txBody>
          <a:bodyPr/>
          <a:lstStyle/>
          <a:p>
            <a:pPr eaLnBrk="1" hangingPunct="1"/>
            <a:endParaRPr lang="zh-CN" altLang="zh-CN">
              <a:latin typeface="Arial" charset="0"/>
              <a:ea typeface="宋体" charset="-122"/>
            </a:endParaRPr>
          </a:p>
        </p:txBody>
      </p:sp>
    </p:spTree>
    <p:extLst>
      <p:ext uri="{BB962C8B-B14F-4D97-AF65-F5344CB8AC3E}">
        <p14:creationId xmlns:p14="http://schemas.microsoft.com/office/powerpoint/2010/main" val="7319095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0" name="Rectangle 7"/>
          <p:cNvSpPr>
            <a:spLocks noGrp="1" noChangeArrowheads="1"/>
          </p:cNvSpPr>
          <p:nvPr>
            <p:ph type="sldNum" sz="quarter" idx="5"/>
          </p:nvPr>
        </p:nvSpPr>
        <p:spPr>
          <a:noFill/>
        </p:spPr>
        <p:txBody>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fld id="{651ADA2A-E34E-4B4B-9BA0-6AC6FC1FF4C8}" type="slidenum">
              <a:rPr lang="en-US" altLang="zh-CN" sz="1200">
                <a:latin typeface="Arial" charset="0"/>
              </a:rPr>
              <a:pPr/>
              <a:t>41</a:t>
            </a:fld>
            <a:endParaRPr lang="en-US" altLang="zh-CN" sz="1200">
              <a:latin typeface="Arial" charset="0"/>
            </a:endParaRPr>
          </a:p>
        </p:txBody>
      </p:sp>
      <p:sp>
        <p:nvSpPr>
          <p:cNvPr id="268291" name="Rectangle 2"/>
          <p:cNvSpPr>
            <a:spLocks noGrp="1" noRot="1" noChangeAspect="1" noChangeArrowheads="1" noTextEdit="1"/>
          </p:cNvSpPr>
          <p:nvPr>
            <p:ph type="sldImg"/>
          </p:nvPr>
        </p:nvSpPr>
        <p:spPr>
          <a:ln/>
        </p:spPr>
      </p:sp>
      <p:sp>
        <p:nvSpPr>
          <p:cNvPr id="268292" name="Rectangle 3"/>
          <p:cNvSpPr>
            <a:spLocks noGrp="1" noChangeArrowheads="1"/>
          </p:cNvSpPr>
          <p:nvPr>
            <p:ph type="body" idx="1"/>
          </p:nvPr>
        </p:nvSpPr>
        <p:spPr>
          <a:noFill/>
        </p:spPr>
        <p:txBody>
          <a:bodyPr/>
          <a:lstStyle/>
          <a:p>
            <a:pPr eaLnBrk="1" hangingPunct="1"/>
            <a:endParaRPr lang="zh-CN" altLang="zh-CN">
              <a:latin typeface="Arial" charset="0"/>
              <a:ea typeface="宋体" charset="-122"/>
            </a:endParaRPr>
          </a:p>
        </p:txBody>
      </p:sp>
    </p:spTree>
    <p:extLst>
      <p:ext uri="{BB962C8B-B14F-4D97-AF65-F5344CB8AC3E}">
        <p14:creationId xmlns:p14="http://schemas.microsoft.com/office/powerpoint/2010/main" val="223107597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8" name="Rectangle 7"/>
          <p:cNvSpPr>
            <a:spLocks noGrp="1" noChangeArrowheads="1"/>
          </p:cNvSpPr>
          <p:nvPr>
            <p:ph type="sldNum" sz="quarter" idx="5"/>
          </p:nvPr>
        </p:nvSpPr>
        <p:spPr>
          <a:noFill/>
        </p:spPr>
        <p:txBody>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fld id="{679ACA04-3DAC-4BEC-B6E9-67756EE2474E}" type="slidenum">
              <a:rPr lang="en-US" altLang="zh-CN" sz="1200">
                <a:latin typeface="Arial" charset="0"/>
              </a:rPr>
              <a:pPr/>
              <a:t>42</a:t>
            </a:fld>
            <a:endParaRPr lang="en-US" altLang="zh-CN" sz="1200">
              <a:latin typeface="Arial" charset="0"/>
            </a:endParaRPr>
          </a:p>
        </p:txBody>
      </p:sp>
      <p:sp>
        <p:nvSpPr>
          <p:cNvPr id="270339" name="Rectangle 2"/>
          <p:cNvSpPr>
            <a:spLocks noGrp="1" noRot="1" noChangeAspect="1" noChangeArrowheads="1" noTextEdit="1"/>
          </p:cNvSpPr>
          <p:nvPr>
            <p:ph type="sldImg"/>
          </p:nvPr>
        </p:nvSpPr>
        <p:spPr>
          <a:ln/>
        </p:spPr>
      </p:sp>
      <p:sp>
        <p:nvSpPr>
          <p:cNvPr id="270340" name="Rectangle 3"/>
          <p:cNvSpPr>
            <a:spLocks noGrp="1" noChangeArrowheads="1"/>
          </p:cNvSpPr>
          <p:nvPr>
            <p:ph type="body" idx="1"/>
          </p:nvPr>
        </p:nvSpPr>
        <p:spPr>
          <a:noFill/>
        </p:spPr>
        <p:txBody>
          <a:bodyPr/>
          <a:lstStyle/>
          <a:p>
            <a:pPr eaLnBrk="1" hangingPunct="1"/>
            <a:endParaRPr lang="zh-CN" altLang="zh-CN">
              <a:latin typeface="Arial" charset="0"/>
              <a:ea typeface="宋体" charset="-122"/>
            </a:endParaRPr>
          </a:p>
        </p:txBody>
      </p:sp>
    </p:spTree>
    <p:extLst>
      <p:ext uri="{BB962C8B-B14F-4D97-AF65-F5344CB8AC3E}">
        <p14:creationId xmlns:p14="http://schemas.microsoft.com/office/powerpoint/2010/main" val="204855798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8" name="Rectangle 7"/>
          <p:cNvSpPr>
            <a:spLocks noGrp="1" noChangeArrowheads="1"/>
          </p:cNvSpPr>
          <p:nvPr>
            <p:ph type="sldNum" sz="quarter" idx="5"/>
          </p:nvPr>
        </p:nvSpPr>
        <p:spPr>
          <a:noFill/>
        </p:spPr>
        <p:txBody>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fld id="{8EE2513B-AB90-4E27-AC7A-FFFE94A48A0B}" type="slidenum">
              <a:rPr lang="en-US" altLang="zh-CN" sz="1200">
                <a:latin typeface="Arial" charset="0"/>
              </a:rPr>
              <a:pPr/>
              <a:t>43</a:t>
            </a:fld>
            <a:endParaRPr lang="en-US" altLang="zh-CN" sz="1200">
              <a:latin typeface="Arial" charset="0"/>
            </a:endParaRPr>
          </a:p>
        </p:txBody>
      </p:sp>
      <p:sp>
        <p:nvSpPr>
          <p:cNvPr id="275459" name="Rectangle 2"/>
          <p:cNvSpPr>
            <a:spLocks noGrp="1" noRot="1" noChangeAspect="1" noChangeArrowheads="1" noTextEdit="1"/>
          </p:cNvSpPr>
          <p:nvPr>
            <p:ph type="sldImg"/>
          </p:nvPr>
        </p:nvSpPr>
        <p:spPr>
          <a:ln/>
        </p:spPr>
      </p:sp>
      <p:sp>
        <p:nvSpPr>
          <p:cNvPr id="275460" name="Rectangle 3"/>
          <p:cNvSpPr>
            <a:spLocks noGrp="1" noChangeArrowheads="1"/>
          </p:cNvSpPr>
          <p:nvPr>
            <p:ph type="body" idx="1"/>
          </p:nvPr>
        </p:nvSpPr>
        <p:spPr>
          <a:noFill/>
        </p:spPr>
        <p:txBody>
          <a:bodyPr/>
          <a:lstStyle/>
          <a:p>
            <a:pPr eaLnBrk="1" hangingPunct="1"/>
            <a:endParaRPr lang="zh-CN" altLang="zh-CN">
              <a:latin typeface="Arial" charset="0"/>
              <a:ea typeface="宋体" charset="-122"/>
            </a:endParaRPr>
          </a:p>
        </p:txBody>
      </p:sp>
    </p:spTree>
    <p:extLst>
      <p:ext uri="{BB962C8B-B14F-4D97-AF65-F5344CB8AC3E}">
        <p14:creationId xmlns:p14="http://schemas.microsoft.com/office/powerpoint/2010/main" val="129459378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6" name="Rectangle 7"/>
          <p:cNvSpPr>
            <a:spLocks noGrp="1" noChangeArrowheads="1"/>
          </p:cNvSpPr>
          <p:nvPr>
            <p:ph type="sldNum" sz="quarter" idx="5"/>
          </p:nvPr>
        </p:nvSpPr>
        <p:spPr>
          <a:noFill/>
        </p:spPr>
        <p:txBody>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fld id="{8D9360C5-330A-425B-9C2C-D5F74892BE77}" type="slidenum">
              <a:rPr lang="en-US" altLang="zh-CN" sz="1200">
                <a:latin typeface="Arial" charset="0"/>
              </a:rPr>
              <a:pPr/>
              <a:t>44</a:t>
            </a:fld>
            <a:endParaRPr lang="en-US" altLang="zh-CN" sz="1200">
              <a:latin typeface="Arial" charset="0"/>
            </a:endParaRPr>
          </a:p>
        </p:txBody>
      </p:sp>
      <p:sp>
        <p:nvSpPr>
          <p:cNvPr id="277507" name="Rectangle 2"/>
          <p:cNvSpPr>
            <a:spLocks noGrp="1" noRot="1" noChangeAspect="1" noChangeArrowheads="1" noTextEdit="1"/>
          </p:cNvSpPr>
          <p:nvPr>
            <p:ph type="sldImg"/>
          </p:nvPr>
        </p:nvSpPr>
        <p:spPr>
          <a:ln/>
        </p:spPr>
      </p:sp>
      <p:sp>
        <p:nvSpPr>
          <p:cNvPr id="277508" name="Rectangle 3"/>
          <p:cNvSpPr>
            <a:spLocks noGrp="1" noChangeArrowheads="1"/>
          </p:cNvSpPr>
          <p:nvPr>
            <p:ph type="body" idx="1"/>
          </p:nvPr>
        </p:nvSpPr>
        <p:spPr>
          <a:noFill/>
        </p:spPr>
        <p:txBody>
          <a:bodyPr/>
          <a:lstStyle/>
          <a:p>
            <a:pPr eaLnBrk="1" hangingPunct="1"/>
            <a:endParaRPr lang="zh-CN" altLang="zh-CN">
              <a:latin typeface="Arial" charset="0"/>
              <a:ea typeface="宋体" charset="-122"/>
            </a:endParaRPr>
          </a:p>
        </p:txBody>
      </p:sp>
    </p:spTree>
    <p:extLst>
      <p:ext uri="{BB962C8B-B14F-4D97-AF65-F5344CB8AC3E}">
        <p14:creationId xmlns:p14="http://schemas.microsoft.com/office/powerpoint/2010/main" val="189909053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4" name="Rectangle 7"/>
          <p:cNvSpPr>
            <a:spLocks noGrp="1" noChangeArrowheads="1"/>
          </p:cNvSpPr>
          <p:nvPr>
            <p:ph type="sldNum" sz="quarter" idx="5"/>
          </p:nvPr>
        </p:nvSpPr>
        <p:spPr>
          <a:noFill/>
        </p:spPr>
        <p:txBody>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fld id="{97F5BF5E-8BBC-49D6-86EA-5A64FAF70514}" type="slidenum">
              <a:rPr lang="en-US" altLang="zh-CN" sz="1200">
                <a:latin typeface="Arial" charset="0"/>
              </a:rPr>
              <a:pPr/>
              <a:t>45</a:t>
            </a:fld>
            <a:endParaRPr lang="en-US" altLang="zh-CN" sz="1200">
              <a:latin typeface="Arial" charset="0"/>
            </a:endParaRPr>
          </a:p>
        </p:txBody>
      </p:sp>
      <p:sp>
        <p:nvSpPr>
          <p:cNvPr id="279555" name="Rectangle 2"/>
          <p:cNvSpPr>
            <a:spLocks noGrp="1" noRot="1" noChangeAspect="1" noChangeArrowheads="1" noTextEdit="1"/>
          </p:cNvSpPr>
          <p:nvPr>
            <p:ph type="sldImg"/>
          </p:nvPr>
        </p:nvSpPr>
        <p:spPr>
          <a:ln/>
        </p:spPr>
      </p:sp>
      <p:sp>
        <p:nvSpPr>
          <p:cNvPr id="279556" name="Rectangle 3"/>
          <p:cNvSpPr>
            <a:spLocks noGrp="1" noChangeArrowheads="1"/>
          </p:cNvSpPr>
          <p:nvPr>
            <p:ph type="body" idx="1"/>
          </p:nvPr>
        </p:nvSpPr>
        <p:spPr>
          <a:noFill/>
        </p:spPr>
        <p:txBody>
          <a:bodyPr/>
          <a:lstStyle/>
          <a:p>
            <a:pPr eaLnBrk="1" hangingPunct="1"/>
            <a:endParaRPr lang="zh-CN" altLang="zh-CN">
              <a:latin typeface="Arial" charset="0"/>
              <a:ea typeface="宋体" charset="-122"/>
            </a:endParaRPr>
          </a:p>
        </p:txBody>
      </p:sp>
    </p:spTree>
    <p:extLst>
      <p:ext uri="{BB962C8B-B14F-4D97-AF65-F5344CB8AC3E}">
        <p14:creationId xmlns:p14="http://schemas.microsoft.com/office/powerpoint/2010/main" val="90374469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Rectangle 7"/>
          <p:cNvSpPr>
            <a:spLocks noGrp="1" noChangeArrowheads="1"/>
          </p:cNvSpPr>
          <p:nvPr>
            <p:ph type="sldNum" sz="quarter" idx="5"/>
          </p:nvPr>
        </p:nvSpPr>
        <p:spPr>
          <a:noFill/>
        </p:spPr>
        <p:txBody>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fld id="{40DF3673-9502-4B52-A2E6-CDE7D0BD4BD6}" type="slidenum">
              <a:rPr lang="en-US" altLang="zh-CN" sz="1200">
                <a:latin typeface="Arial" charset="0"/>
              </a:rPr>
              <a:pPr/>
              <a:t>46</a:t>
            </a:fld>
            <a:endParaRPr lang="en-US" altLang="zh-CN" sz="1200">
              <a:latin typeface="Arial" charset="0"/>
            </a:endParaRPr>
          </a:p>
        </p:txBody>
      </p:sp>
      <p:sp>
        <p:nvSpPr>
          <p:cNvPr id="281603" name="Rectangle 2"/>
          <p:cNvSpPr>
            <a:spLocks noGrp="1" noRot="1" noChangeAspect="1" noChangeArrowheads="1" noTextEdit="1"/>
          </p:cNvSpPr>
          <p:nvPr>
            <p:ph type="sldImg"/>
          </p:nvPr>
        </p:nvSpPr>
        <p:spPr>
          <a:ln/>
        </p:spPr>
      </p:sp>
      <p:sp>
        <p:nvSpPr>
          <p:cNvPr id="281604" name="Rectangle 3"/>
          <p:cNvSpPr>
            <a:spLocks noGrp="1" noChangeArrowheads="1"/>
          </p:cNvSpPr>
          <p:nvPr>
            <p:ph type="body" idx="1"/>
          </p:nvPr>
        </p:nvSpPr>
        <p:spPr>
          <a:noFill/>
        </p:spPr>
        <p:txBody>
          <a:bodyPr/>
          <a:lstStyle/>
          <a:p>
            <a:pPr eaLnBrk="1" hangingPunct="1"/>
            <a:endParaRPr lang="zh-CN" altLang="zh-CN">
              <a:latin typeface="Arial" charset="0"/>
              <a:ea typeface="宋体" charset="-122"/>
            </a:endParaRPr>
          </a:p>
        </p:txBody>
      </p:sp>
    </p:spTree>
    <p:extLst>
      <p:ext uri="{BB962C8B-B14F-4D97-AF65-F5344CB8AC3E}">
        <p14:creationId xmlns:p14="http://schemas.microsoft.com/office/powerpoint/2010/main" val="290144082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50" name="Rectangle 7"/>
          <p:cNvSpPr>
            <a:spLocks noGrp="1" noChangeArrowheads="1"/>
          </p:cNvSpPr>
          <p:nvPr>
            <p:ph type="sldNum" sz="quarter" idx="5"/>
          </p:nvPr>
        </p:nvSpPr>
        <p:spPr>
          <a:noFill/>
        </p:spPr>
        <p:txBody>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fld id="{778C5C8F-E0DE-43BA-86ED-515B8E8783E7}" type="slidenum">
              <a:rPr lang="en-US" altLang="zh-CN" sz="1200">
                <a:latin typeface="Arial" charset="0"/>
              </a:rPr>
              <a:pPr/>
              <a:t>47</a:t>
            </a:fld>
            <a:endParaRPr lang="en-US" altLang="zh-CN" sz="1200">
              <a:latin typeface="Arial" charset="0"/>
            </a:endParaRPr>
          </a:p>
        </p:txBody>
      </p:sp>
      <p:sp>
        <p:nvSpPr>
          <p:cNvPr id="283651" name="Rectangle 2"/>
          <p:cNvSpPr>
            <a:spLocks noGrp="1" noRot="1" noChangeAspect="1" noChangeArrowheads="1" noTextEdit="1"/>
          </p:cNvSpPr>
          <p:nvPr>
            <p:ph type="sldImg"/>
          </p:nvPr>
        </p:nvSpPr>
        <p:spPr>
          <a:ln/>
        </p:spPr>
      </p:sp>
      <p:sp>
        <p:nvSpPr>
          <p:cNvPr id="283652" name="Rectangle 3"/>
          <p:cNvSpPr>
            <a:spLocks noGrp="1" noChangeArrowheads="1"/>
          </p:cNvSpPr>
          <p:nvPr>
            <p:ph type="body" idx="1"/>
          </p:nvPr>
        </p:nvSpPr>
        <p:spPr>
          <a:noFill/>
        </p:spPr>
        <p:txBody>
          <a:bodyPr/>
          <a:lstStyle/>
          <a:p>
            <a:pPr eaLnBrk="1" hangingPunct="1"/>
            <a:endParaRPr lang="zh-CN" altLang="zh-CN">
              <a:latin typeface="Arial" charset="0"/>
              <a:ea typeface="宋体" charset="-122"/>
            </a:endParaRPr>
          </a:p>
        </p:txBody>
      </p:sp>
    </p:spTree>
    <p:extLst>
      <p:ext uri="{BB962C8B-B14F-4D97-AF65-F5344CB8AC3E}">
        <p14:creationId xmlns:p14="http://schemas.microsoft.com/office/powerpoint/2010/main" val="143405580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8" name="Rectangle 7"/>
          <p:cNvSpPr>
            <a:spLocks noGrp="1" noChangeArrowheads="1"/>
          </p:cNvSpPr>
          <p:nvPr>
            <p:ph type="sldNum" sz="quarter" idx="5"/>
          </p:nvPr>
        </p:nvSpPr>
        <p:spPr>
          <a:noFill/>
        </p:spPr>
        <p:txBody>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fld id="{B88BE5C2-DA41-41EE-B0D9-8FD47C8B95DF}" type="slidenum">
              <a:rPr lang="en-US" altLang="zh-CN" sz="1200">
                <a:latin typeface="Arial" charset="0"/>
              </a:rPr>
              <a:pPr/>
              <a:t>48</a:t>
            </a:fld>
            <a:endParaRPr lang="en-US" altLang="zh-CN" sz="1200">
              <a:latin typeface="Arial" charset="0"/>
            </a:endParaRPr>
          </a:p>
        </p:txBody>
      </p:sp>
      <p:sp>
        <p:nvSpPr>
          <p:cNvPr id="285699" name="Rectangle 2"/>
          <p:cNvSpPr>
            <a:spLocks noGrp="1" noRot="1" noChangeAspect="1" noChangeArrowheads="1" noTextEdit="1"/>
          </p:cNvSpPr>
          <p:nvPr>
            <p:ph type="sldImg"/>
          </p:nvPr>
        </p:nvSpPr>
        <p:spPr>
          <a:ln/>
        </p:spPr>
      </p:sp>
      <p:sp>
        <p:nvSpPr>
          <p:cNvPr id="285700" name="Rectangle 3"/>
          <p:cNvSpPr>
            <a:spLocks noGrp="1" noChangeArrowheads="1"/>
          </p:cNvSpPr>
          <p:nvPr>
            <p:ph type="body" idx="1"/>
          </p:nvPr>
        </p:nvSpPr>
        <p:spPr>
          <a:noFill/>
        </p:spPr>
        <p:txBody>
          <a:bodyPr/>
          <a:lstStyle/>
          <a:p>
            <a:pPr eaLnBrk="1" hangingPunct="1"/>
            <a:endParaRPr lang="zh-CN" altLang="zh-CN">
              <a:latin typeface="Arial" charset="0"/>
              <a:ea typeface="宋体" charset="-122"/>
            </a:endParaRPr>
          </a:p>
        </p:txBody>
      </p:sp>
    </p:spTree>
    <p:extLst>
      <p:ext uri="{BB962C8B-B14F-4D97-AF65-F5344CB8AC3E}">
        <p14:creationId xmlns:p14="http://schemas.microsoft.com/office/powerpoint/2010/main" val="358634882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6" name="Rectangle 7"/>
          <p:cNvSpPr>
            <a:spLocks noGrp="1" noChangeArrowheads="1"/>
          </p:cNvSpPr>
          <p:nvPr>
            <p:ph type="sldNum" sz="quarter" idx="5"/>
          </p:nvPr>
        </p:nvSpPr>
        <p:spPr>
          <a:noFill/>
        </p:spPr>
        <p:txBody>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fld id="{05051F38-C4B6-4724-A9B3-BC5E0FDD4A82}" type="slidenum">
              <a:rPr lang="en-US" altLang="zh-CN" sz="1200">
                <a:latin typeface="Arial" charset="0"/>
              </a:rPr>
              <a:pPr/>
              <a:t>49</a:t>
            </a:fld>
            <a:endParaRPr lang="en-US" altLang="zh-CN" sz="1200">
              <a:latin typeface="Arial" charset="0"/>
            </a:endParaRPr>
          </a:p>
        </p:txBody>
      </p:sp>
      <p:sp>
        <p:nvSpPr>
          <p:cNvPr id="287747" name="Rectangle 2"/>
          <p:cNvSpPr>
            <a:spLocks noGrp="1" noRot="1" noChangeAspect="1" noChangeArrowheads="1" noTextEdit="1"/>
          </p:cNvSpPr>
          <p:nvPr>
            <p:ph type="sldImg"/>
          </p:nvPr>
        </p:nvSpPr>
        <p:spPr>
          <a:ln/>
        </p:spPr>
      </p:sp>
      <p:sp>
        <p:nvSpPr>
          <p:cNvPr id="287748" name="Rectangle 3"/>
          <p:cNvSpPr>
            <a:spLocks noGrp="1" noChangeArrowheads="1"/>
          </p:cNvSpPr>
          <p:nvPr>
            <p:ph type="body" idx="1"/>
          </p:nvPr>
        </p:nvSpPr>
        <p:spPr>
          <a:noFill/>
        </p:spPr>
        <p:txBody>
          <a:bodyPr/>
          <a:lstStyle/>
          <a:p>
            <a:pPr eaLnBrk="1" hangingPunct="1"/>
            <a:endParaRPr lang="zh-CN" altLang="zh-CN">
              <a:latin typeface="Arial" charset="0"/>
              <a:ea typeface="宋体" charset="-122"/>
            </a:endParaRPr>
          </a:p>
        </p:txBody>
      </p:sp>
    </p:spTree>
    <p:extLst>
      <p:ext uri="{BB962C8B-B14F-4D97-AF65-F5344CB8AC3E}">
        <p14:creationId xmlns:p14="http://schemas.microsoft.com/office/powerpoint/2010/main" val="198982317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fld id="{0248F76C-79FF-4117-8CD6-9846BF3985DB}" type="slidenum">
              <a:rPr lang="en-US" altLang="zh-CN" sz="1200">
                <a:latin typeface="Arial" charset="0"/>
              </a:rPr>
              <a:pPr/>
              <a:t>53</a:t>
            </a:fld>
            <a:endParaRPr lang="en-US" altLang="zh-CN" sz="1200">
              <a:latin typeface="Arial" charset="0"/>
            </a:endParaRPr>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p:spPr>
        <p:txBody>
          <a:bodyPr/>
          <a:lstStyle/>
          <a:p>
            <a:pPr eaLnBrk="1" hangingPunct="1"/>
            <a:endParaRPr lang="zh-CN" altLang="zh-CN">
              <a:latin typeface="Arial" charset="0"/>
              <a:ea typeface="宋体" charset="-122"/>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fld id="{691443D9-3092-4671-8580-2CD899024FC1}" type="slidenum">
              <a:rPr lang="en-US" altLang="zh-CN" sz="1200">
                <a:latin typeface="Arial" charset="0"/>
              </a:rPr>
              <a:pPr/>
              <a:t>54</a:t>
            </a:fld>
            <a:endParaRPr lang="en-US" altLang="zh-CN" sz="1200">
              <a:latin typeface="Arial" charset="0"/>
            </a:endParaRPr>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p:spPr>
        <p:txBody>
          <a:bodyPr/>
          <a:lstStyle/>
          <a:p>
            <a:pPr eaLnBrk="1" hangingPunct="1"/>
            <a:endParaRPr lang="zh-CN" altLang="zh-CN">
              <a:latin typeface="Arial" charset="0"/>
              <a:ea typeface="宋体" charset="-122"/>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p:spPr>
        <p:txBody>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fld id="{620938E8-3B98-474C-B0C7-62543C12BFBA}" type="slidenum">
              <a:rPr lang="en-US" altLang="zh-CN" sz="1200">
                <a:latin typeface="Arial" charset="0"/>
              </a:rPr>
              <a:pPr/>
              <a:t>55</a:t>
            </a:fld>
            <a:endParaRPr lang="en-US" altLang="zh-CN" sz="1200">
              <a:latin typeface="Arial" charset="0"/>
            </a:endParaRPr>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noFill/>
        </p:spPr>
        <p:txBody>
          <a:bodyPr/>
          <a:lstStyle/>
          <a:p>
            <a:pPr eaLnBrk="1" hangingPunct="1"/>
            <a:endParaRPr lang="zh-CN" altLang="zh-CN">
              <a:latin typeface="Arial" charset="0"/>
              <a:ea typeface="宋体" charset="-122"/>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p:spPr>
        <p:txBody>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fld id="{D32816AA-DD7C-43F0-B6A4-543DAB586352}" type="slidenum">
              <a:rPr lang="en-US" altLang="zh-CN" sz="1200">
                <a:latin typeface="Arial" charset="0"/>
              </a:rPr>
              <a:pPr/>
              <a:t>56</a:t>
            </a:fld>
            <a:endParaRPr lang="en-US" altLang="zh-CN" sz="1200">
              <a:latin typeface="Arial" charset="0"/>
            </a:endParaRPr>
          </a:p>
        </p:txBody>
      </p:sp>
      <p:sp>
        <p:nvSpPr>
          <p:cNvPr id="69635" name="Rectangle 2"/>
          <p:cNvSpPr>
            <a:spLocks noGrp="1" noRot="1" noChangeAspect="1" noChangeArrowheads="1" noTextEdit="1"/>
          </p:cNvSpPr>
          <p:nvPr>
            <p:ph type="sldImg"/>
          </p:nvPr>
        </p:nvSpPr>
        <p:spPr>
          <a:ln/>
        </p:spPr>
      </p:sp>
      <p:sp>
        <p:nvSpPr>
          <p:cNvPr id="69636" name="Rectangle 3"/>
          <p:cNvSpPr>
            <a:spLocks noGrp="1" noChangeArrowheads="1"/>
          </p:cNvSpPr>
          <p:nvPr>
            <p:ph type="body" idx="1"/>
          </p:nvPr>
        </p:nvSpPr>
        <p:spPr>
          <a:noFill/>
        </p:spPr>
        <p:txBody>
          <a:bodyPr/>
          <a:lstStyle/>
          <a:p>
            <a:pPr eaLnBrk="1" hangingPunct="1"/>
            <a:endParaRPr lang="zh-CN" altLang="zh-CN">
              <a:latin typeface="Arial" charset="0"/>
              <a:ea typeface="宋体" charset="-122"/>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p:spPr>
        <p:txBody>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fld id="{EEB81C12-D2E4-4BCF-9FF7-5054A45A182D}" type="slidenum">
              <a:rPr lang="en-US" altLang="zh-CN" sz="1200">
                <a:latin typeface="Arial" charset="0"/>
              </a:rPr>
              <a:pPr/>
              <a:t>57</a:t>
            </a:fld>
            <a:endParaRPr lang="en-US" altLang="zh-CN" sz="1200">
              <a:latin typeface="Arial" charset="0"/>
            </a:endParaRPr>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p:spPr>
        <p:txBody>
          <a:bodyPr/>
          <a:lstStyle/>
          <a:p>
            <a:pPr eaLnBrk="1" hangingPunct="1"/>
            <a:endParaRPr lang="zh-CN" altLang="zh-CN">
              <a:latin typeface="Arial" charset="0"/>
              <a:ea typeface="宋体" charset="-122"/>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fld id="{A86A94FF-2F9E-4AFA-9F90-633DA29DAACA}" type="slidenum">
              <a:rPr lang="en-US" altLang="zh-CN" sz="1200">
                <a:latin typeface="Arial" charset="0"/>
              </a:rPr>
              <a:pPr/>
              <a:t>58</a:t>
            </a:fld>
            <a:endParaRPr lang="en-US" altLang="zh-CN" sz="1200">
              <a:latin typeface="Arial" charset="0"/>
            </a:endParaRPr>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p:spPr>
        <p:txBody>
          <a:bodyPr/>
          <a:lstStyle/>
          <a:p>
            <a:pPr eaLnBrk="1" hangingPunct="1"/>
            <a:endParaRPr lang="zh-CN" altLang="zh-CN">
              <a:latin typeface="Arial" charset="0"/>
              <a:ea typeface="宋体" charset="-122"/>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p:spPr>
        <p:txBody>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fld id="{0A580F8E-BCEC-426D-BA29-A6FB7AF83238}" type="slidenum">
              <a:rPr lang="en-US" altLang="zh-CN" sz="1200">
                <a:latin typeface="Arial" charset="0"/>
              </a:rPr>
              <a:pPr/>
              <a:t>59</a:t>
            </a:fld>
            <a:endParaRPr lang="en-US" altLang="zh-CN" sz="1200">
              <a:latin typeface="Arial" charset="0"/>
            </a:endParaRPr>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p:spPr>
        <p:txBody>
          <a:bodyPr/>
          <a:lstStyle/>
          <a:p>
            <a:pPr eaLnBrk="1" hangingPunct="1"/>
            <a:endParaRPr lang="zh-CN" altLang="zh-CN">
              <a:latin typeface="Arial" charset="0"/>
              <a:ea typeface="宋体" charset="-122"/>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p:spPr>
        <p:txBody>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fld id="{1FD4080E-F21B-4454-BB02-FA212BBC2067}" type="slidenum">
              <a:rPr lang="en-US" altLang="zh-CN" sz="1200">
                <a:latin typeface="Arial" charset="0"/>
              </a:rPr>
              <a:pPr/>
              <a:t>60</a:t>
            </a:fld>
            <a:endParaRPr lang="en-US" altLang="zh-CN" sz="1200">
              <a:latin typeface="Arial" charset="0"/>
            </a:endParaRPr>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p:spPr>
        <p:txBody>
          <a:bodyPr/>
          <a:lstStyle/>
          <a:p>
            <a:pPr eaLnBrk="1" hangingPunct="1"/>
            <a:endParaRPr lang="zh-CN" altLang="zh-CN">
              <a:latin typeface="Arial" charset="0"/>
              <a:ea typeface="宋体" charset="-122"/>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p:spPr>
        <p:txBody>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fld id="{8978A247-E2BC-4D1F-9EE4-F63700ECD764}" type="slidenum">
              <a:rPr lang="en-US" altLang="zh-CN" sz="1200">
                <a:latin typeface="Arial" charset="0"/>
              </a:rPr>
              <a:pPr/>
              <a:t>62</a:t>
            </a:fld>
            <a:endParaRPr lang="en-US" altLang="zh-CN" sz="1200">
              <a:latin typeface="Arial" charset="0"/>
            </a:endParaRPr>
          </a:p>
        </p:txBody>
      </p:sp>
      <p:sp>
        <p:nvSpPr>
          <p:cNvPr id="90115" name="Rectangle 2"/>
          <p:cNvSpPr>
            <a:spLocks noGrp="1" noRot="1" noChangeAspect="1" noChangeArrowheads="1" noTextEdit="1"/>
          </p:cNvSpPr>
          <p:nvPr>
            <p:ph type="sldImg"/>
          </p:nvPr>
        </p:nvSpPr>
        <p:spPr>
          <a:ln/>
        </p:spPr>
      </p:sp>
      <p:sp>
        <p:nvSpPr>
          <p:cNvPr id="90116" name="Rectangle 3"/>
          <p:cNvSpPr>
            <a:spLocks noGrp="1" noChangeArrowheads="1"/>
          </p:cNvSpPr>
          <p:nvPr>
            <p:ph type="body" idx="1"/>
          </p:nvPr>
        </p:nvSpPr>
        <p:spPr>
          <a:noFill/>
        </p:spPr>
        <p:txBody>
          <a:bodyPr/>
          <a:lstStyle/>
          <a:p>
            <a:pPr eaLnBrk="1" hangingPunct="1"/>
            <a:endParaRPr lang="zh-CN" altLang="zh-CN">
              <a:latin typeface="Arial" charset="0"/>
              <a:ea typeface="宋体" charset="-122"/>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p:spPr>
        <p:txBody>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fld id="{B1EE2260-B556-44DE-A21F-B5A8DDD13C41}" type="slidenum">
              <a:rPr lang="en-US" altLang="zh-CN" sz="1200">
                <a:latin typeface="Arial" charset="0"/>
              </a:rPr>
              <a:pPr/>
              <a:t>63</a:t>
            </a:fld>
            <a:endParaRPr lang="en-US" altLang="zh-CN" sz="1200">
              <a:latin typeface="Arial" charset="0"/>
            </a:endParaRPr>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p:spPr>
        <p:txBody>
          <a:bodyPr/>
          <a:lstStyle/>
          <a:p>
            <a:pPr eaLnBrk="1" hangingPunct="1"/>
            <a:endParaRPr lang="zh-CN" altLang="zh-CN">
              <a:latin typeface="Arial" charset="0"/>
              <a:ea typeface="宋体" charset="-122"/>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p:spPr>
        <p:txBody>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fld id="{A3EF73E7-D4E0-4FE8-985D-F32260EEC02D}" type="slidenum">
              <a:rPr lang="en-US" altLang="zh-CN" sz="1200">
                <a:latin typeface="Arial" charset="0"/>
              </a:rPr>
              <a:pPr/>
              <a:t>64</a:t>
            </a:fld>
            <a:endParaRPr lang="en-US" altLang="zh-CN" sz="1200">
              <a:latin typeface="Arial" charset="0"/>
            </a:endParaRPr>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noFill/>
        </p:spPr>
        <p:txBody>
          <a:bodyPr/>
          <a:lstStyle/>
          <a:p>
            <a:pPr eaLnBrk="1" hangingPunct="1"/>
            <a:endParaRPr lang="zh-CN" altLang="zh-CN">
              <a:latin typeface="Arial" charset="0"/>
              <a:ea typeface="宋体" charset="-122"/>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p:spPr>
        <p:txBody>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fld id="{07865316-07B5-4FC3-94D8-72852969412A}" type="slidenum">
              <a:rPr lang="en-US" altLang="zh-CN" sz="1200">
                <a:latin typeface="Arial" charset="0"/>
              </a:rPr>
              <a:pPr/>
              <a:t>65</a:t>
            </a:fld>
            <a:endParaRPr lang="en-US" altLang="zh-CN" sz="1200">
              <a:latin typeface="Arial" charset="0"/>
            </a:endParaRPr>
          </a:p>
        </p:txBody>
      </p:sp>
      <p:sp>
        <p:nvSpPr>
          <p:cNvPr id="96259" name="Rectangle 2"/>
          <p:cNvSpPr>
            <a:spLocks noGrp="1" noRot="1" noChangeAspect="1" noChangeArrowheads="1" noTextEdit="1"/>
          </p:cNvSpPr>
          <p:nvPr>
            <p:ph type="sldImg"/>
          </p:nvPr>
        </p:nvSpPr>
        <p:spPr>
          <a:ln/>
        </p:spPr>
      </p:sp>
      <p:sp>
        <p:nvSpPr>
          <p:cNvPr id="96260" name="Rectangle 3"/>
          <p:cNvSpPr>
            <a:spLocks noGrp="1" noChangeArrowheads="1"/>
          </p:cNvSpPr>
          <p:nvPr>
            <p:ph type="body" idx="1"/>
          </p:nvPr>
        </p:nvSpPr>
        <p:spPr>
          <a:noFill/>
        </p:spPr>
        <p:txBody>
          <a:bodyPr/>
          <a:lstStyle/>
          <a:p>
            <a:pPr eaLnBrk="1" hangingPunct="1"/>
            <a:endParaRPr lang="zh-CN" altLang="zh-CN">
              <a:latin typeface="Arial" charset="0"/>
              <a:ea typeface="宋体" charset="-122"/>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p:spPr>
        <p:txBody>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fld id="{96758432-00AD-4FB1-9218-07AA9E0F8719}" type="slidenum">
              <a:rPr lang="en-US" altLang="zh-CN" sz="1200">
                <a:latin typeface="Arial" charset="0"/>
              </a:rPr>
              <a:pPr/>
              <a:t>67</a:t>
            </a:fld>
            <a:endParaRPr lang="en-US" altLang="zh-CN" sz="1200">
              <a:latin typeface="Arial" charset="0"/>
            </a:endParaRPr>
          </a:p>
        </p:txBody>
      </p:sp>
      <p:sp>
        <p:nvSpPr>
          <p:cNvPr id="99331"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a:noFill/>
        </p:spPr>
        <p:txBody>
          <a:bodyPr/>
          <a:lstStyle/>
          <a:p>
            <a:pPr eaLnBrk="1" hangingPunct="1"/>
            <a:endParaRPr lang="zh-CN" altLang="zh-CN">
              <a:latin typeface="Arial" charset="0"/>
              <a:ea typeface="宋体" charset="-122"/>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p:spPr>
        <p:txBody>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fld id="{DE54D266-0709-4BAC-880C-A85B5865C5AA}" type="slidenum">
              <a:rPr lang="en-US" altLang="zh-CN" sz="1200">
                <a:latin typeface="Arial" charset="0"/>
              </a:rPr>
              <a:pPr/>
              <a:t>68</a:t>
            </a:fld>
            <a:endParaRPr lang="en-US" altLang="zh-CN" sz="1200">
              <a:latin typeface="Arial" charset="0"/>
            </a:endParaRPr>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p:spPr>
        <p:txBody>
          <a:bodyPr/>
          <a:lstStyle/>
          <a:p>
            <a:pPr eaLnBrk="1" hangingPunct="1"/>
            <a:endParaRPr lang="zh-CN" altLang="zh-CN">
              <a:latin typeface="Arial" charset="0"/>
              <a:ea typeface="宋体" charset="-122"/>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p:spPr>
        <p:txBody>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fld id="{736AD0BF-44DA-4D8C-8C53-122691BA6C1E}" type="slidenum">
              <a:rPr lang="en-US" altLang="zh-CN" sz="1200">
                <a:latin typeface="Arial" charset="0"/>
              </a:rPr>
              <a:pPr/>
              <a:t>69</a:t>
            </a:fld>
            <a:endParaRPr lang="en-US" altLang="zh-CN" sz="1200">
              <a:latin typeface="Arial" charset="0"/>
            </a:endParaRPr>
          </a:p>
        </p:txBody>
      </p:sp>
      <p:sp>
        <p:nvSpPr>
          <p:cNvPr id="103427" name="Rectangle 2"/>
          <p:cNvSpPr>
            <a:spLocks noGrp="1" noRot="1" noChangeAspect="1" noChangeArrowheads="1" noTextEdit="1"/>
          </p:cNvSpPr>
          <p:nvPr>
            <p:ph type="sldImg"/>
          </p:nvPr>
        </p:nvSpPr>
        <p:spPr>
          <a:ln/>
        </p:spPr>
      </p:sp>
      <p:sp>
        <p:nvSpPr>
          <p:cNvPr id="103428" name="Rectangle 3"/>
          <p:cNvSpPr>
            <a:spLocks noGrp="1" noChangeArrowheads="1"/>
          </p:cNvSpPr>
          <p:nvPr>
            <p:ph type="body" idx="1"/>
          </p:nvPr>
        </p:nvSpPr>
        <p:spPr>
          <a:noFill/>
        </p:spPr>
        <p:txBody>
          <a:bodyPr/>
          <a:lstStyle/>
          <a:p>
            <a:pPr eaLnBrk="1" hangingPunct="1"/>
            <a:endParaRPr lang="zh-CN" altLang="zh-CN">
              <a:latin typeface="Arial" charset="0"/>
              <a:ea typeface="宋体" charset="-122"/>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p:spPr>
        <p:txBody>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fld id="{66316D19-0D7B-45C1-9482-0DD810A93779}" type="slidenum">
              <a:rPr lang="en-US" altLang="zh-CN" sz="1200">
                <a:latin typeface="Arial" charset="0"/>
              </a:rPr>
              <a:pPr/>
              <a:t>70</a:t>
            </a:fld>
            <a:endParaRPr lang="en-US" altLang="zh-CN" sz="1200">
              <a:latin typeface="Arial" charset="0"/>
            </a:endParaRPr>
          </a:p>
        </p:txBody>
      </p:sp>
      <p:sp>
        <p:nvSpPr>
          <p:cNvPr id="105475" name="Rectangle 2"/>
          <p:cNvSpPr>
            <a:spLocks noGrp="1" noRot="1" noChangeAspect="1" noChangeArrowheads="1" noTextEdit="1"/>
          </p:cNvSpPr>
          <p:nvPr>
            <p:ph type="sldImg"/>
          </p:nvPr>
        </p:nvSpPr>
        <p:spPr>
          <a:ln/>
        </p:spPr>
      </p:sp>
      <p:sp>
        <p:nvSpPr>
          <p:cNvPr id="105476" name="Rectangle 3"/>
          <p:cNvSpPr>
            <a:spLocks noGrp="1" noChangeArrowheads="1"/>
          </p:cNvSpPr>
          <p:nvPr>
            <p:ph type="body" idx="1"/>
          </p:nvPr>
        </p:nvSpPr>
        <p:spPr>
          <a:noFill/>
        </p:spPr>
        <p:txBody>
          <a:bodyPr/>
          <a:lstStyle/>
          <a:p>
            <a:pPr eaLnBrk="1" hangingPunct="1"/>
            <a:endParaRPr lang="zh-CN" altLang="zh-CN">
              <a:latin typeface="Arial" charset="0"/>
              <a:ea typeface="宋体" charset="-122"/>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p:spPr>
        <p:txBody>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fld id="{F5070B8C-B215-4763-A115-EA3510FAA8EF}" type="slidenum">
              <a:rPr lang="en-US" altLang="zh-CN" sz="1200">
                <a:latin typeface="Arial" charset="0"/>
              </a:rPr>
              <a:pPr/>
              <a:t>71</a:t>
            </a:fld>
            <a:endParaRPr lang="en-US" altLang="zh-CN" sz="1200">
              <a:latin typeface="Arial" charset="0"/>
            </a:endParaRPr>
          </a:p>
        </p:txBody>
      </p:sp>
      <p:sp>
        <p:nvSpPr>
          <p:cNvPr id="107523" name="Rectangle 2"/>
          <p:cNvSpPr>
            <a:spLocks noGrp="1" noRot="1" noChangeAspect="1" noChangeArrowheads="1" noTextEdit="1"/>
          </p:cNvSpPr>
          <p:nvPr>
            <p:ph type="sldImg"/>
          </p:nvPr>
        </p:nvSpPr>
        <p:spPr>
          <a:ln/>
        </p:spPr>
      </p:sp>
      <p:sp>
        <p:nvSpPr>
          <p:cNvPr id="107524" name="Rectangle 3"/>
          <p:cNvSpPr>
            <a:spLocks noGrp="1" noChangeArrowheads="1"/>
          </p:cNvSpPr>
          <p:nvPr>
            <p:ph type="body" idx="1"/>
          </p:nvPr>
        </p:nvSpPr>
        <p:spPr>
          <a:noFill/>
        </p:spPr>
        <p:txBody>
          <a:bodyPr/>
          <a:lstStyle/>
          <a:p>
            <a:pPr eaLnBrk="1" hangingPunct="1"/>
            <a:endParaRPr lang="zh-CN" altLang="zh-CN">
              <a:latin typeface="Arial" charset="0"/>
              <a:ea typeface="宋体" charset="-122"/>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p:spPr>
        <p:txBody>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fld id="{F02859AC-47E4-47A9-AD74-48598880F73E}" type="slidenum">
              <a:rPr lang="en-US" altLang="zh-CN" sz="1200">
                <a:latin typeface="Arial" charset="0"/>
              </a:rPr>
              <a:pPr/>
              <a:t>72</a:t>
            </a:fld>
            <a:endParaRPr lang="en-US" altLang="zh-CN" sz="1200">
              <a:latin typeface="Arial" charset="0"/>
            </a:endParaRPr>
          </a:p>
        </p:txBody>
      </p:sp>
      <p:sp>
        <p:nvSpPr>
          <p:cNvPr id="109571" name="Rectangle 2"/>
          <p:cNvSpPr>
            <a:spLocks noGrp="1" noRot="1" noChangeAspect="1" noChangeArrowheads="1" noTextEdit="1"/>
          </p:cNvSpPr>
          <p:nvPr>
            <p:ph type="sldImg"/>
          </p:nvPr>
        </p:nvSpPr>
        <p:spPr>
          <a:ln/>
        </p:spPr>
      </p:sp>
      <p:sp>
        <p:nvSpPr>
          <p:cNvPr id="109572" name="Rectangle 3"/>
          <p:cNvSpPr>
            <a:spLocks noGrp="1" noChangeArrowheads="1"/>
          </p:cNvSpPr>
          <p:nvPr>
            <p:ph type="body" idx="1"/>
          </p:nvPr>
        </p:nvSpPr>
        <p:spPr>
          <a:noFill/>
        </p:spPr>
        <p:txBody>
          <a:bodyPr/>
          <a:lstStyle/>
          <a:p>
            <a:pPr eaLnBrk="1" hangingPunct="1"/>
            <a:endParaRPr lang="zh-CN" altLang="zh-CN">
              <a:latin typeface="Arial" charset="0"/>
              <a:ea typeface="宋体" charset="-122"/>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a:noFill/>
        </p:spPr>
        <p:txBody>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fld id="{F220E10F-2636-4871-8AA4-8EF5997652C5}" type="slidenum">
              <a:rPr lang="en-US" altLang="zh-CN" sz="1200">
                <a:latin typeface="Arial" charset="0"/>
              </a:rPr>
              <a:pPr/>
              <a:t>73</a:t>
            </a:fld>
            <a:endParaRPr lang="en-US" altLang="zh-CN" sz="1200">
              <a:latin typeface="Arial" charset="0"/>
            </a:endParaRPr>
          </a:p>
        </p:txBody>
      </p:sp>
      <p:sp>
        <p:nvSpPr>
          <p:cNvPr id="111619" name="Rectangle 2"/>
          <p:cNvSpPr>
            <a:spLocks noGrp="1" noRot="1" noChangeAspect="1" noChangeArrowheads="1" noTextEdit="1"/>
          </p:cNvSpPr>
          <p:nvPr>
            <p:ph type="sldImg"/>
          </p:nvPr>
        </p:nvSpPr>
        <p:spPr>
          <a:ln/>
        </p:spPr>
      </p:sp>
      <p:sp>
        <p:nvSpPr>
          <p:cNvPr id="111620" name="Rectangle 3"/>
          <p:cNvSpPr>
            <a:spLocks noGrp="1" noChangeArrowheads="1"/>
          </p:cNvSpPr>
          <p:nvPr>
            <p:ph type="body" idx="1"/>
          </p:nvPr>
        </p:nvSpPr>
        <p:spPr>
          <a:noFill/>
        </p:spPr>
        <p:txBody>
          <a:bodyPr/>
          <a:lstStyle/>
          <a:p>
            <a:pPr eaLnBrk="1" hangingPunct="1"/>
            <a:endParaRPr lang="zh-CN" altLang="zh-CN">
              <a:latin typeface="Arial" charset="0"/>
              <a:ea typeface="宋体" charset="-122"/>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a:spLocks noGrp="1" noChangeArrowheads="1"/>
          </p:cNvSpPr>
          <p:nvPr>
            <p:ph type="sldNum" sz="quarter" idx="5"/>
          </p:nvPr>
        </p:nvSpPr>
        <p:spPr>
          <a:noFill/>
        </p:spPr>
        <p:txBody>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fld id="{8C006C03-CA6E-465C-8CF4-E99C9A8610CB}" type="slidenum">
              <a:rPr lang="en-US" altLang="zh-CN" sz="1200">
                <a:latin typeface="Arial" charset="0"/>
              </a:rPr>
              <a:pPr/>
              <a:t>74</a:t>
            </a:fld>
            <a:endParaRPr lang="en-US" altLang="zh-CN" sz="1200">
              <a:latin typeface="Arial" charset="0"/>
            </a:endParaRPr>
          </a:p>
        </p:txBody>
      </p:sp>
      <p:sp>
        <p:nvSpPr>
          <p:cNvPr id="113667" name="Rectangle 2"/>
          <p:cNvSpPr>
            <a:spLocks noGrp="1" noRot="1" noChangeAspect="1" noChangeArrowheads="1" noTextEdit="1"/>
          </p:cNvSpPr>
          <p:nvPr>
            <p:ph type="sldImg"/>
          </p:nvPr>
        </p:nvSpPr>
        <p:spPr>
          <a:ln/>
        </p:spPr>
      </p:sp>
      <p:sp>
        <p:nvSpPr>
          <p:cNvPr id="113668" name="Rectangle 3"/>
          <p:cNvSpPr>
            <a:spLocks noGrp="1" noChangeArrowheads="1"/>
          </p:cNvSpPr>
          <p:nvPr>
            <p:ph type="body" idx="1"/>
          </p:nvPr>
        </p:nvSpPr>
        <p:spPr>
          <a:noFill/>
        </p:spPr>
        <p:txBody>
          <a:bodyPr/>
          <a:lstStyle/>
          <a:p>
            <a:pPr eaLnBrk="1" hangingPunct="1"/>
            <a:endParaRPr lang="zh-CN" altLang="zh-CN">
              <a:latin typeface="Arial" charset="0"/>
              <a:ea typeface="宋体" charset="-122"/>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p:cNvSpPr>
            <a:spLocks noGrp="1" noChangeArrowheads="1"/>
          </p:cNvSpPr>
          <p:nvPr>
            <p:ph type="sldNum" sz="quarter" idx="5"/>
          </p:nvPr>
        </p:nvSpPr>
        <p:spPr>
          <a:noFill/>
        </p:spPr>
        <p:txBody>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fld id="{1BE057E2-C06C-449E-9055-D0CD63F2EBA2}" type="slidenum">
              <a:rPr lang="en-US" altLang="zh-CN" sz="1200">
                <a:latin typeface="Arial" charset="0"/>
              </a:rPr>
              <a:pPr/>
              <a:t>75</a:t>
            </a:fld>
            <a:endParaRPr lang="en-US" altLang="zh-CN" sz="1200">
              <a:latin typeface="Arial" charset="0"/>
            </a:endParaRPr>
          </a:p>
        </p:txBody>
      </p:sp>
      <p:sp>
        <p:nvSpPr>
          <p:cNvPr id="115715" name="Rectangle 2"/>
          <p:cNvSpPr>
            <a:spLocks noGrp="1" noRot="1" noChangeAspect="1" noChangeArrowheads="1" noTextEdit="1"/>
          </p:cNvSpPr>
          <p:nvPr>
            <p:ph type="sldImg"/>
          </p:nvPr>
        </p:nvSpPr>
        <p:spPr>
          <a:ln/>
        </p:spPr>
      </p:sp>
      <p:sp>
        <p:nvSpPr>
          <p:cNvPr id="115716" name="Rectangle 3"/>
          <p:cNvSpPr>
            <a:spLocks noGrp="1" noChangeArrowheads="1"/>
          </p:cNvSpPr>
          <p:nvPr>
            <p:ph type="body" idx="1"/>
          </p:nvPr>
        </p:nvSpPr>
        <p:spPr>
          <a:noFill/>
        </p:spPr>
        <p:txBody>
          <a:bodyPr/>
          <a:lstStyle/>
          <a:p>
            <a:pPr eaLnBrk="1" hangingPunct="1"/>
            <a:endParaRPr lang="zh-CN" altLang="zh-CN">
              <a:latin typeface="Arial" charset="0"/>
              <a:ea typeface="宋体" charset="-122"/>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5"/>
          </p:nvPr>
        </p:nvSpPr>
        <p:spPr>
          <a:noFill/>
        </p:spPr>
        <p:txBody>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fld id="{43F534B7-FD04-48C5-AEA8-FCACB77411C0}" type="slidenum">
              <a:rPr lang="en-US" altLang="zh-CN" sz="1200">
                <a:latin typeface="Arial" charset="0"/>
              </a:rPr>
              <a:pPr/>
              <a:t>76</a:t>
            </a:fld>
            <a:endParaRPr lang="en-US" altLang="zh-CN" sz="1200">
              <a:latin typeface="Arial" charset="0"/>
            </a:endParaRPr>
          </a:p>
        </p:txBody>
      </p:sp>
      <p:sp>
        <p:nvSpPr>
          <p:cNvPr id="117763" name="Rectangle 2"/>
          <p:cNvSpPr>
            <a:spLocks noGrp="1" noRot="1" noChangeAspect="1" noChangeArrowheads="1" noTextEdit="1"/>
          </p:cNvSpPr>
          <p:nvPr>
            <p:ph type="sldImg"/>
          </p:nvPr>
        </p:nvSpPr>
        <p:spPr>
          <a:ln/>
        </p:spPr>
      </p:sp>
      <p:sp>
        <p:nvSpPr>
          <p:cNvPr id="117764" name="Rectangle 3"/>
          <p:cNvSpPr>
            <a:spLocks noGrp="1" noChangeArrowheads="1"/>
          </p:cNvSpPr>
          <p:nvPr>
            <p:ph type="body" idx="1"/>
          </p:nvPr>
        </p:nvSpPr>
        <p:spPr>
          <a:noFill/>
        </p:spPr>
        <p:txBody>
          <a:bodyPr/>
          <a:lstStyle/>
          <a:p>
            <a:pPr eaLnBrk="1" hangingPunct="1"/>
            <a:endParaRPr lang="zh-CN" altLang="zh-CN">
              <a:latin typeface="Arial" charset="0"/>
              <a:ea typeface="宋体" charset="-122"/>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a:spLocks noGrp="1" noChangeArrowheads="1"/>
          </p:cNvSpPr>
          <p:nvPr>
            <p:ph type="sldNum" sz="quarter" idx="5"/>
          </p:nvPr>
        </p:nvSpPr>
        <p:spPr>
          <a:noFill/>
        </p:spPr>
        <p:txBody>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fld id="{A6651D48-E918-474F-8323-3FA9C3FB6EBE}" type="slidenum">
              <a:rPr lang="en-US" altLang="zh-CN" sz="1200">
                <a:latin typeface="Arial" charset="0"/>
              </a:rPr>
              <a:pPr/>
              <a:t>77</a:t>
            </a:fld>
            <a:endParaRPr lang="en-US" altLang="zh-CN" sz="1200">
              <a:latin typeface="Arial" charset="0"/>
            </a:endParaRPr>
          </a:p>
        </p:txBody>
      </p:sp>
      <p:sp>
        <p:nvSpPr>
          <p:cNvPr id="134147" name="Rectangle 2"/>
          <p:cNvSpPr>
            <a:spLocks noGrp="1" noRot="1" noChangeAspect="1" noChangeArrowheads="1" noTextEdit="1"/>
          </p:cNvSpPr>
          <p:nvPr>
            <p:ph type="sldImg"/>
          </p:nvPr>
        </p:nvSpPr>
        <p:spPr>
          <a:ln/>
        </p:spPr>
      </p:sp>
      <p:sp>
        <p:nvSpPr>
          <p:cNvPr id="134148" name="Rectangle 3"/>
          <p:cNvSpPr>
            <a:spLocks noGrp="1" noChangeArrowheads="1"/>
          </p:cNvSpPr>
          <p:nvPr>
            <p:ph type="body" idx="1"/>
          </p:nvPr>
        </p:nvSpPr>
        <p:spPr>
          <a:noFill/>
        </p:spPr>
        <p:txBody>
          <a:bodyPr/>
          <a:lstStyle/>
          <a:p>
            <a:pPr eaLnBrk="1" hangingPunct="1"/>
            <a:endParaRPr lang="zh-CN" altLang="zh-CN">
              <a:latin typeface="Arial" charset="0"/>
              <a:ea typeface="宋体" charset="-122"/>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7"/>
          <p:cNvSpPr>
            <a:spLocks noGrp="1" noChangeArrowheads="1"/>
          </p:cNvSpPr>
          <p:nvPr>
            <p:ph type="sldNum" sz="quarter" idx="5"/>
          </p:nvPr>
        </p:nvSpPr>
        <p:spPr>
          <a:noFill/>
        </p:spPr>
        <p:txBody>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fld id="{4B79CD6A-4CB8-44D6-A207-E8CE0005241D}" type="slidenum">
              <a:rPr lang="en-US" altLang="zh-CN" sz="1200">
                <a:latin typeface="Arial" charset="0"/>
              </a:rPr>
              <a:pPr/>
              <a:t>78</a:t>
            </a:fld>
            <a:endParaRPr lang="en-US" altLang="zh-CN" sz="1200">
              <a:latin typeface="Arial" charset="0"/>
            </a:endParaRPr>
          </a:p>
        </p:txBody>
      </p:sp>
      <p:sp>
        <p:nvSpPr>
          <p:cNvPr id="136195" name="Rectangle 2"/>
          <p:cNvSpPr>
            <a:spLocks noGrp="1" noRot="1" noChangeAspect="1" noChangeArrowheads="1" noTextEdit="1"/>
          </p:cNvSpPr>
          <p:nvPr>
            <p:ph type="sldImg"/>
          </p:nvPr>
        </p:nvSpPr>
        <p:spPr>
          <a:ln/>
        </p:spPr>
      </p:sp>
      <p:sp>
        <p:nvSpPr>
          <p:cNvPr id="136196" name="Rectangle 3"/>
          <p:cNvSpPr>
            <a:spLocks noGrp="1" noChangeArrowheads="1"/>
          </p:cNvSpPr>
          <p:nvPr>
            <p:ph type="body" idx="1"/>
          </p:nvPr>
        </p:nvSpPr>
        <p:spPr>
          <a:noFill/>
        </p:spPr>
        <p:txBody>
          <a:bodyPr/>
          <a:lstStyle/>
          <a:p>
            <a:pPr eaLnBrk="1" hangingPunct="1"/>
            <a:endParaRPr lang="zh-CN" altLang="zh-CN">
              <a:latin typeface="Arial" charset="0"/>
              <a:ea typeface="宋体" charset="-122"/>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p:cNvSpPr>
            <a:spLocks noGrp="1" noChangeArrowheads="1"/>
          </p:cNvSpPr>
          <p:nvPr>
            <p:ph type="sldNum" sz="quarter" idx="5"/>
          </p:nvPr>
        </p:nvSpPr>
        <p:spPr>
          <a:noFill/>
        </p:spPr>
        <p:txBody>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fld id="{7E6DF5D3-2C5D-4B22-823D-F8CE689E7F90}" type="slidenum">
              <a:rPr lang="en-US" altLang="zh-CN" sz="1200">
                <a:latin typeface="Arial" charset="0"/>
              </a:rPr>
              <a:pPr/>
              <a:t>79</a:t>
            </a:fld>
            <a:endParaRPr lang="en-US" altLang="zh-CN" sz="1200">
              <a:latin typeface="Arial" charset="0"/>
            </a:endParaRPr>
          </a:p>
        </p:txBody>
      </p:sp>
      <p:sp>
        <p:nvSpPr>
          <p:cNvPr id="138243" name="Rectangle 2"/>
          <p:cNvSpPr>
            <a:spLocks noGrp="1" noRot="1" noChangeAspect="1" noChangeArrowheads="1" noTextEdit="1"/>
          </p:cNvSpPr>
          <p:nvPr>
            <p:ph type="sldImg"/>
          </p:nvPr>
        </p:nvSpPr>
        <p:spPr>
          <a:ln/>
        </p:spPr>
      </p:sp>
      <p:sp>
        <p:nvSpPr>
          <p:cNvPr id="138244" name="Rectangle 3"/>
          <p:cNvSpPr>
            <a:spLocks noGrp="1" noChangeArrowheads="1"/>
          </p:cNvSpPr>
          <p:nvPr>
            <p:ph type="body" idx="1"/>
          </p:nvPr>
        </p:nvSpPr>
        <p:spPr>
          <a:noFill/>
        </p:spPr>
        <p:txBody>
          <a:bodyPr/>
          <a:lstStyle/>
          <a:p>
            <a:pPr eaLnBrk="1" hangingPunct="1"/>
            <a:endParaRPr lang="zh-CN" altLang="zh-CN">
              <a:latin typeface="Arial" charset="0"/>
              <a:ea typeface="宋体" charset="-122"/>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7"/>
          <p:cNvSpPr>
            <a:spLocks noGrp="1" noChangeArrowheads="1"/>
          </p:cNvSpPr>
          <p:nvPr>
            <p:ph type="sldNum" sz="quarter" idx="5"/>
          </p:nvPr>
        </p:nvSpPr>
        <p:spPr>
          <a:noFill/>
        </p:spPr>
        <p:txBody>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fld id="{92BDAD19-7738-4B13-AE9B-E024A223F0CE}" type="slidenum">
              <a:rPr lang="en-US" altLang="zh-CN" sz="1200">
                <a:latin typeface="Arial" charset="0"/>
              </a:rPr>
              <a:pPr/>
              <a:t>80</a:t>
            </a:fld>
            <a:endParaRPr lang="en-US" altLang="zh-CN" sz="1200">
              <a:latin typeface="Arial" charset="0"/>
            </a:endParaRPr>
          </a:p>
        </p:txBody>
      </p:sp>
      <p:sp>
        <p:nvSpPr>
          <p:cNvPr id="159747" name="Rectangle 2"/>
          <p:cNvSpPr>
            <a:spLocks noGrp="1" noRot="1" noChangeAspect="1" noChangeArrowheads="1" noTextEdit="1"/>
          </p:cNvSpPr>
          <p:nvPr>
            <p:ph type="sldImg"/>
          </p:nvPr>
        </p:nvSpPr>
        <p:spPr>
          <a:ln/>
        </p:spPr>
      </p:sp>
      <p:sp>
        <p:nvSpPr>
          <p:cNvPr id="159748" name="Rectangle 3"/>
          <p:cNvSpPr>
            <a:spLocks noGrp="1" noChangeArrowheads="1"/>
          </p:cNvSpPr>
          <p:nvPr>
            <p:ph type="body" idx="1"/>
          </p:nvPr>
        </p:nvSpPr>
        <p:spPr>
          <a:noFill/>
        </p:spPr>
        <p:txBody>
          <a:bodyPr/>
          <a:lstStyle/>
          <a:p>
            <a:pPr eaLnBrk="1" hangingPunct="1"/>
            <a:endParaRPr lang="zh-CN" altLang="zh-CN">
              <a:latin typeface="Arial" charset="0"/>
              <a:ea typeface="宋体" charset="-122"/>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7"/>
          <p:cNvSpPr>
            <a:spLocks noGrp="1" noChangeArrowheads="1"/>
          </p:cNvSpPr>
          <p:nvPr>
            <p:ph type="sldNum" sz="quarter" idx="5"/>
          </p:nvPr>
        </p:nvSpPr>
        <p:spPr>
          <a:noFill/>
        </p:spPr>
        <p:txBody>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fld id="{1EBCC597-100F-46C5-BE4F-3606F3E09C20}" type="slidenum">
              <a:rPr lang="en-US" altLang="zh-CN" sz="1200">
                <a:latin typeface="Arial" charset="0"/>
              </a:rPr>
              <a:pPr/>
              <a:t>81</a:t>
            </a:fld>
            <a:endParaRPr lang="en-US" altLang="zh-CN" sz="1200">
              <a:latin typeface="Arial" charset="0"/>
            </a:endParaRPr>
          </a:p>
        </p:txBody>
      </p:sp>
      <p:sp>
        <p:nvSpPr>
          <p:cNvPr id="161795" name="Rectangle 2"/>
          <p:cNvSpPr>
            <a:spLocks noGrp="1" noRot="1" noChangeAspect="1" noChangeArrowheads="1" noTextEdit="1"/>
          </p:cNvSpPr>
          <p:nvPr>
            <p:ph type="sldImg"/>
          </p:nvPr>
        </p:nvSpPr>
        <p:spPr>
          <a:ln/>
        </p:spPr>
      </p:sp>
      <p:sp>
        <p:nvSpPr>
          <p:cNvPr id="161796" name="Rectangle 3"/>
          <p:cNvSpPr>
            <a:spLocks noGrp="1" noChangeArrowheads="1"/>
          </p:cNvSpPr>
          <p:nvPr>
            <p:ph type="body" idx="1"/>
          </p:nvPr>
        </p:nvSpPr>
        <p:spPr>
          <a:noFill/>
        </p:spPr>
        <p:txBody>
          <a:bodyPr/>
          <a:lstStyle/>
          <a:p>
            <a:pPr eaLnBrk="1" hangingPunct="1"/>
            <a:endParaRPr lang="zh-CN" altLang="zh-CN">
              <a:latin typeface="Arial" charset="0"/>
              <a:ea typeface="宋体" charset="-122"/>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7"/>
          <p:cNvSpPr>
            <a:spLocks noGrp="1" noChangeArrowheads="1"/>
          </p:cNvSpPr>
          <p:nvPr>
            <p:ph type="sldNum" sz="quarter" idx="5"/>
          </p:nvPr>
        </p:nvSpPr>
        <p:spPr>
          <a:noFill/>
        </p:spPr>
        <p:txBody>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fld id="{B4C10B18-FB8A-4F2F-9E66-9BFBED64336B}" type="slidenum">
              <a:rPr lang="en-US" altLang="zh-CN" sz="1200">
                <a:latin typeface="Arial" charset="0"/>
              </a:rPr>
              <a:pPr/>
              <a:t>82</a:t>
            </a:fld>
            <a:endParaRPr lang="en-US" altLang="zh-CN" sz="1200">
              <a:latin typeface="Arial" charset="0"/>
            </a:endParaRPr>
          </a:p>
        </p:txBody>
      </p:sp>
      <p:sp>
        <p:nvSpPr>
          <p:cNvPr id="163843" name="Rectangle 2"/>
          <p:cNvSpPr>
            <a:spLocks noGrp="1" noRot="1" noChangeAspect="1" noChangeArrowheads="1" noTextEdit="1"/>
          </p:cNvSpPr>
          <p:nvPr>
            <p:ph type="sldImg"/>
          </p:nvPr>
        </p:nvSpPr>
        <p:spPr>
          <a:ln/>
        </p:spPr>
      </p:sp>
      <p:sp>
        <p:nvSpPr>
          <p:cNvPr id="163844" name="Rectangle 3"/>
          <p:cNvSpPr>
            <a:spLocks noGrp="1" noChangeArrowheads="1"/>
          </p:cNvSpPr>
          <p:nvPr>
            <p:ph type="body" idx="1"/>
          </p:nvPr>
        </p:nvSpPr>
        <p:spPr>
          <a:noFill/>
        </p:spPr>
        <p:txBody>
          <a:bodyPr/>
          <a:lstStyle/>
          <a:p>
            <a:pPr eaLnBrk="1" hangingPunct="1"/>
            <a:endParaRPr lang="zh-CN" altLang="zh-CN">
              <a:latin typeface="Arial" charset="0"/>
              <a:ea typeface="宋体" charset="-122"/>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7"/>
          <p:cNvSpPr>
            <a:spLocks noGrp="1" noChangeArrowheads="1"/>
          </p:cNvSpPr>
          <p:nvPr>
            <p:ph type="sldNum" sz="quarter" idx="5"/>
          </p:nvPr>
        </p:nvSpPr>
        <p:spPr>
          <a:noFill/>
        </p:spPr>
        <p:txBody>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fld id="{FDF19E45-EE36-47CE-BFAE-8C1F902AA11A}" type="slidenum">
              <a:rPr lang="en-US" altLang="zh-CN" sz="1200">
                <a:latin typeface="Arial" charset="0"/>
              </a:rPr>
              <a:pPr/>
              <a:t>83</a:t>
            </a:fld>
            <a:endParaRPr lang="en-US" altLang="zh-CN" sz="1200">
              <a:latin typeface="Arial" charset="0"/>
            </a:endParaRPr>
          </a:p>
        </p:txBody>
      </p:sp>
      <p:sp>
        <p:nvSpPr>
          <p:cNvPr id="165891" name="Rectangle 2"/>
          <p:cNvSpPr>
            <a:spLocks noGrp="1" noRot="1" noChangeAspect="1" noChangeArrowheads="1" noTextEdit="1"/>
          </p:cNvSpPr>
          <p:nvPr>
            <p:ph type="sldImg"/>
          </p:nvPr>
        </p:nvSpPr>
        <p:spPr>
          <a:ln/>
        </p:spPr>
      </p:sp>
      <p:sp>
        <p:nvSpPr>
          <p:cNvPr id="165892" name="Rectangle 3"/>
          <p:cNvSpPr>
            <a:spLocks noGrp="1" noChangeArrowheads="1"/>
          </p:cNvSpPr>
          <p:nvPr>
            <p:ph type="body" idx="1"/>
          </p:nvPr>
        </p:nvSpPr>
        <p:spPr>
          <a:noFill/>
        </p:spPr>
        <p:txBody>
          <a:bodyPr/>
          <a:lstStyle/>
          <a:p>
            <a:pPr eaLnBrk="1" hangingPunct="1"/>
            <a:endParaRPr lang="zh-CN" altLang="zh-CN">
              <a:latin typeface="Arial" charset="0"/>
              <a:ea typeface="宋体" charset="-122"/>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7"/>
          <p:cNvSpPr>
            <a:spLocks noGrp="1" noChangeArrowheads="1"/>
          </p:cNvSpPr>
          <p:nvPr>
            <p:ph type="sldNum" sz="quarter" idx="5"/>
          </p:nvPr>
        </p:nvSpPr>
        <p:spPr>
          <a:noFill/>
        </p:spPr>
        <p:txBody>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fld id="{B28B4623-CAE4-4096-92F5-06EE59583F71}" type="slidenum">
              <a:rPr lang="en-US" altLang="zh-CN" sz="1200">
                <a:latin typeface="Arial" charset="0"/>
              </a:rPr>
              <a:pPr/>
              <a:t>84</a:t>
            </a:fld>
            <a:endParaRPr lang="en-US" altLang="zh-CN" sz="1200">
              <a:latin typeface="Arial" charset="0"/>
            </a:endParaRPr>
          </a:p>
        </p:txBody>
      </p:sp>
      <p:sp>
        <p:nvSpPr>
          <p:cNvPr id="167939" name="Rectangle 2"/>
          <p:cNvSpPr>
            <a:spLocks noGrp="1" noRot="1" noChangeAspect="1" noChangeArrowheads="1" noTextEdit="1"/>
          </p:cNvSpPr>
          <p:nvPr>
            <p:ph type="sldImg"/>
          </p:nvPr>
        </p:nvSpPr>
        <p:spPr>
          <a:ln/>
        </p:spPr>
      </p:sp>
      <p:sp>
        <p:nvSpPr>
          <p:cNvPr id="167940" name="Rectangle 3"/>
          <p:cNvSpPr>
            <a:spLocks noGrp="1" noChangeArrowheads="1"/>
          </p:cNvSpPr>
          <p:nvPr>
            <p:ph type="body" idx="1"/>
          </p:nvPr>
        </p:nvSpPr>
        <p:spPr>
          <a:noFill/>
        </p:spPr>
        <p:txBody>
          <a:bodyPr/>
          <a:lstStyle/>
          <a:p>
            <a:pPr eaLnBrk="1" hangingPunct="1"/>
            <a:endParaRPr lang="zh-CN" altLang="zh-CN">
              <a:latin typeface="Arial" charset="0"/>
              <a:ea typeface="宋体" charset="-122"/>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7"/>
          <p:cNvSpPr>
            <a:spLocks noGrp="1" noChangeArrowheads="1"/>
          </p:cNvSpPr>
          <p:nvPr>
            <p:ph type="sldNum" sz="quarter" idx="5"/>
          </p:nvPr>
        </p:nvSpPr>
        <p:spPr>
          <a:noFill/>
        </p:spPr>
        <p:txBody>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fld id="{DECD60F7-C22B-4652-9128-E776820A3BD8}" type="slidenum">
              <a:rPr lang="en-US" altLang="zh-CN" sz="1200">
                <a:latin typeface="Arial" charset="0"/>
              </a:rPr>
              <a:pPr/>
              <a:t>85</a:t>
            </a:fld>
            <a:endParaRPr lang="en-US" altLang="zh-CN" sz="1200">
              <a:latin typeface="Arial" charset="0"/>
            </a:endParaRPr>
          </a:p>
        </p:txBody>
      </p:sp>
      <p:sp>
        <p:nvSpPr>
          <p:cNvPr id="169987" name="Rectangle 2"/>
          <p:cNvSpPr>
            <a:spLocks noGrp="1" noRot="1" noChangeAspect="1" noChangeArrowheads="1" noTextEdit="1"/>
          </p:cNvSpPr>
          <p:nvPr>
            <p:ph type="sldImg"/>
          </p:nvPr>
        </p:nvSpPr>
        <p:spPr>
          <a:ln/>
        </p:spPr>
      </p:sp>
      <p:sp>
        <p:nvSpPr>
          <p:cNvPr id="169988" name="Rectangle 3"/>
          <p:cNvSpPr>
            <a:spLocks noGrp="1" noChangeArrowheads="1"/>
          </p:cNvSpPr>
          <p:nvPr>
            <p:ph type="body" idx="1"/>
          </p:nvPr>
        </p:nvSpPr>
        <p:spPr>
          <a:noFill/>
        </p:spPr>
        <p:txBody>
          <a:bodyPr/>
          <a:lstStyle/>
          <a:p>
            <a:pPr eaLnBrk="1" hangingPunct="1"/>
            <a:endParaRPr lang="zh-CN" altLang="zh-CN">
              <a:latin typeface="Arial" charset="0"/>
              <a:ea typeface="宋体" charset="-122"/>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7"/>
          <p:cNvSpPr>
            <a:spLocks noGrp="1" noChangeArrowheads="1"/>
          </p:cNvSpPr>
          <p:nvPr>
            <p:ph type="sldNum" sz="quarter" idx="5"/>
          </p:nvPr>
        </p:nvSpPr>
        <p:spPr>
          <a:noFill/>
        </p:spPr>
        <p:txBody>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fld id="{A24E7E24-8E76-4970-B72E-74BC7260EEDB}" type="slidenum">
              <a:rPr lang="en-US" altLang="zh-CN" sz="1200">
                <a:latin typeface="Arial" charset="0"/>
              </a:rPr>
              <a:pPr/>
              <a:t>86</a:t>
            </a:fld>
            <a:endParaRPr lang="en-US" altLang="zh-CN" sz="1200">
              <a:latin typeface="Arial" charset="0"/>
            </a:endParaRPr>
          </a:p>
        </p:txBody>
      </p:sp>
      <p:sp>
        <p:nvSpPr>
          <p:cNvPr id="172035" name="Rectangle 2"/>
          <p:cNvSpPr>
            <a:spLocks noGrp="1" noRot="1" noChangeAspect="1" noChangeArrowheads="1" noTextEdit="1"/>
          </p:cNvSpPr>
          <p:nvPr>
            <p:ph type="sldImg"/>
          </p:nvPr>
        </p:nvSpPr>
        <p:spPr>
          <a:ln/>
        </p:spPr>
      </p:sp>
      <p:sp>
        <p:nvSpPr>
          <p:cNvPr id="172036" name="Rectangle 3"/>
          <p:cNvSpPr>
            <a:spLocks noGrp="1" noChangeArrowheads="1"/>
          </p:cNvSpPr>
          <p:nvPr>
            <p:ph type="body" idx="1"/>
          </p:nvPr>
        </p:nvSpPr>
        <p:spPr>
          <a:noFill/>
        </p:spPr>
        <p:txBody>
          <a:bodyPr/>
          <a:lstStyle/>
          <a:p>
            <a:pPr eaLnBrk="1" hangingPunct="1"/>
            <a:endParaRPr lang="zh-CN" altLang="zh-CN">
              <a:latin typeface="Arial" charset="0"/>
              <a:ea typeface="宋体" charset="-122"/>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7"/>
          <p:cNvSpPr>
            <a:spLocks noGrp="1" noChangeArrowheads="1"/>
          </p:cNvSpPr>
          <p:nvPr>
            <p:ph type="sldNum" sz="quarter" idx="5"/>
          </p:nvPr>
        </p:nvSpPr>
        <p:spPr>
          <a:noFill/>
        </p:spPr>
        <p:txBody>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fld id="{3331C75F-ABDB-4154-B58A-D8EA341D705C}" type="slidenum">
              <a:rPr lang="en-US" altLang="zh-CN" sz="1200">
                <a:latin typeface="Arial" charset="0"/>
              </a:rPr>
              <a:pPr/>
              <a:t>87</a:t>
            </a:fld>
            <a:endParaRPr lang="en-US" altLang="zh-CN" sz="1200">
              <a:latin typeface="Arial" charset="0"/>
            </a:endParaRPr>
          </a:p>
        </p:txBody>
      </p:sp>
      <p:sp>
        <p:nvSpPr>
          <p:cNvPr id="174083" name="Rectangle 2"/>
          <p:cNvSpPr>
            <a:spLocks noGrp="1" noRot="1" noChangeAspect="1" noChangeArrowheads="1" noTextEdit="1"/>
          </p:cNvSpPr>
          <p:nvPr>
            <p:ph type="sldImg"/>
          </p:nvPr>
        </p:nvSpPr>
        <p:spPr>
          <a:ln/>
        </p:spPr>
      </p:sp>
      <p:sp>
        <p:nvSpPr>
          <p:cNvPr id="174084" name="Rectangle 3"/>
          <p:cNvSpPr>
            <a:spLocks noGrp="1" noChangeArrowheads="1"/>
          </p:cNvSpPr>
          <p:nvPr>
            <p:ph type="body" idx="1"/>
          </p:nvPr>
        </p:nvSpPr>
        <p:spPr>
          <a:noFill/>
        </p:spPr>
        <p:txBody>
          <a:bodyPr/>
          <a:lstStyle/>
          <a:p>
            <a:pPr eaLnBrk="1" hangingPunct="1"/>
            <a:endParaRPr lang="zh-CN" altLang="zh-CN">
              <a:latin typeface="Arial" charset="0"/>
              <a:ea typeface="宋体" charset="-122"/>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7"/>
          <p:cNvSpPr>
            <a:spLocks noGrp="1" noChangeArrowheads="1"/>
          </p:cNvSpPr>
          <p:nvPr>
            <p:ph type="sldNum" sz="quarter" idx="5"/>
          </p:nvPr>
        </p:nvSpPr>
        <p:spPr>
          <a:noFill/>
        </p:spPr>
        <p:txBody>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fld id="{9093B38E-BBE4-4D5E-AA52-E3B8E13DAED6}" type="slidenum">
              <a:rPr lang="en-US" altLang="zh-CN" sz="1200">
                <a:latin typeface="Arial" charset="0"/>
              </a:rPr>
              <a:pPr/>
              <a:t>89</a:t>
            </a:fld>
            <a:endParaRPr lang="en-US" altLang="zh-CN" sz="1200">
              <a:latin typeface="Arial" charset="0"/>
            </a:endParaRPr>
          </a:p>
        </p:txBody>
      </p:sp>
      <p:sp>
        <p:nvSpPr>
          <p:cNvPr id="177155" name="Rectangle 2"/>
          <p:cNvSpPr>
            <a:spLocks noGrp="1" noRot="1" noChangeAspect="1" noChangeArrowheads="1" noTextEdit="1"/>
          </p:cNvSpPr>
          <p:nvPr>
            <p:ph type="sldImg"/>
          </p:nvPr>
        </p:nvSpPr>
        <p:spPr>
          <a:ln/>
        </p:spPr>
      </p:sp>
      <p:sp>
        <p:nvSpPr>
          <p:cNvPr id="177156" name="Rectangle 3"/>
          <p:cNvSpPr>
            <a:spLocks noGrp="1" noChangeArrowheads="1"/>
          </p:cNvSpPr>
          <p:nvPr>
            <p:ph type="body" idx="1"/>
          </p:nvPr>
        </p:nvSpPr>
        <p:spPr>
          <a:noFill/>
        </p:spPr>
        <p:txBody>
          <a:bodyPr/>
          <a:lstStyle/>
          <a:p>
            <a:pPr eaLnBrk="1" hangingPunct="1"/>
            <a:endParaRPr lang="zh-CN" altLang="zh-CN">
              <a:latin typeface="Arial" charset="0"/>
              <a:ea typeface="宋体" charset="-122"/>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7"/>
          <p:cNvSpPr>
            <a:spLocks noGrp="1" noChangeArrowheads="1"/>
          </p:cNvSpPr>
          <p:nvPr>
            <p:ph type="sldNum" sz="quarter" idx="5"/>
          </p:nvPr>
        </p:nvSpPr>
        <p:spPr>
          <a:noFill/>
        </p:spPr>
        <p:txBody>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fld id="{041258A4-76FA-49B1-85BE-B7677688812A}" type="slidenum">
              <a:rPr lang="en-US" altLang="zh-CN" sz="1200">
                <a:latin typeface="Arial" charset="0"/>
              </a:rPr>
              <a:pPr/>
              <a:t>90</a:t>
            </a:fld>
            <a:endParaRPr lang="en-US" altLang="zh-CN" sz="1200">
              <a:latin typeface="Arial" charset="0"/>
            </a:endParaRPr>
          </a:p>
        </p:txBody>
      </p:sp>
      <p:sp>
        <p:nvSpPr>
          <p:cNvPr id="179203" name="Rectangle 2"/>
          <p:cNvSpPr>
            <a:spLocks noGrp="1" noRot="1" noChangeAspect="1" noChangeArrowheads="1" noTextEdit="1"/>
          </p:cNvSpPr>
          <p:nvPr>
            <p:ph type="sldImg"/>
          </p:nvPr>
        </p:nvSpPr>
        <p:spPr>
          <a:ln/>
        </p:spPr>
      </p:sp>
      <p:sp>
        <p:nvSpPr>
          <p:cNvPr id="179204" name="Rectangle 3"/>
          <p:cNvSpPr>
            <a:spLocks noGrp="1" noChangeArrowheads="1"/>
          </p:cNvSpPr>
          <p:nvPr>
            <p:ph type="body" idx="1"/>
          </p:nvPr>
        </p:nvSpPr>
        <p:spPr>
          <a:noFill/>
        </p:spPr>
        <p:txBody>
          <a:bodyPr/>
          <a:lstStyle/>
          <a:p>
            <a:pPr eaLnBrk="1" hangingPunct="1"/>
            <a:endParaRPr lang="zh-CN" altLang="zh-CN">
              <a:latin typeface="Arial" charset="0"/>
              <a:ea typeface="宋体" charset="-122"/>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7"/>
          <p:cNvSpPr>
            <a:spLocks noGrp="1" noChangeArrowheads="1"/>
          </p:cNvSpPr>
          <p:nvPr>
            <p:ph type="sldNum" sz="quarter" idx="5"/>
          </p:nvPr>
        </p:nvSpPr>
        <p:spPr>
          <a:noFill/>
        </p:spPr>
        <p:txBody>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fld id="{2CADAD7B-99F2-4EFA-98AD-B08FAA428576}" type="slidenum">
              <a:rPr lang="en-US" altLang="zh-CN" sz="1200">
                <a:latin typeface="Arial" charset="0"/>
              </a:rPr>
              <a:pPr/>
              <a:t>91</a:t>
            </a:fld>
            <a:endParaRPr lang="en-US" altLang="zh-CN" sz="1200">
              <a:latin typeface="Arial" charset="0"/>
            </a:endParaRPr>
          </a:p>
        </p:txBody>
      </p:sp>
      <p:sp>
        <p:nvSpPr>
          <p:cNvPr id="181251" name="Rectangle 2"/>
          <p:cNvSpPr>
            <a:spLocks noGrp="1" noRot="1" noChangeAspect="1" noChangeArrowheads="1" noTextEdit="1"/>
          </p:cNvSpPr>
          <p:nvPr>
            <p:ph type="sldImg"/>
          </p:nvPr>
        </p:nvSpPr>
        <p:spPr>
          <a:ln/>
        </p:spPr>
      </p:sp>
      <p:sp>
        <p:nvSpPr>
          <p:cNvPr id="181252" name="Rectangle 3"/>
          <p:cNvSpPr>
            <a:spLocks noGrp="1" noChangeArrowheads="1"/>
          </p:cNvSpPr>
          <p:nvPr>
            <p:ph type="body" idx="1"/>
          </p:nvPr>
        </p:nvSpPr>
        <p:spPr>
          <a:noFill/>
        </p:spPr>
        <p:txBody>
          <a:bodyPr/>
          <a:lstStyle/>
          <a:p>
            <a:pPr eaLnBrk="1" hangingPunct="1"/>
            <a:endParaRPr lang="zh-CN" altLang="zh-CN">
              <a:latin typeface="Arial" charset="0"/>
              <a:ea typeface="宋体" charset="-122"/>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7"/>
          <p:cNvSpPr>
            <a:spLocks noGrp="1" noChangeArrowheads="1"/>
          </p:cNvSpPr>
          <p:nvPr>
            <p:ph type="sldNum" sz="quarter" idx="5"/>
          </p:nvPr>
        </p:nvSpPr>
        <p:spPr>
          <a:noFill/>
        </p:spPr>
        <p:txBody>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fld id="{55A53176-2942-4D5F-8849-8B8703F6E32D}" type="slidenum">
              <a:rPr lang="en-US" altLang="zh-CN" sz="1200">
                <a:latin typeface="Arial" charset="0"/>
              </a:rPr>
              <a:pPr/>
              <a:t>92</a:t>
            </a:fld>
            <a:endParaRPr lang="en-US" altLang="zh-CN" sz="1200">
              <a:latin typeface="Arial" charset="0"/>
            </a:endParaRPr>
          </a:p>
        </p:txBody>
      </p:sp>
      <p:sp>
        <p:nvSpPr>
          <p:cNvPr id="201731" name="Rectangle 2"/>
          <p:cNvSpPr>
            <a:spLocks noGrp="1" noRot="1" noChangeAspect="1" noChangeArrowheads="1" noTextEdit="1"/>
          </p:cNvSpPr>
          <p:nvPr>
            <p:ph type="sldImg"/>
          </p:nvPr>
        </p:nvSpPr>
        <p:spPr>
          <a:ln/>
        </p:spPr>
      </p:sp>
      <p:sp>
        <p:nvSpPr>
          <p:cNvPr id="201732" name="Rectangle 3"/>
          <p:cNvSpPr>
            <a:spLocks noGrp="1" noChangeArrowheads="1"/>
          </p:cNvSpPr>
          <p:nvPr>
            <p:ph type="body" idx="1"/>
          </p:nvPr>
        </p:nvSpPr>
        <p:spPr>
          <a:noFill/>
        </p:spPr>
        <p:txBody>
          <a:bodyPr/>
          <a:lstStyle/>
          <a:p>
            <a:pPr eaLnBrk="1" hangingPunct="1"/>
            <a:endParaRPr lang="zh-CN" altLang="zh-CN">
              <a:latin typeface="Arial" charset="0"/>
              <a:ea typeface="宋体" charset="-122"/>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7"/>
          <p:cNvSpPr>
            <a:spLocks noGrp="1" noChangeArrowheads="1"/>
          </p:cNvSpPr>
          <p:nvPr>
            <p:ph type="sldNum" sz="quarter" idx="5"/>
          </p:nvPr>
        </p:nvSpPr>
        <p:spPr>
          <a:noFill/>
        </p:spPr>
        <p:txBody>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fld id="{0C72F2B7-F9DA-4522-AAFE-DC638F04D872}" type="slidenum">
              <a:rPr lang="en-US" altLang="zh-CN" sz="1200">
                <a:latin typeface="Arial" charset="0"/>
              </a:rPr>
              <a:pPr/>
              <a:t>96</a:t>
            </a:fld>
            <a:endParaRPr lang="en-US" altLang="zh-CN" sz="1200">
              <a:latin typeface="Arial" charset="0"/>
            </a:endParaRPr>
          </a:p>
        </p:txBody>
      </p:sp>
      <p:sp>
        <p:nvSpPr>
          <p:cNvPr id="203779" name="Rectangle 2"/>
          <p:cNvSpPr>
            <a:spLocks noGrp="1" noRot="1" noChangeAspect="1" noChangeArrowheads="1" noTextEdit="1"/>
          </p:cNvSpPr>
          <p:nvPr>
            <p:ph type="sldImg"/>
          </p:nvPr>
        </p:nvSpPr>
        <p:spPr>
          <a:ln/>
        </p:spPr>
      </p:sp>
      <p:sp>
        <p:nvSpPr>
          <p:cNvPr id="203780" name="Rectangle 3"/>
          <p:cNvSpPr>
            <a:spLocks noGrp="1" noChangeArrowheads="1"/>
          </p:cNvSpPr>
          <p:nvPr>
            <p:ph type="body" idx="1"/>
          </p:nvPr>
        </p:nvSpPr>
        <p:spPr>
          <a:noFill/>
        </p:spPr>
        <p:txBody>
          <a:bodyPr/>
          <a:lstStyle/>
          <a:p>
            <a:pPr eaLnBrk="1" hangingPunct="1"/>
            <a:endParaRPr lang="zh-CN" altLang="zh-CN">
              <a:latin typeface="Arial" charset="0"/>
              <a:ea typeface="宋体" charset="-122"/>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Rectangle 7"/>
          <p:cNvSpPr>
            <a:spLocks noGrp="1" noChangeArrowheads="1"/>
          </p:cNvSpPr>
          <p:nvPr>
            <p:ph type="sldNum" sz="quarter" idx="5"/>
          </p:nvPr>
        </p:nvSpPr>
        <p:spPr>
          <a:noFill/>
        </p:spPr>
        <p:txBody>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fld id="{34DEF794-6E07-4051-9913-5046CF82ABA7}" type="slidenum">
              <a:rPr lang="en-US" altLang="zh-CN" sz="1200">
                <a:latin typeface="Arial" charset="0"/>
              </a:rPr>
              <a:pPr/>
              <a:t>97</a:t>
            </a:fld>
            <a:endParaRPr lang="en-US" altLang="zh-CN" sz="1200">
              <a:latin typeface="Arial" charset="0"/>
            </a:endParaRPr>
          </a:p>
        </p:txBody>
      </p:sp>
      <p:sp>
        <p:nvSpPr>
          <p:cNvPr id="207875" name="Rectangle 2"/>
          <p:cNvSpPr>
            <a:spLocks noGrp="1" noRot="1" noChangeAspect="1" noChangeArrowheads="1" noTextEdit="1"/>
          </p:cNvSpPr>
          <p:nvPr>
            <p:ph type="sldImg"/>
          </p:nvPr>
        </p:nvSpPr>
        <p:spPr>
          <a:ln/>
        </p:spPr>
      </p:sp>
      <p:sp>
        <p:nvSpPr>
          <p:cNvPr id="207876" name="Rectangle 3"/>
          <p:cNvSpPr>
            <a:spLocks noGrp="1" noChangeArrowheads="1"/>
          </p:cNvSpPr>
          <p:nvPr>
            <p:ph type="body" idx="1"/>
          </p:nvPr>
        </p:nvSpPr>
        <p:spPr>
          <a:noFill/>
        </p:spPr>
        <p:txBody>
          <a:bodyPr/>
          <a:lstStyle/>
          <a:p>
            <a:pPr eaLnBrk="1" hangingPunct="1"/>
            <a:endParaRPr lang="zh-CN" altLang="zh-CN">
              <a:latin typeface="Arial" charset="0"/>
              <a:ea typeface="宋体" charset="-122"/>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7"/>
          <p:cNvSpPr>
            <a:spLocks noGrp="1" noChangeArrowheads="1"/>
          </p:cNvSpPr>
          <p:nvPr>
            <p:ph type="sldNum" sz="quarter" idx="5"/>
          </p:nvPr>
        </p:nvSpPr>
        <p:spPr>
          <a:noFill/>
        </p:spPr>
        <p:txBody>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fld id="{506BE70E-EDAC-4B4D-B8D8-AE2F1AC692C9}" type="slidenum">
              <a:rPr lang="en-US" altLang="zh-CN" sz="1200">
                <a:latin typeface="Arial" charset="0"/>
              </a:rPr>
              <a:pPr/>
              <a:t>98</a:t>
            </a:fld>
            <a:endParaRPr lang="en-US" altLang="zh-CN" sz="1200">
              <a:latin typeface="Arial" charset="0"/>
            </a:endParaRPr>
          </a:p>
        </p:txBody>
      </p:sp>
      <p:sp>
        <p:nvSpPr>
          <p:cNvPr id="209923" name="Rectangle 2"/>
          <p:cNvSpPr>
            <a:spLocks noGrp="1" noRot="1" noChangeAspect="1" noChangeArrowheads="1" noTextEdit="1"/>
          </p:cNvSpPr>
          <p:nvPr>
            <p:ph type="sldImg"/>
          </p:nvPr>
        </p:nvSpPr>
        <p:spPr>
          <a:ln/>
        </p:spPr>
      </p:sp>
      <p:sp>
        <p:nvSpPr>
          <p:cNvPr id="209924" name="Rectangle 3"/>
          <p:cNvSpPr>
            <a:spLocks noGrp="1" noChangeArrowheads="1"/>
          </p:cNvSpPr>
          <p:nvPr>
            <p:ph type="body" idx="1"/>
          </p:nvPr>
        </p:nvSpPr>
        <p:spPr>
          <a:noFill/>
        </p:spPr>
        <p:txBody>
          <a:bodyPr/>
          <a:lstStyle/>
          <a:p>
            <a:pPr eaLnBrk="1" hangingPunct="1"/>
            <a:endParaRPr lang="zh-CN" altLang="zh-CN">
              <a:latin typeface="Arial" charset="0"/>
              <a:ea typeface="宋体" charset="-122"/>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7"/>
          <p:cNvSpPr>
            <a:spLocks noGrp="1" noChangeArrowheads="1"/>
          </p:cNvSpPr>
          <p:nvPr>
            <p:ph type="sldNum" sz="quarter" idx="5"/>
          </p:nvPr>
        </p:nvSpPr>
        <p:spPr>
          <a:noFill/>
        </p:spPr>
        <p:txBody>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fld id="{35115393-7085-48AF-8310-A8DD7F723C00}" type="slidenum">
              <a:rPr lang="en-US" altLang="zh-CN" sz="1200">
                <a:latin typeface="Arial" charset="0"/>
              </a:rPr>
              <a:pPr/>
              <a:t>99</a:t>
            </a:fld>
            <a:endParaRPr lang="en-US" altLang="zh-CN" sz="1200">
              <a:latin typeface="Arial" charset="0"/>
            </a:endParaRPr>
          </a:p>
        </p:txBody>
      </p:sp>
      <p:sp>
        <p:nvSpPr>
          <p:cNvPr id="211971" name="Rectangle 2"/>
          <p:cNvSpPr>
            <a:spLocks noGrp="1" noRot="1" noChangeAspect="1" noChangeArrowheads="1" noTextEdit="1"/>
          </p:cNvSpPr>
          <p:nvPr>
            <p:ph type="sldImg"/>
          </p:nvPr>
        </p:nvSpPr>
        <p:spPr>
          <a:ln/>
        </p:spPr>
      </p:sp>
      <p:sp>
        <p:nvSpPr>
          <p:cNvPr id="211972" name="Rectangle 3"/>
          <p:cNvSpPr>
            <a:spLocks noGrp="1" noChangeArrowheads="1"/>
          </p:cNvSpPr>
          <p:nvPr>
            <p:ph type="body" idx="1"/>
          </p:nvPr>
        </p:nvSpPr>
        <p:spPr>
          <a:noFill/>
        </p:spPr>
        <p:txBody>
          <a:bodyPr/>
          <a:lstStyle/>
          <a:p>
            <a:pPr eaLnBrk="1" hangingPunct="1"/>
            <a:endParaRPr lang="zh-CN" altLang="zh-CN">
              <a:latin typeface="Arial" charset="0"/>
              <a:ea typeface="宋体" charset="-122"/>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Rectangle 7"/>
          <p:cNvSpPr>
            <a:spLocks noGrp="1" noChangeArrowheads="1"/>
          </p:cNvSpPr>
          <p:nvPr>
            <p:ph type="sldNum" sz="quarter" idx="5"/>
          </p:nvPr>
        </p:nvSpPr>
        <p:spPr>
          <a:noFill/>
        </p:spPr>
        <p:txBody>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fld id="{510CBE93-4CE3-417F-8970-AE53F3553225}" type="slidenum">
              <a:rPr lang="en-US" altLang="zh-CN" sz="1200">
                <a:latin typeface="Arial" charset="0"/>
              </a:rPr>
              <a:pPr/>
              <a:t>100</a:t>
            </a:fld>
            <a:endParaRPr lang="en-US" altLang="zh-CN" sz="1200">
              <a:latin typeface="Arial" charset="0"/>
            </a:endParaRPr>
          </a:p>
        </p:txBody>
      </p:sp>
      <p:sp>
        <p:nvSpPr>
          <p:cNvPr id="214019" name="Rectangle 2"/>
          <p:cNvSpPr>
            <a:spLocks noGrp="1" noRot="1" noChangeAspect="1" noChangeArrowheads="1" noTextEdit="1"/>
          </p:cNvSpPr>
          <p:nvPr>
            <p:ph type="sldImg"/>
          </p:nvPr>
        </p:nvSpPr>
        <p:spPr>
          <a:ln/>
        </p:spPr>
      </p:sp>
      <p:sp>
        <p:nvSpPr>
          <p:cNvPr id="214020" name="Rectangle 3"/>
          <p:cNvSpPr>
            <a:spLocks noGrp="1" noChangeArrowheads="1"/>
          </p:cNvSpPr>
          <p:nvPr>
            <p:ph type="body" idx="1"/>
          </p:nvPr>
        </p:nvSpPr>
        <p:spPr>
          <a:noFill/>
        </p:spPr>
        <p:txBody>
          <a:bodyPr/>
          <a:lstStyle/>
          <a:p>
            <a:pPr eaLnBrk="1" hangingPunct="1"/>
            <a:endParaRPr lang="zh-CN" altLang="zh-CN">
              <a:latin typeface="Arial" charset="0"/>
              <a:ea typeface="宋体" charset="-122"/>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Rectangle 7"/>
          <p:cNvSpPr>
            <a:spLocks noGrp="1" noChangeArrowheads="1"/>
          </p:cNvSpPr>
          <p:nvPr>
            <p:ph type="sldNum" sz="quarter" idx="5"/>
          </p:nvPr>
        </p:nvSpPr>
        <p:spPr>
          <a:noFill/>
        </p:spPr>
        <p:txBody>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fld id="{3F8DABAD-55DF-43C6-A474-302746FB9FDB}" type="slidenum">
              <a:rPr lang="en-US" altLang="zh-CN" sz="1200">
                <a:latin typeface="Arial" charset="0"/>
              </a:rPr>
              <a:pPr/>
              <a:t>101</a:t>
            </a:fld>
            <a:endParaRPr lang="en-US" altLang="zh-CN" sz="1200">
              <a:latin typeface="Arial" charset="0"/>
            </a:endParaRPr>
          </a:p>
        </p:txBody>
      </p:sp>
      <p:sp>
        <p:nvSpPr>
          <p:cNvPr id="216067" name="Rectangle 2"/>
          <p:cNvSpPr>
            <a:spLocks noGrp="1" noRot="1" noChangeAspect="1" noChangeArrowheads="1" noTextEdit="1"/>
          </p:cNvSpPr>
          <p:nvPr>
            <p:ph type="sldImg"/>
          </p:nvPr>
        </p:nvSpPr>
        <p:spPr>
          <a:ln/>
        </p:spPr>
      </p:sp>
      <p:sp>
        <p:nvSpPr>
          <p:cNvPr id="216068" name="Rectangle 3"/>
          <p:cNvSpPr>
            <a:spLocks noGrp="1" noChangeArrowheads="1"/>
          </p:cNvSpPr>
          <p:nvPr>
            <p:ph type="body" idx="1"/>
          </p:nvPr>
        </p:nvSpPr>
        <p:spPr>
          <a:noFill/>
        </p:spPr>
        <p:txBody>
          <a:bodyPr/>
          <a:lstStyle/>
          <a:p>
            <a:pPr eaLnBrk="1" hangingPunct="1"/>
            <a:endParaRPr lang="zh-CN" altLang="zh-CN">
              <a:latin typeface="Arial" charset="0"/>
              <a:ea typeface="宋体"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5612" name="Rectangle 12"/>
          <p:cNvSpPr>
            <a:spLocks noGrp="1" noChangeArrowheads="1"/>
          </p:cNvSpPr>
          <p:nvPr>
            <p:ph type="ctrTitle"/>
          </p:nvPr>
        </p:nvSpPr>
        <p:spPr>
          <a:xfrm>
            <a:off x="741600" y="620689"/>
            <a:ext cx="8424936" cy="2160240"/>
          </a:xfr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a:defRPr lang="zh-CN" altLang="en-US" sz="5400" noProof="0" smtClean="0">
                <a:latin typeface="+mj-lt"/>
                <a:ea typeface="黑体" pitchFamily="2" charset="-122"/>
              </a:defRPr>
            </a:lvl1pPr>
          </a:lstStyle>
          <a:p>
            <a:pPr lvl="0" algn="ctr" eaLnBrk="1" hangingPunct="1"/>
            <a:r>
              <a:rPr lang="zh-CN" altLang="en-US" noProof="0"/>
              <a:t>单击此处编辑母版标题样式</a:t>
            </a:r>
            <a:endParaRPr lang="zh-CN" altLang="en-US" noProof="0" dirty="0"/>
          </a:p>
        </p:txBody>
      </p:sp>
      <p:sp>
        <p:nvSpPr>
          <p:cNvPr id="25613" name="Rectangle 13"/>
          <p:cNvSpPr>
            <a:spLocks noGrp="1" noChangeArrowheads="1"/>
          </p:cNvSpPr>
          <p:nvPr>
            <p:ph type="subTitle" idx="1"/>
          </p:nvPr>
        </p:nvSpPr>
        <p:spPr>
          <a:xfrm>
            <a:off x="1486800" y="3268800"/>
            <a:ext cx="6922800" cy="2210400"/>
          </a:xfr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lang="zh-CN" altLang="en-US" sz="3600" noProof="0" smtClean="0">
                <a:solidFill>
                  <a:schemeClr val="tx1"/>
                </a:solidFill>
                <a:latin typeface="+mj-lt"/>
                <a:ea typeface="黑体" pitchFamily="2" charset="-122"/>
              </a:defRPr>
            </a:lvl1pPr>
          </a:lstStyle>
          <a:p>
            <a:pPr marL="0" lvl="0" indent="0" algn="ctr" eaLnBrk="1" hangingPunct="1">
              <a:lnSpc>
                <a:spcPct val="110000"/>
              </a:lnSpc>
              <a:spcBef>
                <a:spcPts val="600"/>
              </a:spcBef>
              <a:buNone/>
            </a:pPr>
            <a:r>
              <a:rPr lang="zh-CN" altLang="en-US" noProof="0"/>
              <a:t>单击此处编辑母版副标题样式</a:t>
            </a:r>
            <a:endParaRPr lang="zh-CN" altLang="en-US" noProof="0" dirty="0"/>
          </a:p>
        </p:txBody>
      </p:sp>
      <p:sp>
        <p:nvSpPr>
          <p:cNvPr id="20" name="Rectangle 8" descr="Gold bar"/>
          <p:cNvSpPr>
            <a:spLocks noChangeArrowheads="1"/>
          </p:cNvSpPr>
          <p:nvPr userDrawn="1"/>
        </p:nvSpPr>
        <p:spPr bwMode="auto">
          <a:xfrm>
            <a:off x="247650" y="2889250"/>
            <a:ext cx="3109913" cy="201613"/>
          </a:xfrm>
          <a:prstGeom prst="rect">
            <a:avLst/>
          </a:prstGeom>
          <a:solidFill>
            <a:srgbClr val="FFCC00"/>
          </a:solidFill>
          <a:ln>
            <a:noFill/>
          </a:ln>
          <a:effectLst/>
        </p:spPr>
        <p:txBody>
          <a:bodyPr wrap="none" anchor="ctr"/>
          <a:lstStyle/>
          <a:p>
            <a:endParaRPr lang="zh-CN" altLang="en-US"/>
          </a:p>
        </p:txBody>
      </p:sp>
      <p:sp>
        <p:nvSpPr>
          <p:cNvPr id="21" name="Rectangle 9" descr="Orange bar"/>
          <p:cNvSpPr>
            <a:spLocks noChangeArrowheads="1"/>
          </p:cNvSpPr>
          <p:nvPr userDrawn="1"/>
        </p:nvSpPr>
        <p:spPr bwMode="auto">
          <a:xfrm>
            <a:off x="3357563" y="2889250"/>
            <a:ext cx="3108325" cy="201613"/>
          </a:xfrm>
          <a:prstGeom prst="rect">
            <a:avLst/>
          </a:prstGeom>
          <a:solidFill>
            <a:srgbClr val="FF9900"/>
          </a:solidFill>
          <a:ln>
            <a:noFill/>
          </a:ln>
          <a:effectLst/>
        </p:spPr>
        <p:txBody>
          <a:bodyPr wrap="none" anchor="ctr"/>
          <a:lstStyle/>
          <a:p>
            <a:endParaRPr lang="zh-CN" altLang="en-US"/>
          </a:p>
        </p:txBody>
      </p:sp>
      <p:sp>
        <p:nvSpPr>
          <p:cNvPr id="22" name="Rectangle 10" descr="Slate bar"/>
          <p:cNvSpPr>
            <a:spLocks noChangeArrowheads="1"/>
          </p:cNvSpPr>
          <p:nvPr userDrawn="1"/>
        </p:nvSpPr>
        <p:spPr bwMode="auto">
          <a:xfrm>
            <a:off x="6465888" y="2889250"/>
            <a:ext cx="3109912" cy="201613"/>
          </a:xfrm>
          <a:prstGeom prst="rect">
            <a:avLst/>
          </a:prstGeom>
          <a:solidFill>
            <a:srgbClr val="333399"/>
          </a:solidFill>
          <a:ln>
            <a:noFill/>
          </a:ln>
          <a:effectLst/>
        </p:spPr>
        <p:txBody>
          <a:bodyPr wrap="none" anchor="ctr"/>
          <a:lstStyle/>
          <a:p>
            <a:endParaRPr lang="zh-CN" altLang="en-US">
              <a:solidFill>
                <a:srgbClr val="333399"/>
              </a:solidFill>
            </a:endParaRPr>
          </a:p>
        </p:txBody>
      </p:sp>
      <p:sp>
        <p:nvSpPr>
          <p:cNvPr id="23" name="Rectangle 4"/>
          <p:cNvSpPr>
            <a:spLocks noGrp="1" noChangeArrowheads="1"/>
          </p:cNvSpPr>
          <p:nvPr>
            <p:ph type="dt" sz="half" idx="2"/>
          </p:nvPr>
        </p:nvSpPr>
        <p:spPr>
          <a:xfrm>
            <a:off x="495300" y="6356176"/>
            <a:ext cx="2311400" cy="457200"/>
          </a:xfrm>
          <a:prstGeom prst="rect">
            <a:avLst/>
          </a:prstGeom>
        </p:spPr>
        <p:txBody>
          <a:bodyPr/>
          <a:lstStyle>
            <a:lvl1pPr>
              <a:defRPr/>
            </a:lvl1pPr>
          </a:lstStyle>
          <a:p>
            <a:endParaRPr lang="en-US" altLang="zh-CN"/>
          </a:p>
        </p:txBody>
      </p:sp>
      <p:sp>
        <p:nvSpPr>
          <p:cNvPr id="24" name="Rectangle 5"/>
          <p:cNvSpPr>
            <a:spLocks noGrp="1" noChangeArrowheads="1"/>
          </p:cNvSpPr>
          <p:nvPr>
            <p:ph type="ftr" sz="quarter" idx="3"/>
          </p:nvPr>
        </p:nvSpPr>
        <p:spPr>
          <a:xfrm>
            <a:off x="3384550" y="6356176"/>
            <a:ext cx="3136900" cy="457200"/>
          </a:xfrm>
          <a:prstGeom prst="rect">
            <a:avLst/>
          </a:prstGeom>
        </p:spPr>
        <p:txBody>
          <a:bodyPr/>
          <a:lstStyle>
            <a:lvl1pPr>
              <a:defRPr/>
            </a:lvl1pPr>
          </a:lstStyle>
          <a:p>
            <a:endParaRPr lang="en-US" altLang="zh-CN"/>
          </a:p>
        </p:txBody>
      </p:sp>
      <p:sp>
        <p:nvSpPr>
          <p:cNvPr id="25" name="Rectangle 6"/>
          <p:cNvSpPr>
            <a:spLocks noGrp="1" noChangeArrowheads="1"/>
          </p:cNvSpPr>
          <p:nvPr>
            <p:ph type="sldNum" sz="quarter" idx="4"/>
          </p:nvPr>
        </p:nvSpPr>
        <p:spPr>
          <a:xfrm>
            <a:off x="7099300" y="6356176"/>
            <a:ext cx="2311400" cy="457200"/>
          </a:xfrm>
          <a:prstGeom prst="rect">
            <a:avLst/>
          </a:prstGeom>
        </p:spPr>
        <p:txBody>
          <a:bodyPr/>
          <a:lstStyle>
            <a:lvl1pPr>
              <a:defRPr/>
            </a:lvl1pPr>
          </a:lstStyle>
          <a:p>
            <a:fld id="{AC80574E-8B94-4515-ADE1-BF6C35829DF0}" type="slidenum">
              <a:rPr lang="zh-CN" altLang="en-US"/>
              <a:pPr/>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96800" y="188640"/>
            <a:ext cx="9064800" cy="792000"/>
          </a:xfrm>
        </p:spPr>
        <p:txBody>
          <a:bodyPr/>
          <a:lstStyle/>
          <a:p>
            <a:r>
              <a:rPr lang="zh-CN" altLang="en-US"/>
              <a:t>单击此处编辑母版标题样式</a:t>
            </a:r>
            <a:endParaRPr lang="zh-CN" altLang="en-US" dirty="0"/>
          </a:p>
        </p:txBody>
      </p:sp>
      <p:sp>
        <p:nvSpPr>
          <p:cNvPr id="3" name="内容占位符 2"/>
          <p:cNvSpPr>
            <a:spLocks noGrp="1"/>
          </p:cNvSpPr>
          <p:nvPr>
            <p:ph idx="1"/>
          </p:nvPr>
        </p:nvSpPr>
        <p:spPr>
          <a:xfrm>
            <a:off x="496800" y="1195200"/>
            <a:ext cx="9064800" cy="4935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7" name="Line 8"/>
          <p:cNvSpPr>
            <a:spLocks noChangeShapeType="1"/>
          </p:cNvSpPr>
          <p:nvPr userDrawn="1"/>
        </p:nvSpPr>
        <p:spPr bwMode="auto">
          <a:xfrm>
            <a:off x="495300" y="1051200"/>
            <a:ext cx="906621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 name="日期占位符 3"/>
          <p:cNvSpPr>
            <a:spLocks noGrp="1"/>
          </p:cNvSpPr>
          <p:nvPr>
            <p:ph type="dt" sz="half" idx="10"/>
          </p:nvPr>
        </p:nvSpPr>
        <p:spPr>
          <a:xfrm>
            <a:off x="495300" y="6356176"/>
            <a:ext cx="2311400" cy="457200"/>
          </a:xfrm>
          <a:prstGeom prst="rect">
            <a:avLst/>
          </a:prstGeom>
        </p:spPr>
        <p:txBody>
          <a:bodyPr/>
          <a:lstStyle>
            <a:lvl1pPr>
              <a:defRPr/>
            </a:lvl1pPr>
          </a:lstStyle>
          <a:p>
            <a:endParaRPr lang="en-US" altLang="zh-CN" dirty="0"/>
          </a:p>
        </p:txBody>
      </p:sp>
      <p:sp>
        <p:nvSpPr>
          <p:cNvPr id="9" name="页脚占位符 4"/>
          <p:cNvSpPr>
            <a:spLocks noGrp="1"/>
          </p:cNvSpPr>
          <p:nvPr>
            <p:ph type="ftr" sz="quarter" idx="11"/>
          </p:nvPr>
        </p:nvSpPr>
        <p:spPr>
          <a:xfrm>
            <a:off x="3384550" y="6356176"/>
            <a:ext cx="3136900" cy="457200"/>
          </a:xfrm>
          <a:prstGeom prst="rect">
            <a:avLst/>
          </a:prstGeom>
        </p:spPr>
        <p:txBody>
          <a:bodyPr/>
          <a:lstStyle>
            <a:lvl1pPr>
              <a:defRPr/>
            </a:lvl1pPr>
          </a:lstStyle>
          <a:p>
            <a:endParaRPr lang="en-US" altLang="zh-CN"/>
          </a:p>
        </p:txBody>
      </p:sp>
      <p:sp>
        <p:nvSpPr>
          <p:cNvPr id="10" name="灯片编号占位符 5"/>
          <p:cNvSpPr>
            <a:spLocks noGrp="1"/>
          </p:cNvSpPr>
          <p:nvPr>
            <p:ph type="sldNum" sz="quarter" idx="12"/>
          </p:nvPr>
        </p:nvSpPr>
        <p:spPr>
          <a:xfrm>
            <a:off x="7099300" y="6356176"/>
            <a:ext cx="2311400" cy="457200"/>
          </a:xfrm>
          <a:prstGeom prst="rect">
            <a:avLst/>
          </a:prstGeom>
        </p:spPr>
        <p:txBody>
          <a:bodyPr/>
          <a:lstStyle>
            <a:lvl1pPr>
              <a:defRPr/>
            </a:lvl1pPr>
          </a:lstStyle>
          <a:p>
            <a:fld id="{7AC79822-BC0D-4DE8-A7E5-90A3732A2B82}" type="slidenum">
              <a:rPr lang="zh-CN" altLang="en-US"/>
              <a:pPr/>
              <a:t>‹#›</a:t>
            </a:fld>
            <a:endParaRPr lang="en-US" altLang="zh-CN"/>
          </a:p>
        </p:txBody>
      </p:sp>
    </p:spTree>
    <p:extLst>
      <p:ext uri="{BB962C8B-B14F-4D97-AF65-F5344CB8AC3E}">
        <p14:creationId xmlns:p14="http://schemas.microsoft.com/office/powerpoint/2010/main" val="7612922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82506" y="4406901"/>
            <a:ext cx="84201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82506" y="2906713"/>
            <a:ext cx="84201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a:xfrm>
            <a:off x="1258888" y="6243638"/>
            <a:ext cx="2063750" cy="457200"/>
          </a:xfrm>
          <a:prstGeom prst="rect">
            <a:avLst/>
          </a:prstGeom>
        </p:spPr>
        <p:txBody>
          <a:bodyPr/>
          <a:lstStyle>
            <a:lvl1pPr>
              <a:defRPr/>
            </a:lvl1pPr>
          </a:lstStyle>
          <a:p>
            <a:endParaRPr lang="en-US" altLang="zh-CN"/>
          </a:p>
        </p:txBody>
      </p:sp>
      <p:sp>
        <p:nvSpPr>
          <p:cNvPr id="5" name="页脚占位符 4"/>
          <p:cNvSpPr>
            <a:spLocks noGrp="1"/>
          </p:cNvSpPr>
          <p:nvPr>
            <p:ph type="ftr" sz="quarter" idx="11"/>
          </p:nvPr>
        </p:nvSpPr>
        <p:spPr>
          <a:xfrm>
            <a:off x="6769100" y="6237288"/>
            <a:ext cx="3136900" cy="457200"/>
          </a:xfrm>
          <a:prstGeom prst="rect">
            <a:avLst/>
          </a:prstGeom>
        </p:spPr>
        <p:txBody>
          <a:bodyPr/>
          <a:lstStyle>
            <a:lvl1pPr>
              <a:defRPr/>
            </a:lvl1pPr>
          </a:lstStyle>
          <a:p>
            <a:r>
              <a:rPr lang="zh-CN" altLang="en-US"/>
              <a:t>课件制作人：谢希仁</a:t>
            </a:r>
          </a:p>
        </p:txBody>
      </p:sp>
      <p:sp>
        <p:nvSpPr>
          <p:cNvPr id="6" name="灯片编号占位符 5"/>
          <p:cNvSpPr>
            <a:spLocks noGrp="1"/>
          </p:cNvSpPr>
          <p:nvPr>
            <p:ph type="sldNum" sz="quarter" idx="12"/>
          </p:nvPr>
        </p:nvSpPr>
        <p:spPr>
          <a:xfrm>
            <a:off x="7628996" y="6243638"/>
            <a:ext cx="2063750" cy="457200"/>
          </a:xfrm>
          <a:prstGeom prst="rect">
            <a:avLst/>
          </a:prstGeom>
        </p:spPr>
        <p:txBody>
          <a:bodyPr/>
          <a:lstStyle>
            <a:lvl1pPr>
              <a:defRPr/>
            </a:lvl1pPr>
          </a:lstStyle>
          <a:p>
            <a:fld id="{DB64909C-A723-4592-96C4-A002F19CFC87}" type="slidenum">
              <a:rPr lang="en-US" altLang="zh-CN"/>
              <a:pPr/>
              <a:t>‹#›</a:t>
            </a:fld>
            <a:endParaRPr lang="en-US" altLang="zh-CN"/>
          </a:p>
        </p:txBody>
      </p:sp>
    </p:spTree>
    <p:extLst>
      <p:ext uri="{BB962C8B-B14F-4D97-AF65-F5344CB8AC3E}">
        <p14:creationId xmlns:p14="http://schemas.microsoft.com/office/powerpoint/2010/main" val="36199911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96800" y="188640"/>
            <a:ext cx="9064800" cy="792000"/>
          </a:xfrm>
        </p:spPr>
        <p:txBody>
          <a:bodyPr/>
          <a:lstStyle/>
          <a:p>
            <a:r>
              <a:rPr lang="zh-CN" altLang="en-US"/>
              <a:t>单击此处编辑母版标题样式</a:t>
            </a:r>
            <a:endParaRPr lang="zh-CN" altLang="en-US" dirty="0"/>
          </a:p>
        </p:txBody>
      </p:sp>
      <p:sp>
        <p:nvSpPr>
          <p:cNvPr id="3" name="内容占位符 2"/>
          <p:cNvSpPr>
            <a:spLocks noGrp="1"/>
          </p:cNvSpPr>
          <p:nvPr>
            <p:ph sz="half" idx="1"/>
          </p:nvPr>
        </p:nvSpPr>
        <p:spPr>
          <a:xfrm>
            <a:off x="495300" y="1196752"/>
            <a:ext cx="4460400" cy="4935600"/>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内容占位符 3"/>
          <p:cNvSpPr>
            <a:spLocks noGrp="1"/>
          </p:cNvSpPr>
          <p:nvPr>
            <p:ph sz="half" idx="2"/>
          </p:nvPr>
        </p:nvSpPr>
        <p:spPr>
          <a:xfrm>
            <a:off x="5101200" y="1196752"/>
            <a:ext cx="4460400" cy="4935600"/>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8" name="日期占位符 4"/>
          <p:cNvSpPr>
            <a:spLocks noGrp="1"/>
          </p:cNvSpPr>
          <p:nvPr>
            <p:ph type="dt" sz="half" idx="10"/>
          </p:nvPr>
        </p:nvSpPr>
        <p:spPr>
          <a:xfrm>
            <a:off x="495300" y="6356176"/>
            <a:ext cx="2311400" cy="457200"/>
          </a:xfrm>
        </p:spPr>
        <p:txBody>
          <a:bodyPr/>
          <a:lstStyle>
            <a:lvl1pPr>
              <a:defRPr/>
            </a:lvl1pPr>
          </a:lstStyle>
          <a:p>
            <a:endParaRPr lang="en-US" altLang="zh-CN"/>
          </a:p>
        </p:txBody>
      </p:sp>
      <p:sp>
        <p:nvSpPr>
          <p:cNvPr id="9" name="页脚占位符 5"/>
          <p:cNvSpPr>
            <a:spLocks noGrp="1"/>
          </p:cNvSpPr>
          <p:nvPr>
            <p:ph type="ftr" sz="quarter" idx="11"/>
          </p:nvPr>
        </p:nvSpPr>
        <p:spPr>
          <a:xfrm>
            <a:off x="3384550" y="6356176"/>
            <a:ext cx="3136900" cy="457200"/>
          </a:xfrm>
        </p:spPr>
        <p:txBody>
          <a:bodyPr/>
          <a:lstStyle>
            <a:lvl1pPr>
              <a:defRPr/>
            </a:lvl1pPr>
          </a:lstStyle>
          <a:p>
            <a:endParaRPr lang="en-US" altLang="zh-CN"/>
          </a:p>
        </p:txBody>
      </p:sp>
      <p:sp>
        <p:nvSpPr>
          <p:cNvPr id="10" name="灯片编号占位符 6"/>
          <p:cNvSpPr>
            <a:spLocks noGrp="1"/>
          </p:cNvSpPr>
          <p:nvPr>
            <p:ph type="sldNum" sz="quarter" idx="12"/>
          </p:nvPr>
        </p:nvSpPr>
        <p:spPr>
          <a:xfrm>
            <a:off x="7099300" y="6356176"/>
            <a:ext cx="2311400" cy="457200"/>
          </a:xfrm>
        </p:spPr>
        <p:txBody>
          <a:bodyPr/>
          <a:lstStyle>
            <a:lvl1pPr>
              <a:defRPr/>
            </a:lvl1pPr>
          </a:lstStyle>
          <a:p>
            <a:fld id="{40B52295-AD8D-47A8-A4D5-D2F6B9F48E3F}" type="slidenum">
              <a:rPr lang="zh-CN" altLang="en-US"/>
              <a:pPr/>
              <a:t>‹#›</a:t>
            </a:fld>
            <a:endParaRPr lang="en-US" altLang="zh-CN"/>
          </a:p>
        </p:txBody>
      </p:sp>
      <p:sp>
        <p:nvSpPr>
          <p:cNvPr id="11" name="Line 8"/>
          <p:cNvSpPr>
            <a:spLocks noChangeShapeType="1"/>
          </p:cNvSpPr>
          <p:nvPr userDrawn="1"/>
        </p:nvSpPr>
        <p:spPr bwMode="auto">
          <a:xfrm>
            <a:off x="495300" y="1052736"/>
            <a:ext cx="906621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15435345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95300" y="274638"/>
            <a:ext cx="89154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95300" y="1535113"/>
            <a:ext cx="437687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95300" y="2174875"/>
            <a:ext cx="437687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5032111" y="1535113"/>
            <a:ext cx="437859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5032111" y="2174875"/>
            <a:ext cx="437859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1258888" y="6243638"/>
            <a:ext cx="2063750" cy="457200"/>
          </a:xfrm>
          <a:prstGeom prst="rect">
            <a:avLst/>
          </a:prstGeom>
        </p:spPr>
        <p:txBody>
          <a:bodyPr/>
          <a:lstStyle>
            <a:lvl1pPr>
              <a:defRPr/>
            </a:lvl1pPr>
          </a:lstStyle>
          <a:p>
            <a:endParaRPr lang="en-US" altLang="zh-CN"/>
          </a:p>
        </p:txBody>
      </p:sp>
      <p:sp>
        <p:nvSpPr>
          <p:cNvPr id="8" name="页脚占位符 7"/>
          <p:cNvSpPr>
            <a:spLocks noGrp="1"/>
          </p:cNvSpPr>
          <p:nvPr>
            <p:ph type="ftr" sz="quarter" idx="11"/>
          </p:nvPr>
        </p:nvSpPr>
        <p:spPr>
          <a:xfrm>
            <a:off x="6769100" y="6237288"/>
            <a:ext cx="3136900" cy="457200"/>
          </a:xfrm>
          <a:prstGeom prst="rect">
            <a:avLst/>
          </a:prstGeom>
        </p:spPr>
        <p:txBody>
          <a:bodyPr/>
          <a:lstStyle>
            <a:lvl1pPr>
              <a:defRPr/>
            </a:lvl1pPr>
          </a:lstStyle>
          <a:p>
            <a:r>
              <a:rPr lang="zh-CN" altLang="en-US"/>
              <a:t>课件制作人：谢希仁</a:t>
            </a:r>
          </a:p>
        </p:txBody>
      </p:sp>
      <p:sp>
        <p:nvSpPr>
          <p:cNvPr id="9" name="灯片编号占位符 8"/>
          <p:cNvSpPr>
            <a:spLocks noGrp="1"/>
          </p:cNvSpPr>
          <p:nvPr>
            <p:ph type="sldNum" sz="quarter" idx="12"/>
          </p:nvPr>
        </p:nvSpPr>
        <p:spPr>
          <a:xfrm>
            <a:off x="7628996" y="6243638"/>
            <a:ext cx="2063750" cy="457200"/>
          </a:xfrm>
          <a:prstGeom prst="rect">
            <a:avLst/>
          </a:prstGeom>
        </p:spPr>
        <p:txBody>
          <a:bodyPr/>
          <a:lstStyle>
            <a:lvl1pPr>
              <a:defRPr/>
            </a:lvl1pPr>
          </a:lstStyle>
          <a:p>
            <a:fld id="{03C3AFE9-B973-41B6-92DA-FDC8626D61B1}" type="slidenum">
              <a:rPr lang="en-US" altLang="zh-CN"/>
              <a:pPr/>
              <a:t>‹#›</a:t>
            </a:fld>
            <a:endParaRPr lang="en-US" altLang="zh-CN"/>
          </a:p>
        </p:txBody>
      </p:sp>
    </p:spTree>
    <p:extLst>
      <p:ext uri="{BB962C8B-B14F-4D97-AF65-F5344CB8AC3E}">
        <p14:creationId xmlns:p14="http://schemas.microsoft.com/office/powerpoint/2010/main" val="21318935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dirty="0"/>
          </a:p>
        </p:txBody>
      </p:sp>
      <p:sp>
        <p:nvSpPr>
          <p:cNvPr id="6" name="Line 8"/>
          <p:cNvSpPr>
            <a:spLocks noChangeShapeType="1"/>
          </p:cNvSpPr>
          <p:nvPr userDrawn="1"/>
        </p:nvSpPr>
        <p:spPr bwMode="auto">
          <a:xfrm>
            <a:off x="495300" y="1052736"/>
            <a:ext cx="906621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 name="Rectangle 4"/>
          <p:cNvSpPr>
            <a:spLocks noGrp="1" noChangeArrowheads="1"/>
          </p:cNvSpPr>
          <p:nvPr>
            <p:ph type="dt" sz="half" idx="2"/>
          </p:nvPr>
        </p:nvSpPr>
        <p:spPr bwMode="auto">
          <a:xfrm>
            <a:off x="495300" y="6356176"/>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000">
                <a:ea typeface="宋体" pitchFamily="2" charset="-122"/>
              </a:defRPr>
            </a:lvl1pPr>
          </a:lstStyle>
          <a:p>
            <a:endParaRPr lang="en-US" altLang="zh-CN" dirty="0"/>
          </a:p>
        </p:txBody>
      </p:sp>
      <p:sp>
        <p:nvSpPr>
          <p:cNvPr id="8" name="Rectangle 5"/>
          <p:cNvSpPr>
            <a:spLocks noGrp="1" noChangeArrowheads="1"/>
          </p:cNvSpPr>
          <p:nvPr>
            <p:ph type="ftr" sz="quarter" idx="3"/>
          </p:nvPr>
        </p:nvSpPr>
        <p:spPr bwMode="auto">
          <a:xfrm>
            <a:off x="3384550" y="6356176"/>
            <a:ext cx="3136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000">
                <a:ea typeface="宋体" pitchFamily="2" charset="-122"/>
              </a:defRPr>
            </a:lvl1pPr>
          </a:lstStyle>
          <a:p>
            <a:endParaRPr lang="en-US" altLang="zh-CN"/>
          </a:p>
        </p:txBody>
      </p:sp>
      <p:sp>
        <p:nvSpPr>
          <p:cNvPr id="9" name="Rectangle 6"/>
          <p:cNvSpPr>
            <a:spLocks noGrp="1" noChangeArrowheads="1"/>
          </p:cNvSpPr>
          <p:nvPr>
            <p:ph type="sldNum" sz="quarter" idx="4"/>
          </p:nvPr>
        </p:nvSpPr>
        <p:spPr bwMode="auto">
          <a:xfrm>
            <a:off x="7099300" y="6356176"/>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000">
                <a:ea typeface="宋体" pitchFamily="2" charset="-122"/>
              </a:defRPr>
            </a:lvl1pPr>
          </a:lstStyle>
          <a:p>
            <a:fld id="{67B052E9-C54A-4603-AE2F-EB72B006DB6C}" type="slidenum">
              <a:rPr lang="zh-CN" altLang="en-US"/>
              <a:pPr/>
              <a:t>‹#›</a:t>
            </a:fld>
            <a:endParaRPr lang="en-US" altLang="zh-CN"/>
          </a:p>
        </p:txBody>
      </p:sp>
    </p:spTree>
    <p:extLst>
      <p:ext uri="{BB962C8B-B14F-4D97-AF65-F5344CB8AC3E}">
        <p14:creationId xmlns:p14="http://schemas.microsoft.com/office/powerpoint/2010/main" val="5033046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5" name="Rectangle 4"/>
          <p:cNvSpPr>
            <a:spLocks noGrp="1" noChangeArrowheads="1"/>
          </p:cNvSpPr>
          <p:nvPr>
            <p:ph type="dt" sz="half" idx="2"/>
          </p:nvPr>
        </p:nvSpPr>
        <p:spPr bwMode="auto">
          <a:xfrm>
            <a:off x="495300" y="6356176"/>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000">
                <a:ea typeface="宋体" pitchFamily="2" charset="-122"/>
              </a:defRPr>
            </a:lvl1pPr>
          </a:lstStyle>
          <a:p>
            <a:endParaRPr lang="en-US" altLang="zh-CN" dirty="0"/>
          </a:p>
        </p:txBody>
      </p:sp>
      <p:sp>
        <p:nvSpPr>
          <p:cNvPr id="6" name="Rectangle 5"/>
          <p:cNvSpPr>
            <a:spLocks noGrp="1" noChangeArrowheads="1"/>
          </p:cNvSpPr>
          <p:nvPr>
            <p:ph type="ftr" sz="quarter" idx="3"/>
          </p:nvPr>
        </p:nvSpPr>
        <p:spPr bwMode="auto">
          <a:xfrm>
            <a:off x="3384550" y="6356176"/>
            <a:ext cx="3136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000">
                <a:ea typeface="宋体" pitchFamily="2" charset="-122"/>
              </a:defRPr>
            </a:lvl1pPr>
          </a:lstStyle>
          <a:p>
            <a:endParaRPr lang="en-US" altLang="zh-CN"/>
          </a:p>
        </p:txBody>
      </p:sp>
      <p:sp>
        <p:nvSpPr>
          <p:cNvPr id="7" name="Rectangle 6"/>
          <p:cNvSpPr>
            <a:spLocks noGrp="1" noChangeArrowheads="1"/>
          </p:cNvSpPr>
          <p:nvPr>
            <p:ph type="sldNum" sz="quarter" idx="4"/>
          </p:nvPr>
        </p:nvSpPr>
        <p:spPr bwMode="auto">
          <a:xfrm>
            <a:off x="7099300" y="6356176"/>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000">
                <a:ea typeface="宋体" pitchFamily="2" charset="-122"/>
              </a:defRPr>
            </a:lvl1pPr>
          </a:lstStyle>
          <a:p>
            <a:fld id="{67B052E9-C54A-4603-AE2F-EB72B006DB6C}" type="slidenum">
              <a:rPr lang="zh-CN" altLang="en-US"/>
              <a:pPr/>
              <a:t>‹#›</a:t>
            </a:fld>
            <a:endParaRPr lang="en-US" altLang="zh-CN"/>
          </a:p>
        </p:txBody>
      </p:sp>
    </p:spTree>
    <p:extLst>
      <p:ext uri="{BB962C8B-B14F-4D97-AF65-F5344CB8AC3E}">
        <p14:creationId xmlns:p14="http://schemas.microsoft.com/office/powerpoint/2010/main" val="26700249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95300" y="273050"/>
            <a:ext cx="3259006"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872971" y="273051"/>
            <a:ext cx="5537729"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95300" y="1435101"/>
            <a:ext cx="3259006"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a:xfrm>
            <a:off x="1258888" y="6243638"/>
            <a:ext cx="2063750" cy="457200"/>
          </a:xfrm>
          <a:prstGeom prst="rect">
            <a:avLst/>
          </a:prstGeom>
        </p:spPr>
        <p:txBody>
          <a:bodyPr/>
          <a:lstStyle>
            <a:lvl1pPr>
              <a:defRPr/>
            </a:lvl1pPr>
          </a:lstStyle>
          <a:p>
            <a:endParaRPr lang="en-US" altLang="zh-CN"/>
          </a:p>
        </p:txBody>
      </p:sp>
      <p:sp>
        <p:nvSpPr>
          <p:cNvPr id="6" name="页脚占位符 5"/>
          <p:cNvSpPr>
            <a:spLocks noGrp="1"/>
          </p:cNvSpPr>
          <p:nvPr>
            <p:ph type="ftr" sz="quarter" idx="11"/>
          </p:nvPr>
        </p:nvSpPr>
        <p:spPr>
          <a:xfrm>
            <a:off x="6769100" y="6237288"/>
            <a:ext cx="3136900" cy="457200"/>
          </a:xfrm>
          <a:prstGeom prst="rect">
            <a:avLst/>
          </a:prstGeom>
        </p:spPr>
        <p:txBody>
          <a:bodyPr/>
          <a:lstStyle>
            <a:lvl1pPr>
              <a:defRPr/>
            </a:lvl1pPr>
          </a:lstStyle>
          <a:p>
            <a:r>
              <a:rPr lang="zh-CN" altLang="en-US"/>
              <a:t>课件制作人：谢希仁</a:t>
            </a:r>
          </a:p>
        </p:txBody>
      </p:sp>
      <p:sp>
        <p:nvSpPr>
          <p:cNvPr id="7" name="灯片编号占位符 6"/>
          <p:cNvSpPr>
            <a:spLocks noGrp="1"/>
          </p:cNvSpPr>
          <p:nvPr>
            <p:ph type="sldNum" sz="quarter" idx="12"/>
          </p:nvPr>
        </p:nvSpPr>
        <p:spPr>
          <a:xfrm>
            <a:off x="7628996" y="6243638"/>
            <a:ext cx="2063750" cy="457200"/>
          </a:xfrm>
          <a:prstGeom prst="rect">
            <a:avLst/>
          </a:prstGeom>
        </p:spPr>
        <p:txBody>
          <a:bodyPr/>
          <a:lstStyle>
            <a:lvl1pPr>
              <a:defRPr/>
            </a:lvl1pPr>
          </a:lstStyle>
          <a:p>
            <a:fld id="{A14D14F2-2223-435E-8478-3AA8EA550D60}" type="slidenum">
              <a:rPr lang="en-US" altLang="zh-CN"/>
              <a:pPr/>
              <a:t>‹#›</a:t>
            </a:fld>
            <a:endParaRPr lang="en-US" altLang="zh-CN"/>
          </a:p>
        </p:txBody>
      </p:sp>
    </p:spTree>
    <p:extLst>
      <p:ext uri="{BB962C8B-B14F-4D97-AF65-F5344CB8AC3E}">
        <p14:creationId xmlns:p14="http://schemas.microsoft.com/office/powerpoint/2010/main" val="33095450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941645" y="4800600"/>
            <a:ext cx="59436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941645"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p:cNvSpPr>
            <a:spLocks noGrp="1"/>
          </p:cNvSpPr>
          <p:nvPr>
            <p:ph type="body" sz="half" idx="2"/>
          </p:nvPr>
        </p:nvSpPr>
        <p:spPr>
          <a:xfrm>
            <a:off x="1941645"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a:xfrm>
            <a:off x="1258888" y="6243638"/>
            <a:ext cx="2063750" cy="457200"/>
          </a:xfrm>
          <a:prstGeom prst="rect">
            <a:avLst/>
          </a:prstGeom>
        </p:spPr>
        <p:txBody>
          <a:bodyPr/>
          <a:lstStyle>
            <a:lvl1pPr>
              <a:defRPr/>
            </a:lvl1pPr>
          </a:lstStyle>
          <a:p>
            <a:endParaRPr lang="en-US" altLang="zh-CN"/>
          </a:p>
        </p:txBody>
      </p:sp>
      <p:sp>
        <p:nvSpPr>
          <p:cNvPr id="6" name="页脚占位符 5"/>
          <p:cNvSpPr>
            <a:spLocks noGrp="1"/>
          </p:cNvSpPr>
          <p:nvPr>
            <p:ph type="ftr" sz="quarter" idx="11"/>
          </p:nvPr>
        </p:nvSpPr>
        <p:spPr>
          <a:xfrm>
            <a:off x="6769100" y="6237288"/>
            <a:ext cx="3136900" cy="457200"/>
          </a:xfrm>
          <a:prstGeom prst="rect">
            <a:avLst/>
          </a:prstGeom>
        </p:spPr>
        <p:txBody>
          <a:bodyPr/>
          <a:lstStyle>
            <a:lvl1pPr>
              <a:defRPr/>
            </a:lvl1pPr>
          </a:lstStyle>
          <a:p>
            <a:r>
              <a:rPr lang="zh-CN" altLang="en-US"/>
              <a:t>课件制作人：谢希仁</a:t>
            </a:r>
          </a:p>
        </p:txBody>
      </p:sp>
      <p:sp>
        <p:nvSpPr>
          <p:cNvPr id="7" name="灯片编号占位符 6"/>
          <p:cNvSpPr>
            <a:spLocks noGrp="1"/>
          </p:cNvSpPr>
          <p:nvPr>
            <p:ph type="sldNum" sz="quarter" idx="12"/>
          </p:nvPr>
        </p:nvSpPr>
        <p:spPr>
          <a:xfrm>
            <a:off x="7628996" y="6243638"/>
            <a:ext cx="2063750" cy="457200"/>
          </a:xfrm>
          <a:prstGeom prst="rect">
            <a:avLst/>
          </a:prstGeom>
        </p:spPr>
        <p:txBody>
          <a:bodyPr/>
          <a:lstStyle>
            <a:lvl1pPr>
              <a:defRPr/>
            </a:lvl1pPr>
          </a:lstStyle>
          <a:p>
            <a:fld id="{BF4D1B2F-1A08-44D8-8AC4-BBE6BFB00621}" type="slidenum">
              <a:rPr lang="en-US" altLang="zh-CN"/>
              <a:pPr/>
              <a:t>‹#›</a:t>
            </a:fld>
            <a:endParaRPr lang="en-US" altLang="zh-CN"/>
          </a:p>
        </p:txBody>
      </p:sp>
    </p:spTree>
    <p:extLst>
      <p:ext uri="{BB962C8B-B14F-4D97-AF65-F5344CB8AC3E}">
        <p14:creationId xmlns:p14="http://schemas.microsoft.com/office/powerpoint/2010/main" val="33472104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1258888" y="6243638"/>
            <a:ext cx="2063750" cy="457200"/>
          </a:xfrm>
          <a:prstGeom prst="rect">
            <a:avLst/>
          </a:prstGeom>
        </p:spPr>
        <p:txBody>
          <a:bodyPr/>
          <a:lstStyle>
            <a:lvl1pPr>
              <a:defRPr/>
            </a:lvl1pPr>
          </a:lstStyle>
          <a:p>
            <a:endParaRPr lang="en-US" altLang="zh-CN"/>
          </a:p>
        </p:txBody>
      </p:sp>
      <p:sp>
        <p:nvSpPr>
          <p:cNvPr id="5" name="页脚占位符 4"/>
          <p:cNvSpPr>
            <a:spLocks noGrp="1"/>
          </p:cNvSpPr>
          <p:nvPr>
            <p:ph type="ftr" sz="quarter" idx="11"/>
          </p:nvPr>
        </p:nvSpPr>
        <p:spPr>
          <a:xfrm>
            <a:off x="6769100" y="6237288"/>
            <a:ext cx="3136900" cy="457200"/>
          </a:xfrm>
          <a:prstGeom prst="rect">
            <a:avLst/>
          </a:prstGeom>
        </p:spPr>
        <p:txBody>
          <a:bodyPr/>
          <a:lstStyle>
            <a:lvl1pPr>
              <a:defRPr/>
            </a:lvl1pPr>
          </a:lstStyle>
          <a:p>
            <a:r>
              <a:rPr lang="zh-CN" altLang="en-US"/>
              <a:t>课件制作人：谢希仁</a:t>
            </a:r>
          </a:p>
        </p:txBody>
      </p:sp>
      <p:sp>
        <p:nvSpPr>
          <p:cNvPr id="6" name="灯片编号占位符 5"/>
          <p:cNvSpPr>
            <a:spLocks noGrp="1"/>
          </p:cNvSpPr>
          <p:nvPr>
            <p:ph type="sldNum" sz="quarter" idx="12"/>
          </p:nvPr>
        </p:nvSpPr>
        <p:spPr>
          <a:xfrm>
            <a:off x="7628996" y="6243638"/>
            <a:ext cx="2063750" cy="457200"/>
          </a:xfrm>
          <a:prstGeom prst="rect">
            <a:avLst/>
          </a:prstGeom>
        </p:spPr>
        <p:txBody>
          <a:bodyPr/>
          <a:lstStyle>
            <a:lvl1pPr>
              <a:defRPr/>
            </a:lvl1pPr>
          </a:lstStyle>
          <a:p>
            <a:fld id="{81941DFB-0DC7-4247-A055-DA5B724D952B}" type="slidenum">
              <a:rPr lang="en-US" altLang="zh-CN"/>
              <a:pPr/>
              <a:t>‹#›</a:t>
            </a:fld>
            <a:endParaRPr lang="en-US" altLang="zh-CN"/>
          </a:p>
        </p:txBody>
      </p:sp>
    </p:spTree>
    <p:extLst>
      <p:ext uri="{BB962C8B-B14F-4D97-AF65-F5344CB8AC3E}">
        <p14:creationId xmlns:p14="http://schemas.microsoft.com/office/powerpoint/2010/main" val="32921168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549885" y="214314"/>
            <a:ext cx="2139421" cy="56737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1129904" y="214314"/>
            <a:ext cx="6254882" cy="56737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1258888" y="6243638"/>
            <a:ext cx="2063750" cy="457200"/>
          </a:xfrm>
          <a:prstGeom prst="rect">
            <a:avLst/>
          </a:prstGeom>
        </p:spPr>
        <p:txBody>
          <a:bodyPr/>
          <a:lstStyle>
            <a:lvl1pPr>
              <a:defRPr/>
            </a:lvl1pPr>
          </a:lstStyle>
          <a:p>
            <a:endParaRPr lang="en-US" altLang="zh-CN"/>
          </a:p>
        </p:txBody>
      </p:sp>
      <p:sp>
        <p:nvSpPr>
          <p:cNvPr id="5" name="页脚占位符 4"/>
          <p:cNvSpPr>
            <a:spLocks noGrp="1"/>
          </p:cNvSpPr>
          <p:nvPr>
            <p:ph type="ftr" sz="quarter" idx="11"/>
          </p:nvPr>
        </p:nvSpPr>
        <p:spPr>
          <a:xfrm>
            <a:off x="6769100" y="6237288"/>
            <a:ext cx="3136900" cy="457200"/>
          </a:xfrm>
          <a:prstGeom prst="rect">
            <a:avLst/>
          </a:prstGeom>
        </p:spPr>
        <p:txBody>
          <a:bodyPr/>
          <a:lstStyle>
            <a:lvl1pPr>
              <a:defRPr/>
            </a:lvl1pPr>
          </a:lstStyle>
          <a:p>
            <a:r>
              <a:rPr lang="zh-CN" altLang="en-US"/>
              <a:t>课件制作人：谢希仁</a:t>
            </a:r>
          </a:p>
        </p:txBody>
      </p:sp>
      <p:sp>
        <p:nvSpPr>
          <p:cNvPr id="6" name="灯片编号占位符 5"/>
          <p:cNvSpPr>
            <a:spLocks noGrp="1"/>
          </p:cNvSpPr>
          <p:nvPr>
            <p:ph type="sldNum" sz="quarter" idx="12"/>
          </p:nvPr>
        </p:nvSpPr>
        <p:spPr>
          <a:xfrm>
            <a:off x="7628996" y="6243638"/>
            <a:ext cx="2063750" cy="457200"/>
          </a:xfrm>
          <a:prstGeom prst="rect">
            <a:avLst/>
          </a:prstGeom>
        </p:spPr>
        <p:txBody>
          <a:bodyPr/>
          <a:lstStyle>
            <a:lvl1pPr>
              <a:defRPr/>
            </a:lvl1pPr>
          </a:lstStyle>
          <a:p>
            <a:fld id="{0EC116B4-4516-4E04-856D-1B650B77BF68}" type="slidenum">
              <a:rPr lang="en-US" altLang="zh-CN"/>
              <a:pPr/>
              <a:t>‹#›</a:t>
            </a:fld>
            <a:endParaRPr lang="en-US" altLang="zh-CN"/>
          </a:p>
        </p:txBody>
      </p:sp>
    </p:spTree>
    <p:extLst>
      <p:ext uri="{BB962C8B-B14F-4D97-AF65-F5344CB8AC3E}">
        <p14:creationId xmlns:p14="http://schemas.microsoft.com/office/powerpoint/2010/main" val="36033192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85" name="Rectangle 9"/>
          <p:cNvSpPr>
            <a:spLocks noGrp="1" noChangeArrowheads="1"/>
          </p:cNvSpPr>
          <p:nvPr>
            <p:ph type="title"/>
          </p:nvPr>
        </p:nvSpPr>
        <p:spPr bwMode="auto">
          <a:xfrm>
            <a:off x="506507" y="188640"/>
            <a:ext cx="9049005" cy="8124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eaLnBrk="1" hangingPunct="1"/>
            <a:r>
              <a:rPr lang="zh-CN" altLang="en-US" dirty="0"/>
              <a:t>单击此处编辑母版标题样式</a:t>
            </a:r>
          </a:p>
        </p:txBody>
      </p:sp>
      <p:sp>
        <p:nvSpPr>
          <p:cNvPr id="24586" name="Rectangle 10"/>
          <p:cNvSpPr>
            <a:spLocks noGrp="1" noChangeArrowheads="1"/>
          </p:cNvSpPr>
          <p:nvPr>
            <p:ph type="body" idx="1"/>
          </p:nvPr>
        </p:nvSpPr>
        <p:spPr bwMode="auto">
          <a:xfrm>
            <a:off x="496800" y="1195200"/>
            <a:ext cx="9049005" cy="493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4" name="Rectangle 7" descr="Gold bar"/>
          <p:cNvSpPr>
            <a:spLocks noChangeArrowheads="1"/>
          </p:cNvSpPr>
          <p:nvPr/>
        </p:nvSpPr>
        <p:spPr bwMode="auto">
          <a:xfrm>
            <a:off x="0" y="0"/>
            <a:ext cx="248400" cy="2286000"/>
          </a:xfrm>
          <a:prstGeom prst="rect">
            <a:avLst/>
          </a:prstGeom>
          <a:solidFill>
            <a:srgbClr val="FFCC00"/>
          </a:solidFill>
          <a:ln>
            <a:noFill/>
          </a:ln>
          <a:effectLst/>
        </p:spPr>
        <p:txBody>
          <a:bodyPr wrap="none" anchor="ctr"/>
          <a:lstStyle/>
          <a:p>
            <a:pPr lvl="0" algn="ctr" eaLnBrk="1" hangingPunct="1"/>
            <a:endParaRPr lang="zh-CN" altLang="en-US">
              <a:latin typeface="Times New Roman" pitchFamily="18" charset="0"/>
              <a:ea typeface="宋体" pitchFamily="2" charset="-122"/>
            </a:endParaRPr>
          </a:p>
        </p:txBody>
      </p:sp>
      <p:sp>
        <p:nvSpPr>
          <p:cNvPr id="15" name="Rectangle 9" descr="Orange bar"/>
          <p:cNvSpPr>
            <a:spLocks noChangeArrowheads="1"/>
          </p:cNvSpPr>
          <p:nvPr/>
        </p:nvSpPr>
        <p:spPr bwMode="auto">
          <a:xfrm>
            <a:off x="0" y="2286000"/>
            <a:ext cx="248400" cy="2286000"/>
          </a:xfrm>
          <a:prstGeom prst="rect">
            <a:avLst/>
          </a:prstGeom>
          <a:solidFill>
            <a:srgbClr val="FF9900"/>
          </a:solidFill>
          <a:ln>
            <a:noFill/>
          </a:ln>
          <a:effectLst/>
        </p:spPr>
        <p:txBody>
          <a:bodyPr wrap="none" anchor="ctr"/>
          <a:lstStyle/>
          <a:p>
            <a:pPr algn="ctr" eaLnBrk="1" hangingPunct="1"/>
            <a:endParaRPr lang="zh-CN" altLang="en-US" sz="2400">
              <a:latin typeface="Times New Roman" pitchFamily="18" charset="0"/>
              <a:ea typeface="宋体" pitchFamily="2" charset="-122"/>
            </a:endParaRPr>
          </a:p>
        </p:txBody>
      </p:sp>
      <p:sp>
        <p:nvSpPr>
          <p:cNvPr id="16" name="Rectangle 10" descr="Slate bar"/>
          <p:cNvSpPr>
            <a:spLocks noChangeArrowheads="1"/>
          </p:cNvSpPr>
          <p:nvPr/>
        </p:nvSpPr>
        <p:spPr bwMode="auto">
          <a:xfrm>
            <a:off x="0" y="4572000"/>
            <a:ext cx="248400" cy="2286000"/>
          </a:xfrm>
          <a:prstGeom prst="rect">
            <a:avLst/>
          </a:prstGeom>
          <a:solidFill>
            <a:srgbClr val="333399"/>
          </a:solidFill>
          <a:ln>
            <a:noFill/>
          </a:ln>
          <a:effectLst/>
        </p:spPr>
        <p:txBody>
          <a:bodyPr wrap="none" anchor="ctr"/>
          <a:lstStyle/>
          <a:p>
            <a:pPr algn="ctr" eaLnBrk="1" hangingPunct="1"/>
            <a:endParaRPr lang="zh-CN" altLang="en-US" sz="2400">
              <a:latin typeface="Times New Roman" pitchFamily="18" charset="0"/>
              <a:ea typeface="宋体" pitchFamily="2" charset="-122"/>
            </a:endParaRPr>
          </a:p>
        </p:txBody>
      </p:sp>
      <p:sp>
        <p:nvSpPr>
          <p:cNvPr id="22" name="Rectangle 4"/>
          <p:cNvSpPr>
            <a:spLocks noGrp="1" noChangeArrowheads="1"/>
          </p:cNvSpPr>
          <p:nvPr>
            <p:ph type="dt" sz="half" idx="2"/>
          </p:nvPr>
        </p:nvSpPr>
        <p:spPr bwMode="auto">
          <a:xfrm>
            <a:off x="495300" y="6356176"/>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000">
                <a:ea typeface="宋体" pitchFamily="2" charset="-122"/>
              </a:defRPr>
            </a:lvl1pPr>
          </a:lstStyle>
          <a:p>
            <a:endParaRPr lang="en-US" altLang="zh-CN" dirty="0"/>
          </a:p>
        </p:txBody>
      </p:sp>
      <p:sp>
        <p:nvSpPr>
          <p:cNvPr id="23" name="Rectangle 5"/>
          <p:cNvSpPr>
            <a:spLocks noGrp="1" noChangeArrowheads="1"/>
          </p:cNvSpPr>
          <p:nvPr>
            <p:ph type="ftr" sz="quarter" idx="3"/>
          </p:nvPr>
        </p:nvSpPr>
        <p:spPr bwMode="auto">
          <a:xfrm>
            <a:off x="3384550" y="6356176"/>
            <a:ext cx="3136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000">
                <a:ea typeface="宋体" pitchFamily="2" charset="-122"/>
              </a:defRPr>
            </a:lvl1pPr>
          </a:lstStyle>
          <a:p>
            <a:endParaRPr lang="en-US" altLang="zh-CN"/>
          </a:p>
        </p:txBody>
      </p:sp>
      <p:sp>
        <p:nvSpPr>
          <p:cNvPr id="24" name="Rectangle 6"/>
          <p:cNvSpPr>
            <a:spLocks noGrp="1" noChangeArrowheads="1"/>
          </p:cNvSpPr>
          <p:nvPr>
            <p:ph type="sldNum" sz="quarter" idx="4"/>
          </p:nvPr>
        </p:nvSpPr>
        <p:spPr bwMode="auto">
          <a:xfrm>
            <a:off x="7099300" y="6356176"/>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000">
                <a:ea typeface="宋体" pitchFamily="2" charset="-122"/>
              </a:defRPr>
            </a:lvl1pPr>
          </a:lstStyle>
          <a:p>
            <a:fld id="{67B052E9-C54A-4603-AE2F-EB72B006DB6C}" type="slidenum">
              <a:rPr lang="zh-CN" altLang="en-US"/>
              <a:pPr/>
              <a:t>‹#›</a:t>
            </a:fld>
            <a:endParaRPr lang="en-US" altLang="zh-CN"/>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hf sldNum="0" hdr="0" dt="0"/>
  <p:txStyles>
    <p:titleStyle>
      <a:lvl1pPr algn="l" rtl="0" eaLnBrk="1" fontAlgn="base" hangingPunct="1">
        <a:spcBef>
          <a:spcPct val="0"/>
        </a:spcBef>
        <a:spcAft>
          <a:spcPct val="0"/>
        </a:spcAft>
        <a:defRPr lang="zh-CN" altLang="en-US" sz="4400" b="1" smtClean="0">
          <a:solidFill>
            <a:srgbClr val="333399"/>
          </a:solidFill>
          <a:latin typeface="+mj-lt"/>
          <a:ea typeface="+mj-ea"/>
          <a:cs typeface="+mj-cs"/>
        </a:defRPr>
      </a:lvl1pPr>
      <a:lvl2pPr algn="l" rtl="0" eaLnBrk="1" fontAlgn="base" hangingPunct="1">
        <a:spcBef>
          <a:spcPct val="0"/>
        </a:spcBef>
        <a:spcAft>
          <a:spcPct val="0"/>
        </a:spcAft>
        <a:defRPr sz="4400">
          <a:solidFill>
            <a:srgbClr val="333399"/>
          </a:solidFill>
          <a:latin typeface="Arial" charset="0"/>
          <a:ea typeface="黑体" pitchFamily="2" charset="-122"/>
        </a:defRPr>
      </a:lvl2pPr>
      <a:lvl3pPr algn="l" rtl="0" eaLnBrk="1" fontAlgn="base" hangingPunct="1">
        <a:spcBef>
          <a:spcPct val="0"/>
        </a:spcBef>
        <a:spcAft>
          <a:spcPct val="0"/>
        </a:spcAft>
        <a:defRPr sz="4400">
          <a:solidFill>
            <a:srgbClr val="333399"/>
          </a:solidFill>
          <a:latin typeface="Arial" charset="0"/>
          <a:ea typeface="黑体" pitchFamily="2" charset="-122"/>
        </a:defRPr>
      </a:lvl3pPr>
      <a:lvl4pPr algn="l" rtl="0" eaLnBrk="1" fontAlgn="base" hangingPunct="1">
        <a:spcBef>
          <a:spcPct val="0"/>
        </a:spcBef>
        <a:spcAft>
          <a:spcPct val="0"/>
        </a:spcAft>
        <a:defRPr sz="4400">
          <a:solidFill>
            <a:srgbClr val="333399"/>
          </a:solidFill>
          <a:latin typeface="Arial" charset="0"/>
          <a:ea typeface="黑体" pitchFamily="2" charset="-122"/>
        </a:defRPr>
      </a:lvl4pPr>
      <a:lvl5pPr algn="l" rtl="0" eaLnBrk="1" fontAlgn="base" hangingPunct="1">
        <a:spcBef>
          <a:spcPct val="0"/>
        </a:spcBef>
        <a:spcAft>
          <a:spcPct val="0"/>
        </a:spcAft>
        <a:defRPr sz="4400">
          <a:solidFill>
            <a:srgbClr val="333399"/>
          </a:solidFill>
          <a:latin typeface="Arial" charset="0"/>
          <a:ea typeface="黑体" pitchFamily="2" charset="-122"/>
        </a:defRPr>
      </a:lvl5pPr>
      <a:lvl6pPr marL="457200" algn="l" rtl="0" eaLnBrk="1" fontAlgn="base" hangingPunct="1">
        <a:spcBef>
          <a:spcPct val="0"/>
        </a:spcBef>
        <a:spcAft>
          <a:spcPct val="0"/>
        </a:spcAft>
        <a:defRPr sz="4400">
          <a:solidFill>
            <a:srgbClr val="333399"/>
          </a:solidFill>
          <a:latin typeface="Arial" charset="0"/>
          <a:ea typeface="黑体" pitchFamily="2" charset="-122"/>
        </a:defRPr>
      </a:lvl6pPr>
      <a:lvl7pPr marL="914400" algn="l" rtl="0" eaLnBrk="1" fontAlgn="base" hangingPunct="1">
        <a:spcBef>
          <a:spcPct val="0"/>
        </a:spcBef>
        <a:spcAft>
          <a:spcPct val="0"/>
        </a:spcAft>
        <a:defRPr sz="4400">
          <a:solidFill>
            <a:srgbClr val="333399"/>
          </a:solidFill>
          <a:latin typeface="Arial" charset="0"/>
          <a:ea typeface="黑体" pitchFamily="2" charset="-122"/>
        </a:defRPr>
      </a:lvl7pPr>
      <a:lvl8pPr marL="1371600" algn="l" rtl="0" eaLnBrk="1" fontAlgn="base" hangingPunct="1">
        <a:spcBef>
          <a:spcPct val="0"/>
        </a:spcBef>
        <a:spcAft>
          <a:spcPct val="0"/>
        </a:spcAft>
        <a:defRPr sz="4400">
          <a:solidFill>
            <a:srgbClr val="333399"/>
          </a:solidFill>
          <a:latin typeface="Arial" charset="0"/>
          <a:ea typeface="黑体" pitchFamily="2" charset="-122"/>
        </a:defRPr>
      </a:lvl8pPr>
      <a:lvl9pPr marL="1828800" algn="l" rtl="0" eaLnBrk="1" fontAlgn="base" hangingPunct="1">
        <a:spcBef>
          <a:spcPct val="0"/>
        </a:spcBef>
        <a:spcAft>
          <a:spcPct val="0"/>
        </a:spcAft>
        <a:defRPr sz="4400">
          <a:solidFill>
            <a:srgbClr val="333399"/>
          </a:solidFill>
          <a:latin typeface="Arial" charset="0"/>
          <a:ea typeface="黑体" pitchFamily="2" charset="-122"/>
        </a:defRPr>
      </a:lvl9pPr>
    </p:titleStyle>
    <p:bodyStyle>
      <a:lvl1pPr marL="342900" indent="-342900" algn="l" rtl="0" eaLnBrk="1" fontAlgn="base" hangingPunct="1">
        <a:lnSpc>
          <a:spcPct val="110000"/>
        </a:lnSpc>
        <a:spcBef>
          <a:spcPts val="600"/>
        </a:spcBef>
        <a:spcAft>
          <a:spcPct val="0"/>
        </a:spcAft>
        <a:buClr>
          <a:srgbClr val="333399"/>
        </a:buClr>
        <a:buSzPct val="75000"/>
        <a:buFont typeface="Wingdings" pitchFamily="2" charset="2"/>
        <a:buChar char="n"/>
        <a:defRPr sz="3200" b="1">
          <a:solidFill>
            <a:srgbClr val="000000"/>
          </a:solidFill>
          <a:latin typeface="+mn-lt"/>
          <a:ea typeface="+mn-ea"/>
          <a:cs typeface="+mn-cs"/>
        </a:defRPr>
      </a:lvl1pPr>
      <a:lvl2pPr marL="742950" indent="-285750" algn="l" rtl="0" eaLnBrk="1" fontAlgn="base" hangingPunct="1">
        <a:lnSpc>
          <a:spcPct val="110000"/>
        </a:lnSpc>
        <a:spcBef>
          <a:spcPts val="600"/>
        </a:spcBef>
        <a:spcAft>
          <a:spcPct val="0"/>
        </a:spcAft>
        <a:buClr>
          <a:srgbClr val="FF9933"/>
        </a:buClr>
        <a:buSzPct val="70000"/>
        <a:buFont typeface="Wingdings" pitchFamily="2" charset="2"/>
        <a:buChar char="n"/>
        <a:defRPr sz="2800" b="1">
          <a:solidFill>
            <a:srgbClr val="000000"/>
          </a:solidFill>
          <a:latin typeface="+mn-lt"/>
          <a:ea typeface="黑体" pitchFamily="2" charset="-122"/>
        </a:defRPr>
      </a:lvl2pPr>
      <a:lvl3pPr marL="1143000" indent="-228600" algn="l" rtl="0" eaLnBrk="1" fontAlgn="base" hangingPunct="1">
        <a:lnSpc>
          <a:spcPct val="110000"/>
        </a:lnSpc>
        <a:spcBef>
          <a:spcPts val="600"/>
        </a:spcBef>
        <a:spcAft>
          <a:spcPct val="0"/>
        </a:spcAft>
        <a:buClr>
          <a:srgbClr val="333399"/>
        </a:buClr>
        <a:buSzPct val="65000"/>
        <a:buFont typeface="Wingdings" pitchFamily="2" charset="2"/>
        <a:buChar char="p"/>
        <a:defRPr sz="2400" b="1">
          <a:solidFill>
            <a:srgbClr val="000000"/>
          </a:solidFill>
          <a:latin typeface="+mn-lt"/>
          <a:ea typeface="黑体" pitchFamily="2" charset="-122"/>
        </a:defRPr>
      </a:lvl3pPr>
      <a:lvl4pPr marL="1600200" indent="-228600" algn="l" rtl="0" eaLnBrk="1" fontAlgn="base" hangingPunct="1">
        <a:lnSpc>
          <a:spcPct val="110000"/>
        </a:lnSpc>
        <a:spcBef>
          <a:spcPts val="600"/>
        </a:spcBef>
        <a:spcAft>
          <a:spcPct val="0"/>
        </a:spcAft>
        <a:buClr>
          <a:schemeClr val="accent2"/>
        </a:buClr>
        <a:buSzPct val="65000"/>
        <a:buFont typeface="Wingdings" pitchFamily="2" charset="2"/>
        <a:buChar char="n"/>
        <a:defRPr sz="2000" b="1">
          <a:solidFill>
            <a:srgbClr val="000000"/>
          </a:solidFill>
          <a:latin typeface="+mn-lt"/>
          <a:ea typeface="黑体" pitchFamily="2" charset="-122"/>
        </a:defRPr>
      </a:lvl4pPr>
      <a:lvl5pPr marL="2057400" indent="-228600" algn="l" rtl="0" eaLnBrk="1" fontAlgn="base" hangingPunct="1">
        <a:lnSpc>
          <a:spcPct val="110000"/>
        </a:lnSpc>
        <a:spcBef>
          <a:spcPts val="600"/>
        </a:spcBef>
        <a:spcAft>
          <a:spcPct val="0"/>
        </a:spcAft>
        <a:buClr>
          <a:srgbClr val="333399"/>
        </a:buClr>
        <a:buSzPct val="60000"/>
        <a:buFont typeface="Wingdings" pitchFamily="2" charset="2"/>
        <a:buChar char="n"/>
        <a:defRPr sz="2000" b="1">
          <a:solidFill>
            <a:srgbClr val="000000"/>
          </a:solidFill>
          <a:latin typeface="+mn-lt"/>
          <a:ea typeface="黑体" pitchFamily="2" charset="-122"/>
        </a:defRPr>
      </a:lvl5pPr>
      <a:lvl6pPr marL="2514600" indent="-228600" algn="l" rtl="0" eaLnBrk="1" fontAlgn="base" hangingPunct="1">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6pPr>
      <a:lvl7pPr marL="2971800" indent="-228600" algn="l" rtl="0" eaLnBrk="1" fontAlgn="base" hangingPunct="1">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7pPr>
      <a:lvl8pPr marL="3429000" indent="-228600" algn="l" rtl="0" eaLnBrk="1" fontAlgn="base" hangingPunct="1">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8pPr>
      <a:lvl9pPr marL="3886200" indent="-228600" algn="l" rtl="0" eaLnBrk="1" fontAlgn="base" hangingPunct="1">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image" Target="../media/image1.wmf"/><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image" Target="../media/image2.wmf"/><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3.wmf"/><Relationship Id="rId4" Type="http://schemas.openxmlformats.org/officeDocument/2006/relationships/oleObject" Target="../embeddings/oleObject1.bin"/></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6.xml"/><Relationship Id="rId1" Type="http://schemas.openxmlformats.org/officeDocument/2006/relationships/vmlDrawing" Target="../drawings/vmlDrawing2.vml"/><Relationship Id="rId5" Type="http://schemas.openxmlformats.org/officeDocument/2006/relationships/image" Target="../media/image3.wmf"/><Relationship Id="rId4" Type="http://schemas.openxmlformats.org/officeDocument/2006/relationships/oleObject" Target="../embeddings/oleObject3.bin"/></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40.xml"/><Relationship Id="rId7" Type="http://schemas.openxmlformats.org/officeDocument/2006/relationships/image" Target="../media/image5.wmf"/><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image" Target="../media/image4.wmf"/><Relationship Id="rId5" Type="http://schemas.openxmlformats.org/officeDocument/2006/relationships/image" Target="../media/image3.wmf"/><Relationship Id="rId4" Type="http://schemas.openxmlformats.org/officeDocument/2006/relationships/oleObject" Target="../embeddings/oleObject4.bin"/></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notesSlide" Target="../notesSlides/notesSlide53.xml"/><Relationship Id="rId7" Type="http://schemas.openxmlformats.org/officeDocument/2006/relationships/image" Target="../media/image2.wmf"/><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image" Target="../media/image1.wmf"/><Relationship Id="rId5" Type="http://schemas.openxmlformats.org/officeDocument/2006/relationships/image" Target="../media/image3.wmf"/><Relationship Id="rId4" Type="http://schemas.openxmlformats.org/officeDocument/2006/relationships/oleObject" Target="../embeddings/oleObject5.bin"/></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6.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6.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6.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6.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6.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68.xml"/><Relationship Id="rId1" Type="http://schemas.openxmlformats.org/officeDocument/2006/relationships/slideLayout" Target="../slideLayouts/slideLayout6.xml"/><Relationship Id="rId4" Type="http://schemas.openxmlformats.org/officeDocument/2006/relationships/image" Target="../media/image2.wmf"/></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72.xml"/><Relationship Id="rId1" Type="http://schemas.openxmlformats.org/officeDocument/2006/relationships/slideLayout" Target="../slideLayouts/slideLayout6.xml"/><Relationship Id="rId4" Type="http://schemas.openxmlformats.org/officeDocument/2006/relationships/image" Target="../media/image2.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ctrTitle"/>
          </p:nvPr>
        </p:nvSpPr>
        <p:spPr/>
        <p:txBody>
          <a:bodyPr/>
          <a:lstStyle/>
          <a:p>
            <a:r>
              <a:rPr lang="zh-CN" altLang="en-US"/>
              <a:t>应用层</a:t>
            </a:r>
            <a:endParaRPr lang="zh-CN" altLang="en-US" dirty="0"/>
          </a:p>
        </p:txBody>
      </p:sp>
      <p:sp>
        <p:nvSpPr>
          <p:cNvPr id="6" name="副标题 5"/>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20303219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p:cNvSpPr>
          <p:nvPr>
            <p:ph type="title"/>
          </p:nvPr>
        </p:nvSpPr>
        <p:spPr/>
        <p:txBody>
          <a:bodyPr/>
          <a:lstStyle/>
          <a:p>
            <a:pPr eaLnBrk="1" hangingPunct="1"/>
            <a:r>
              <a:rPr lang="zh-CN" altLang="en-US" dirty="0">
                <a:ea typeface="黑体" pitchFamily="49" charset="-122"/>
              </a:rPr>
              <a:t>应用层</a:t>
            </a:r>
          </a:p>
        </p:txBody>
      </p:sp>
      <p:sp>
        <p:nvSpPr>
          <p:cNvPr id="26627" name="内容占位符 2"/>
          <p:cNvSpPr>
            <a:spLocks noGrp="1"/>
          </p:cNvSpPr>
          <p:nvPr>
            <p:ph idx="1"/>
          </p:nvPr>
        </p:nvSpPr>
        <p:spPr/>
        <p:txBody>
          <a:bodyPr/>
          <a:lstStyle/>
          <a:p>
            <a:pPr eaLnBrk="1" hangingPunct="1">
              <a:lnSpc>
                <a:spcPct val="100000"/>
              </a:lnSpc>
            </a:pPr>
            <a:r>
              <a:rPr lang="zh-CN" altLang="en-US" sz="3200" dirty="0">
                <a:ea typeface="黑体" pitchFamily="49" charset="-122"/>
              </a:rPr>
              <a:t>域名系统 </a:t>
            </a:r>
            <a:r>
              <a:rPr lang="en-US" altLang="zh-CN" sz="3200" dirty="0">
                <a:ea typeface="黑体" pitchFamily="49" charset="-122"/>
              </a:rPr>
              <a:t>DNS</a:t>
            </a:r>
          </a:p>
          <a:p>
            <a:pPr>
              <a:lnSpc>
                <a:spcPct val="100000"/>
              </a:lnSpc>
            </a:pPr>
            <a:r>
              <a:rPr lang="zh-CN" altLang="en-US" sz="3200" dirty="0">
                <a:ea typeface="黑体" pitchFamily="49" charset="-122"/>
              </a:rPr>
              <a:t>电子邮件</a:t>
            </a:r>
            <a:endParaRPr lang="en-US" altLang="zh-CN" sz="3200" dirty="0">
              <a:ea typeface="黑体" pitchFamily="49" charset="-122"/>
            </a:endParaRPr>
          </a:p>
          <a:p>
            <a:pPr eaLnBrk="1" hangingPunct="1">
              <a:lnSpc>
                <a:spcPct val="100000"/>
              </a:lnSpc>
            </a:pPr>
            <a:r>
              <a:rPr lang="zh-CN" altLang="en-US" sz="3200" dirty="0">
                <a:ea typeface="黑体" pitchFamily="49" charset="-122"/>
              </a:rPr>
              <a:t>文件传送协议</a:t>
            </a:r>
            <a:endParaRPr lang="en-US" altLang="zh-CN" sz="3200" dirty="0">
              <a:ea typeface="黑体" pitchFamily="49" charset="-122"/>
            </a:endParaRPr>
          </a:p>
          <a:p>
            <a:pPr eaLnBrk="1" hangingPunct="1">
              <a:lnSpc>
                <a:spcPct val="100000"/>
              </a:lnSpc>
            </a:pPr>
            <a:r>
              <a:rPr lang="zh-CN" altLang="en-US" sz="3200" dirty="0">
                <a:ea typeface="黑体" pitchFamily="49" charset="-122"/>
              </a:rPr>
              <a:t>远程终端协议 </a:t>
            </a:r>
            <a:r>
              <a:rPr lang="en-US" altLang="zh-CN" sz="3200" dirty="0">
                <a:ea typeface="黑体" pitchFamily="49" charset="-122"/>
              </a:rPr>
              <a:t>TELNET</a:t>
            </a:r>
          </a:p>
          <a:p>
            <a:pPr eaLnBrk="1" hangingPunct="1">
              <a:lnSpc>
                <a:spcPct val="100000"/>
              </a:lnSpc>
            </a:pPr>
            <a:r>
              <a:rPr lang="zh-CN" altLang="en-US" sz="3200" dirty="0">
                <a:ea typeface="黑体" pitchFamily="49" charset="-122"/>
              </a:rPr>
              <a:t>万维网 </a:t>
            </a:r>
            <a:r>
              <a:rPr lang="en-US" altLang="zh-CN" sz="3200" dirty="0">
                <a:ea typeface="黑体" pitchFamily="49" charset="-122"/>
              </a:rPr>
              <a:t>WWW</a:t>
            </a:r>
          </a:p>
        </p:txBody>
      </p:sp>
    </p:spTree>
    <p:extLst>
      <p:ext uri="{BB962C8B-B14F-4D97-AF65-F5344CB8AC3E}">
        <p14:creationId xmlns:p14="http://schemas.microsoft.com/office/powerpoint/2010/main" val="40390288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p:cNvSpPr>
          <p:nvPr>
            <p:ph type="title"/>
          </p:nvPr>
        </p:nvSpPr>
        <p:spPr/>
        <p:txBody>
          <a:bodyPr/>
          <a:lstStyle/>
          <a:p>
            <a:pPr eaLnBrk="1" hangingPunct="1"/>
            <a:r>
              <a:rPr lang="zh-CN" altLang="en-US" dirty="0">
                <a:ea typeface="黑体" pitchFamily="49" charset="-122"/>
              </a:rPr>
              <a:t>应用层</a:t>
            </a:r>
          </a:p>
        </p:txBody>
      </p:sp>
      <p:sp>
        <p:nvSpPr>
          <p:cNvPr id="26627" name="内容占位符 2"/>
          <p:cNvSpPr>
            <a:spLocks noGrp="1"/>
          </p:cNvSpPr>
          <p:nvPr>
            <p:ph idx="1"/>
          </p:nvPr>
        </p:nvSpPr>
        <p:spPr/>
        <p:txBody>
          <a:bodyPr/>
          <a:lstStyle/>
          <a:p>
            <a:pPr eaLnBrk="1" hangingPunct="1">
              <a:lnSpc>
                <a:spcPct val="100000"/>
              </a:lnSpc>
            </a:pPr>
            <a:r>
              <a:rPr lang="zh-CN" altLang="en-US" sz="3600" dirty="0">
                <a:solidFill>
                  <a:srgbClr val="FF0000"/>
                </a:solidFill>
                <a:ea typeface="黑体" pitchFamily="49" charset="-122"/>
              </a:rPr>
              <a:t>域名系统 </a:t>
            </a:r>
            <a:r>
              <a:rPr lang="en-US" altLang="zh-CN" sz="3600" dirty="0">
                <a:solidFill>
                  <a:srgbClr val="FF0000"/>
                </a:solidFill>
                <a:ea typeface="黑体" pitchFamily="49" charset="-122"/>
              </a:rPr>
              <a:t>DNS</a:t>
            </a:r>
          </a:p>
          <a:p>
            <a:pPr>
              <a:lnSpc>
                <a:spcPct val="100000"/>
              </a:lnSpc>
            </a:pPr>
            <a:r>
              <a:rPr lang="zh-CN" altLang="en-US" sz="3200" dirty="0">
                <a:solidFill>
                  <a:schemeClr val="bg1">
                    <a:lumMod val="65000"/>
                  </a:schemeClr>
                </a:solidFill>
                <a:ea typeface="黑体" pitchFamily="49" charset="-122"/>
              </a:rPr>
              <a:t>电子邮件</a:t>
            </a:r>
            <a:endParaRPr lang="en-US" altLang="zh-CN" sz="3200" dirty="0">
              <a:solidFill>
                <a:schemeClr val="bg1">
                  <a:lumMod val="65000"/>
                </a:schemeClr>
              </a:solidFill>
              <a:ea typeface="黑体" pitchFamily="49" charset="-122"/>
            </a:endParaRPr>
          </a:p>
          <a:p>
            <a:pPr eaLnBrk="1" hangingPunct="1">
              <a:lnSpc>
                <a:spcPct val="100000"/>
              </a:lnSpc>
            </a:pPr>
            <a:r>
              <a:rPr lang="zh-CN" altLang="en-US" sz="3200" dirty="0">
                <a:solidFill>
                  <a:schemeClr val="bg1">
                    <a:lumMod val="65000"/>
                  </a:schemeClr>
                </a:solidFill>
                <a:ea typeface="黑体" pitchFamily="49" charset="-122"/>
              </a:rPr>
              <a:t>文件传送协议</a:t>
            </a:r>
            <a:endParaRPr lang="en-US" altLang="zh-CN" sz="3200" dirty="0">
              <a:solidFill>
                <a:schemeClr val="bg1">
                  <a:lumMod val="65000"/>
                </a:schemeClr>
              </a:solidFill>
              <a:ea typeface="黑体" pitchFamily="49" charset="-122"/>
            </a:endParaRPr>
          </a:p>
          <a:p>
            <a:pPr eaLnBrk="1" hangingPunct="1">
              <a:lnSpc>
                <a:spcPct val="100000"/>
              </a:lnSpc>
            </a:pPr>
            <a:r>
              <a:rPr lang="zh-CN" altLang="en-US" sz="3200" dirty="0">
                <a:solidFill>
                  <a:schemeClr val="bg1">
                    <a:lumMod val="65000"/>
                  </a:schemeClr>
                </a:solidFill>
                <a:ea typeface="黑体" pitchFamily="49" charset="-122"/>
              </a:rPr>
              <a:t>远程终端协议 </a:t>
            </a:r>
            <a:r>
              <a:rPr lang="en-US" altLang="zh-CN" sz="3200" dirty="0">
                <a:solidFill>
                  <a:schemeClr val="bg1">
                    <a:lumMod val="65000"/>
                  </a:schemeClr>
                </a:solidFill>
                <a:ea typeface="黑体" pitchFamily="49" charset="-122"/>
              </a:rPr>
              <a:t>TELNET</a:t>
            </a:r>
          </a:p>
          <a:p>
            <a:pPr eaLnBrk="1" hangingPunct="1">
              <a:lnSpc>
                <a:spcPct val="100000"/>
              </a:lnSpc>
            </a:pPr>
            <a:r>
              <a:rPr lang="zh-CN" altLang="en-US" sz="3200" dirty="0">
                <a:solidFill>
                  <a:schemeClr val="bg1">
                    <a:lumMod val="65000"/>
                  </a:schemeClr>
                </a:solidFill>
                <a:ea typeface="黑体" pitchFamily="49" charset="-122"/>
              </a:rPr>
              <a:t>万维网 </a:t>
            </a:r>
            <a:r>
              <a:rPr lang="en-US" altLang="zh-CN" sz="3200" dirty="0">
                <a:solidFill>
                  <a:schemeClr val="bg1">
                    <a:lumMod val="65000"/>
                  </a:schemeClr>
                </a:solidFill>
                <a:ea typeface="黑体" pitchFamily="49" charset="-122"/>
              </a:rPr>
              <a:t>WWW</a:t>
            </a:r>
          </a:p>
        </p:txBody>
      </p:sp>
    </p:spTree>
    <p:extLst>
      <p:ext uri="{BB962C8B-B14F-4D97-AF65-F5344CB8AC3E}">
        <p14:creationId xmlns:p14="http://schemas.microsoft.com/office/powerpoint/2010/main" val="28436006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42" name="Rectangle 2"/>
          <p:cNvSpPr>
            <a:spLocks noGrp="1" noChangeArrowheads="1"/>
          </p:cNvSpPr>
          <p:nvPr>
            <p:ph type="title"/>
          </p:nvPr>
        </p:nvSpPr>
        <p:spPr/>
        <p:txBody>
          <a:bodyPr/>
          <a:lstStyle/>
          <a:p>
            <a:pPr eaLnBrk="1" hangingPunct="1">
              <a:defRPr/>
            </a:pPr>
            <a:br>
              <a:rPr lang="en-US" altLang="zh-CN" dirty="0"/>
            </a:br>
            <a:r>
              <a:rPr lang="zh-CN" altLang="en-US" dirty="0"/>
              <a:t>域名系统概述</a:t>
            </a:r>
          </a:p>
        </p:txBody>
      </p:sp>
      <p:sp>
        <p:nvSpPr>
          <p:cNvPr id="573443" name="Rectangle 3"/>
          <p:cNvSpPr>
            <a:spLocks noGrp="1" noChangeArrowheads="1"/>
          </p:cNvSpPr>
          <p:nvPr>
            <p:ph idx="1"/>
          </p:nvPr>
        </p:nvSpPr>
        <p:spPr/>
        <p:txBody>
          <a:bodyPr/>
          <a:lstStyle/>
          <a:p>
            <a:pPr marL="316531" indent="-316531" algn="just" eaLnBrk="1" hangingPunct="1">
              <a:spcBef>
                <a:spcPts val="554"/>
              </a:spcBef>
              <a:defRPr/>
            </a:pPr>
            <a:r>
              <a:rPr lang="zh-CN" altLang="en-US" dirty="0"/>
              <a:t>许多应用层软件经常直接使用</a:t>
            </a:r>
            <a:r>
              <a:rPr lang="zh-CN" altLang="en-US" dirty="0">
                <a:solidFill>
                  <a:srgbClr val="FF0000"/>
                </a:solidFill>
              </a:rPr>
              <a:t>域名系统</a:t>
            </a:r>
            <a:r>
              <a:rPr lang="zh-CN" altLang="en-US" dirty="0"/>
              <a:t> </a:t>
            </a:r>
            <a:r>
              <a:rPr lang="en-US" altLang="zh-CN" dirty="0"/>
              <a:t>DNS (Domain Name System)</a:t>
            </a:r>
            <a:r>
              <a:rPr lang="zh-CN" altLang="en-US" dirty="0"/>
              <a:t>，但计算机的用户只是间接而不是直接使用域名系统。 </a:t>
            </a:r>
          </a:p>
          <a:p>
            <a:pPr marL="316531" indent="-316531" algn="just" eaLnBrk="1" hangingPunct="1">
              <a:spcBef>
                <a:spcPts val="554"/>
              </a:spcBef>
              <a:defRPr/>
            </a:pPr>
            <a:r>
              <a:rPr lang="zh-CN" altLang="en-US" dirty="0"/>
              <a:t>互联网采用层次结构的命名树作为主机的名字，并使用</a:t>
            </a:r>
            <a:r>
              <a:rPr lang="zh-CN" altLang="en-US" dirty="0">
                <a:solidFill>
                  <a:srgbClr val="FF0000"/>
                </a:solidFill>
              </a:rPr>
              <a:t>分布式</a:t>
            </a:r>
            <a:r>
              <a:rPr lang="zh-CN" altLang="en-US" dirty="0"/>
              <a:t>的域名系统 </a:t>
            </a:r>
            <a:r>
              <a:rPr lang="en-US" altLang="zh-CN" dirty="0"/>
              <a:t>DNS</a:t>
            </a:r>
            <a:r>
              <a:rPr lang="zh-CN" altLang="en-US" dirty="0"/>
              <a:t>。</a:t>
            </a:r>
          </a:p>
          <a:p>
            <a:pPr marL="316531" indent="-316531" algn="just" eaLnBrk="1" hangingPunct="1">
              <a:spcBef>
                <a:spcPts val="554"/>
              </a:spcBef>
              <a:defRPr/>
            </a:pPr>
            <a:r>
              <a:rPr lang="zh-CN" altLang="en-US" dirty="0"/>
              <a:t>名字到 </a:t>
            </a:r>
            <a:r>
              <a:rPr lang="en-US" altLang="zh-CN" dirty="0"/>
              <a:t>IP </a:t>
            </a:r>
            <a:r>
              <a:rPr lang="zh-CN" altLang="en-US" dirty="0"/>
              <a:t>地址的解析是由若干个域名服务器程序完成的。域名服务器程序在专设的结点上运行，运行该程序的机器称为</a:t>
            </a:r>
            <a:r>
              <a:rPr lang="zh-CN" altLang="en-US" dirty="0">
                <a:solidFill>
                  <a:srgbClr val="FF0000"/>
                </a:solidFill>
              </a:rPr>
              <a:t>域名服务器</a:t>
            </a:r>
            <a:r>
              <a:rPr lang="zh-CN" altLang="en-US" dirty="0"/>
              <a:t>。  </a:t>
            </a:r>
          </a:p>
        </p:txBody>
      </p:sp>
    </p:spTree>
    <p:extLst>
      <p:ext uri="{BB962C8B-B14F-4D97-AF65-F5344CB8AC3E}">
        <p14:creationId xmlns:p14="http://schemas.microsoft.com/office/powerpoint/2010/main" val="17823580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4"/>
          <p:cNvSpPr>
            <a:spLocks noChangeArrowheads="1"/>
          </p:cNvSpPr>
          <p:nvPr/>
        </p:nvSpPr>
        <p:spPr bwMode="auto">
          <a:xfrm>
            <a:off x="1674994" y="4077072"/>
            <a:ext cx="6950414" cy="763587"/>
          </a:xfrm>
          <a:prstGeom prst="rect">
            <a:avLst/>
          </a:prstGeom>
          <a:solidFill>
            <a:srgbClr val="FFFF00"/>
          </a:solidFill>
          <a:ln w="28575">
            <a:solidFill>
              <a:srgbClr val="333399"/>
            </a:solidFill>
            <a:miter lim="800000"/>
            <a:headEnd/>
            <a:tailEnd/>
          </a:ln>
          <a:effectLst/>
        </p:spPr>
        <p:txBody>
          <a:bodyPr wrap="none" anchor="ctr"/>
          <a:lstStyle/>
          <a:p>
            <a:pPr eaLnBrk="1" hangingPunct="1"/>
            <a:endParaRPr lang="zh-CN" altLang="en-US"/>
          </a:p>
        </p:txBody>
      </p:sp>
      <p:sp>
        <p:nvSpPr>
          <p:cNvPr id="574466" name="Rectangle 2"/>
          <p:cNvSpPr>
            <a:spLocks noGrp="1" noChangeArrowheads="1"/>
          </p:cNvSpPr>
          <p:nvPr>
            <p:ph type="title"/>
          </p:nvPr>
        </p:nvSpPr>
        <p:spPr/>
        <p:txBody>
          <a:bodyPr/>
          <a:lstStyle/>
          <a:p>
            <a:pPr eaLnBrk="1" hangingPunct="1">
              <a:defRPr/>
            </a:pPr>
            <a:r>
              <a:rPr lang="zh-CN" altLang="en-US" dirty="0"/>
              <a:t>互联网的域名结构</a:t>
            </a:r>
          </a:p>
        </p:txBody>
      </p:sp>
      <p:sp>
        <p:nvSpPr>
          <p:cNvPr id="32772" name="Rectangle 3"/>
          <p:cNvSpPr>
            <a:spLocks noGrp="1" noChangeArrowheads="1"/>
          </p:cNvSpPr>
          <p:nvPr>
            <p:ph idx="1"/>
          </p:nvPr>
        </p:nvSpPr>
        <p:spPr/>
        <p:txBody>
          <a:bodyPr/>
          <a:lstStyle/>
          <a:p>
            <a:pPr eaLnBrk="1" hangingPunct="1"/>
            <a:r>
              <a:rPr lang="zh-CN" altLang="en-US" dirty="0">
                <a:ea typeface="黑体" pitchFamily="49" charset="-122"/>
              </a:rPr>
              <a:t>互联网采用了层次树状结构的命名方法。</a:t>
            </a:r>
          </a:p>
          <a:p>
            <a:pPr eaLnBrk="1" hangingPunct="1"/>
            <a:r>
              <a:rPr lang="zh-CN" altLang="en-US" dirty="0">
                <a:ea typeface="黑体" pitchFamily="49" charset="-122"/>
              </a:rPr>
              <a:t>任何一个连接在互联网上的主机或路由器，都有一个</a:t>
            </a:r>
            <a:r>
              <a:rPr lang="zh-CN" altLang="en-US" dirty="0">
                <a:solidFill>
                  <a:srgbClr val="FF0000"/>
                </a:solidFill>
                <a:ea typeface="黑体" pitchFamily="49" charset="-122"/>
              </a:rPr>
              <a:t>唯一</a:t>
            </a:r>
            <a:r>
              <a:rPr lang="zh-CN" altLang="en-US" dirty="0">
                <a:ea typeface="黑体" pitchFamily="49" charset="-122"/>
              </a:rPr>
              <a:t>的层次结构的名字，即</a:t>
            </a:r>
            <a:r>
              <a:rPr lang="zh-CN" altLang="en-US" dirty="0">
                <a:solidFill>
                  <a:srgbClr val="FF0000"/>
                </a:solidFill>
                <a:ea typeface="黑体" pitchFamily="49" charset="-122"/>
              </a:rPr>
              <a:t>域名</a:t>
            </a:r>
            <a:r>
              <a:rPr lang="zh-CN" altLang="en-US" dirty="0">
                <a:ea typeface="黑体" pitchFamily="49" charset="-122"/>
              </a:rPr>
              <a:t>。</a:t>
            </a:r>
          </a:p>
          <a:p>
            <a:pPr eaLnBrk="1" hangingPunct="1"/>
            <a:r>
              <a:rPr lang="zh-CN" altLang="en-US" dirty="0">
                <a:ea typeface="黑体" pitchFamily="49" charset="-122"/>
              </a:rPr>
              <a:t>域名的结构由标号序列组成，各标号之间用</a:t>
            </a:r>
            <a:r>
              <a:rPr lang="zh-CN" altLang="en-US" dirty="0">
                <a:solidFill>
                  <a:srgbClr val="FF0000"/>
                </a:solidFill>
                <a:ea typeface="黑体" pitchFamily="49" charset="-122"/>
              </a:rPr>
              <a:t>点</a:t>
            </a:r>
            <a:r>
              <a:rPr lang="zh-CN" altLang="en-US" dirty="0">
                <a:ea typeface="黑体" pitchFamily="49" charset="-122"/>
              </a:rPr>
              <a:t>隔开：</a:t>
            </a:r>
          </a:p>
          <a:p>
            <a:pPr eaLnBrk="1" hangingPunct="1">
              <a:spcAft>
                <a:spcPct val="60000"/>
              </a:spcAft>
              <a:buFont typeface="Wingdings" panose="05000000000000000000" pitchFamily="2" charset="2"/>
              <a:buNone/>
            </a:pPr>
            <a:r>
              <a:rPr lang="zh-CN" altLang="en-US" dirty="0">
                <a:ea typeface="黑体" pitchFamily="49" charset="-122"/>
              </a:rPr>
              <a:t>              </a:t>
            </a:r>
            <a:r>
              <a:rPr lang="en-US" altLang="zh-CN" dirty="0">
                <a:ea typeface="黑体" pitchFamily="49" charset="-122"/>
              </a:rPr>
              <a:t>… . </a:t>
            </a:r>
            <a:r>
              <a:rPr lang="zh-CN" altLang="en-US" dirty="0">
                <a:ea typeface="黑体" pitchFamily="49" charset="-122"/>
              </a:rPr>
              <a:t>三级域名 </a:t>
            </a:r>
            <a:r>
              <a:rPr lang="en-US" altLang="zh-CN" dirty="0">
                <a:ea typeface="黑体" pitchFamily="49" charset="-122"/>
              </a:rPr>
              <a:t>. </a:t>
            </a:r>
            <a:r>
              <a:rPr lang="zh-CN" altLang="en-US" dirty="0">
                <a:ea typeface="黑体" pitchFamily="49" charset="-122"/>
              </a:rPr>
              <a:t>二级域名 </a:t>
            </a:r>
            <a:r>
              <a:rPr lang="en-US" altLang="zh-CN" dirty="0">
                <a:ea typeface="黑体" pitchFamily="49" charset="-122"/>
              </a:rPr>
              <a:t>. </a:t>
            </a:r>
            <a:r>
              <a:rPr lang="zh-CN" altLang="en-US" dirty="0">
                <a:ea typeface="黑体" pitchFamily="49" charset="-122"/>
              </a:rPr>
              <a:t>顶级域名</a:t>
            </a:r>
          </a:p>
          <a:p>
            <a:pPr eaLnBrk="1" hangingPunct="1"/>
            <a:r>
              <a:rPr lang="zh-CN" altLang="en-US" dirty="0">
                <a:ea typeface="黑体" pitchFamily="49" charset="-122"/>
              </a:rPr>
              <a:t>各标号分别代表不同级别的域名。  </a:t>
            </a:r>
          </a:p>
        </p:txBody>
      </p:sp>
    </p:spTree>
    <p:extLst>
      <p:ext uri="{BB962C8B-B14F-4D97-AF65-F5344CB8AC3E}">
        <p14:creationId xmlns:p14="http://schemas.microsoft.com/office/powerpoint/2010/main" val="4041918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algn="ctr" eaLnBrk="1" hangingPunct="1"/>
            <a:r>
              <a:rPr lang="zh-CN" altLang="en-US" dirty="0">
                <a:ea typeface="黑体" pitchFamily="49" charset="-122"/>
              </a:rPr>
              <a:t>域名只是个逻辑概念</a:t>
            </a:r>
          </a:p>
        </p:txBody>
      </p:sp>
      <p:sp>
        <p:nvSpPr>
          <p:cNvPr id="34819" name="Rectangle 3"/>
          <p:cNvSpPr>
            <a:spLocks noGrp="1" noChangeArrowheads="1"/>
          </p:cNvSpPr>
          <p:nvPr>
            <p:ph idx="1"/>
          </p:nvPr>
        </p:nvSpPr>
        <p:spPr/>
        <p:txBody>
          <a:bodyPr/>
          <a:lstStyle/>
          <a:p>
            <a:pPr eaLnBrk="1" hangingPunct="1"/>
            <a:r>
              <a:rPr lang="zh-CN" altLang="en-US" dirty="0">
                <a:ea typeface="黑体" pitchFamily="49" charset="-122"/>
              </a:rPr>
              <a:t>域名只是个</a:t>
            </a:r>
            <a:r>
              <a:rPr lang="zh-CN" altLang="en-US" dirty="0">
                <a:solidFill>
                  <a:srgbClr val="FF0000"/>
                </a:solidFill>
                <a:ea typeface="黑体" pitchFamily="49" charset="-122"/>
              </a:rPr>
              <a:t>逻辑概念，</a:t>
            </a:r>
            <a:r>
              <a:rPr lang="zh-CN" altLang="en-US" dirty="0">
                <a:ea typeface="黑体" pitchFamily="49" charset="-122"/>
              </a:rPr>
              <a:t>并不代表计算机所在的物理地点。</a:t>
            </a:r>
          </a:p>
          <a:p>
            <a:pPr eaLnBrk="1" hangingPunct="1"/>
            <a:r>
              <a:rPr lang="zh-CN" altLang="en-US" dirty="0">
                <a:ea typeface="黑体" pitchFamily="49" charset="-122"/>
              </a:rPr>
              <a:t>变长的域名和使用有助记忆的字符串，是为了便于人来使用。而 </a:t>
            </a:r>
            <a:r>
              <a:rPr lang="en-US" altLang="zh-CN" dirty="0">
                <a:ea typeface="黑体" pitchFamily="49" charset="-122"/>
              </a:rPr>
              <a:t>IP </a:t>
            </a:r>
            <a:r>
              <a:rPr lang="zh-CN" altLang="en-US" dirty="0">
                <a:ea typeface="黑体" pitchFamily="49" charset="-122"/>
              </a:rPr>
              <a:t>地址是定长的 </a:t>
            </a:r>
            <a:r>
              <a:rPr lang="en-US" altLang="zh-CN" dirty="0">
                <a:ea typeface="黑体" pitchFamily="49" charset="-122"/>
              </a:rPr>
              <a:t>32 </a:t>
            </a:r>
            <a:r>
              <a:rPr lang="zh-CN" altLang="en-US" dirty="0">
                <a:ea typeface="黑体" pitchFamily="49" charset="-122"/>
              </a:rPr>
              <a:t>位二进制数字则非常便于机器进行处理。</a:t>
            </a:r>
          </a:p>
          <a:p>
            <a:pPr eaLnBrk="1" hangingPunct="1"/>
            <a:r>
              <a:rPr lang="zh-CN" altLang="en-US" dirty="0">
                <a:ea typeface="黑体" pitchFamily="49" charset="-122"/>
              </a:rPr>
              <a:t>域名中的“点”和点分十进制 </a:t>
            </a:r>
            <a:r>
              <a:rPr lang="en-US" altLang="zh-CN" dirty="0">
                <a:ea typeface="黑体" pitchFamily="49" charset="-122"/>
              </a:rPr>
              <a:t>IP </a:t>
            </a:r>
            <a:r>
              <a:rPr lang="zh-CN" altLang="en-US" dirty="0">
                <a:ea typeface="黑体" pitchFamily="49" charset="-122"/>
              </a:rPr>
              <a:t>地址中的“点”并无一一对应的关系。点分十进制 </a:t>
            </a:r>
            <a:r>
              <a:rPr lang="en-US" altLang="zh-CN" dirty="0">
                <a:ea typeface="黑体" pitchFamily="49" charset="-122"/>
              </a:rPr>
              <a:t>IP </a:t>
            </a:r>
            <a:r>
              <a:rPr lang="zh-CN" altLang="en-US" dirty="0">
                <a:ea typeface="黑体" pitchFamily="49" charset="-122"/>
              </a:rPr>
              <a:t>地址中一定是包含三个“点”，但每一个域名中“点”的数目则不一定正好是三个。 </a:t>
            </a:r>
          </a:p>
        </p:txBody>
      </p:sp>
    </p:spTree>
    <p:extLst>
      <p:ext uri="{BB962C8B-B14F-4D97-AF65-F5344CB8AC3E}">
        <p14:creationId xmlns:p14="http://schemas.microsoft.com/office/powerpoint/2010/main" val="30127645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ChangeArrowheads="1"/>
          </p:cNvSpPr>
          <p:nvPr>
            <p:ph type="title"/>
          </p:nvPr>
        </p:nvSpPr>
        <p:spPr>
          <a:xfrm>
            <a:off x="496800" y="188640"/>
            <a:ext cx="8704672" cy="792000"/>
          </a:xfrm>
        </p:spPr>
        <p:txBody>
          <a:bodyPr/>
          <a:lstStyle/>
          <a:p>
            <a:pPr algn="ctr" eaLnBrk="1" hangingPunct="1">
              <a:defRPr/>
            </a:pPr>
            <a:r>
              <a:rPr lang="zh-CN" altLang="en-US" sz="4000" dirty="0"/>
              <a:t>顶级域名 </a:t>
            </a:r>
            <a:r>
              <a:rPr lang="en-US" altLang="zh-CN" sz="4000" dirty="0"/>
              <a:t>TLD(Top Level Domain)</a:t>
            </a:r>
          </a:p>
        </p:txBody>
      </p:sp>
      <p:sp>
        <p:nvSpPr>
          <p:cNvPr id="131136" name="Rectangle 64"/>
          <p:cNvSpPr>
            <a:spLocks noGrp="1" noChangeArrowheads="1"/>
          </p:cNvSpPr>
          <p:nvPr>
            <p:ph idx="1"/>
          </p:nvPr>
        </p:nvSpPr>
        <p:spPr/>
        <p:txBody>
          <a:bodyPr/>
          <a:lstStyle/>
          <a:p>
            <a:pPr>
              <a:defRPr/>
            </a:pPr>
            <a:r>
              <a:rPr lang="en-US" altLang="zh-CN" dirty="0">
                <a:solidFill>
                  <a:srgbClr val="FF0000"/>
                </a:solidFill>
              </a:rPr>
              <a:t>(1) </a:t>
            </a:r>
            <a:r>
              <a:rPr lang="zh-CN" altLang="en-US" dirty="0">
                <a:solidFill>
                  <a:srgbClr val="FF0000"/>
                </a:solidFill>
              </a:rPr>
              <a:t>国家顶级域名 </a:t>
            </a:r>
            <a:r>
              <a:rPr lang="en-US" altLang="zh-CN" dirty="0" err="1">
                <a:solidFill>
                  <a:srgbClr val="FF0000"/>
                </a:solidFill>
              </a:rPr>
              <a:t>nTLD</a:t>
            </a:r>
            <a:endParaRPr lang="en-US" altLang="zh-CN" dirty="0">
              <a:solidFill>
                <a:srgbClr val="FF0000"/>
              </a:solidFill>
            </a:endParaRPr>
          </a:p>
          <a:p>
            <a:pPr marL="0" indent="0">
              <a:buNone/>
              <a:defRPr/>
            </a:pPr>
            <a:r>
              <a:rPr lang="en-US" altLang="zh-CN" dirty="0"/>
              <a:t>	.</a:t>
            </a:r>
            <a:r>
              <a:rPr lang="en-US" altLang="zh-CN" dirty="0" err="1"/>
              <a:t>cn</a:t>
            </a:r>
            <a:r>
              <a:rPr lang="en-US" altLang="zh-CN" dirty="0"/>
              <a:t> </a:t>
            </a:r>
            <a:r>
              <a:rPr lang="zh-CN" altLang="en-US" dirty="0"/>
              <a:t>表示中国，</a:t>
            </a:r>
            <a:endParaRPr lang="en-US" altLang="zh-CN" dirty="0"/>
          </a:p>
          <a:p>
            <a:pPr marL="0" indent="0">
              <a:buNone/>
              <a:defRPr/>
            </a:pPr>
            <a:r>
              <a:rPr lang="en-US" altLang="zh-CN" dirty="0"/>
              <a:t>	.us </a:t>
            </a:r>
            <a:r>
              <a:rPr lang="zh-CN" altLang="en-US" dirty="0"/>
              <a:t>表示美国，</a:t>
            </a:r>
            <a:endParaRPr lang="en-US" altLang="zh-CN" dirty="0"/>
          </a:p>
          <a:p>
            <a:pPr marL="0" indent="0">
              <a:buNone/>
              <a:defRPr/>
            </a:pPr>
            <a:r>
              <a:rPr lang="en-US" altLang="zh-CN" dirty="0"/>
              <a:t>	.</a:t>
            </a:r>
            <a:r>
              <a:rPr lang="en-US" altLang="zh-CN" dirty="0" err="1"/>
              <a:t>uk</a:t>
            </a:r>
            <a:r>
              <a:rPr lang="en-US" altLang="zh-CN" dirty="0"/>
              <a:t> </a:t>
            </a:r>
            <a:r>
              <a:rPr lang="zh-CN" altLang="en-US" dirty="0"/>
              <a:t>表示英国，等等。</a:t>
            </a:r>
          </a:p>
        </p:txBody>
      </p:sp>
    </p:spTree>
    <p:extLst>
      <p:ext uri="{BB962C8B-B14F-4D97-AF65-F5344CB8AC3E}">
        <p14:creationId xmlns:p14="http://schemas.microsoft.com/office/powerpoint/2010/main" val="29863623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ChangeArrowheads="1"/>
          </p:cNvSpPr>
          <p:nvPr>
            <p:ph type="title"/>
          </p:nvPr>
        </p:nvSpPr>
        <p:spPr>
          <a:xfrm>
            <a:off x="496800" y="188640"/>
            <a:ext cx="8632664" cy="792000"/>
          </a:xfrm>
        </p:spPr>
        <p:txBody>
          <a:bodyPr/>
          <a:lstStyle/>
          <a:p>
            <a:pPr algn="ctr" eaLnBrk="1" hangingPunct="1">
              <a:defRPr/>
            </a:pPr>
            <a:r>
              <a:rPr lang="zh-CN" altLang="en-US" sz="4000" dirty="0"/>
              <a:t>顶级域名 </a:t>
            </a:r>
            <a:r>
              <a:rPr lang="en-US" altLang="zh-CN" sz="4000" dirty="0"/>
              <a:t>TLD (Top Level Domain)</a:t>
            </a:r>
          </a:p>
        </p:txBody>
      </p:sp>
      <p:sp>
        <p:nvSpPr>
          <p:cNvPr id="131136" name="Rectangle 64"/>
          <p:cNvSpPr>
            <a:spLocks noGrp="1" noChangeArrowheads="1"/>
          </p:cNvSpPr>
          <p:nvPr>
            <p:ph idx="1"/>
          </p:nvPr>
        </p:nvSpPr>
        <p:spPr/>
        <p:txBody>
          <a:bodyPr/>
          <a:lstStyle/>
          <a:p>
            <a:pPr>
              <a:defRPr/>
            </a:pPr>
            <a:r>
              <a:rPr lang="en-US" altLang="zh-CN" dirty="0">
                <a:solidFill>
                  <a:srgbClr val="FF0000"/>
                </a:solidFill>
              </a:rPr>
              <a:t>(2) </a:t>
            </a:r>
            <a:r>
              <a:rPr lang="zh-CN" altLang="en-US" dirty="0">
                <a:solidFill>
                  <a:srgbClr val="FF0000"/>
                </a:solidFill>
              </a:rPr>
              <a:t>通用顶级域名 </a:t>
            </a:r>
            <a:r>
              <a:rPr lang="en-US" altLang="zh-CN" dirty="0" err="1">
                <a:solidFill>
                  <a:srgbClr val="FF0000"/>
                </a:solidFill>
              </a:rPr>
              <a:t>gTLD</a:t>
            </a:r>
            <a:endParaRPr lang="en-US" altLang="zh-CN" dirty="0">
              <a:solidFill>
                <a:srgbClr val="FF0000"/>
              </a:solidFill>
            </a:endParaRPr>
          </a:p>
          <a:p>
            <a:pPr marL="0" indent="0">
              <a:lnSpc>
                <a:spcPct val="100000"/>
              </a:lnSpc>
              <a:buNone/>
              <a:defRPr/>
            </a:pPr>
            <a:r>
              <a:rPr lang="en-US" altLang="zh-CN" dirty="0"/>
              <a:t>	</a:t>
            </a:r>
            <a:r>
              <a:rPr lang="zh-CN" altLang="en-US" dirty="0"/>
              <a:t>最早的顶级域名是：</a:t>
            </a:r>
            <a:endParaRPr lang="en-US" altLang="zh-CN" dirty="0"/>
          </a:p>
          <a:p>
            <a:pPr marL="0" indent="0">
              <a:lnSpc>
                <a:spcPct val="100000"/>
              </a:lnSpc>
              <a:buNone/>
              <a:defRPr/>
            </a:pPr>
            <a:r>
              <a:rPr lang="en-US" altLang="zh-CN" dirty="0"/>
              <a:t>	</a:t>
            </a:r>
            <a:r>
              <a:rPr lang="en-US" altLang="zh-CN" sz="3600" dirty="0"/>
              <a:t>.</a:t>
            </a:r>
            <a:r>
              <a:rPr lang="en-US" altLang="zh-CN" sz="2800" dirty="0"/>
              <a:t>com	</a:t>
            </a:r>
            <a:r>
              <a:rPr lang="zh-CN" altLang="en-US" sz="2800" dirty="0"/>
              <a:t>（公司和企业）</a:t>
            </a:r>
            <a:endParaRPr lang="en-US" altLang="zh-CN" sz="2800" dirty="0"/>
          </a:p>
          <a:p>
            <a:pPr marL="0" indent="0">
              <a:lnSpc>
                <a:spcPct val="100000"/>
              </a:lnSpc>
              <a:buNone/>
              <a:defRPr/>
            </a:pPr>
            <a:r>
              <a:rPr lang="en-US" altLang="zh-CN" sz="2800" dirty="0"/>
              <a:t>	</a:t>
            </a:r>
            <a:r>
              <a:rPr lang="en-US" altLang="zh-CN" sz="2800" dirty="0" err="1"/>
              <a:t>.net</a:t>
            </a:r>
            <a:r>
              <a:rPr lang="en-US" altLang="zh-CN" sz="2800" dirty="0"/>
              <a:t>	</a:t>
            </a:r>
            <a:r>
              <a:rPr lang="zh-CN" altLang="en-US" sz="2800" dirty="0"/>
              <a:t>（网络服务机构</a:t>
            </a:r>
            <a:endParaRPr lang="en-US" altLang="zh-CN" sz="2800" dirty="0"/>
          </a:p>
          <a:p>
            <a:pPr marL="0" indent="0">
              <a:lnSpc>
                <a:spcPct val="100000"/>
              </a:lnSpc>
              <a:buNone/>
              <a:defRPr/>
            </a:pPr>
            <a:r>
              <a:rPr lang="en-US" altLang="zh-CN" sz="2800" dirty="0"/>
              <a:t>	.org	</a:t>
            </a:r>
            <a:r>
              <a:rPr lang="zh-CN" altLang="en-US" sz="2800" dirty="0"/>
              <a:t>（非赢利性组织）</a:t>
            </a:r>
            <a:endParaRPr lang="en-US" altLang="zh-CN" sz="2800" dirty="0"/>
          </a:p>
          <a:p>
            <a:pPr marL="0" indent="0">
              <a:lnSpc>
                <a:spcPct val="100000"/>
              </a:lnSpc>
              <a:buNone/>
              <a:defRPr/>
            </a:pPr>
            <a:r>
              <a:rPr lang="en-US" altLang="zh-CN" sz="2800" dirty="0"/>
              <a:t>	.</a:t>
            </a:r>
            <a:r>
              <a:rPr lang="en-US" altLang="zh-CN" sz="2800" dirty="0" err="1"/>
              <a:t>edu</a:t>
            </a:r>
            <a:r>
              <a:rPr lang="en-US" altLang="zh-CN" sz="2800" dirty="0"/>
              <a:t>	</a:t>
            </a:r>
            <a:r>
              <a:rPr lang="zh-CN" altLang="en-US" sz="2800" dirty="0"/>
              <a:t>（美国专用的教育机构）</a:t>
            </a:r>
            <a:endParaRPr lang="en-US" altLang="zh-CN" sz="2800" dirty="0"/>
          </a:p>
          <a:p>
            <a:pPr marL="0" indent="0">
              <a:lnSpc>
                <a:spcPct val="100000"/>
              </a:lnSpc>
              <a:buNone/>
              <a:defRPr/>
            </a:pPr>
            <a:r>
              <a:rPr lang="en-US" altLang="zh-CN" sz="2800" dirty="0"/>
              <a:t>	.</a:t>
            </a:r>
            <a:r>
              <a:rPr lang="en-US" altLang="zh-CN" sz="2800" dirty="0" err="1"/>
              <a:t>gov</a:t>
            </a:r>
            <a:r>
              <a:rPr lang="en-US" altLang="zh-CN" sz="2800" dirty="0"/>
              <a:t>	</a:t>
            </a:r>
            <a:r>
              <a:rPr lang="zh-CN" altLang="en-US" sz="2800" dirty="0"/>
              <a:t>（美国专用的政府部门）</a:t>
            </a:r>
            <a:endParaRPr lang="en-US" altLang="zh-CN" sz="2800" dirty="0"/>
          </a:p>
          <a:p>
            <a:pPr marL="0" indent="0">
              <a:lnSpc>
                <a:spcPct val="100000"/>
              </a:lnSpc>
              <a:buNone/>
              <a:defRPr/>
            </a:pPr>
            <a:r>
              <a:rPr lang="en-US" altLang="zh-CN" sz="2800" dirty="0"/>
              <a:t>	.mil	</a:t>
            </a:r>
            <a:r>
              <a:rPr lang="zh-CN" altLang="en-US" sz="2800" dirty="0"/>
              <a:t>（美国专用的军事部门）</a:t>
            </a:r>
            <a:endParaRPr lang="en-US" altLang="zh-CN" sz="2800" dirty="0"/>
          </a:p>
          <a:p>
            <a:pPr marL="0" indent="0">
              <a:lnSpc>
                <a:spcPct val="100000"/>
              </a:lnSpc>
              <a:buNone/>
              <a:defRPr/>
            </a:pPr>
            <a:r>
              <a:rPr lang="en-US" altLang="zh-CN" sz="2800" dirty="0"/>
              <a:t>	.</a:t>
            </a:r>
            <a:r>
              <a:rPr lang="en-US" altLang="zh-CN" sz="2800" dirty="0" err="1"/>
              <a:t>int</a:t>
            </a:r>
            <a:r>
              <a:rPr lang="en-US" altLang="zh-CN" sz="2800" dirty="0"/>
              <a:t>	</a:t>
            </a:r>
            <a:r>
              <a:rPr lang="zh-CN" altLang="en-US" sz="2800" dirty="0"/>
              <a:t>（国际组织）</a:t>
            </a:r>
          </a:p>
        </p:txBody>
      </p:sp>
    </p:spTree>
    <p:extLst>
      <p:ext uri="{BB962C8B-B14F-4D97-AF65-F5344CB8AC3E}">
        <p14:creationId xmlns:p14="http://schemas.microsoft.com/office/powerpoint/2010/main" val="14229426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2914" name="Rectangle 2"/>
          <p:cNvSpPr>
            <a:spLocks noGrp="1" noChangeArrowheads="1"/>
          </p:cNvSpPr>
          <p:nvPr>
            <p:ph type="title"/>
          </p:nvPr>
        </p:nvSpPr>
        <p:spPr/>
        <p:txBody>
          <a:bodyPr/>
          <a:lstStyle/>
          <a:p>
            <a:pPr algn="ctr" eaLnBrk="1" hangingPunct="1">
              <a:defRPr/>
            </a:pPr>
            <a:r>
              <a:rPr lang="zh-CN" altLang="en-US" dirty="0"/>
              <a:t>顶级域名 </a:t>
            </a:r>
            <a:r>
              <a:rPr lang="en-US" altLang="zh-CN" dirty="0"/>
              <a:t>TLD </a:t>
            </a:r>
            <a:r>
              <a:rPr lang="zh-CN" altLang="en-US" dirty="0"/>
              <a:t>（续）</a:t>
            </a:r>
            <a:endParaRPr lang="zh-CN" altLang="en-US" sz="4000" dirty="0"/>
          </a:p>
        </p:txBody>
      </p:sp>
      <p:sp>
        <p:nvSpPr>
          <p:cNvPr id="1062915" name="Rectangle 3"/>
          <p:cNvSpPr>
            <a:spLocks noGrp="1" noChangeArrowheads="1"/>
          </p:cNvSpPr>
          <p:nvPr>
            <p:ph idx="1"/>
          </p:nvPr>
        </p:nvSpPr>
        <p:spPr/>
        <p:txBody>
          <a:bodyPr/>
          <a:lstStyle/>
          <a:p>
            <a:pPr>
              <a:spcBef>
                <a:spcPts val="554"/>
              </a:spcBef>
              <a:defRPr/>
            </a:pPr>
            <a:r>
              <a:rPr lang="en-US" altLang="zh-CN" dirty="0">
                <a:solidFill>
                  <a:srgbClr val="FF0000"/>
                </a:solidFill>
              </a:rPr>
              <a:t>(3) </a:t>
            </a:r>
            <a:r>
              <a:rPr lang="zh-CN" altLang="en-US" dirty="0">
                <a:solidFill>
                  <a:srgbClr val="FF0000"/>
                </a:solidFill>
              </a:rPr>
              <a:t>基础结构域名 </a:t>
            </a:r>
            <a:r>
              <a:rPr lang="en-US" altLang="zh-CN" dirty="0">
                <a:solidFill>
                  <a:srgbClr val="FF0000"/>
                </a:solidFill>
              </a:rPr>
              <a:t>(infrastructure domain)</a:t>
            </a:r>
          </a:p>
          <a:p>
            <a:pPr marL="0" indent="0">
              <a:spcBef>
                <a:spcPts val="554"/>
              </a:spcBef>
              <a:buNone/>
              <a:defRPr/>
            </a:pPr>
            <a:r>
              <a:rPr lang="en-US" altLang="zh-CN" dirty="0"/>
              <a:t>	</a:t>
            </a:r>
            <a:r>
              <a:rPr lang="zh-CN" altLang="en-US" dirty="0"/>
              <a:t>这种顶级域名只有一个，即 </a:t>
            </a:r>
            <a:r>
              <a:rPr lang="en-US" altLang="zh-CN" dirty="0" err="1">
                <a:solidFill>
                  <a:srgbClr val="FF0000"/>
                </a:solidFill>
              </a:rPr>
              <a:t>arpa</a:t>
            </a:r>
            <a:r>
              <a:rPr lang="zh-CN" altLang="en-US" dirty="0">
                <a:solidFill>
                  <a:srgbClr val="FF0000"/>
                </a:solidFill>
              </a:rPr>
              <a:t>，</a:t>
            </a:r>
            <a:endParaRPr lang="en-US" altLang="zh-CN" dirty="0">
              <a:solidFill>
                <a:srgbClr val="FF0000"/>
              </a:solidFill>
            </a:endParaRPr>
          </a:p>
          <a:p>
            <a:pPr marL="0" indent="0">
              <a:spcBef>
                <a:spcPts val="554"/>
              </a:spcBef>
              <a:buNone/>
              <a:defRPr/>
            </a:pPr>
            <a:r>
              <a:rPr lang="en-US" altLang="zh-CN" dirty="0">
                <a:solidFill>
                  <a:srgbClr val="FF0000"/>
                </a:solidFill>
              </a:rPr>
              <a:t>	</a:t>
            </a:r>
            <a:r>
              <a:rPr lang="zh-CN" altLang="en-US" dirty="0"/>
              <a:t>用于反向域名解析，因此又称为</a:t>
            </a:r>
            <a:r>
              <a:rPr lang="zh-CN" altLang="en-US" dirty="0">
                <a:solidFill>
                  <a:srgbClr val="FF0000"/>
                </a:solidFill>
              </a:rPr>
              <a:t>反向域名。</a:t>
            </a:r>
            <a:r>
              <a:rPr lang="zh-CN" altLang="en-US" dirty="0"/>
              <a:t> </a:t>
            </a:r>
          </a:p>
        </p:txBody>
      </p:sp>
    </p:spTree>
    <p:extLst>
      <p:ext uri="{BB962C8B-B14F-4D97-AF65-F5344CB8AC3E}">
        <p14:creationId xmlns:p14="http://schemas.microsoft.com/office/powerpoint/2010/main" val="37006591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2914" name="Rectangle 2"/>
          <p:cNvSpPr>
            <a:spLocks noGrp="1" noChangeArrowheads="1"/>
          </p:cNvSpPr>
          <p:nvPr>
            <p:ph type="title"/>
          </p:nvPr>
        </p:nvSpPr>
        <p:spPr/>
        <p:txBody>
          <a:bodyPr/>
          <a:lstStyle/>
          <a:p>
            <a:pPr algn="ctr" eaLnBrk="1" hangingPunct="1">
              <a:defRPr/>
            </a:pPr>
            <a:r>
              <a:rPr lang="zh-CN" altLang="en-US" dirty="0"/>
              <a:t>顶级域名 </a:t>
            </a:r>
            <a:r>
              <a:rPr lang="en-US" altLang="zh-CN" dirty="0"/>
              <a:t>TLD </a:t>
            </a:r>
            <a:r>
              <a:rPr lang="zh-CN" altLang="en-US" dirty="0"/>
              <a:t>（续）</a:t>
            </a:r>
            <a:endParaRPr lang="zh-CN" altLang="en-US" sz="4000" dirty="0"/>
          </a:p>
        </p:txBody>
      </p:sp>
      <p:sp>
        <p:nvSpPr>
          <p:cNvPr id="1062915" name="Rectangle 3"/>
          <p:cNvSpPr>
            <a:spLocks noGrp="1" noChangeArrowheads="1"/>
          </p:cNvSpPr>
          <p:nvPr>
            <p:ph idx="1"/>
          </p:nvPr>
        </p:nvSpPr>
        <p:spPr/>
        <p:txBody>
          <a:bodyPr/>
          <a:lstStyle/>
          <a:p>
            <a:pPr>
              <a:spcBef>
                <a:spcPts val="554"/>
              </a:spcBef>
              <a:defRPr/>
            </a:pPr>
            <a:r>
              <a:rPr lang="en-US" altLang="zh-CN" dirty="0">
                <a:solidFill>
                  <a:srgbClr val="FF0000"/>
                </a:solidFill>
              </a:rPr>
              <a:t>(3) </a:t>
            </a:r>
            <a:r>
              <a:rPr lang="zh-CN" altLang="en-US" dirty="0">
                <a:solidFill>
                  <a:srgbClr val="FF0000"/>
                </a:solidFill>
              </a:rPr>
              <a:t>基础结构域名 </a:t>
            </a:r>
            <a:r>
              <a:rPr lang="en-US" altLang="zh-CN" dirty="0">
                <a:solidFill>
                  <a:srgbClr val="FF0000"/>
                </a:solidFill>
              </a:rPr>
              <a:t>(infrastructure domain)</a:t>
            </a:r>
          </a:p>
          <a:p>
            <a:pPr marL="0" indent="0">
              <a:spcBef>
                <a:spcPts val="554"/>
              </a:spcBef>
              <a:buNone/>
              <a:defRPr/>
            </a:pPr>
            <a:r>
              <a:rPr lang="en-US" altLang="zh-CN" dirty="0"/>
              <a:t>	</a:t>
            </a:r>
            <a:r>
              <a:rPr lang="zh-CN" altLang="en-US" dirty="0"/>
              <a:t>这种顶级域名只有一个，即 </a:t>
            </a:r>
            <a:r>
              <a:rPr lang="en-US" altLang="zh-CN" dirty="0" err="1">
                <a:solidFill>
                  <a:srgbClr val="FF0000"/>
                </a:solidFill>
              </a:rPr>
              <a:t>arpa</a:t>
            </a:r>
            <a:r>
              <a:rPr lang="zh-CN" altLang="en-US" dirty="0">
                <a:solidFill>
                  <a:srgbClr val="FF0000"/>
                </a:solidFill>
              </a:rPr>
              <a:t>，</a:t>
            </a:r>
            <a:endParaRPr lang="en-US" altLang="zh-CN" dirty="0">
              <a:solidFill>
                <a:srgbClr val="FF0000"/>
              </a:solidFill>
            </a:endParaRPr>
          </a:p>
          <a:p>
            <a:pPr marL="0" indent="0">
              <a:spcBef>
                <a:spcPts val="554"/>
              </a:spcBef>
              <a:buNone/>
              <a:defRPr/>
            </a:pPr>
            <a:r>
              <a:rPr lang="en-US" altLang="zh-CN" dirty="0">
                <a:solidFill>
                  <a:srgbClr val="FF0000"/>
                </a:solidFill>
              </a:rPr>
              <a:t>	</a:t>
            </a:r>
            <a:r>
              <a:rPr lang="zh-CN" altLang="en-US" dirty="0"/>
              <a:t>用于反向域名解析，因此又称为</a:t>
            </a:r>
            <a:r>
              <a:rPr lang="zh-CN" altLang="en-US" dirty="0">
                <a:solidFill>
                  <a:srgbClr val="FF0000"/>
                </a:solidFill>
              </a:rPr>
              <a:t>反向域名。</a:t>
            </a:r>
            <a:r>
              <a:rPr lang="zh-CN" altLang="en-US" dirty="0"/>
              <a:t> </a:t>
            </a:r>
          </a:p>
        </p:txBody>
      </p:sp>
      <p:sp>
        <p:nvSpPr>
          <p:cNvPr id="3" name="文本框 2"/>
          <p:cNvSpPr txBox="1"/>
          <p:nvPr/>
        </p:nvSpPr>
        <p:spPr>
          <a:xfrm>
            <a:off x="780728" y="3240767"/>
            <a:ext cx="8496944" cy="310854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zh-CN" altLang="en-US" sz="2800" b="1" dirty="0">
                <a:latin typeface="+mn-ea"/>
                <a:ea typeface="+mn-ea"/>
              </a:rPr>
              <a:t>反向域名解析：从</a:t>
            </a:r>
            <a:r>
              <a:rPr lang="en-US" altLang="zh-CN" sz="2800" b="1" dirty="0">
                <a:latin typeface="+mn-ea"/>
                <a:ea typeface="+mn-ea"/>
              </a:rPr>
              <a:t>IP</a:t>
            </a:r>
            <a:r>
              <a:rPr lang="zh-CN" altLang="en-US" sz="2800" b="1" dirty="0">
                <a:latin typeface="+mn-ea"/>
                <a:ea typeface="+mn-ea"/>
              </a:rPr>
              <a:t>地址到域名的映射。</a:t>
            </a:r>
          </a:p>
          <a:p>
            <a:endParaRPr lang="zh-CN" altLang="en-US" sz="2800" b="1" dirty="0">
              <a:latin typeface="+mn-ea"/>
              <a:ea typeface="+mn-ea"/>
            </a:endParaRPr>
          </a:p>
          <a:p>
            <a:r>
              <a:rPr lang="zh-CN" altLang="en-US" sz="2800" b="1" dirty="0">
                <a:latin typeface="+mn-ea"/>
                <a:ea typeface="+mn-ea"/>
              </a:rPr>
              <a:t>例如，一个</a:t>
            </a:r>
            <a:r>
              <a:rPr lang="en-US" altLang="zh-CN" sz="2800" b="1" dirty="0">
                <a:latin typeface="+mn-ea"/>
                <a:ea typeface="+mn-ea"/>
              </a:rPr>
              <a:t>IP</a:t>
            </a:r>
            <a:r>
              <a:rPr lang="zh-CN" altLang="en-US" sz="2800" b="1" dirty="0">
                <a:latin typeface="+mn-ea"/>
                <a:ea typeface="+mn-ea"/>
              </a:rPr>
              <a:t>地址为</a:t>
            </a:r>
            <a:r>
              <a:rPr lang="en-US" altLang="zh-CN" sz="2800" b="1" dirty="0">
                <a:latin typeface="+mn-ea"/>
                <a:ea typeface="+mn-ea"/>
              </a:rPr>
              <a:t>218.30.103.170</a:t>
            </a:r>
            <a:r>
              <a:rPr lang="zh-CN" altLang="en-US" sz="2800" b="1" dirty="0">
                <a:latin typeface="+mn-ea"/>
                <a:ea typeface="+mn-ea"/>
              </a:rPr>
              <a:t>，其逆向域名表达方式为：</a:t>
            </a:r>
            <a:r>
              <a:rPr lang="en-US" altLang="zh-CN" sz="2800" b="1" dirty="0">
                <a:latin typeface="+mn-ea"/>
                <a:ea typeface="+mn-ea"/>
              </a:rPr>
              <a:t>170.103.30.218.in-addr.arpa</a:t>
            </a:r>
            <a:r>
              <a:rPr lang="zh-CN" altLang="en-US" sz="2800" b="1" dirty="0">
                <a:latin typeface="+mn-ea"/>
                <a:ea typeface="+mn-ea"/>
              </a:rPr>
              <a:t>。</a:t>
            </a:r>
          </a:p>
          <a:p>
            <a:endParaRPr lang="zh-CN" altLang="en-US" sz="2800" b="1" dirty="0">
              <a:latin typeface="+mn-ea"/>
              <a:ea typeface="+mn-ea"/>
            </a:endParaRPr>
          </a:p>
          <a:p>
            <a:r>
              <a:rPr lang="zh-CN" altLang="en-US" sz="2800" b="1" dirty="0">
                <a:latin typeface="+mn-ea"/>
                <a:ea typeface="+mn-ea"/>
              </a:rPr>
              <a:t>邮件服务器启用此功能可拒绝接收所有没有注册域名的地址发来的信息。</a:t>
            </a:r>
          </a:p>
        </p:txBody>
      </p:sp>
    </p:spTree>
    <p:extLst>
      <p:ext uri="{BB962C8B-B14F-4D97-AF65-F5344CB8AC3E}">
        <p14:creationId xmlns:p14="http://schemas.microsoft.com/office/powerpoint/2010/main" val="36308141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495300" y="188913"/>
            <a:ext cx="9066742" cy="792162"/>
          </a:xfrm>
        </p:spPr>
        <p:txBody>
          <a:bodyPr/>
          <a:lstStyle/>
          <a:p>
            <a:pPr algn="ctr" eaLnBrk="1" hangingPunct="1"/>
            <a:r>
              <a:rPr lang="zh-CN" altLang="en-US" dirty="0">
                <a:ea typeface="黑体" pitchFamily="49" charset="-122"/>
              </a:rPr>
              <a:t>新增加了下列的通用顶级域名 </a:t>
            </a:r>
          </a:p>
        </p:txBody>
      </p:sp>
      <p:sp>
        <p:nvSpPr>
          <p:cNvPr id="39939" name="Rectangle 3"/>
          <p:cNvSpPr>
            <a:spLocks noGrp="1" noChangeArrowheads="1"/>
          </p:cNvSpPr>
          <p:nvPr>
            <p:ph idx="1"/>
          </p:nvPr>
        </p:nvSpPr>
        <p:spPr>
          <a:xfrm>
            <a:off x="495300" y="1196975"/>
            <a:ext cx="9066742" cy="4933950"/>
          </a:xfrm>
        </p:spPr>
        <p:txBody>
          <a:bodyPr/>
          <a:lstStyle/>
          <a:p>
            <a:pPr marL="400050" lvl="1" indent="0">
              <a:lnSpc>
                <a:spcPct val="90000"/>
              </a:lnSpc>
              <a:buNone/>
            </a:pPr>
            <a:r>
              <a:rPr lang="en-US" altLang="zh-CN" dirty="0">
                <a:ea typeface="黑体" pitchFamily="49" charset="-122"/>
              </a:rPr>
              <a:t>.aero 	</a:t>
            </a:r>
            <a:r>
              <a:rPr lang="zh-CN" altLang="en-US" dirty="0">
                <a:ea typeface="黑体" pitchFamily="49" charset="-122"/>
              </a:rPr>
              <a:t>（航空运输企业）</a:t>
            </a:r>
          </a:p>
          <a:p>
            <a:pPr marL="400050" lvl="1" indent="0">
              <a:lnSpc>
                <a:spcPct val="90000"/>
              </a:lnSpc>
              <a:buNone/>
            </a:pPr>
            <a:r>
              <a:rPr lang="en-US" altLang="zh-CN" dirty="0">
                <a:ea typeface="黑体" pitchFamily="49" charset="-122"/>
              </a:rPr>
              <a:t>.biz	</a:t>
            </a:r>
            <a:r>
              <a:rPr lang="zh-CN" altLang="en-US" dirty="0">
                <a:ea typeface="黑体" pitchFamily="49" charset="-122"/>
              </a:rPr>
              <a:t>（公司和企业）</a:t>
            </a:r>
          </a:p>
          <a:p>
            <a:pPr marL="400050" lvl="1" indent="0">
              <a:lnSpc>
                <a:spcPct val="90000"/>
              </a:lnSpc>
              <a:buNone/>
            </a:pPr>
            <a:r>
              <a:rPr lang="en-US" altLang="zh-CN" dirty="0">
                <a:ea typeface="黑体" pitchFamily="49" charset="-122"/>
              </a:rPr>
              <a:t>.cat	</a:t>
            </a:r>
            <a:r>
              <a:rPr lang="zh-CN" altLang="en-US" dirty="0">
                <a:ea typeface="黑体" pitchFamily="49" charset="-122"/>
              </a:rPr>
              <a:t>（加泰隆人的语言和文化团体）</a:t>
            </a:r>
          </a:p>
          <a:p>
            <a:pPr marL="400050" lvl="1" indent="0">
              <a:lnSpc>
                <a:spcPct val="90000"/>
              </a:lnSpc>
              <a:buNone/>
            </a:pPr>
            <a:r>
              <a:rPr lang="en-US" altLang="zh-CN" dirty="0">
                <a:ea typeface="黑体" pitchFamily="49" charset="-122"/>
              </a:rPr>
              <a:t>.coop	</a:t>
            </a:r>
            <a:r>
              <a:rPr lang="zh-CN" altLang="en-US" dirty="0">
                <a:ea typeface="黑体" pitchFamily="49" charset="-122"/>
              </a:rPr>
              <a:t>（合作团体）</a:t>
            </a:r>
          </a:p>
          <a:p>
            <a:pPr marL="400050" lvl="1" indent="0">
              <a:lnSpc>
                <a:spcPct val="90000"/>
              </a:lnSpc>
              <a:buNone/>
            </a:pPr>
            <a:r>
              <a:rPr lang="en-US" altLang="zh-CN" dirty="0">
                <a:ea typeface="黑体" pitchFamily="49" charset="-122"/>
              </a:rPr>
              <a:t>.info	</a:t>
            </a:r>
            <a:r>
              <a:rPr lang="zh-CN" altLang="en-US" dirty="0">
                <a:ea typeface="黑体" pitchFamily="49" charset="-122"/>
              </a:rPr>
              <a:t>（各种情况）</a:t>
            </a:r>
          </a:p>
          <a:p>
            <a:pPr marL="400050" lvl="1" indent="0">
              <a:lnSpc>
                <a:spcPct val="90000"/>
              </a:lnSpc>
              <a:buNone/>
            </a:pPr>
            <a:r>
              <a:rPr lang="en-US" altLang="zh-CN" dirty="0">
                <a:ea typeface="黑体" pitchFamily="49" charset="-122"/>
              </a:rPr>
              <a:t>.jobs	</a:t>
            </a:r>
            <a:r>
              <a:rPr lang="zh-CN" altLang="en-US" dirty="0">
                <a:ea typeface="黑体" pitchFamily="49" charset="-122"/>
              </a:rPr>
              <a:t>（人力资源管理者）</a:t>
            </a:r>
          </a:p>
          <a:p>
            <a:pPr marL="400050" lvl="1" indent="0">
              <a:lnSpc>
                <a:spcPct val="90000"/>
              </a:lnSpc>
              <a:buNone/>
            </a:pPr>
            <a:r>
              <a:rPr lang="en-US" altLang="zh-CN" dirty="0">
                <a:ea typeface="黑体" pitchFamily="49" charset="-122"/>
              </a:rPr>
              <a:t>.</a:t>
            </a:r>
            <a:r>
              <a:rPr lang="en-US" altLang="zh-CN" dirty="0" err="1">
                <a:ea typeface="黑体" pitchFamily="49" charset="-122"/>
              </a:rPr>
              <a:t>mobi</a:t>
            </a:r>
            <a:r>
              <a:rPr lang="en-US" altLang="zh-CN" dirty="0">
                <a:ea typeface="黑体" pitchFamily="49" charset="-122"/>
              </a:rPr>
              <a:t>	</a:t>
            </a:r>
            <a:r>
              <a:rPr lang="zh-CN" altLang="en-US" dirty="0">
                <a:ea typeface="黑体" pitchFamily="49" charset="-122"/>
              </a:rPr>
              <a:t>（移动产品与服务的用户和提供者）</a:t>
            </a:r>
          </a:p>
          <a:p>
            <a:pPr marL="400050" lvl="1" indent="0">
              <a:lnSpc>
                <a:spcPct val="90000"/>
              </a:lnSpc>
              <a:buNone/>
            </a:pPr>
            <a:r>
              <a:rPr lang="en-US" altLang="zh-CN" dirty="0">
                <a:ea typeface="黑体" pitchFamily="49" charset="-122"/>
              </a:rPr>
              <a:t>.museum </a:t>
            </a:r>
            <a:r>
              <a:rPr lang="zh-CN" altLang="en-US" dirty="0">
                <a:ea typeface="黑体" pitchFamily="49" charset="-122"/>
              </a:rPr>
              <a:t>（博物馆）</a:t>
            </a:r>
          </a:p>
          <a:p>
            <a:pPr marL="400050" lvl="1" indent="0">
              <a:lnSpc>
                <a:spcPct val="90000"/>
              </a:lnSpc>
              <a:buNone/>
            </a:pPr>
            <a:r>
              <a:rPr lang="en-US" altLang="zh-CN" dirty="0">
                <a:ea typeface="黑体" pitchFamily="49" charset="-122"/>
              </a:rPr>
              <a:t>.name	</a:t>
            </a:r>
            <a:r>
              <a:rPr lang="zh-CN" altLang="en-US" dirty="0">
                <a:ea typeface="黑体" pitchFamily="49" charset="-122"/>
              </a:rPr>
              <a:t>（个人）</a:t>
            </a:r>
          </a:p>
          <a:p>
            <a:pPr marL="400050" lvl="1" indent="0">
              <a:lnSpc>
                <a:spcPct val="90000"/>
              </a:lnSpc>
              <a:buNone/>
            </a:pPr>
            <a:r>
              <a:rPr lang="en-US" altLang="zh-CN" dirty="0">
                <a:ea typeface="黑体" pitchFamily="49" charset="-122"/>
              </a:rPr>
              <a:t>.pro	</a:t>
            </a:r>
            <a:r>
              <a:rPr lang="zh-CN" altLang="en-US" dirty="0">
                <a:ea typeface="黑体" pitchFamily="49" charset="-122"/>
              </a:rPr>
              <a:t>（有证书的专业人员）</a:t>
            </a:r>
          </a:p>
          <a:p>
            <a:pPr marL="400050" lvl="1" indent="0">
              <a:lnSpc>
                <a:spcPct val="90000"/>
              </a:lnSpc>
              <a:buNone/>
            </a:pPr>
            <a:r>
              <a:rPr lang="en-US" altLang="zh-CN" dirty="0">
                <a:ea typeface="黑体" pitchFamily="49" charset="-122"/>
              </a:rPr>
              <a:t>.travel	</a:t>
            </a:r>
            <a:r>
              <a:rPr lang="zh-CN" altLang="en-US" dirty="0">
                <a:ea typeface="黑体" pitchFamily="49" charset="-122"/>
              </a:rPr>
              <a:t>（旅游业） </a:t>
            </a:r>
            <a:endParaRPr lang="zh-CN" altLang="en-US" sz="2400" dirty="0">
              <a:ea typeface="黑体" pitchFamily="49" charset="-122"/>
            </a:endParaRPr>
          </a:p>
        </p:txBody>
      </p:sp>
    </p:spTree>
    <p:extLst>
      <p:ext uri="{BB962C8B-B14F-4D97-AF65-F5344CB8AC3E}">
        <p14:creationId xmlns:p14="http://schemas.microsoft.com/office/powerpoint/2010/main" val="6339493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4"/>
          <p:cNvSpPr>
            <a:spLocks noGrp="1" noChangeArrowheads="1"/>
          </p:cNvSpPr>
          <p:nvPr>
            <p:ph type="title"/>
          </p:nvPr>
        </p:nvSpPr>
        <p:spPr/>
        <p:txBody>
          <a:bodyPr/>
          <a:lstStyle/>
          <a:p>
            <a:pPr algn="ctr"/>
            <a:r>
              <a:rPr lang="zh-CN" altLang="en-US" dirty="0"/>
              <a:t>互联网的域名空间 </a:t>
            </a:r>
          </a:p>
        </p:txBody>
      </p:sp>
      <p:sp>
        <p:nvSpPr>
          <p:cNvPr id="41987" name="Rectangle 122"/>
          <p:cNvSpPr>
            <a:spLocks noChangeArrowheads="1"/>
          </p:cNvSpPr>
          <p:nvPr/>
        </p:nvSpPr>
        <p:spPr bwMode="auto">
          <a:xfrm>
            <a:off x="5423247" y="1196752"/>
            <a:ext cx="553773" cy="4381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800" b="1" dirty="0">
                <a:solidFill>
                  <a:srgbClr val="000099"/>
                </a:solidFill>
                <a:latin typeface="+mn-lt"/>
                <a:ea typeface="+mn-ea"/>
              </a:rPr>
              <a:t>根</a:t>
            </a:r>
          </a:p>
        </p:txBody>
      </p:sp>
      <p:grpSp>
        <p:nvGrpSpPr>
          <p:cNvPr id="576728" name="Group 216"/>
          <p:cNvGrpSpPr>
            <a:grpSpLocks/>
          </p:cNvGrpSpPr>
          <p:nvPr/>
        </p:nvGrpSpPr>
        <p:grpSpPr bwMode="auto">
          <a:xfrm>
            <a:off x="293108" y="4432969"/>
            <a:ext cx="8521567" cy="1084263"/>
            <a:chOff x="113" y="2435"/>
            <a:chExt cx="4955" cy="683"/>
          </a:xfrm>
        </p:grpSpPr>
        <p:sp>
          <p:nvSpPr>
            <p:cNvPr id="42091" name="Rectangle 211"/>
            <p:cNvSpPr>
              <a:spLocks noChangeArrowheads="1"/>
            </p:cNvSpPr>
            <p:nvPr/>
          </p:nvSpPr>
          <p:spPr bwMode="auto">
            <a:xfrm>
              <a:off x="1020" y="2822"/>
              <a:ext cx="106" cy="289"/>
            </a:xfrm>
            <a:prstGeom prst="rect">
              <a:avLst/>
            </a:prstGeom>
            <a:solidFill>
              <a:srgbClr val="CCCC00"/>
            </a:solidFill>
            <a:ln>
              <a:noFill/>
            </a:ln>
            <a:effectLst/>
            <a:extLst>
              <a:ext uri="{91240B29-F687-4F45-9708-019B960494DF}">
                <a14:hiddenLine xmlns:a14="http://schemas.microsoft.com/office/drawing/2010/main" w="19050" algn="ctr">
                  <a:solidFill>
                    <a:srgbClr val="CCEC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1" hangingPunct="1"/>
              <a:endParaRPr lang="zh-CN" altLang="en-US" b="1">
                <a:solidFill>
                  <a:srgbClr val="000099"/>
                </a:solidFill>
                <a:latin typeface="+mn-lt"/>
                <a:ea typeface="+mn-ea"/>
              </a:endParaRPr>
            </a:p>
          </p:txBody>
        </p:sp>
        <p:sp>
          <p:nvSpPr>
            <p:cNvPr id="42092" name="Rectangle 130"/>
            <p:cNvSpPr>
              <a:spLocks noChangeArrowheads="1"/>
            </p:cNvSpPr>
            <p:nvPr/>
          </p:nvSpPr>
          <p:spPr bwMode="auto">
            <a:xfrm>
              <a:off x="113" y="2819"/>
              <a:ext cx="703" cy="250"/>
            </a:xfrm>
            <a:prstGeom prst="rect">
              <a:avLst/>
            </a:prstGeom>
            <a:solidFill>
              <a:srgbClr val="CCCC00"/>
            </a:solidFill>
            <a:ln>
              <a:noFill/>
            </a:ln>
            <a:effectLst/>
            <a:extLst>
              <a:ext uri="{91240B29-F687-4F45-9708-019B960494DF}">
                <a14:hiddenLine xmlns:a14="http://schemas.microsoft.com/office/drawing/2010/main" w="19050" algn="ctr">
                  <a:solidFill>
                    <a:srgbClr val="CCEC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zh-CN" altLang="en-US" sz="2000" b="1">
                  <a:solidFill>
                    <a:srgbClr val="000099"/>
                  </a:solidFill>
                  <a:latin typeface="+mn-lt"/>
                  <a:ea typeface="+mn-ea"/>
                </a:rPr>
                <a:t>四级域名</a:t>
              </a:r>
            </a:p>
          </p:txBody>
        </p:sp>
        <p:sp>
          <p:nvSpPr>
            <p:cNvPr id="42093" name="Text Box 131"/>
            <p:cNvSpPr txBox="1">
              <a:spLocks noChangeArrowheads="1"/>
            </p:cNvSpPr>
            <p:nvPr/>
          </p:nvSpPr>
          <p:spPr bwMode="auto">
            <a:xfrm>
              <a:off x="3556" y="2817"/>
              <a:ext cx="405" cy="25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charset="0"/>
                  <a:ea typeface="黑体" pitchFamily="49" charset="-122"/>
                </a:defRPr>
              </a:lvl1pPr>
              <a:lvl2pPr>
                <a:defRPr sz="2800">
                  <a:solidFill>
                    <a:schemeClr val="tx1"/>
                  </a:solidFill>
                  <a:latin typeface="Tahoma" pitchFamily="34" charset="0"/>
                  <a:ea typeface="宋体" charset="-122"/>
                </a:defRPr>
              </a:lvl2pPr>
              <a:lvl3pPr>
                <a:defRPr sz="2400">
                  <a:solidFill>
                    <a:schemeClr val="tx1"/>
                  </a:solidFill>
                  <a:latin typeface="Tahoma" pitchFamily="34" charset="0"/>
                  <a:ea typeface="宋体" charset="-122"/>
                </a:defRPr>
              </a:lvl3pPr>
              <a:lvl4pPr>
                <a:defRPr sz="2000">
                  <a:solidFill>
                    <a:schemeClr val="tx1"/>
                  </a:solidFill>
                  <a:latin typeface="Tahoma" pitchFamily="34" charset="0"/>
                  <a:ea typeface="宋体" charset="-122"/>
                </a:defRPr>
              </a:lvl4pPr>
              <a:lvl5pPr>
                <a:defRPr sz="2000">
                  <a:solidFill>
                    <a:schemeClr val="tx1"/>
                  </a:solidFill>
                  <a:latin typeface="Tahoma" pitchFamily="34" charset="0"/>
                  <a:ea typeface="宋体" charset="-122"/>
                </a:defRPr>
              </a:lvl5pPr>
              <a:lvl6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6pPr>
              <a:lvl7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7pPr>
              <a:lvl8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8pPr>
              <a:lvl9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9pPr>
            </a:lstStyle>
            <a:p>
              <a:pPr eaLnBrk="1" hangingPunct="1"/>
              <a:r>
                <a:rPr kumimoji="1" lang="en-US" altLang="zh-CN" sz="2000" b="1">
                  <a:solidFill>
                    <a:srgbClr val="000099"/>
                  </a:solidFill>
                  <a:latin typeface="+mn-lt"/>
                  <a:ea typeface="+mn-ea"/>
                </a:rPr>
                <a:t>mail</a:t>
              </a:r>
            </a:p>
          </p:txBody>
        </p:sp>
        <p:sp>
          <p:nvSpPr>
            <p:cNvPr id="42094" name="Text Box 132"/>
            <p:cNvSpPr txBox="1">
              <a:spLocks noChangeArrowheads="1"/>
            </p:cNvSpPr>
            <p:nvPr/>
          </p:nvSpPr>
          <p:spPr bwMode="auto">
            <a:xfrm>
              <a:off x="4060" y="2633"/>
              <a:ext cx="435" cy="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charset="0"/>
                  <a:ea typeface="黑体" pitchFamily="49" charset="-122"/>
                </a:defRPr>
              </a:lvl1pPr>
              <a:lvl2pPr>
                <a:defRPr sz="2800">
                  <a:solidFill>
                    <a:schemeClr val="tx1"/>
                  </a:solidFill>
                  <a:latin typeface="Tahoma" pitchFamily="34" charset="0"/>
                  <a:ea typeface="宋体" charset="-122"/>
                </a:defRPr>
              </a:lvl2pPr>
              <a:lvl3pPr>
                <a:defRPr sz="2400">
                  <a:solidFill>
                    <a:schemeClr val="tx1"/>
                  </a:solidFill>
                  <a:latin typeface="Tahoma" pitchFamily="34" charset="0"/>
                  <a:ea typeface="宋体" charset="-122"/>
                </a:defRPr>
              </a:lvl3pPr>
              <a:lvl4pPr>
                <a:defRPr sz="2000">
                  <a:solidFill>
                    <a:schemeClr val="tx1"/>
                  </a:solidFill>
                  <a:latin typeface="Tahoma" pitchFamily="34" charset="0"/>
                  <a:ea typeface="宋体" charset="-122"/>
                </a:defRPr>
              </a:lvl4pPr>
              <a:lvl5pPr>
                <a:defRPr sz="2000">
                  <a:solidFill>
                    <a:schemeClr val="tx1"/>
                  </a:solidFill>
                  <a:latin typeface="Tahoma" pitchFamily="34" charset="0"/>
                  <a:ea typeface="宋体" charset="-122"/>
                </a:defRPr>
              </a:lvl5pPr>
              <a:lvl6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6pPr>
              <a:lvl7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7pPr>
              <a:lvl8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8pPr>
              <a:lvl9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9pPr>
            </a:lstStyle>
            <a:p>
              <a:pPr eaLnBrk="1" hangingPunct="1"/>
              <a:r>
                <a:rPr kumimoji="1" lang="en-US" altLang="zh-CN" sz="4400" b="1">
                  <a:solidFill>
                    <a:srgbClr val="000099"/>
                  </a:solidFill>
                  <a:latin typeface="+mn-lt"/>
                  <a:ea typeface="+mn-ea"/>
                </a:rPr>
                <a:t>…</a:t>
              </a:r>
            </a:p>
          </p:txBody>
        </p:sp>
        <p:sp>
          <p:nvSpPr>
            <p:cNvPr id="42095" name="Text Box 151"/>
            <p:cNvSpPr txBox="1">
              <a:spLocks noChangeArrowheads="1"/>
            </p:cNvSpPr>
            <p:nvPr/>
          </p:nvSpPr>
          <p:spPr bwMode="auto">
            <a:xfrm>
              <a:off x="4614" y="2817"/>
              <a:ext cx="454" cy="25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charset="0"/>
                  <a:ea typeface="黑体" pitchFamily="49" charset="-122"/>
                </a:defRPr>
              </a:lvl1pPr>
              <a:lvl2pPr>
                <a:defRPr sz="2800">
                  <a:solidFill>
                    <a:schemeClr val="tx1"/>
                  </a:solidFill>
                  <a:latin typeface="Tahoma" pitchFamily="34" charset="0"/>
                  <a:ea typeface="宋体" charset="-122"/>
                </a:defRPr>
              </a:lvl2pPr>
              <a:lvl3pPr>
                <a:defRPr sz="2400">
                  <a:solidFill>
                    <a:schemeClr val="tx1"/>
                  </a:solidFill>
                  <a:latin typeface="Tahoma" pitchFamily="34" charset="0"/>
                  <a:ea typeface="宋体" charset="-122"/>
                </a:defRPr>
              </a:lvl3pPr>
              <a:lvl4pPr>
                <a:defRPr sz="2000">
                  <a:solidFill>
                    <a:schemeClr val="tx1"/>
                  </a:solidFill>
                  <a:latin typeface="Tahoma" pitchFamily="34" charset="0"/>
                  <a:ea typeface="宋体" charset="-122"/>
                </a:defRPr>
              </a:lvl4pPr>
              <a:lvl5pPr>
                <a:defRPr sz="2000">
                  <a:solidFill>
                    <a:schemeClr val="tx1"/>
                  </a:solidFill>
                  <a:latin typeface="Tahoma" pitchFamily="34" charset="0"/>
                  <a:ea typeface="宋体" charset="-122"/>
                </a:defRPr>
              </a:lvl5pPr>
              <a:lvl6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6pPr>
              <a:lvl7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7pPr>
              <a:lvl8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8pPr>
              <a:lvl9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9pPr>
            </a:lstStyle>
            <a:p>
              <a:pPr eaLnBrk="1" hangingPunct="1"/>
              <a:r>
                <a:rPr kumimoji="1" lang="en-US" altLang="zh-CN" sz="2000" b="1">
                  <a:solidFill>
                    <a:srgbClr val="000099"/>
                  </a:solidFill>
                  <a:latin typeface="+mn-lt"/>
                  <a:ea typeface="+mn-ea"/>
                </a:rPr>
                <a:t>www</a:t>
              </a:r>
            </a:p>
          </p:txBody>
        </p:sp>
        <p:sp>
          <p:nvSpPr>
            <p:cNvPr id="42096" name="Line 155"/>
            <p:cNvSpPr>
              <a:spLocks noChangeShapeType="1"/>
            </p:cNvSpPr>
            <p:nvPr/>
          </p:nvSpPr>
          <p:spPr bwMode="auto">
            <a:xfrm>
              <a:off x="4381" y="2435"/>
              <a:ext cx="437" cy="47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97" name="Line 156"/>
            <p:cNvSpPr>
              <a:spLocks noChangeShapeType="1"/>
            </p:cNvSpPr>
            <p:nvPr/>
          </p:nvSpPr>
          <p:spPr bwMode="auto">
            <a:xfrm flipH="1">
              <a:off x="3819" y="2440"/>
              <a:ext cx="560" cy="449"/>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grpSp>
      <p:grpSp>
        <p:nvGrpSpPr>
          <p:cNvPr id="576726" name="Group 214"/>
          <p:cNvGrpSpPr>
            <a:grpSpLocks/>
          </p:cNvGrpSpPr>
          <p:nvPr/>
        </p:nvGrpSpPr>
        <p:grpSpPr bwMode="auto">
          <a:xfrm>
            <a:off x="293108" y="2497804"/>
            <a:ext cx="9283435" cy="1093788"/>
            <a:chOff x="113" y="1216"/>
            <a:chExt cx="5398" cy="689"/>
          </a:xfrm>
        </p:grpSpPr>
        <p:sp>
          <p:nvSpPr>
            <p:cNvPr id="42045" name="Rectangle 210"/>
            <p:cNvSpPr>
              <a:spLocks noChangeArrowheads="1"/>
            </p:cNvSpPr>
            <p:nvPr/>
          </p:nvSpPr>
          <p:spPr bwMode="auto">
            <a:xfrm>
              <a:off x="1020" y="1616"/>
              <a:ext cx="106" cy="289"/>
            </a:xfrm>
            <a:prstGeom prst="rect">
              <a:avLst/>
            </a:prstGeom>
            <a:solidFill>
              <a:srgbClr val="FFCCFF"/>
            </a:solidFill>
            <a:ln>
              <a:noFill/>
            </a:ln>
            <a:effectLst/>
            <a:extLst>
              <a:ext uri="{91240B29-F687-4F45-9708-019B960494DF}">
                <a14:hiddenLine xmlns:a14="http://schemas.microsoft.com/office/drawing/2010/main" w="19050" algn="ctr">
                  <a:solidFill>
                    <a:srgbClr val="CCEC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1" hangingPunct="1"/>
              <a:endParaRPr lang="zh-CN" altLang="en-US" b="1">
                <a:solidFill>
                  <a:srgbClr val="000099"/>
                </a:solidFill>
                <a:latin typeface="+mn-lt"/>
                <a:ea typeface="+mn-ea"/>
              </a:endParaRPr>
            </a:p>
          </p:txBody>
        </p:sp>
        <p:sp>
          <p:nvSpPr>
            <p:cNvPr id="42046" name="Text Box 105"/>
            <p:cNvSpPr txBox="1">
              <a:spLocks noChangeArrowheads="1"/>
            </p:cNvSpPr>
            <p:nvPr/>
          </p:nvSpPr>
          <p:spPr bwMode="auto">
            <a:xfrm>
              <a:off x="1777" y="1408"/>
              <a:ext cx="435" cy="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charset="0"/>
                  <a:ea typeface="黑体" pitchFamily="49" charset="-122"/>
                </a:defRPr>
              </a:lvl1pPr>
              <a:lvl2pPr>
                <a:defRPr sz="2800">
                  <a:solidFill>
                    <a:schemeClr val="tx1"/>
                  </a:solidFill>
                  <a:latin typeface="Tahoma" pitchFamily="34" charset="0"/>
                  <a:ea typeface="宋体" charset="-122"/>
                </a:defRPr>
              </a:lvl2pPr>
              <a:lvl3pPr>
                <a:defRPr sz="2400">
                  <a:solidFill>
                    <a:schemeClr val="tx1"/>
                  </a:solidFill>
                  <a:latin typeface="Tahoma" pitchFamily="34" charset="0"/>
                  <a:ea typeface="宋体" charset="-122"/>
                </a:defRPr>
              </a:lvl3pPr>
              <a:lvl4pPr>
                <a:defRPr sz="2000">
                  <a:solidFill>
                    <a:schemeClr val="tx1"/>
                  </a:solidFill>
                  <a:latin typeface="Tahoma" pitchFamily="34" charset="0"/>
                  <a:ea typeface="宋体" charset="-122"/>
                </a:defRPr>
              </a:lvl4pPr>
              <a:lvl5pPr>
                <a:defRPr sz="2000">
                  <a:solidFill>
                    <a:schemeClr val="tx1"/>
                  </a:solidFill>
                  <a:latin typeface="Tahoma" pitchFamily="34" charset="0"/>
                  <a:ea typeface="宋体" charset="-122"/>
                </a:defRPr>
              </a:lvl5pPr>
              <a:lvl6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6pPr>
              <a:lvl7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7pPr>
              <a:lvl8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8pPr>
              <a:lvl9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9pPr>
            </a:lstStyle>
            <a:p>
              <a:pPr eaLnBrk="1" hangingPunct="1"/>
              <a:r>
                <a:rPr kumimoji="1" lang="en-US" altLang="zh-CN" sz="4400" b="1">
                  <a:solidFill>
                    <a:srgbClr val="000099"/>
                  </a:solidFill>
                  <a:latin typeface="+mn-lt"/>
                  <a:ea typeface="+mn-ea"/>
                </a:rPr>
                <a:t>…</a:t>
              </a:r>
            </a:p>
          </p:txBody>
        </p:sp>
        <p:sp>
          <p:nvSpPr>
            <p:cNvPr id="42047" name="Text Box 115"/>
            <p:cNvSpPr txBox="1">
              <a:spLocks noChangeArrowheads="1"/>
            </p:cNvSpPr>
            <p:nvPr/>
          </p:nvSpPr>
          <p:spPr bwMode="auto">
            <a:xfrm>
              <a:off x="3956" y="1593"/>
              <a:ext cx="240"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charset="0"/>
                  <a:ea typeface="黑体" pitchFamily="49" charset="-122"/>
                </a:defRPr>
              </a:lvl1pPr>
              <a:lvl2pPr>
                <a:defRPr sz="2800">
                  <a:solidFill>
                    <a:schemeClr val="tx1"/>
                  </a:solidFill>
                  <a:latin typeface="Tahoma" pitchFamily="34" charset="0"/>
                  <a:ea typeface="宋体" charset="-122"/>
                </a:defRPr>
              </a:lvl2pPr>
              <a:lvl3pPr>
                <a:defRPr sz="2400">
                  <a:solidFill>
                    <a:schemeClr val="tx1"/>
                  </a:solidFill>
                  <a:latin typeface="Tahoma" pitchFamily="34" charset="0"/>
                  <a:ea typeface="宋体" charset="-122"/>
                </a:defRPr>
              </a:lvl3pPr>
              <a:lvl4pPr>
                <a:defRPr sz="2000">
                  <a:solidFill>
                    <a:schemeClr val="tx1"/>
                  </a:solidFill>
                  <a:latin typeface="Tahoma" pitchFamily="34" charset="0"/>
                  <a:ea typeface="宋体" charset="-122"/>
                </a:defRPr>
              </a:lvl4pPr>
              <a:lvl5pPr>
                <a:defRPr sz="2000">
                  <a:solidFill>
                    <a:schemeClr val="tx1"/>
                  </a:solidFill>
                  <a:latin typeface="Tahoma" pitchFamily="34" charset="0"/>
                  <a:ea typeface="宋体" charset="-122"/>
                </a:defRPr>
              </a:lvl5pPr>
              <a:lvl6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6pPr>
              <a:lvl7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7pPr>
              <a:lvl8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8pPr>
              <a:lvl9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9pPr>
            </a:lstStyle>
            <a:p>
              <a:pPr eaLnBrk="1" hangingPunct="1"/>
              <a:r>
                <a:rPr kumimoji="1" lang="en-US" altLang="zh-CN" sz="2000" b="1">
                  <a:solidFill>
                    <a:srgbClr val="000099"/>
                  </a:solidFill>
                  <a:latin typeface="+mn-lt"/>
                  <a:ea typeface="+mn-ea"/>
                </a:rPr>
                <a:t>bj</a:t>
              </a:r>
            </a:p>
          </p:txBody>
        </p:sp>
        <p:sp>
          <p:nvSpPr>
            <p:cNvPr id="42048" name="Text Box 116"/>
            <p:cNvSpPr txBox="1">
              <a:spLocks noChangeArrowheads="1"/>
            </p:cNvSpPr>
            <p:nvPr/>
          </p:nvSpPr>
          <p:spPr bwMode="auto">
            <a:xfrm>
              <a:off x="4554" y="1592"/>
              <a:ext cx="373"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charset="0"/>
                  <a:ea typeface="黑体" pitchFamily="49" charset="-122"/>
                </a:defRPr>
              </a:lvl1pPr>
              <a:lvl2pPr>
                <a:defRPr sz="2800">
                  <a:solidFill>
                    <a:schemeClr val="tx1"/>
                  </a:solidFill>
                  <a:latin typeface="Tahoma" pitchFamily="34" charset="0"/>
                  <a:ea typeface="宋体" charset="-122"/>
                </a:defRPr>
              </a:lvl2pPr>
              <a:lvl3pPr>
                <a:defRPr sz="2400">
                  <a:solidFill>
                    <a:schemeClr val="tx1"/>
                  </a:solidFill>
                  <a:latin typeface="Tahoma" pitchFamily="34" charset="0"/>
                  <a:ea typeface="宋体" charset="-122"/>
                </a:defRPr>
              </a:lvl3pPr>
              <a:lvl4pPr>
                <a:defRPr sz="2000">
                  <a:solidFill>
                    <a:schemeClr val="tx1"/>
                  </a:solidFill>
                  <a:latin typeface="Tahoma" pitchFamily="34" charset="0"/>
                  <a:ea typeface="宋体" charset="-122"/>
                </a:defRPr>
              </a:lvl4pPr>
              <a:lvl5pPr>
                <a:defRPr sz="2000">
                  <a:solidFill>
                    <a:schemeClr val="tx1"/>
                  </a:solidFill>
                  <a:latin typeface="Tahoma" pitchFamily="34" charset="0"/>
                  <a:ea typeface="宋体" charset="-122"/>
                </a:defRPr>
              </a:lvl5pPr>
              <a:lvl6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6pPr>
              <a:lvl7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7pPr>
              <a:lvl8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8pPr>
              <a:lvl9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9pPr>
            </a:lstStyle>
            <a:p>
              <a:pPr eaLnBrk="1" hangingPunct="1"/>
              <a:r>
                <a:rPr kumimoji="1" lang="en-US" altLang="zh-CN" sz="2000" b="1">
                  <a:solidFill>
                    <a:srgbClr val="000099"/>
                  </a:solidFill>
                  <a:latin typeface="+mn-lt"/>
                  <a:ea typeface="+mn-ea"/>
                </a:rPr>
                <a:t>edu</a:t>
              </a:r>
            </a:p>
          </p:txBody>
        </p:sp>
        <p:sp>
          <p:nvSpPr>
            <p:cNvPr id="42049" name="Text Box 117"/>
            <p:cNvSpPr txBox="1">
              <a:spLocks noChangeArrowheads="1"/>
            </p:cNvSpPr>
            <p:nvPr/>
          </p:nvSpPr>
          <p:spPr bwMode="auto">
            <a:xfrm>
              <a:off x="5097" y="1592"/>
              <a:ext cx="41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charset="0"/>
                  <a:ea typeface="黑体" pitchFamily="49" charset="-122"/>
                </a:defRPr>
              </a:lvl1pPr>
              <a:lvl2pPr>
                <a:defRPr sz="2800">
                  <a:solidFill>
                    <a:schemeClr val="tx1"/>
                  </a:solidFill>
                  <a:latin typeface="Tahoma" pitchFamily="34" charset="0"/>
                  <a:ea typeface="宋体" charset="-122"/>
                </a:defRPr>
              </a:lvl2pPr>
              <a:lvl3pPr>
                <a:defRPr sz="2400">
                  <a:solidFill>
                    <a:schemeClr val="tx1"/>
                  </a:solidFill>
                  <a:latin typeface="Tahoma" pitchFamily="34" charset="0"/>
                  <a:ea typeface="宋体" charset="-122"/>
                </a:defRPr>
              </a:lvl3pPr>
              <a:lvl4pPr>
                <a:defRPr sz="2000">
                  <a:solidFill>
                    <a:schemeClr val="tx1"/>
                  </a:solidFill>
                  <a:latin typeface="Tahoma" pitchFamily="34" charset="0"/>
                  <a:ea typeface="宋体" charset="-122"/>
                </a:defRPr>
              </a:lvl4pPr>
              <a:lvl5pPr>
                <a:defRPr sz="2000">
                  <a:solidFill>
                    <a:schemeClr val="tx1"/>
                  </a:solidFill>
                  <a:latin typeface="Tahoma" pitchFamily="34" charset="0"/>
                  <a:ea typeface="宋体" charset="-122"/>
                </a:defRPr>
              </a:lvl5pPr>
              <a:lvl6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6pPr>
              <a:lvl7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7pPr>
              <a:lvl8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8pPr>
              <a:lvl9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9pPr>
            </a:lstStyle>
            <a:p>
              <a:pPr eaLnBrk="1" hangingPunct="1"/>
              <a:r>
                <a:rPr kumimoji="1" lang="en-US" altLang="zh-CN" sz="2000" b="1">
                  <a:solidFill>
                    <a:srgbClr val="000099"/>
                  </a:solidFill>
                  <a:latin typeface="+mn-lt"/>
                  <a:ea typeface="+mn-ea"/>
                </a:rPr>
                <a:t>com</a:t>
              </a:r>
            </a:p>
          </p:txBody>
        </p:sp>
        <p:sp>
          <p:nvSpPr>
            <p:cNvPr id="42050" name="Text Box 118"/>
            <p:cNvSpPr txBox="1">
              <a:spLocks noChangeArrowheads="1"/>
            </p:cNvSpPr>
            <p:nvPr/>
          </p:nvSpPr>
          <p:spPr bwMode="auto">
            <a:xfrm>
              <a:off x="4172" y="1408"/>
              <a:ext cx="435" cy="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charset="0"/>
                  <a:ea typeface="黑体" pitchFamily="49" charset="-122"/>
                </a:defRPr>
              </a:lvl1pPr>
              <a:lvl2pPr>
                <a:defRPr sz="2800">
                  <a:solidFill>
                    <a:schemeClr val="tx1"/>
                  </a:solidFill>
                  <a:latin typeface="Tahoma" pitchFamily="34" charset="0"/>
                  <a:ea typeface="宋体" charset="-122"/>
                </a:defRPr>
              </a:lvl2pPr>
              <a:lvl3pPr>
                <a:defRPr sz="2400">
                  <a:solidFill>
                    <a:schemeClr val="tx1"/>
                  </a:solidFill>
                  <a:latin typeface="Tahoma" pitchFamily="34" charset="0"/>
                  <a:ea typeface="宋体" charset="-122"/>
                </a:defRPr>
              </a:lvl3pPr>
              <a:lvl4pPr>
                <a:defRPr sz="2000">
                  <a:solidFill>
                    <a:schemeClr val="tx1"/>
                  </a:solidFill>
                  <a:latin typeface="Tahoma" pitchFamily="34" charset="0"/>
                  <a:ea typeface="宋体" charset="-122"/>
                </a:defRPr>
              </a:lvl4pPr>
              <a:lvl5pPr>
                <a:defRPr sz="2000">
                  <a:solidFill>
                    <a:schemeClr val="tx1"/>
                  </a:solidFill>
                  <a:latin typeface="Tahoma" pitchFamily="34" charset="0"/>
                  <a:ea typeface="宋体" charset="-122"/>
                </a:defRPr>
              </a:lvl5pPr>
              <a:lvl6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6pPr>
              <a:lvl7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7pPr>
              <a:lvl8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8pPr>
              <a:lvl9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9pPr>
            </a:lstStyle>
            <a:p>
              <a:pPr eaLnBrk="1" hangingPunct="1"/>
              <a:r>
                <a:rPr kumimoji="1" lang="en-US" altLang="zh-CN" sz="4400" b="1">
                  <a:solidFill>
                    <a:srgbClr val="000099"/>
                  </a:solidFill>
                  <a:latin typeface="+mn-lt"/>
                  <a:ea typeface="+mn-ea"/>
                </a:rPr>
                <a:t>…</a:t>
              </a:r>
            </a:p>
          </p:txBody>
        </p:sp>
        <p:sp>
          <p:nvSpPr>
            <p:cNvPr id="42051" name="Text Box 123"/>
            <p:cNvSpPr txBox="1">
              <a:spLocks noChangeArrowheads="1"/>
            </p:cNvSpPr>
            <p:nvPr/>
          </p:nvSpPr>
          <p:spPr bwMode="auto">
            <a:xfrm>
              <a:off x="1437" y="1592"/>
              <a:ext cx="406"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charset="0"/>
                  <a:ea typeface="黑体" pitchFamily="49" charset="-122"/>
                </a:defRPr>
              </a:lvl1pPr>
              <a:lvl2pPr>
                <a:defRPr sz="2800">
                  <a:solidFill>
                    <a:schemeClr val="tx1"/>
                  </a:solidFill>
                  <a:latin typeface="Tahoma" pitchFamily="34" charset="0"/>
                  <a:ea typeface="宋体" charset="-122"/>
                </a:defRPr>
              </a:lvl2pPr>
              <a:lvl3pPr>
                <a:defRPr sz="2400">
                  <a:solidFill>
                    <a:schemeClr val="tx1"/>
                  </a:solidFill>
                  <a:latin typeface="Tahoma" pitchFamily="34" charset="0"/>
                  <a:ea typeface="宋体" charset="-122"/>
                </a:defRPr>
              </a:lvl3pPr>
              <a:lvl4pPr>
                <a:defRPr sz="2000">
                  <a:solidFill>
                    <a:schemeClr val="tx1"/>
                  </a:solidFill>
                  <a:latin typeface="Tahoma" pitchFamily="34" charset="0"/>
                  <a:ea typeface="宋体" charset="-122"/>
                </a:defRPr>
              </a:lvl4pPr>
              <a:lvl5pPr>
                <a:defRPr sz="2000">
                  <a:solidFill>
                    <a:schemeClr val="tx1"/>
                  </a:solidFill>
                  <a:latin typeface="Tahoma" pitchFamily="34" charset="0"/>
                  <a:ea typeface="宋体" charset="-122"/>
                </a:defRPr>
              </a:lvl5pPr>
              <a:lvl6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6pPr>
              <a:lvl7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7pPr>
              <a:lvl8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8pPr>
              <a:lvl9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9pPr>
            </a:lstStyle>
            <a:p>
              <a:pPr eaLnBrk="1" hangingPunct="1"/>
              <a:r>
                <a:rPr kumimoji="1" lang="en-US" altLang="zh-CN" sz="2000" b="1">
                  <a:solidFill>
                    <a:srgbClr val="000099"/>
                  </a:solidFill>
                  <a:latin typeface="+mn-lt"/>
                  <a:ea typeface="+mn-ea"/>
                </a:rPr>
                <a:t>cctv</a:t>
              </a:r>
            </a:p>
          </p:txBody>
        </p:sp>
        <p:sp>
          <p:nvSpPr>
            <p:cNvPr id="42052" name="Text Box 124"/>
            <p:cNvSpPr txBox="1">
              <a:spLocks noChangeArrowheads="1"/>
            </p:cNvSpPr>
            <p:nvPr/>
          </p:nvSpPr>
          <p:spPr bwMode="auto">
            <a:xfrm>
              <a:off x="2185" y="1591"/>
              <a:ext cx="372"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charset="0"/>
                  <a:ea typeface="黑体" pitchFamily="49" charset="-122"/>
                </a:defRPr>
              </a:lvl1pPr>
              <a:lvl2pPr>
                <a:defRPr sz="2800">
                  <a:solidFill>
                    <a:schemeClr val="tx1"/>
                  </a:solidFill>
                  <a:latin typeface="Tahoma" pitchFamily="34" charset="0"/>
                  <a:ea typeface="宋体" charset="-122"/>
                </a:defRPr>
              </a:lvl2pPr>
              <a:lvl3pPr>
                <a:defRPr sz="2400">
                  <a:solidFill>
                    <a:schemeClr val="tx1"/>
                  </a:solidFill>
                  <a:latin typeface="Tahoma" pitchFamily="34" charset="0"/>
                  <a:ea typeface="宋体" charset="-122"/>
                </a:defRPr>
              </a:lvl3pPr>
              <a:lvl4pPr>
                <a:defRPr sz="2000">
                  <a:solidFill>
                    <a:schemeClr val="tx1"/>
                  </a:solidFill>
                  <a:latin typeface="Tahoma" pitchFamily="34" charset="0"/>
                  <a:ea typeface="宋体" charset="-122"/>
                </a:defRPr>
              </a:lvl4pPr>
              <a:lvl5pPr>
                <a:defRPr sz="2000">
                  <a:solidFill>
                    <a:schemeClr val="tx1"/>
                  </a:solidFill>
                  <a:latin typeface="Tahoma" pitchFamily="34" charset="0"/>
                  <a:ea typeface="宋体" charset="-122"/>
                </a:defRPr>
              </a:lvl5pPr>
              <a:lvl6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6pPr>
              <a:lvl7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7pPr>
              <a:lvl8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8pPr>
              <a:lvl9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9pPr>
            </a:lstStyle>
            <a:p>
              <a:pPr eaLnBrk="1" hangingPunct="1"/>
              <a:r>
                <a:rPr kumimoji="1" lang="en-US" altLang="zh-CN" sz="2000" b="1">
                  <a:solidFill>
                    <a:srgbClr val="000099"/>
                  </a:solidFill>
                  <a:latin typeface="+mn-lt"/>
                  <a:ea typeface="+mn-ea"/>
                </a:rPr>
                <a:t>ibm</a:t>
              </a:r>
            </a:p>
          </p:txBody>
        </p:sp>
        <p:sp>
          <p:nvSpPr>
            <p:cNvPr id="42053" name="Text Box 125"/>
            <p:cNvSpPr txBox="1">
              <a:spLocks noChangeArrowheads="1"/>
            </p:cNvSpPr>
            <p:nvPr/>
          </p:nvSpPr>
          <p:spPr bwMode="auto">
            <a:xfrm>
              <a:off x="2595" y="1592"/>
              <a:ext cx="290"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charset="0"/>
                  <a:ea typeface="黑体" pitchFamily="49" charset="-122"/>
                </a:defRPr>
              </a:lvl1pPr>
              <a:lvl2pPr>
                <a:defRPr sz="2800">
                  <a:solidFill>
                    <a:schemeClr val="tx1"/>
                  </a:solidFill>
                  <a:latin typeface="Tahoma" pitchFamily="34" charset="0"/>
                  <a:ea typeface="宋体" charset="-122"/>
                </a:defRPr>
              </a:lvl2pPr>
              <a:lvl3pPr>
                <a:defRPr sz="2400">
                  <a:solidFill>
                    <a:schemeClr val="tx1"/>
                  </a:solidFill>
                  <a:latin typeface="Tahoma" pitchFamily="34" charset="0"/>
                  <a:ea typeface="宋体" charset="-122"/>
                </a:defRPr>
              </a:lvl3pPr>
              <a:lvl4pPr>
                <a:defRPr sz="2000">
                  <a:solidFill>
                    <a:schemeClr val="tx1"/>
                  </a:solidFill>
                  <a:latin typeface="Tahoma" pitchFamily="34" charset="0"/>
                  <a:ea typeface="宋体" charset="-122"/>
                </a:defRPr>
              </a:lvl4pPr>
              <a:lvl5pPr>
                <a:defRPr sz="2000">
                  <a:solidFill>
                    <a:schemeClr val="tx1"/>
                  </a:solidFill>
                  <a:latin typeface="Tahoma" pitchFamily="34" charset="0"/>
                  <a:ea typeface="宋体" charset="-122"/>
                </a:defRPr>
              </a:lvl5pPr>
              <a:lvl6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6pPr>
              <a:lvl7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7pPr>
              <a:lvl8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8pPr>
              <a:lvl9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9pPr>
            </a:lstStyle>
            <a:p>
              <a:pPr eaLnBrk="1" hangingPunct="1"/>
              <a:r>
                <a:rPr kumimoji="1" lang="en-US" altLang="zh-CN" sz="2000" b="1">
                  <a:solidFill>
                    <a:srgbClr val="000099"/>
                  </a:solidFill>
                  <a:latin typeface="+mn-lt"/>
                  <a:ea typeface="+mn-ea"/>
                </a:rPr>
                <a:t>hp</a:t>
              </a:r>
            </a:p>
          </p:txBody>
        </p:sp>
        <p:sp>
          <p:nvSpPr>
            <p:cNvPr id="42054" name="Rectangle 127"/>
            <p:cNvSpPr>
              <a:spLocks noChangeArrowheads="1"/>
            </p:cNvSpPr>
            <p:nvPr/>
          </p:nvSpPr>
          <p:spPr bwMode="auto">
            <a:xfrm>
              <a:off x="113" y="1608"/>
              <a:ext cx="703" cy="250"/>
            </a:xfrm>
            <a:prstGeom prst="rect">
              <a:avLst/>
            </a:prstGeom>
            <a:solidFill>
              <a:srgbClr val="FFCCFF"/>
            </a:solidFill>
            <a:ln>
              <a:noFill/>
            </a:ln>
            <a:effectLst/>
            <a:extLst>
              <a:ext uri="{91240B29-F687-4F45-9708-019B960494DF}">
                <a14:hiddenLine xmlns:a14="http://schemas.microsoft.com/office/drawing/2010/main" w="19050" algn="ctr">
                  <a:solidFill>
                    <a:srgbClr val="CCEC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zh-CN" altLang="en-US" sz="2000" b="1">
                  <a:solidFill>
                    <a:srgbClr val="000099"/>
                  </a:solidFill>
                  <a:latin typeface="+mn-lt"/>
                  <a:ea typeface="+mn-ea"/>
                </a:rPr>
                <a:t>二级域名</a:t>
              </a:r>
            </a:p>
          </p:txBody>
        </p:sp>
        <p:sp>
          <p:nvSpPr>
            <p:cNvPr id="42055" name="Line 142"/>
            <p:cNvSpPr>
              <a:spLocks noChangeShapeType="1"/>
            </p:cNvSpPr>
            <p:nvPr/>
          </p:nvSpPr>
          <p:spPr bwMode="auto">
            <a:xfrm>
              <a:off x="2173" y="1258"/>
              <a:ext cx="213" cy="373"/>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56" name="Line 143"/>
            <p:cNvSpPr>
              <a:spLocks noChangeShapeType="1"/>
            </p:cNvSpPr>
            <p:nvPr/>
          </p:nvSpPr>
          <p:spPr bwMode="auto">
            <a:xfrm>
              <a:off x="2173" y="1269"/>
              <a:ext cx="546" cy="349"/>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57" name="Line 144"/>
            <p:cNvSpPr>
              <a:spLocks noChangeShapeType="1"/>
            </p:cNvSpPr>
            <p:nvPr/>
          </p:nvSpPr>
          <p:spPr bwMode="auto">
            <a:xfrm flipV="1">
              <a:off x="1672" y="1279"/>
              <a:ext cx="501" cy="348"/>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58" name="Line 145"/>
            <p:cNvSpPr>
              <a:spLocks noChangeShapeType="1"/>
            </p:cNvSpPr>
            <p:nvPr/>
          </p:nvSpPr>
          <p:spPr bwMode="auto">
            <a:xfrm>
              <a:off x="4662" y="1216"/>
              <a:ext cx="111" cy="431"/>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59" name="Line 146"/>
            <p:cNvSpPr>
              <a:spLocks noChangeShapeType="1"/>
            </p:cNvSpPr>
            <p:nvPr/>
          </p:nvSpPr>
          <p:spPr bwMode="auto">
            <a:xfrm>
              <a:off x="4665" y="1224"/>
              <a:ext cx="626" cy="402"/>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60" name="Line 147"/>
            <p:cNvSpPr>
              <a:spLocks noChangeShapeType="1"/>
            </p:cNvSpPr>
            <p:nvPr/>
          </p:nvSpPr>
          <p:spPr bwMode="auto">
            <a:xfrm flipH="1">
              <a:off x="4090" y="1224"/>
              <a:ext cx="572" cy="399"/>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grpSp>
          <p:nvGrpSpPr>
            <p:cNvPr id="42061" name="Group 157"/>
            <p:cNvGrpSpPr>
              <a:grpSpLocks/>
            </p:cNvGrpSpPr>
            <p:nvPr/>
          </p:nvGrpSpPr>
          <p:grpSpPr bwMode="auto">
            <a:xfrm>
              <a:off x="1168" y="1244"/>
              <a:ext cx="268" cy="101"/>
              <a:chOff x="2875" y="1143"/>
              <a:chExt cx="330" cy="132"/>
            </a:xfrm>
          </p:grpSpPr>
          <p:sp>
            <p:nvSpPr>
              <p:cNvPr id="42087" name="Line 158"/>
              <p:cNvSpPr>
                <a:spLocks noChangeShapeType="1"/>
              </p:cNvSpPr>
              <p:nvPr/>
            </p:nvSpPr>
            <p:spPr bwMode="auto">
              <a:xfrm>
                <a:off x="3061" y="1143"/>
                <a:ext cx="144" cy="132"/>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88" name="Line 159"/>
              <p:cNvSpPr>
                <a:spLocks noChangeShapeType="1"/>
              </p:cNvSpPr>
              <p:nvPr/>
            </p:nvSpPr>
            <p:spPr bwMode="auto">
              <a:xfrm>
                <a:off x="3050" y="1143"/>
                <a:ext cx="37" cy="129"/>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89" name="Line 160"/>
              <p:cNvSpPr>
                <a:spLocks noChangeShapeType="1"/>
              </p:cNvSpPr>
              <p:nvPr/>
            </p:nvSpPr>
            <p:spPr bwMode="auto">
              <a:xfrm flipH="1">
                <a:off x="2875" y="1143"/>
                <a:ext cx="144" cy="132"/>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90" name="Line 161"/>
              <p:cNvSpPr>
                <a:spLocks noChangeShapeType="1"/>
              </p:cNvSpPr>
              <p:nvPr/>
            </p:nvSpPr>
            <p:spPr bwMode="auto">
              <a:xfrm flipH="1">
                <a:off x="2980" y="1143"/>
                <a:ext cx="54" cy="126"/>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grpSp>
        <p:grpSp>
          <p:nvGrpSpPr>
            <p:cNvPr id="42062" name="Group 162"/>
            <p:cNvGrpSpPr>
              <a:grpSpLocks/>
            </p:cNvGrpSpPr>
            <p:nvPr/>
          </p:nvGrpSpPr>
          <p:grpSpPr bwMode="auto">
            <a:xfrm>
              <a:off x="2507" y="1244"/>
              <a:ext cx="268" cy="101"/>
              <a:chOff x="2875" y="1143"/>
              <a:chExt cx="330" cy="132"/>
            </a:xfrm>
          </p:grpSpPr>
          <p:sp>
            <p:nvSpPr>
              <p:cNvPr id="42083" name="Line 163"/>
              <p:cNvSpPr>
                <a:spLocks noChangeShapeType="1"/>
              </p:cNvSpPr>
              <p:nvPr/>
            </p:nvSpPr>
            <p:spPr bwMode="auto">
              <a:xfrm>
                <a:off x="3061" y="1143"/>
                <a:ext cx="144" cy="132"/>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84" name="Line 164"/>
              <p:cNvSpPr>
                <a:spLocks noChangeShapeType="1"/>
              </p:cNvSpPr>
              <p:nvPr/>
            </p:nvSpPr>
            <p:spPr bwMode="auto">
              <a:xfrm>
                <a:off x="3050" y="1143"/>
                <a:ext cx="37" cy="129"/>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85" name="Line 165"/>
              <p:cNvSpPr>
                <a:spLocks noChangeShapeType="1"/>
              </p:cNvSpPr>
              <p:nvPr/>
            </p:nvSpPr>
            <p:spPr bwMode="auto">
              <a:xfrm flipH="1">
                <a:off x="2875" y="1143"/>
                <a:ext cx="144" cy="132"/>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86" name="Line 166"/>
              <p:cNvSpPr>
                <a:spLocks noChangeShapeType="1"/>
              </p:cNvSpPr>
              <p:nvPr/>
            </p:nvSpPr>
            <p:spPr bwMode="auto">
              <a:xfrm flipH="1">
                <a:off x="2980" y="1143"/>
                <a:ext cx="54" cy="126"/>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grpSp>
        <p:grpSp>
          <p:nvGrpSpPr>
            <p:cNvPr id="42063" name="Group 167"/>
            <p:cNvGrpSpPr>
              <a:grpSpLocks/>
            </p:cNvGrpSpPr>
            <p:nvPr/>
          </p:nvGrpSpPr>
          <p:grpSpPr bwMode="auto">
            <a:xfrm>
              <a:off x="2936" y="1244"/>
              <a:ext cx="268" cy="101"/>
              <a:chOff x="2875" y="1143"/>
              <a:chExt cx="330" cy="132"/>
            </a:xfrm>
          </p:grpSpPr>
          <p:sp>
            <p:nvSpPr>
              <p:cNvPr id="42079" name="Line 168"/>
              <p:cNvSpPr>
                <a:spLocks noChangeShapeType="1"/>
              </p:cNvSpPr>
              <p:nvPr/>
            </p:nvSpPr>
            <p:spPr bwMode="auto">
              <a:xfrm>
                <a:off x="3061" y="1143"/>
                <a:ext cx="144" cy="132"/>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80" name="Line 169"/>
              <p:cNvSpPr>
                <a:spLocks noChangeShapeType="1"/>
              </p:cNvSpPr>
              <p:nvPr/>
            </p:nvSpPr>
            <p:spPr bwMode="auto">
              <a:xfrm>
                <a:off x="3050" y="1143"/>
                <a:ext cx="37" cy="129"/>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81" name="Line 170"/>
              <p:cNvSpPr>
                <a:spLocks noChangeShapeType="1"/>
              </p:cNvSpPr>
              <p:nvPr/>
            </p:nvSpPr>
            <p:spPr bwMode="auto">
              <a:xfrm flipH="1">
                <a:off x="2875" y="1143"/>
                <a:ext cx="144" cy="132"/>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82" name="Line 171"/>
              <p:cNvSpPr>
                <a:spLocks noChangeShapeType="1"/>
              </p:cNvSpPr>
              <p:nvPr/>
            </p:nvSpPr>
            <p:spPr bwMode="auto">
              <a:xfrm flipH="1">
                <a:off x="2980" y="1143"/>
                <a:ext cx="54" cy="126"/>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grpSp>
        <p:grpSp>
          <p:nvGrpSpPr>
            <p:cNvPr id="42064" name="Group 172"/>
            <p:cNvGrpSpPr>
              <a:grpSpLocks/>
            </p:cNvGrpSpPr>
            <p:nvPr/>
          </p:nvGrpSpPr>
          <p:grpSpPr bwMode="auto">
            <a:xfrm>
              <a:off x="3363" y="1244"/>
              <a:ext cx="268" cy="101"/>
              <a:chOff x="2875" y="1143"/>
              <a:chExt cx="330" cy="132"/>
            </a:xfrm>
          </p:grpSpPr>
          <p:sp>
            <p:nvSpPr>
              <p:cNvPr id="42075" name="Line 173"/>
              <p:cNvSpPr>
                <a:spLocks noChangeShapeType="1"/>
              </p:cNvSpPr>
              <p:nvPr/>
            </p:nvSpPr>
            <p:spPr bwMode="auto">
              <a:xfrm>
                <a:off x="3061" y="1143"/>
                <a:ext cx="144" cy="132"/>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76" name="Line 174"/>
              <p:cNvSpPr>
                <a:spLocks noChangeShapeType="1"/>
              </p:cNvSpPr>
              <p:nvPr/>
            </p:nvSpPr>
            <p:spPr bwMode="auto">
              <a:xfrm>
                <a:off x="3050" y="1143"/>
                <a:ext cx="37" cy="129"/>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77" name="Line 175"/>
              <p:cNvSpPr>
                <a:spLocks noChangeShapeType="1"/>
              </p:cNvSpPr>
              <p:nvPr/>
            </p:nvSpPr>
            <p:spPr bwMode="auto">
              <a:xfrm flipH="1">
                <a:off x="2875" y="1143"/>
                <a:ext cx="144" cy="132"/>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78" name="Line 176"/>
              <p:cNvSpPr>
                <a:spLocks noChangeShapeType="1"/>
              </p:cNvSpPr>
              <p:nvPr/>
            </p:nvSpPr>
            <p:spPr bwMode="auto">
              <a:xfrm flipH="1">
                <a:off x="2980" y="1143"/>
                <a:ext cx="54" cy="126"/>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grpSp>
        <p:grpSp>
          <p:nvGrpSpPr>
            <p:cNvPr id="42065" name="Group 177"/>
            <p:cNvGrpSpPr>
              <a:grpSpLocks/>
            </p:cNvGrpSpPr>
            <p:nvPr/>
          </p:nvGrpSpPr>
          <p:grpSpPr bwMode="auto">
            <a:xfrm>
              <a:off x="3792" y="1244"/>
              <a:ext cx="268" cy="101"/>
              <a:chOff x="2875" y="1143"/>
              <a:chExt cx="330" cy="132"/>
            </a:xfrm>
          </p:grpSpPr>
          <p:sp>
            <p:nvSpPr>
              <p:cNvPr id="42071" name="Line 178"/>
              <p:cNvSpPr>
                <a:spLocks noChangeShapeType="1"/>
              </p:cNvSpPr>
              <p:nvPr/>
            </p:nvSpPr>
            <p:spPr bwMode="auto">
              <a:xfrm>
                <a:off x="3061" y="1143"/>
                <a:ext cx="144" cy="132"/>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72" name="Line 179"/>
              <p:cNvSpPr>
                <a:spLocks noChangeShapeType="1"/>
              </p:cNvSpPr>
              <p:nvPr/>
            </p:nvSpPr>
            <p:spPr bwMode="auto">
              <a:xfrm>
                <a:off x="3050" y="1143"/>
                <a:ext cx="37" cy="129"/>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73" name="Line 180"/>
              <p:cNvSpPr>
                <a:spLocks noChangeShapeType="1"/>
              </p:cNvSpPr>
              <p:nvPr/>
            </p:nvSpPr>
            <p:spPr bwMode="auto">
              <a:xfrm flipH="1">
                <a:off x="2875" y="1143"/>
                <a:ext cx="144" cy="132"/>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74" name="Line 181"/>
              <p:cNvSpPr>
                <a:spLocks noChangeShapeType="1"/>
              </p:cNvSpPr>
              <p:nvPr/>
            </p:nvSpPr>
            <p:spPr bwMode="auto">
              <a:xfrm flipH="1">
                <a:off x="2980" y="1143"/>
                <a:ext cx="54" cy="126"/>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grpSp>
        <p:grpSp>
          <p:nvGrpSpPr>
            <p:cNvPr id="42066" name="Group 182"/>
            <p:cNvGrpSpPr>
              <a:grpSpLocks/>
            </p:cNvGrpSpPr>
            <p:nvPr/>
          </p:nvGrpSpPr>
          <p:grpSpPr bwMode="auto">
            <a:xfrm>
              <a:off x="4935" y="1244"/>
              <a:ext cx="268" cy="101"/>
              <a:chOff x="2875" y="1143"/>
              <a:chExt cx="330" cy="132"/>
            </a:xfrm>
          </p:grpSpPr>
          <p:sp>
            <p:nvSpPr>
              <p:cNvPr id="42067" name="Line 183"/>
              <p:cNvSpPr>
                <a:spLocks noChangeShapeType="1"/>
              </p:cNvSpPr>
              <p:nvPr/>
            </p:nvSpPr>
            <p:spPr bwMode="auto">
              <a:xfrm>
                <a:off x="3061" y="1143"/>
                <a:ext cx="144" cy="132"/>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68" name="Line 184"/>
              <p:cNvSpPr>
                <a:spLocks noChangeShapeType="1"/>
              </p:cNvSpPr>
              <p:nvPr/>
            </p:nvSpPr>
            <p:spPr bwMode="auto">
              <a:xfrm>
                <a:off x="3050" y="1143"/>
                <a:ext cx="37" cy="129"/>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69" name="Line 185"/>
              <p:cNvSpPr>
                <a:spLocks noChangeShapeType="1"/>
              </p:cNvSpPr>
              <p:nvPr/>
            </p:nvSpPr>
            <p:spPr bwMode="auto">
              <a:xfrm flipH="1">
                <a:off x="2875" y="1143"/>
                <a:ext cx="144" cy="132"/>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70" name="Line 186"/>
              <p:cNvSpPr>
                <a:spLocks noChangeShapeType="1"/>
              </p:cNvSpPr>
              <p:nvPr/>
            </p:nvSpPr>
            <p:spPr bwMode="auto">
              <a:xfrm flipH="1">
                <a:off x="2980" y="1143"/>
                <a:ext cx="54" cy="126"/>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grpSp>
      </p:grpSp>
      <p:grpSp>
        <p:nvGrpSpPr>
          <p:cNvPr id="576727" name="Group 215"/>
          <p:cNvGrpSpPr>
            <a:grpSpLocks/>
          </p:cNvGrpSpPr>
          <p:nvPr/>
        </p:nvGrpSpPr>
        <p:grpSpPr bwMode="auto">
          <a:xfrm>
            <a:off x="293108" y="3382042"/>
            <a:ext cx="9304073" cy="1144587"/>
            <a:chOff x="113" y="1773"/>
            <a:chExt cx="5410" cy="721"/>
          </a:xfrm>
        </p:grpSpPr>
        <p:sp>
          <p:nvSpPr>
            <p:cNvPr id="42013" name="Rectangle 212"/>
            <p:cNvSpPr>
              <a:spLocks noChangeArrowheads="1"/>
            </p:cNvSpPr>
            <p:nvPr/>
          </p:nvSpPr>
          <p:spPr bwMode="auto">
            <a:xfrm>
              <a:off x="1020" y="2205"/>
              <a:ext cx="106" cy="289"/>
            </a:xfrm>
            <a:prstGeom prst="rect">
              <a:avLst/>
            </a:prstGeom>
            <a:solidFill>
              <a:srgbClr val="CCFF99"/>
            </a:solidFill>
            <a:ln>
              <a:noFill/>
            </a:ln>
            <a:effectLst/>
            <a:extLst>
              <a:ext uri="{91240B29-F687-4F45-9708-019B960494DF}">
                <a14:hiddenLine xmlns:a14="http://schemas.microsoft.com/office/drawing/2010/main" w="19050" algn="ctr">
                  <a:solidFill>
                    <a:srgbClr val="CCEC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1" hangingPunct="1"/>
              <a:endParaRPr lang="zh-CN" altLang="en-US" b="1">
                <a:solidFill>
                  <a:srgbClr val="000099"/>
                </a:solidFill>
                <a:latin typeface="+mn-lt"/>
                <a:ea typeface="+mn-ea"/>
              </a:endParaRPr>
            </a:p>
          </p:txBody>
        </p:sp>
        <p:sp>
          <p:nvSpPr>
            <p:cNvPr id="42014" name="Text Box 119"/>
            <p:cNvSpPr txBox="1">
              <a:spLocks noChangeArrowheads="1"/>
            </p:cNvSpPr>
            <p:nvPr/>
          </p:nvSpPr>
          <p:spPr bwMode="auto">
            <a:xfrm>
              <a:off x="5150" y="2205"/>
              <a:ext cx="373"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charset="0"/>
                  <a:ea typeface="黑体" pitchFamily="49" charset="-122"/>
                </a:defRPr>
              </a:lvl1pPr>
              <a:lvl2pPr>
                <a:defRPr sz="2800">
                  <a:solidFill>
                    <a:schemeClr val="tx1"/>
                  </a:solidFill>
                  <a:latin typeface="Tahoma" pitchFamily="34" charset="0"/>
                  <a:ea typeface="宋体" charset="-122"/>
                </a:defRPr>
              </a:lvl2pPr>
              <a:lvl3pPr>
                <a:defRPr sz="2400">
                  <a:solidFill>
                    <a:schemeClr val="tx1"/>
                  </a:solidFill>
                  <a:latin typeface="Tahoma" pitchFamily="34" charset="0"/>
                  <a:ea typeface="宋体" charset="-122"/>
                </a:defRPr>
              </a:lvl3pPr>
              <a:lvl4pPr>
                <a:defRPr sz="2000">
                  <a:solidFill>
                    <a:schemeClr val="tx1"/>
                  </a:solidFill>
                  <a:latin typeface="Tahoma" pitchFamily="34" charset="0"/>
                  <a:ea typeface="宋体" charset="-122"/>
                </a:defRPr>
              </a:lvl4pPr>
              <a:lvl5pPr>
                <a:defRPr sz="2000">
                  <a:solidFill>
                    <a:schemeClr val="tx1"/>
                  </a:solidFill>
                  <a:latin typeface="Tahoma" pitchFamily="34" charset="0"/>
                  <a:ea typeface="宋体" charset="-122"/>
                </a:defRPr>
              </a:lvl5pPr>
              <a:lvl6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6pPr>
              <a:lvl7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7pPr>
              <a:lvl8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8pPr>
              <a:lvl9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9pPr>
            </a:lstStyle>
            <a:p>
              <a:pPr eaLnBrk="1" hangingPunct="1"/>
              <a:r>
                <a:rPr kumimoji="1" lang="en-US" altLang="zh-CN" sz="2000" b="1">
                  <a:solidFill>
                    <a:srgbClr val="000099"/>
                  </a:solidFill>
                  <a:latin typeface="+mn-lt"/>
                  <a:ea typeface="+mn-ea"/>
                </a:rPr>
                <a:t>pku</a:t>
              </a:r>
            </a:p>
          </p:txBody>
        </p:sp>
        <p:sp>
          <p:nvSpPr>
            <p:cNvPr id="42015" name="Text Box 120"/>
            <p:cNvSpPr txBox="1">
              <a:spLocks noChangeArrowheads="1"/>
            </p:cNvSpPr>
            <p:nvPr/>
          </p:nvSpPr>
          <p:spPr bwMode="auto">
            <a:xfrm>
              <a:off x="3924" y="2205"/>
              <a:ext cx="72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charset="0"/>
                  <a:ea typeface="黑体" pitchFamily="49" charset="-122"/>
                </a:defRPr>
              </a:lvl1pPr>
              <a:lvl2pPr>
                <a:defRPr sz="2800">
                  <a:solidFill>
                    <a:schemeClr val="tx1"/>
                  </a:solidFill>
                  <a:latin typeface="Tahoma" pitchFamily="34" charset="0"/>
                  <a:ea typeface="宋体" charset="-122"/>
                </a:defRPr>
              </a:lvl2pPr>
              <a:lvl3pPr>
                <a:defRPr sz="2400">
                  <a:solidFill>
                    <a:schemeClr val="tx1"/>
                  </a:solidFill>
                  <a:latin typeface="Tahoma" pitchFamily="34" charset="0"/>
                  <a:ea typeface="宋体" charset="-122"/>
                </a:defRPr>
              </a:lvl3pPr>
              <a:lvl4pPr>
                <a:defRPr sz="2000">
                  <a:solidFill>
                    <a:schemeClr val="tx1"/>
                  </a:solidFill>
                  <a:latin typeface="Tahoma" pitchFamily="34" charset="0"/>
                  <a:ea typeface="宋体" charset="-122"/>
                </a:defRPr>
              </a:lvl4pPr>
              <a:lvl5pPr>
                <a:defRPr sz="2000">
                  <a:solidFill>
                    <a:schemeClr val="tx1"/>
                  </a:solidFill>
                  <a:latin typeface="Tahoma" pitchFamily="34" charset="0"/>
                  <a:ea typeface="宋体" charset="-122"/>
                </a:defRPr>
              </a:lvl5pPr>
              <a:lvl6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6pPr>
              <a:lvl7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7pPr>
              <a:lvl8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8pPr>
              <a:lvl9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9pPr>
            </a:lstStyle>
            <a:p>
              <a:pPr eaLnBrk="1" hangingPunct="1"/>
              <a:r>
                <a:rPr kumimoji="1" lang="en-US" altLang="zh-CN" sz="2000" b="1">
                  <a:solidFill>
                    <a:srgbClr val="000099"/>
                  </a:solidFill>
                  <a:latin typeface="+mn-lt"/>
                  <a:ea typeface="+mn-ea"/>
                </a:rPr>
                <a:t>tsinghua</a:t>
              </a:r>
            </a:p>
          </p:txBody>
        </p:sp>
        <p:sp>
          <p:nvSpPr>
            <p:cNvPr id="42016" name="Text Box 121"/>
            <p:cNvSpPr txBox="1">
              <a:spLocks noChangeArrowheads="1"/>
            </p:cNvSpPr>
            <p:nvPr/>
          </p:nvSpPr>
          <p:spPr bwMode="auto">
            <a:xfrm>
              <a:off x="4649" y="1998"/>
              <a:ext cx="435" cy="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charset="0"/>
                  <a:ea typeface="黑体" pitchFamily="49" charset="-122"/>
                </a:defRPr>
              </a:lvl1pPr>
              <a:lvl2pPr>
                <a:defRPr sz="2800">
                  <a:solidFill>
                    <a:schemeClr val="tx1"/>
                  </a:solidFill>
                  <a:latin typeface="Tahoma" pitchFamily="34" charset="0"/>
                  <a:ea typeface="宋体" charset="-122"/>
                </a:defRPr>
              </a:lvl2pPr>
              <a:lvl3pPr>
                <a:defRPr sz="2400">
                  <a:solidFill>
                    <a:schemeClr val="tx1"/>
                  </a:solidFill>
                  <a:latin typeface="Tahoma" pitchFamily="34" charset="0"/>
                  <a:ea typeface="宋体" charset="-122"/>
                </a:defRPr>
              </a:lvl3pPr>
              <a:lvl4pPr>
                <a:defRPr sz="2000">
                  <a:solidFill>
                    <a:schemeClr val="tx1"/>
                  </a:solidFill>
                  <a:latin typeface="Tahoma" pitchFamily="34" charset="0"/>
                  <a:ea typeface="宋体" charset="-122"/>
                </a:defRPr>
              </a:lvl4pPr>
              <a:lvl5pPr>
                <a:defRPr sz="2000">
                  <a:solidFill>
                    <a:schemeClr val="tx1"/>
                  </a:solidFill>
                  <a:latin typeface="Tahoma" pitchFamily="34" charset="0"/>
                  <a:ea typeface="宋体" charset="-122"/>
                </a:defRPr>
              </a:lvl5pPr>
              <a:lvl6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6pPr>
              <a:lvl7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7pPr>
              <a:lvl8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8pPr>
              <a:lvl9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9pPr>
            </a:lstStyle>
            <a:p>
              <a:pPr eaLnBrk="1" hangingPunct="1"/>
              <a:r>
                <a:rPr kumimoji="1" lang="en-US" altLang="zh-CN" sz="4400" b="1">
                  <a:solidFill>
                    <a:srgbClr val="000099"/>
                  </a:solidFill>
                  <a:latin typeface="+mn-lt"/>
                  <a:ea typeface="+mn-ea"/>
                </a:rPr>
                <a:t>…</a:t>
              </a:r>
            </a:p>
          </p:txBody>
        </p:sp>
        <p:sp>
          <p:nvSpPr>
            <p:cNvPr id="42017" name="Rectangle 128"/>
            <p:cNvSpPr>
              <a:spLocks noChangeArrowheads="1"/>
            </p:cNvSpPr>
            <p:nvPr/>
          </p:nvSpPr>
          <p:spPr bwMode="auto">
            <a:xfrm>
              <a:off x="113" y="2182"/>
              <a:ext cx="703" cy="250"/>
            </a:xfrm>
            <a:prstGeom prst="rect">
              <a:avLst/>
            </a:prstGeom>
            <a:solidFill>
              <a:srgbClr val="CCFF99"/>
            </a:solidFill>
            <a:ln>
              <a:noFill/>
            </a:ln>
            <a:effectLst/>
            <a:extLst>
              <a:ext uri="{91240B29-F687-4F45-9708-019B960494DF}">
                <a14:hiddenLine xmlns:a14="http://schemas.microsoft.com/office/drawing/2010/main" w="19050" algn="ctr">
                  <a:solidFill>
                    <a:srgbClr val="CCEC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zh-CN" altLang="en-US" sz="2000" b="1">
                  <a:solidFill>
                    <a:srgbClr val="000099"/>
                  </a:solidFill>
                  <a:latin typeface="+mn-lt"/>
                  <a:ea typeface="+mn-ea"/>
                </a:rPr>
                <a:t>三级域名</a:t>
              </a:r>
            </a:p>
          </p:txBody>
        </p:sp>
        <p:sp>
          <p:nvSpPr>
            <p:cNvPr id="42018" name="Text Box 129"/>
            <p:cNvSpPr txBox="1">
              <a:spLocks noChangeArrowheads="1"/>
            </p:cNvSpPr>
            <p:nvPr/>
          </p:nvSpPr>
          <p:spPr bwMode="auto">
            <a:xfrm>
              <a:off x="1064" y="2205"/>
              <a:ext cx="405" cy="25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charset="0"/>
                  <a:ea typeface="黑体" pitchFamily="49" charset="-122"/>
                </a:defRPr>
              </a:lvl1pPr>
              <a:lvl2pPr>
                <a:defRPr sz="2800">
                  <a:solidFill>
                    <a:schemeClr val="tx1"/>
                  </a:solidFill>
                  <a:latin typeface="Tahoma" pitchFamily="34" charset="0"/>
                  <a:ea typeface="宋体" charset="-122"/>
                </a:defRPr>
              </a:lvl2pPr>
              <a:lvl3pPr>
                <a:defRPr sz="2400">
                  <a:solidFill>
                    <a:schemeClr val="tx1"/>
                  </a:solidFill>
                  <a:latin typeface="Tahoma" pitchFamily="34" charset="0"/>
                  <a:ea typeface="宋体" charset="-122"/>
                </a:defRPr>
              </a:lvl3pPr>
              <a:lvl4pPr>
                <a:defRPr sz="2000">
                  <a:solidFill>
                    <a:schemeClr val="tx1"/>
                  </a:solidFill>
                  <a:latin typeface="Tahoma" pitchFamily="34" charset="0"/>
                  <a:ea typeface="宋体" charset="-122"/>
                </a:defRPr>
              </a:lvl4pPr>
              <a:lvl5pPr>
                <a:defRPr sz="2000">
                  <a:solidFill>
                    <a:schemeClr val="tx1"/>
                  </a:solidFill>
                  <a:latin typeface="Tahoma" pitchFamily="34" charset="0"/>
                  <a:ea typeface="宋体" charset="-122"/>
                </a:defRPr>
              </a:lvl5pPr>
              <a:lvl6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6pPr>
              <a:lvl7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7pPr>
              <a:lvl8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8pPr>
              <a:lvl9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9pPr>
            </a:lstStyle>
            <a:p>
              <a:pPr eaLnBrk="1" hangingPunct="1"/>
              <a:r>
                <a:rPr kumimoji="1" lang="en-US" altLang="zh-CN" sz="2000" b="1">
                  <a:solidFill>
                    <a:srgbClr val="000099"/>
                  </a:solidFill>
                  <a:latin typeface="+mn-lt"/>
                  <a:ea typeface="+mn-ea"/>
                </a:rPr>
                <a:t>mail</a:t>
              </a:r>
            </a:p>
          </p:txBody>
        </p:sp>
        <p:sp>
          <p:nvSpPr>
            <p:cNvPr id="42019" name="Line 148"/>
            <p:cNvSpPr>
              <a:spLocks noChangeShapeType="1"/>
            </p:cNvSpPr>
            <p:nvPr/>
          </p:nvSpPr>
          <p:spPr bwMode="auto">
            <a:xfrm flipH="1">
              <a:off x="4386" y="1773"/>
              <a:ext cx="387" cy="42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20" name="Line 149"/>
            <p:cNvSpPr>
              <a:spLocks noChangeShapeType="1"/>
            </p:cNvSpPr>
            <p:nvPr/>
          </p:nvSpPr>
          <p:spPr bwMode="auto">
            <a:xfrm>
              <a:off x="4792" y="1784"/>
              <a:ext cx="548" cy="43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21" name="Text Box 150"/>
            <p:cNvSpPr txBox="1">
              <a:spLocks noChangeArrowheads="1"/>
            </p:cNvSpPr>
            <p:nvPr/>
          </p:nvSpPr>
          <p:spPr bwMode="auto">
            <a:xfrm>
              <a:off x="1826" y="2205"/>
              <a:ext cx="454" cy="25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charset="0"/>
                  <a:ea typeface="黑体" pitchFamily="49" charset="-122"/>
                </a:defRPr>
              </a:lvl1pPr>
              <a:lvl2pPr>
                <a:defRPr sz="2800">
                  <a:solidFill>
                    <a:schemeClr val="tx1"/>
                  </a:solidFill>
                  <a:latin typeface="Tahoma" pitchFamily="34" charset="0"/>
                  <a:ea typeface="宋体" charset="-122"/>
                </a:defRPr>
              </a:lvl2pPr>
              <a:lvl3pPr>
                <a:defRPr sz="2400">
                  <a:solidFill>
                    <a:schemeClr val="tx1"/>
                  </a:solidFill>
                  <a:latin typeface="Tahoma" pitchFamily="34" charset="0"/>
                  <a:ea typeface="宋体" charset="-122"/>
                </a:defRPr>
              </a:lvl3pPr>
              <a:lvl4pPr>
                <a:defRPr sz="2000">
                  <a:solidFill>
                    <a:schemeClr val="tx1"/>
                  </a:solidFill>
                  <a:latin typeface="Tahoma" pitchFamily="34" charset="0"/>
                  <a:ea typeface="宋体" charset="-122"/>
                </a:defRPr>
              </a:lvl4pPr>
              <a:lvl5pPr>
                <a:defRPr sz="2000">
                  <a:solidFill>
                    <a:schemeClr val="tx1"/>
                  </a:solidFill>
                  <a:latin typeface="Tahoma" pitchFamily="34" charset="0"/>
                  <a:ea typeface="宋体" charset="-122"/>
                </a:defRPr>
              </a:lvl5pPr>
              <a:lvl6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6pPr>
              <a:lvl7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7pPr>
              <a:lvl8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8pPr>
              <a:lvl9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9pPr>
            </a:lstStyle>
            <a:p>
              <a:pPr eaLnBrk="1" hangingPunct="1"/>
              <a:r>
                <a:rPr kumimoji="1" lang="en-US" altLang="zh-CN" sz="2000" b="1">
                  <a:solidFill>
                    <a:srgbClr val="000099"/>
                  </a:solidFill>
                  <a:latin typeface="+mn-lt"/>
                  <a:ea typeface="+mn-ea"/>
                </a:rPr>
                <a:t>www</a:t>
              </a:r>
            </a:p>
          </p:txBody>
        </p:sp>
        <p:sp>
          <p:nvSpPr>
            <p:cNvPr id="42022" name="Text Box 152"/>
            <p:cNvSpPr txBox="1">
              <a:spLocks noChangeArrowheads="1"/>
            </p:cNvSpPr>
            <p:nvPr/>
          </p:nvSpPr>
          <p:spPr bwMode="auto">
            <a:xfrm>
              <a:off x="1414" y="1998"/>
              <a:ext cx="435" cy="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charset="0"/>
                  <a:ea typeface="黑体" pitchFamily="49" charset="-122"/>
                </a:defRPr>
              </a:lvl1pPr>
              <a:lvl2pPr>
                <a:defRPr sz="2800">
                  <a:solidFill>
                    <a:schemeClr val="tx1"/>
                  </a:solidFill>
                  <a:latin typeface="Tahoma" pitchFamily="34" charset="0"/>
                  <a:ea typeface="宋体" charset="-122"/>
                </a:defRPr>
              </a:lvl2pPr>
              <a:lvl3pPr>
                <a:defRPr sz="2400">
                  <a:solidFill>
                    <a:schemeClr val="tx1"/>
                  </a:solidFill>
                  <a:latin typeface="Tahoma" pitchFamily="34" charset="0"/>
                  <a:ea typeface="宋体" charset="-122"/>
                </a:defRPr>
              </a:lvl3pPr>
              <a:lvl4pPr>
                <a:defRPr sz="2000">
                  <a:solidFill>
                    <a:schemeClr val="tx1"/>
                  </a:solidFill>
                  <a:latin typeface="Tahoma" pitchFamily="34" charset="0"/>
                  <a:ea typeface="宋体" charset="-122"/>
                </a:defRPr>
              </a:lvl4pPr>
              <a:lvl5pPr>
                <a:defRPr sz="2000">
                  <a:solidFill>
                    <a:schemeClr val="tx1"/>
                  </a:solidFill>
                  <a:latin typeface="Tahoma" pitchFamily="34" charset="0"/>
                  <a:ea typeface="宋体" charset="-122"/>
                </a:defRPr>
              </a:lvl5pPr>
              <a:lvl6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6pPr>
              <a:lvl7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7pPr>
              <a:lvl8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8pPr>
              <a:lvl9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9pPr>
            </a:lstStyle>
            <a:p>
              <a:pPr eaLnBrk="1" hangingPunct="1"/>
              <a:r>
                <a:rPr kumimoji="1" lang="en-US" altLang="zh-CN" sz="4400" b="1">
                  <a:solidFill>
                    <a:srgbClr val="000099"/>
                  </a:solidFill>
                  <a:latin typeface="+mn-lt"/>
                  <a:ea typeface="+mn-ea"/>
                </a:rPr>
                <a:t>…</a:t>
              </a:r>
            </a:p>
          </p:txBody>
        </p:sp>
        <p:sp>
          <p:nvSpPr>
            <p:cNvPr id="42023" name="Line 153"/>
            <p:cNvSpPr>
              <a:spLocks noChangeShapeType="1"/>
            </p:cNvSpPr>
            <p:nvPr/>
          </p:nvSpPr>
          <p:spPr bwMode="auto">
            <a:xfrm flipV="1">
              <a:off x="1274" y="1794"/>
              <a:ext cx="383" cy="449"/>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24" name="Line 154"/>
            <p:cNvSpPr>
              <a:spLocks noChangeShapeType="1"/>
            </p:cNvSpPr>
            <p:nvPr/>
          </p:nvSpPr>
          <p:spPr bwMode="auto">
            <a:xfrm>
              <a:off x="1657" y="1794"/>
              <a:ext cx="361" cy="473"/>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grpSp>
          <p:nvGrpSpPr>
            <p:cNvPr id="42025" name="Group 187"/>
            <p:cNvGrpSpPr>
              <a:grpSpLocks/>
            </p:cNvGrpSpPr>
            <p:nvPr/>
          </p:nvGrpSpPr>
          <p:grpSpPr bwMode="auto">
            <a:xfrm>
              <a:off x="2613" y="1797"/>
              <a:ext cx="269" cy="101"/>
              <a:chOff x="2875" y="1143"/>
              <a:chExt cx="330" cy="132"/>
            </a:xfrm>
          </p:grpSpPr>
          <p:sp>
            <p:nvSpPr>
              <p:cNvPr id="42041" name="Line 188"/>
              <p:cNvSpPr>
                <a:spLocks noChangeShapeType="1"/>
              </p:cNvSpPr>
              <p:nvPr/>
            </p:nvSpPr>
            <p:spPr bwMode="auto">
              <a:xfrm>
                <a:off x="3061" y="1143"/>
                <a:ext cx="144" cy="132"/>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42" name="Line 189"/>
              <p:cNvSpPr>
                <a:spLocks noChangeShapeType="1"/>
              </p:cNvSpPr>
              <p:nvPr/>
            </p:nvSpPr>
            <p:spPr bwMode="auto">
              <a:xfrm>
                <a:off x="3050" y="1143"/>
                <a:ext cx="37" cy="129"/>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43" name="Line 190"/>
              <p:cNvSpPr>
                <a:spLocks noChangeShapeType="1"/>
              </p:cNvSpPr>
              <p:nvPr/>
            </p:nvSpPr>
            <p:spPr bwMode="auto">
              <a:xfrm flipH="1">
                <a:off x="2875" y="1143"/>
                <a:ext cx="144" cy="132"/>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44" name="Line 191"/>
              <p:cNvSpPr>
                <a:spLocks noChangeShapeType="1"/>
              </p:cNvSpPr>
              <p:nvPr/>
            </p:nvSpPr>
            <p:spPr bwMode="auto">
              <a:xfrm flipH="1">
                <a:off x="2980" y="1143"/>
                <a:ext cx="54" cy="126"/>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grpSp>
        <p:grpSp>
          <p:nvGrpSpPr>
            <p:cNvPr id="42026" name="Group 192"/>
            <p:cNvGrpSpPr>
              <a:grpSpLocks/>
            </p:cNvGrpSpPr>
            <p:nvPr/>
          </p:nvGrpSpPr>
          <p:grpSpPr bwMode="auto">
            <a:xfrm>
              <a:off x="5131" y="1797"/>
              <a:ext cx="268" cy="101"/>
              <a:chOff x="2875" y="1143"/>
              <a:chExt cx="330" cy="132"/>
            </a:xfrm>
          </p:grpSpPr>
          <p:sp>
            <p:nvSpPr>
              <p:cNvPr id="42037" name="Line 193"/>
              <p:cNvSpPr>
                <a:spLocks noChangeShapeType="1"/>
              </p:cNvSpPr>
              <p:nvPr/>
            </p:nvSpPr>
            <p:spPr bwMode="auto">
              <a:xfrm>
                <a:off x="3061" y="1143"/>
                <a:ext cx="144" cy="132"/>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38" name="Line 194"/>
              <p:cNvSpPr>
                <a:spLocks noChangeShapeType="1"/>
              </p:cNvSpPr>
              <p:nvPr/>
            </p:nvSpPr>
            <p:spPr bwMode="auto">
              <a:xfrm>
                <a:off x="3050" y="1143"/>
                <a:ext cx="37" cy="129"/>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39" name="Line 195"/>
              <p:cNvSpPr>
                <a:spLocks noChangeShapeType="1"/>
              </p:cNvSpPr>
              <p:nvPr/>
            </p:nvSpPr>
            <p:spPr bwMode="auto">
              <a:xfrm flipH="1">
                <a:off x="2875" y="1143"/>
                <a:ext cx="144" cy="132"/>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40" name="Line 196"/>
              <p:cNvSpPr>
                <a:spLocks noChangeShapeType="1"/>
              </p:cNvSpPr>
              <p:nvPr/>
            </p:nvSpPr>
            <p:spPr bwMode="auto">
              <a:xfrm flipH="1">
                <a:off x="2980" y="1143"/>
                <a:ext cx="54" cy="126"/>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grpSp>
        <p:grpSp>
          <p:nvGrpSpPr>
            <p:cNvPr id="42027" name="Group 197"/>
            <p:cNvGrpSpPr>
              <a:grpSpLocks/>
            </p:cNvGrpSpPr>
            <p:nvPr/>
          </p:nvGrpSpPr>
          <p:grpSpPr bwMode="auto">
            <a:xfrm>
              <a:off x="2239" y="1797"/>
              <a:ext cx="268" cy="101"/>
              <a:chOff x="2875" y="1143"/>
              <a:chExt cx="330" cy="132"/>
            </a:xfrm>
          </p:grpSpPr>
          <p:sp>
            <p:nvSpPr>
              <p:cNvPr id="42033" name="Line 198"/>
              <p:cNvSpPr>
                <a:spLocks noChangeShapeType="1"/>
              </p:cNvSpPr>
              <p:nvPr/>
            </p:nvSpPr>
            <p:spPr bwMode="auto">
              <a:xfrm>
                <a:off x="3061" y="1143"/>
                <a:ext cx="144" cy="132"/>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34" name="Line 199"/>
              <p:cNvSpPr>
                <a:spLocks noChangeShapeType="1"/>
              </p:cNvSpPr>
              <p:nvPr/>
            </p:nvSpPr>
            <p:spPr bwMode="auto">
              <a:xfrm>
                <a:off x="3050" y="1143"/>
                <a:ext cx="37" cy="129"/>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35" name="Line 200"/>
              <p:cNvSpPr>
                <a:spLocks noChangeShapeType="1"/>
              </p:cNvSpPr>
              <p:nvPr/>
            </p:nvSpPr>
            <p:spPr bwMode="auto">
              <a:xfrm flipH="1">
                <a:off x="2875" y="1143"/>
                <a:ext cx="144" cy="132"/>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36" name="Line 201"/>
              <p:cNvSpPr>
                <a:spLocks noChangeShapeType="1"/>
              </p:cNvSpPr>
              <p:nvPr/>
            </p:nvSpPr>
            <p:spPr bwMode="auto">
              <a:xfrm flipH="1">
                <a:off x="2980" y="1143"/>
                <a:ext cx="54" cy="126"/>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grpSp>
        <p:grpSp>
          <p:nvGrpSpPr>
            <p:cNvPr id="42028" name="Group 202"/>
            <p:cNvGrpSpPr>
              <a:grpSpLocks/>
            </p:cNvGrpSpPr>
            <p:nvPr/>
          </p:nvGrpSpPr>
          <p:grpSpPr bwMode="auto">
            <a:xfrm>
              <a:off x="3953" y="1797"/>
              <a:ext cx="268" cy="101"/>
              <a:chOff x="2875" y="1143"/>
              <a:chExt cx="330" cy="132"/>
            </a:xfrm>
          </p:grpSpPr>
          <p:sp>
            <p:nvSpPr>
              <p:cNvPr id="42029" name="Line 203"/>
              <p:cNvSpPr>
                <a:spLocks noChangeShapeType="1"/>
              </p:cNvSpPr>
              <p:nvPr/>
            </p:nvSpPr>
            <p:spPr bwMode="auto">
              <a:xfrm>
                <a:off x="3061" y="1143"/>
                <a:ext cx="144" cy="132"/>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30" name="Line 204"/>
              <p:cNvSpPr>
                <a:spLocks noChangeShapeType="1"/>
              </p:cNvSpPr>
              <p:nvPr/>
            </p:nvSpPr>
            <p:spPr bwMode="auto">
              <a:xfrm>
                <a:off x="3050" y="1143"/>
                <a:ext cx="37" cy="129"/>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31" name="Line 205"/>
              <p:cNvSpPr>
                <a:spLocks noChangeShapeType="1"/>
              </p:cNvSpPr>
              <p:nvPr/>
            </p:nvSpPr>
            <p:spPr bwMode="auto">
              <a:xfrm flipH="1">
                <a:off x="2875" y="1143"/>
                <a:ext cx="144" cy="132"/>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32" name="Line 206"/>
              <p:cNvSpPr>
                <a:spLocks noChangeShapeType="1"/>
              </p:cNvSpPr>
              <p:nvPr/>
            </p:nvSpPr>
            <p:spPr bwMode="auto">
              <a:xfrm flipH="1">
                <a:off x="2980" y="1143"/>
                <a:ext cx="54" cy="126"/>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grpSp>
      </p:grpSp>
      <p:grpSp>
        <p:nvGrpSpPr>
          <p:cNvPr id="576725" name="Group 213"/>
          <p:cNvGrpSpPr>
            <a:grpSpLocks/>
          </p:cNvGrpSpPr>
          <p:nvPr/>
        </p:nvGrpSpPr>
        <p:grpSpPr bwMode="auto">
          <a:xfrm>
            <a:off x="293108" y="1689765"/>
            <a:ext cx="9412420" cy="965199"/>
            <a:chOff x="113" y="707"/>
            <a:chExt cx="5473" cy="608"/>
          </a:xfrm>
        </p:grpSpPr>
        <p:sp>
          <p:nvSpPr>
            <p:cNvPr id="41992" name="Rectangle 209"/>
            <p:cNvSpPr>
              <a:spLocks noChangeArrowheads="1"/>
            </p:cNvSpPr>
            <p:nvPr/>
          </p:nvSpPr>
          <p:spPr bwMode="auto">
            <a:xfrm>
              <a:off x="1020" y="1026"/>
              <a:ext cx="106" cy="289"/>
            </a:xfrm>
            <a:prstGeom prst="rect">
              <a:avLst/>
            </a:prstGeom>
            <a:solidFill>
              <a:srgbClr val="CCECFF"/>
            </a:solidFill>
            <a:ln>
              <a:noFill/>
            </a:ln>
            <a:effectLst/>
            <a:extLst>
              <a:ext uri="{91240B29-F687-4F45-9708-019B960494DF}">
                <a14:hiddenLine xmlns:a14="http://schemas.microsoft.com/office/drawing/2010/main" w="19050" algn="ctr">
                  <a:solidFill>
                    <a:srgbClr val="CCEC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1" hangingPunct="1"/>
              <a:endParaRPr lang="zh-CN" altLang="en-US" b="1">
                <a:solidFill>
                  <a:srgbClr val="000099"/>
                </a:solidFill>
                <a:latin typeface="+mn-lt"/>
                <a:ea typeface="+mn-ea"/>
              </a:endParaRPr>
            </a:p>
          </p:txBody>
        </p:sp>
        <p:sp>
          <p:nvSpPr>
            <p:cNvPr id="41993" name="Text Box 106"/>
            <p:cNvSpPr txBox="1">
              <a:spLocks noChangeArrowheads="1"/>
            </p:cNvSpPr>
            <p:nvPr/>
          </p:nvSpPr>
          <p:spPr bwMode="auto">
            <a:xfrm>
              <a:off x="1975" y="1026"/>
              <a:ext cx="41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charset="0"/>
                  <a:ea typeface="黑体" pitchFamily="49" charset="-122"/>
                </a:defRPr>
              </a:lvl1pPr>
              <a:lvl2pPr>
                <a:defRPr sz="2800">
                  <a:solidFill>
                    <a:schemeClr val="tx1"/>
                  </a:solidFill>
                  <a:latin typeface="Tahoma" pitchFamily="34" charset="0"/>
                  <a:ea typeface="宋体" charset="-122"/>
                </a:defRPr>
              </a:lvl2pPr>
              <a:lvl3pPr>
                <a:defRPr sz="2400">
                  <a:solidFill>
                    <a:schemeClr val="tx1"/>
                  </a:solidFill>
                  <a:latin typeface="Tahoma" pitchFamily="34" charset="0"/>
                  <a:ea typeface="宋体" charset="-122"/>
                </a:defRPr>
              </a:lvl3pPr>
              <a:lvl4pPr>
                <a:defRPr sz="2000">
                  <a:solidFill>
                    <a:schemeClr val="tx1"/>
                  </a:solidFill>
                  <a:latin typeface="Tahoma" pitchFamily="34" charset="0"/>
                  <a:ea typeface="宋体" charset="-122"/>
                </a:defRPr>
              </a:lvl4pPr>
              <a:lvl5pPr>
                <a:defRPr sz="2000">
                  <a:solidFill>
                    <a:schemeClr val="tx1"/>
                  </a:solidFill>
                  <a:latin typeface="Tahoma" pitchFamily="34" charset="0"/>
                  <a:ea typeface="宋体" charset="-122"/>
                </a:defRPr>
              </a:lvl5pPr>
              <a:lvl6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6pPr>
              <a:lvl7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7pPr>
              <a:lvl8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8pPr>
              <a:lvl9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9pPr>
            </a:lstStyle>
            <a:p>
              <a:pPr eaLnBrk="1" hangingPunct="1"/>
              <a:r>
                <a:rPr kumimoji="1" lang="en-US" altLang="zh-CN" sz="2000" b="1">
                  <a:solidFill>
                    <a:srgbClr val="000099"/>
                  </a:solidFill>
                  <a:latin typeface="+mn-lt"/>
                  <a:ea typeface="+mn-ea"/>
                </a:rPr>
                <a:t>com</a:t>
              </a:r>
            </a:p>
          </p:txBody>
        </p:sp>
        <p:sp>
          <p:nvSpPr>
            <p:cNvPr id="41994" name="Text Box 107"/>
            <p:cNvSpPr txBox="1">
              <a:spLocks noChangeArrowheads="1"/>
            </p:cNvSpPr>
            <p:nvPr/>
          </p:nvSpPr>
          <p:spPr bwMode="auto">
            <a:xfrm>
              <a:off x="2472" y="1026"/>
              <a:ext cx="331"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charset="0"/>
                  <a:ea typeface="黑体" pitchFamily="49" charset="-122"/>
                </a:defRPr>
              </a:lvl1pPr>
              <a:lvl2pPr>
                <a:defRPr sz="2800">
                  <a:solidFill>
                    <a:schemeClr val="tx1"/>
                  </a:solidFill>
                  <a:latin typeface="Tahoma" pitchFamily="34" charset="0"/>
                  <a:ea typeface="宋体" charset="-122"/>
                </a:defRPr>
              </a:lvl2pPr>
              <a:lvl3pPr>
                <a:defRPr sz="2400">
                  <a:solidFill>
                    <a:schemeClr val="tx1"/>
                  </a:solidFill>
                  <a:latin typeface="Tahoma" pitchFamily="34" charset="0"/>
                  <a:ea typeface="宋体" charset="-122"/>
                </a:defRPr>
              </a:lvl3pPr>
              <a:lvl4pPr>
                <a:defRPr sz="2000">
                  <a:solidFill>
                    <a:schemeClr val="tx1"/>
                  </a:solidFill>
                  <a:latin typeface="Tahoma" pitchFamily="34" charset="0"/>
                  <a:ea typeface="宋体" charset="-122"/>
                </a:defRPr>
              </a:lvl4pPr>
              <a:lvl5pPr>
                <a:defRPr sz="2000">
                  <a:solidFill>
                    <a:schemeClr val="tx1"/>
                  </a:solidFill>
                  <a:latin typeface="Tahoma" pitchFamily="34" charset="0"/>
                  <a:ea typeface="宋体" charset="-122"/>
                </a:defRPr>
              </a:lvl5pPr>
              <a:lvl6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6pPr>
              <a:lvl7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7pPr>
              <a:lvl8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8pPr>
              <a:lvl9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9pPr>
            </a:lstStyle>
            <a:p>
              <a:pPr eaLnBrk="1" hangingPunct="1"/>
              <a:r>
                <a:rPr kumimoji="1" lang="en-US" altLang="zh-CN" sz="2000" b="1">
                  <a:solidFill>
                    <a:srgbClr val="000099"/>
                  </a:solidFill>
                  <a:latin typeface="+mn-lt"/>
                  <a:ea typeface="+mn-ea"/>
                </a:rPr>
                <a:t>net</a:t>
              </a:r>
            </a:p>
          </p:txBody>
        </p:sp>
        <p:sp>
          <p:nvSpPr>
            <p:cNvPr id="41995" name="Text Box 108"/>
            <p:cNvSpPr txBox="1">
              <a:spLocks noChangeArrowheads="1"/>
            </p:cNvSpPr>
            <p:nvPr/>
          </p:nvSpPr>
          <p:spPr bwMode="auto">
            <a:xfrm>
              <a:off x="2900" y="1026"/>
              <a:ext cx="348"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charset="0"/>
                  <a:ea typeface="黑体" pitchFamily="49" charset="-122"/>
                </a:defRPr>
              </a:lvl1pPr>
              <a:lvl2pPr>
                <a:defRPr sz="2800">
                  <a:solidFill>
                    <a:schemeClr val="tx1"/>
                  </a:solidFill>
                  <a:latin typeface="Tahoma" pitchFamily="34" charset="0"/>
                  <a:ea typeface="宋体" charset="-122"/>
                </a:defRPr>
              </a:lvl2pPr>
              <a:lvl3pPr>
                <a:defRPr sz="2400">
                  <a:solidFill>
                    <a:schemeClr val="tx1"/>
                  </a:solidFill>
                  <a:latin typeface="Tahoma" pitchFamily="34" charset="0"/>
                  <a:ea typeface="宋体" charset="-122"/>
                </a:defRPr>
              </a:lvl3pPr>
              <a:lvl4pPr>
                <a:defRPr sz="2000">
                  <a:solidFill>
                    <a:schemeClr val="tx1"/>
                  </a:solidFill>
                  <a:latin typeface="Tahoma" pitchFamily="34" charset="0"/>
                  <a:ea typeface="宋体" charset="-122"/>
                </a:defRPr>
              </a:lvl4pPr>
              <a:lvl5pPr>
                <a:defRPr sz="2000">
                  <a:solidFill>
                    <a:schemeClr val="tx1"/>
                  </a:solidFill>
                  <a:latin typeface="Tahoma" pitchFamily="34" charset="0"/>
                  <a:ea typeface="宋体" charset="-122"/>
                </a:defRPr>
              </a:lvl5pPr>
              <a:lvl6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6pPr>
              <a:lvl7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7pPr>
              <a:lvl8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8pPr>
              <a:lvl9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9pPr>
            </a:lstStyle>
            <a:p>
              <a:pPr eaLnBrk="1" hangingPunct="1"/>
              <a:r>
                <a:rPr kumimoji="1" lang="en-US" altLang="zh-CN" sz="2000" b="1">
                  <a:solidFill>
                    <a:srgbClr val="000099"/>
                  </a:solidFill>
                  <a:latin typeface="+mn-lt"/>
                  <a:ea typeface="+mn-ea"/>
                </a:rPr>
                <a:t>org</a:t>
              </a:r>
            </a:p>
          </p:txBody>
        </p:sp>
        <p:sp>
          <p:nvSpPr>
            <p:cNvPr id="41996" name="Text Box 109"/>
            <p:cNvSpPr txBox="1">
              <a:spLocks noChangeArrowheads="1"/>
            </p:cNvSpPr>
            <p:nvPr/>
          </p:nvSpPr>
          <p:spPr bwMode="auto">
            <a:xfrm>
              <a:off x="3329" y="1026"/>
              <a:ext cx="373"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charset="0"/>
                  <a:ea typeface="黑体" pitchFamily="49" charset="-122"/>
                </a:defRPr>
              </a:lvl1pPr>
              <a:lvl2pPr>
                <a:defRPr sz="2800">
                  <a:solidFill>
                    <a:schemeClr val="tx1"/>
                  </a:solidFill>
                  <a:latin typeface="Tahoma" pitchFamily="34" charset="0"/>
                  <a:ea typeface="宋体" charset="-122"/>
                </a:defRPr>
              </a:lvl2pPr>
              <a:lvl3pPr>
                <a:defRPr sz="2400">
                  <a:solidFill>
                    <a:schemeClr val="tx1"/>
                  </a:solidFill>
                  <a:latin typeface="Tahoma" pitchFamily="34" charset="0"/>
                  <a:ea typeface="宋体" charset="-122"/>
                </a:defRPr>
              </a:lvl3pPr>
              <a:lvl4pPr>
                <a:defRPr sz="2000">
                  <a:solidFill>
                    <a:schemeClr val="tx1"/>
                  </a:solidFill>
                  <a:latin typeface="Tahoma" pitchFamily="34" charset="0"/>
                  <a:ea typeface="宋体" charset="-122"/>
                </a:defRPr>
              </a:lvl4pPr>
              <a:lvl5pPr>
                <a:defRPr sz="2000">
                  <a:solidFill>
                    <a:schemeClr val="tx1"/>
                  </a:solidFill>
                  <a:latin typeface="Tahoma" pitchFamily="34" charset="0"/>
                  <a:ea typeface="宋体" charset="-122"/>
                </a:defRPr>
              </a:lvl5pPr>
              <a:lvl6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6pPr>
              <a:lvl7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7pPr>
              <a:lvl8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8pPr>
              <a:lvl9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9pPr>
            </a:lstStyle>
            <a:p>
              <a:pPr eaLnBrk="1" hangingPunct="1"/>
              <a:r>
                <a:rPr kumimoji="1" lang="en-US" altLang="zh-CN" sz="2000" b="1">
                  <a:solidFill>
                    <a:srgbClr val="000099"/>
                  </a:solidFill>
                  <a:latin typeface="+mn-lt"/>
                  <a:ea typeface="+mn-ea"/>
                </a:rPr>
                <a:t>edu</a:t>
              </a:r>
            </a:p>
          </p:txBody>
        </p:sp>
        <p:sp>
          <p:nvSpPr>
            <p:cNvPr id="41997" name="Text Box 110"/>
            <p:cNvSpPr txBox="1">
              <a:spLocks noChangeArrowheads="1"/>
            </p:cNvSpPr>
            <p:nvPr/>
          </p:nvSpPr>
          <p:spPr bwMode="auto">
            <a:xfrm>
              <a:off x="3758" y="1026"/>
              <a:ext cx="373"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charset="0"/>
                  <a:ea typeface="黑体" pitchFamily="49" charset="-122"/>
                </a:defRPr>
              </a:lvl1pPr>
              <a:lvl2pPr>
                <a:defRPr sz="2800">
                  <a:solidFill>
                    <a:schemeClr val="tx1"/>
                  </a:solidFill>
                  <a:latin typeface="Tahoma" pitchFamily="34" charset="0"/>
                  <a:ea typeface="宋体" charset="-122"/>
                </a:defRPr>
              </a:lvl2pPr>
              <a:lvl3pPr>
                <a:defRPr sz="2400">
                  <a:solidFill>
                    <a:schemeClr val="tx1"/>
                  </a:solidFill>
                  <a:latin typeface="Tahoma" pitchFamily="34" charset="0"/>
                  <a:ea typeface="宋体" charset="-122"/>
                </a:defRPr>
              </a:lvl3pPr>
              <a:lvl4pPr>
                <a:defRPr sz="2000">
                  <a:solidFill>
                    <a:schemeClr val="tx1"/>
                  </a:solidFill>
                  <a:latin typeface="Tahoma" pitchFamily="34" charset="0"/>
                  <a:ea typeface="宋体" charset="-122"/>
                </a:defRPr>
              </a:lvl4pPr>
              <a:lvl5pPr>
                <a:defRPr sz="2000">
                  <a:solidFill>
                    <a:schemeClr val="tx1"/>
                  </a:solidFill>
                  <a:latin typeface="Tahoma" pitchFamily="34" charset="0"/>
                  <a:ea typeface="宋体" charset="-122"/>
                </a:defRPr>
              </a:lvl5pPr>
              <a:lvl6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6pPr>
              <a:lvl7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7pPr>
              <a:lvl8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8pPr>
              <a:lvl9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9pPr>
            </a:lstStyle>
            <a:p>
              <a:pPr eaLnBrk="1" hangingPunct="1"/>
              <a:r>
                <a:rPr kumimoji="1" lang="en-US" altLang="zh-CN" sz="2000" b="1">
                  <a:solidFill>
                    <a:srgbClr val="000099"/>
                  </a:solidFill>
                  <a:latin typeface="+mn-lt"/>
                  <a:ea typeface="+mn-ea"/>
                </a:rPr>
                <a:t>gov</a:t>
              </a:r>
            </a:p>
          </p:txBody>
        </p:sp>
        <p:sp>
          <p:nvSpPr>
            <p:cNvPr id="41998" name="Text Box 111"/>
            <p:cNvSpPr txBox="1">
              <a:spLocks noChangeArrowheads="1"/>
            </p:cNvSpPr>
            <p:nvPr/>
          </p:nvSpPr>
          <p:spPr bwMode="auto">
            <a:xfrm>
              <a:off x="1114" y="1026"/>
              <a:ext cx="422"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charset="0"/>
                  <a:ea typeface="黑体" pitchFamily="49" charset="-122"/>
                </a:defRPr>
              </a:lvl1pPr>
              <a:lvl2pPr>
                <a:defRPr sz="2800">
                  <a:solidFill>
                    <a:schemeClr val="tx1"/>
                  </a:solidFill>
                  <a:latin typeface="Tahoma" pitchFamily="34" charset="0"/>
                  <a:ea typeface="宋体" charset="-122"/>
                </a:defRPr>
              </a:lvl2pPr>
              <a:lvl3pPr>
                <a:defRPr sz="2400">
                  <a:solidFill>
                    <a:schemeClr val="tx1"/>
                  </a:solidFill>
                  <a:latin typeface="Tahoma" pitchFamily="34" charset="0"/>
                  <a:ea typeface="宋体" charset="-122"/>
                </a:defRPr>
              </a:lvl3pPr>
              <a:lvl4pPr>
                <a:defRPr sz="2000">
                  <a:solidFill>
                    <a:schemeClr val="tx1"/>
                  </a:solidFill>
                  <a:latin typeface="Tahoma" pitchFamily="34" charset="0"/>
                  <a:ea typeface="宋体" charset="-122"/>
                </a:defRPr>
              </a:lvl4pPr>
              <a:lvl5pPr>
                <a:defRPr sz="2000">
                  <a:solidFill>
                    <a:schemeClr val="tx1"/>
                  </a:solidFill>
                  <a:latin typeface="Tahoma" pitchFamily="34" charset="0"/>
                  <a:ea typeface="宋体" charset="-122"/>
                </a:defRPr>
              </a:lvl5pPr>
              <a:lvl6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6pPr>
              <a:lvl7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7pPr>
              <a:lvl8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8pPr>
              <a:lvl9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9pPr>
            </a:lstStyle>
            <a:p>
              <a:pPr eaLnBrk="1" hangingPunct="1"/>
              <a:r>
                <a:rPr kumimoji="1" lang="en-US" altLang="zh-CN" sz="2000" b="1">
                  <a:solidFill>
                    <a:srgbClr val="000099"/>
                  </a:solidFill>
                  <a:latin typeface="+mn-lt"/>
                  <a:ea typeface="+mn-ea"/>
                </a:rPr>
                <a:t>aero</a:t>
              </a:r>
            </a:p>
          </p:txBody>
        </p:sp>
        <p:sp>
          <p:nvSpPr>
            <p:cNvPr id="41999" name="Text Box 112"/>
            <p:cNvSpPr txBox="1">
              <a:spLocks noChangeArrowheads="1"/>
            </p:cNvSpPr>
            <p:nvPr/>
          </p:nvSpPr>
          <p:spPr bwMode="auto">
            <a:xfrm>
              <a:off x="4489" y="1026"/>
              <a:ext cx="282"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charset="0"/>
                  <a:ea typeface="黑体" pitchFamily="49" charset="-122"/>
                </a:defRPr>
              </a:lvl1pPr>
              <a:lvl2pPr>
                <a:defRPr sz="2800">
                  <a:solidFill>
                    <a:schemeClr val="tx1"/>
                  </a:solidFill>
                  <a:latin typeface="Tahoma" pitchFamily="34" charset="0"/>
                  <a:ea typeface="宋体" charset="-122"/>
                </a:defRPr>
              </a:lvl2pPr>
              <a:lvl3pPr>
                <a:defRPr sz="2400">
                  <a:solidFill>
                    <a:schemeClr val="tx1"/>
                  </a:solidFill>
                  <a:latin typeface="Tahoma" pitchFamily="34" charset="0"/>
                  <a:ea typeface="宋体" charset="-122"/>
                </a:defRPr>
              </a:lvl3pPr>
              <a:lvl4pPr>
                <a:defRPr sz="2000">
                  <a:solidFill>
                    <a:schemeClr val="tx1"/>
                  </a:solidFill>
                  <a:latin typeface="Tahoma" pitchFamily="34" charset="0"/>
                  <a:ea typeface="宋体" charset="-122"/>
                </a:defRPr>
              </a:lvl4pPr>
              <a:lvl5pPr>
                <a:defRPr sz="2000">
                  <a:solidFill>
                    <a:schemeClr val="tx1"/>
                  </a:solidFill>
                  <a:latin typeface="Tahoma" pitchFamily="34" charset="0"/>
                  <a:ea typeface="宋体" charset="-122"/>
                </a:defRPr>
              </a:lvl5pPr>
              <a:lvl6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6pPr>
              <a:lvl7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7pPr>
              <a:lvl8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8pPr>
              <a:lvl9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9pPr>
            </a:lstStyle>
            <a:p>
              <a:pPr eaLnBrk="1" hangingPunct="1"/>
              <a:r>
                <a:rPr kumimoji="1" lang="en-US" altLang="zh-CN" sz="2000" b="1">
                  <a:solidFill>
                    <a:srgbClr val="000099"/>
                  </a:solidFill>
                  <a:latin typeface="+mn-lt"/>
                  <a:ea typeface="+mn-ea"/>
                </a:rPr>
                <a:t>cn</a:t>
              </a:r>
            </a:p>
          </p:txBody>
        </p:sp>
        <p:sp>
          <p:nvSpPr>
            <p:cNvPr id="42000" name="Text Box 113"/>
            <p:cNvSpPr txBox="1">
              <a:spLocks noChangeArrowheads="1"/>
            </p:cNvSpPr>
            <p:nvPr/>
          </p:nvSpPr>
          <p:spPr bwMode="auto">
            <a:xfrm>
              <a:off x="4918" y="1026"/>
              <a:ext cx="282"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charset="0"/>
                  <a:ea typeface="黑体" pitchFamily="49" charset="-122"/>
                </a:defRPr>
              </a:lvl1pPr>
              <a:lvl2pPr>
                <a:defRPr sz="2800">
                  <a:solidFill>
                    <a:schemeClr val="tx1"/>
                  </a:solidFill>
                  <a:latin typeface="Tahoma" pitchFamily="34" charset="0"/>
                  <a:ea typeface="宋体" charset="-122"/>
                </a:defRPr>
              </a:lvl2pPr>
              <a:lvl3pPr>
                <a:defRPr sz="2400">
                  <a:solidFill>
                    <a:schemeClr val="tx1"/>
                  </a:solidFill>
                  <a:latin typeface="Tahoma" pitchFamily="34" charset="0"/>
                  <a:ea typeface="宋体" charset="-122"/>
                </a:defRPr>
              </a:lvl3pPr>
              <a:lvl4pPr>
                <a:defRPr sz="2000">
                  <a:solidFill>
                    <a:schemeClr val="tx1"/>
                  </a:solidFill>
                  <a:latin typeface="Tahoma" pitchFamily="34" charset="0"/>
                  <a:ea typeface="宋体" charset="-122"/>
                </a:defRPr>
              </a:lvl4pPr>
              <a:lvl5pPr>
                <a:defRPr sz="2000">
                  <a:solidFill>
                    <a:schemeClr val="tx1"/>
                  </a:solidFill>
                  <a:latin typeface="Tahoma" pitchFamily="34" charset="0"/>
                  <a:ea typeface="宋体" charset="-122"/>
                </a:defRPr>
              </a:lvl5pPr>
              <a:lvl6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6pPr>
              <a:lvl7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7pPr>
              <a:lvl8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8pPr>
              <a:lvl9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9pPr>
            </a:lstStyle>
            <a:p>
              <a:pPr eaLnBrk="1" hangingPunct="1"/>
              <a:r>
                <a:rPr kumimoji="1" lang="en-US" altLang="zh-CN" sz="2000" b="1">
                  <a:solidFill>
                    <a:srgbClr val="000099"/>
                  </a:solidFill>
                  <a:latin typeface="+mn-lt"/>
                  <a:ea typeface="+mn-ea"/>
                </a:rPr>
                <a:t>uk</a:t>
              </a:r>
            </a:p>
          </p:txBody>
        </p:sp>
        <p:sp>
          <p:nvSpPr>
            <p:cNvPr id="42001" name="Text Box 114"/>
            <p:cNvSpPr txBox="1">
              <a:spLocks noChangeArrowheads="1"/>
            </p:cNvSpPr>
            <p:nvPr/>
          </p:nvSpPr>
          <p:spPr bwMode="auto">
            <a:xfrm>
              <a:off x="5151" y="819"/>
              <a:ext cx="435" cy="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charset="0"/>
                  <a:ea typeface="黑体" pitchFamily="49" charset="-122"/>
                </a:defRPr>
              </a:lvl1pPr>
              <a:lvl2pPr>
                <a:defRPr sz="2800">
                  <a:solidFill>
                    <a:schemeClr val="tx1"/>
                  </a:solidFill>
                  <a:latin typeface="Tahoma" pitchFamily="34" charset="0"/>
                  <a:ea typeface="宋体" charset="-122"/>
                </a:defRPr>
              </a:lvl2pPr>
              <a:lvl3pPr>
                <a:defRPr sz="2400">
                  <a:solidFill>
                    <a:schemeClr val="tx1"/>
                  </a:solidFill>
                  <a:latin typeface="Tahoma" pitchFamily="34" charset="0"/>
                  <a:ea typeface="宋体" charset="-122"/>
                </a:defRPr>
              </a:lvl3pPr>
              <a:lvl4pPr>
                <a:defRPr sz="2000">
                  <a:solidFill>
                    <a:schemeClr val="tx1"/>
                  </a:solidFill>
                  <a:latin typeface="Tahoma" pitchFamily="34" charset="0"/>
                  <a:ea typeface="宋体" charset="-122"/>
                </a:defRPr>
              </a:lvl4pPr>
              <a:lvl5pPr>
                <a:defRPr sz="2000">
                  <a:solidFill>
                    <a:schemeClr val="tx1"/>
                  </a:solidFill>
                  <a:latin typeface="Tahoma" pitchFamily="34" charset="0"/>
                  <a:ea typeface="宋体" charset="-122"/>
                </a:defRPr>
              </a:lvl5pPr>
              <a:lvl6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6pPr>
              <a:lvl7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7pPr>
              <a:lvl8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8pPr>
              <a:lvl9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9pPr>
            </a:lstStyle>
            <a:p>
              <a:pPr eaLnBrk="1" hangingPunct="1"/>
              <a:r>
                <a:rPr kumimoji="1" lang="en-US" altLang="zh-CN" sz="4400" b="1">
                  <a:solidFill>
                    <a:srgbClr val="000099"/>
                  </a:solidFill>
                  <a:latin typeface="+mn-lt"/>
                  <a:ea typeface="+mn-ea"/>
                </a:rPr>
                <a:t>…</a:t>
              </a:r>
            </a:p>
          </p:txBody>
        </p:sp>
        <p:sp>
          <p:nvSpPr>
            <p:cNvPr id="42002" name="Rectangle 126"/>
            <p:cNvSpPr>
              <a:spLocks noChangeArrowheads="1"/>
            </p:cNvSpPr>
            <p:nvPr/>
          </p:nvSpPr>
          <p:spPr bwMode="auto">
            <a:xfrm>
              <a:off x="113" y="1005"/>
              <a:ext cx="703" cy="250"/>
            </a:xfrm>
            <a:prstGeom prst="rect">
              <a:avLst/>
            </a:prstGeom>
            <a:solidFill>
              <a:srgbClr val="CCECFF"/>
            </a:solidFill>
            <a:ln>
              <a:noFill/>
            </a:ln>
            <a:effectLst/>
            <a:extLst>
              <a:ext uri="{91240B29-F687-4F45-9708-019B960494DF}">
                <a14:hiddenLine xmlns:a14="http://schemas.microsoft.com/office/drawing/2010/main" w="19050">
                  <a:solidFill>
                    <a:srgbClr val="CCEC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zh-CN" altLang="en-US" sz="2000" b="1">
                  <a:solidFill>
                    <a:srgbClr val="000099"/>
                  </a:solidFill>
                  <a:latin typeface="+mn-lt"/>
                  <a:ea typeface="+mn-ea"/>
                </a:rPr>
                <a:t>顶级域名</a:t>
              </a:r>
            </a:p>
          </p:txBody>
        </p:sp>
        <p:sp>
          <p:nvSpPr>
            <p:cNvPr id="42003" name="Line 133"/>
            <p:cNvSpPr>
              <a:spLocks noChangeShapeType="1"/>
            </p:cNvSpPr>
            <p:nvPr/>
          </p:nvSpPr>
          <p:spPr bwMode="auto">
            <a:xfrm flipH="1">
              <a:off x="2201" y="712"/>
              <a:ext cx="1068" cy="389"/>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04" name="Line 134"/>
            <p:cNvSpPr>
              <a:spLocks noChangeShapeType="1"/>
            </p:cNvSpPr>
            <p:nvPr/>
          </p:nvSpPr>
          <p:spPr bwMode="auto">
            <a:xfrm flipH="1">
              <a:off x="2681" y="730"/>
              <a:ext cx="575" cy="352"/>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05" name="Line 135"/>
            <p:cNvSpPr>
              <a:spLocks noChangeShapeType="1"/>
            </p:cNvSpPr>
            <p:nvPr/>
          </p:nvSpPr>
          <p:spPr bwMode="auto">
            <a:xfrm flipH="1">
              <a:off x="3134" y="730"/>
              <a:ext cx="131" cy="344"/>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06" name="Line 136"/>
            <p:cNvSpPr>
              <a:spLocks noChangeShapeType="1"/>
            </p:cNvSpPr>
            <p:nvPr/>
          </p:nvSpPr>
          <p:spPr bwMode="auto">
            <a:xfrm>
              <a:off x="3277" y="723"/>
              <a:ext cx="249" cy="365"/>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07" name="Line 137"/>
            <p:cNvSpPr>
              <a:spLocks noChangeShapeType="1"/>
            </p:cNvSpPr>
            <p:nvPr/>
          </p:nvSpPr>
          <p:spPr bwMode="auto">
            <a:xfrm>
              <a:off x="3275" y="715"/>
              <a:ext cx="681" cy="375"/>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08" name="Line 138"/>
            <p:cNvSpPr>
              <a:spLocks noChangeShapeType="1"/>
            </p:cNvSpPr>
            <p:nvPr/>
          </p:nvSpPr>
          <p:spPr bwMode="auto">
            <a:xfrm>
              <a:off x="3288" y="708"/>
              <a:ext cx="1353" cy="377"/>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09" name="Line 139"/>
            <p:cNvSpPr>
              <a:spLocks noChangeShapeType="1"/>
            </p:cNvSpPr>
            <p:nvPr/>
          </p:nvSpPr>
          <p:spPr bwMode="auto">
            <a:xfrm flipH="1">
              <a:off x="1358" y="707"/>
              <a:ext cx="1933" cy="37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10" name="Line 140"/>
            <p:cNvSpPr>
              <a:spLocks noChangeShapeType="1"/>
            </p:cNvSpPr>
            <p:nvPr/>
          </p:nvSpPr>
          <p:spPr bwMode="auto">
            <a:xfrm>
              <a:off x="3250" y="709"/>
              <a:ext cx="1777" cy="351"/>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11" name="Text Box 141"/>
            <p:cNvSpPr txBox="1">
              <a:spLocks noChangeArrowheads="1"/>
            </p:cNvSpPr>
            <p:nvPr/>
          </p:nvSpPr>
          <p:spPr bwMode="auto">
            <a:xfrm>
              <a:off x="1542" y="818"/>
              <a:ext cx="435" cy="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charset="0"/>
                  <a:ea typeface="黑体" pitchFamily="49" charset="-122"/>
                </a:defRPr>
              </a:lvl1pPr>
              <a:lvl2pPr>
                <a:defRPr sz="2800">
                  <a:solidFill>
                    <a:schemeClr val="tx1"/>
                  </a:solidFill>
                  <a:latin typeface="Tahoma" pitchFamily="34" charset="0"/>
                  <a:ea typeface="宋体" charset="-122"/>
                </a:defRPr>
              </a:lvl2pPr>
              <a:lvl3pPr>
                <a:defRPr sz="2400">
                  <a:solidFill>
                    <a:schemeClr val="tx1"/>
                  </a:solidFill>
                  <a:latin typeface="Tahoma" pitchFamily="34" charset="0"/>
                  <a:ea typeface="宋体" charset="-122"/>
                </a:defRPr>
              </a:lvl3pPr>
              <a:lvl4pPr>
                <a:defRPr sz="2000">
                  <a:solidFill>
                    <a:schemeClr val="tx1"/>
                  </a:solidFill>
                  <a:latin typeface="Tahoma" pitchFamily="34" charset="0"/>
                  <a:ea typeface="宋体" charset="-122"/>
                </a:defRPr>
              </a:lvl4pPr>
              <a:lvl5pPr>
                <a:defRPr sz="2000">
                  <a:solidFill>
                    <a:schemeClr val="tx1"/>
                  </a:solidFill>
                  <a:latin typeface="Tahoma" pitchFamily="34" charset="0"/>
                  <a:ea typeface="宋体" charset="-122"/>
                </a:defRPr>
              </a:lvl5pPr>
              <a:lvl6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6pPr>
              <a:lvl7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7pPr>
              <a:lvl8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8pPr>
              <a:lvl9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9pPr>
            </a:lstStyle>
            <a:p>
              <a:pPr eaLnBrk="1" hangingPunct="1"/>
              <a:r>
                <a:rPr kumimoji="1" lang="en-US" altLang="zh-CN" sz="4400" b="1">
                  <a:solidFill>
                    <a:srgbClr val="000099"/>
                  </a:solidFill>
                  <a:latin typeface="+mn-lt"/>
                  <a:ea typeface="+mn-ea"/>
                </a:rPr>
                <a:t>…</a:t>
              </a:r>
            </a:p>
          </p:txBody>
        </p:sp>
        <p:sp>
          <p:nvSpPr>
            <p:cNvPr id="42012" name="Text Box 207"/>
            <p:cNvSpPr txBox="1">
              <a:spLocks noChangeArrowheads="1"/>
            </p:cNvSpPr>
            <p:nvPr/>
          </p:nvSpPr>
          <p:spPr bwMode="auto">
            <a:xfrm>
              <a:off x="4042" y="817"/>
              <a:ext cx="435" cy="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charset="0"/>
                  <a:ea typeface="黑体" pitchFamily="49" charset="-122"/>
                </a:defRPr>
              </a:lvl1pPr>
              <a:lvl2pPr>
                <a:defRPr sz="2800">
                  <a:solidFill>
                    <a:schemeClr val="tx1"/>
                  </a:solidFill>
                  <a:latin typeface="Tahoma" pitchFamily="34" charset="0"/>
                  <a:ea typeface="宋体" charset="-122"/>
                </a:defRPr>
              </a:lvl2pPr>
              <a:lvl3pPr>
                <a:defRPr sz="2400">
                  <a:solidFill>
                    <a:schemeClr val="tx1"/>
                  </a:solidFill>
                  <a:latin typeface="Tahoma" pitchFamily="34" charset="0"/>
                  <a:ea typeface="宋体" charset="-122"/>
                </a:defRPr>
              </a:lvl3pPr>
              <a:lvl4pPr>
                <a:defRPr sz="2000">
                  <a:solidFill>
                    <a:schemeClr val="tx1"/>
                  </a:solidFill>
                  <a:latin typeface="Tahoma" pitchFamily="34" charset="0"/>
                  <a:ea typeface="宋体" charset="-122"/>
                </a:defRPr>
              </a:lvl4pPr>
              <a:lvl5pPr>
                <a:defRPr sz="2000">
                  <a:solidFill>
                    <a:schemeClr val="tx1"/>
                  </a:solidFill>
                  <a:latin typeface="Tahoma" pitchFamily="34" charset="0"/>
                  <a:ea typeface="宋体" charset="-122"/>
                </a:defRPr>
              </a:lvl5pPr>
              <a:lvl6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6pPr>
              <a:lvl7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7pPr>
              <a:lvl8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8pPr>
              <a:lvl9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9pPr>
            </a:lstStyle>
            <a:p>
              <a:pPr eaLnBrk="1" hangingPunct="1"/>
              <a:r>
                <a:rPr kumimoji="1" lang="en-US" altLang="zh-CN" sz="4400" b="1">
                  <a:solidFill>
                    <a:srgbClr val="000099"/>
                  </a:solidFill>
                  <a:latin typeface="+mn-lt"/>
                  <a:ea typeface="+mn-ea"/>
                </a:rPr>
                <a:t>…</a:t>
              </a:r>
            </a:p>
          </p:txBody>
        </p:sp>
      </p:grpSp>
    </p:spTree>
    <p:extLst>
      <p:ext uri="{BB962C8B-B14F-4D97-AF65-F5344CB8AC3E}">
        <p14:creationId xmlns:p14="http://schemas.microsoft.com/office/powerpoint/2010/main" val="17500965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62" name="Rectangle 2"/>
          <p:cNvSpPr>
            <a:spLocks noGrp="1" noChangeArrowheads="1"/>
          </p:cNvSpPr>
          <p:nvPr>
            <p:ph type="title"/>
          </p:nvPr>
        </p:nvSpPr>
        <p:spPr/>
        <p:txBody>
          <a:bodyPr/>
          <a:lstStyle/>
          <a:p>
            <a:pPr eaLnBrk="1" hangingPunct="1">
              <a:defRPr/>
            </a:pPr>
            <a:r>
              <a:rPr lang="zh-CN" altLang="en-US" dirty="0"/>
              <a:t>域名服务器 </a:t>
            </a:r>
          </a:p>
        </p:txBody>
      </p:sp>
      <p:sp>
        <p:nvSpPr>
          <p:cNvPr id="44035" name="Rectangle 3"/>
          <p:cNvSpPr>
            <a:spLocks noGrp="1" noChangeArrowheads="1"/>
          </p:cNvSpPr>
          <p:nvPr>
            <p:ph idx="1"/>
          </p:nvPr>
        </p:nvSpPr>
        <p:spPr/>
        <p:txBody>
          <a:bodyPr/>
          <a:lstStyle/>
          <a:p>
            <a:pPr eaLnBrk="1" hangingPunct="1"/>
            <a:r>
              <a:rPr lang="zh-CN" altLang="en-US" dirty="0">
                <a:ea typeface="黑体" pitchFamily="49" charset="-122"/>
              </a:rPr>
              <a:t>一个服务器所负责管辖的（或有权限的）范围叫做</a:t>
            </a:r>
            <a:r>
              <a:rPr lang="zh-CN" altLang="en-US" dirty="0">
                <a:solidFill>
                  <a:srgbClr val="FF0000"/>
                </a:solidFill>
                <a:ea typeface="黑体" pitchFamily="49" charset="-122"/>
              </a:rPr>
              <a:t>区 </a:t>
            </a:r>
            <a:r>
              <a:rPr lang="en-US" altLang="zh-CN" dirty="0">
                <a:ea typeface="黑体" pitchFamily="49" charset="-122"/>
              </a:rPr>
              <a:t>(zone)</a:t>
            </a:r>
            <a:r>
              <a:rPr lang="zh-CN" altLang="en-US" dirty="0">
                <a:ea typeface="黑体" pitchFamily="49" charset="-122"/>
              </a:rPr>
              <a:t>。</a:t>
            </a:r>
          </a:p>
          <a:p>
            <a:pPr eaLnBrk="1" hangingPunct="1"/>
            <a:r>
              <a:rPr lang="zh-CN" altLang="en-US" dirty="0">
                <a:ea typeface="黑体" pitchFamily="49" charset="-122"/>
              </a:rPr>
              <a:t>各单位根据具体情况来划分自己管辖范围的区。但在一个区中的所有节点必须是能够连通的。</a:t>
            </a:r>
          </a:p>
          <a:p>
            <a:pPr eaLnBrk="1" hangingPunct="1"/>
            <a:r>
              <a:rPr lang="zh-CN" altLang="en-US" dirty="0">
                <a:ea typeface="黑体" pitchFamily="49" charset="-122"/>
              </a:rPr>
              <a:t>每一个区设置相应的</a:t>
            </a:r>
            <a:r>
              <a:rPr lang="zh-CN" altLang="en-US" dirty="0">
                <a:solidFill>
                  <a:srgbClr val="FF0000"/>
                </a:solidFill>
                <a:ea typeface="黑体" pitchFamily="49" charset="-122"/>
              </a:rPr>
              <a:t>权限域名服务器</a:t>
            </a:r>
            <a:r>
              <a:rPr lang="zh-CN" altLang="en-US" dirty="0">
                <a:ea typeface="黑体" pitchFamily="49" charset="-122"/>
              </a:rPr>
              <a:t>，用来保存该区中的所有主机的域名到 </a:t>
            </a:r>
            <a:r>
              <a:rPr lang="en-US" altLang="zh-CN" dirty="0">
                <a:ea typeface="黑体" pitchFamily="49" charset="-122"/>
              </a:rPr>
              <a:t>IP </a:t>
            </a:r>
            <a:r>
              <a:rPr lang="zh-CN" altLang="en-US" dirty="0">
                <a:ea typeface="黑体" pitchFamily="49" charset="-122"/>
              </a:rPr>
              <a:t>地址的映射。</a:t>
            </a:r>
          </a:p>
          <a:p>
            <a:pPr eaLnBrk="1" hangingPunct="1"/>
            <a:r>
              <a:rPr lang="en-US" altLang="zh-CN" dirty="0">
                <a:ea typeface="黑体" pitchFamily="49" charset="-122"/>
              </a:rPr>
              <a:t>DNS </a:t>
            </a:r>
            <a:r>
              <a:rPr lang="zh-CN" altLang="en-US" dirty="0">
                <a:ea typeface="黑体" pitchFamily="49" charset="-122"/>
              </a:rPr>
              <a:t>服务器的管辖范围不是以“域”为单位，而是以“区”为单位。  </a:t>
            </a:r>
          </a:p>
        </p:txBody>
      </p:sp>
    </p:spTree>
    <p:extLst>
      <p:ext uri="{BB962C8B-B14F-4D97-AF65-F5344CB8AC3E}">
        <p14:creationId xmlns:p14="http://schemas.microsoft.com/office/powerpoint/2010/main" val="8737927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5988" name="Rectangle 4"/>
          <p:cNvSpPr>
            <a:spLocks noGrp="1" noChangeArrowheads="1"/>
          </p:cNvSpPr>
          <p:nvPr>
            <p:ph type="title"/>
          </p:nvPr>
        </p:nvSpPr>
        <p:spPr/>
        <p:txBody>
          <a:bodyPr/>
          <a:lstStyle/>
          <a:p>
            <a:pPr algn="ctr" eaLnBrk="1" hangingPunct="1">
              <a:defRPr/>
            </a:pPr>
            <a:r>
              <a:rPr dirty="0"/>
              <a:t>区的不同划分方法举例 </a:t>
            </a:r>
          </a:p>
        </p:txBody>
      </p:sp>
      <p:sp>
        <p:nvSpPr>
          <p:cNvPr id="45059" name="Line 92"/>
          <p:cNvSpPr>
            <a:spLocks noChangeShapeType="1"/>
          </p:cNvSpPr>
          <p:nvPr/>
        </p:nvSpPr>
        <p:spPr bwMode="auto">
          <a:xfrm>
            <a:off x="2660815" y="2515072"/>
            <a:ext cx="10319" cy="8001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mn-ea"/>
            </a:endParaRPr>
          </a:p>
        </p:txBody>
      </p:sp>
      <p:sp>
        <p:nvSpPr>
          <p:cNvPr id="45060" name="Text Box 93"/>
          <p:cNvSpPr txBox="1">
            <a:spLocks noChangeArrowheads="1"/>
          </p:cNvSpPr>
          <p:nvPr/>
        </p:nvSpPr>
        <p:spPr bwMode="auto">
          <a:xfrm>
            <a:off x="409608" y="2902422"/>
            <a:ext cx="182774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400" b="1">
                <a:solidFill>
                  <a:srgbClr val="000099"/>
                </a:solidFill>
                <a:latin typeface="+mn-lt"/>
                <a:ea typeface="+mn-ea"/>
              </a:rPr>
              <a:t>域 </a:t>
            </a:r>
            <a:r>
              <a:rPr kumimoji="1" lang="en-US" altLang="zh-CN" sz="2400" b="1">
                <a:solidFill>
                  <a:srgbClr val="000099"/>
                </a:solidFill>
                <a:latin typeface="+mn-lt"/>
                <a:ea typeface="+mn-ea"/>
              </a:rPr>
              <a:t>abc.com</a:t>
            </a:r>
          </a:p>
        </p:txBody>
      </p:sp>
      <p:sp>
        <p:nvSpPr>
          <p:cNvPr id="45061" name="Freeform 94"/>
          <p:cNvSpPr>
            <a:spLocks/>
          </p:cNvSpPr>
          <p:nvPr/>
        </p:nvSpPr>
        <p:spPr bwMode="auto">
          <a:xfrm>
            <a:off x="736368" y="3092923"/>
            <a:ext cx="3719910" cy="2295525"/>
          </a:xfrm>
          <a:custGeom>
            <a:avLst/>
            <a:gdLst>
              <a:gd name="T0" fmla="*/ 2147483646 w 1917"/>
              <a:gd name="T1" fmla="*/ 2147483646 h 1143"/>
              <a:gd name="T2" fmla="*/ 2147483646 w 1917"/>
              <a:gd name="T3" fmla="*/ 2147483646 h 1143"/>
              <a:gd name="T4" fmla="*/ 2147483646 w 1917"/>
              <a:gd name="T5" fmla="*/ 2147483646 h 1143"/>
              <a:gd name="T6" fmla="*/ 2147483646 w 1917"/>
              <a:gd name="T7" fmla="*/ 2147483646 h 1143"/>
              <a:gd name="T8" fmla="*/ 2147483646 w 1917"/>
              <a:gd name="T9" fmla="*/ 2147483646 h 1143"/>
              <a:gd name="T10" fmla="*/ 2147483646 w 1917"/>
              <a:gd name="T11" fmla="*/ 2147483646 h 1143"/>
              <a:gd name="T12" fmla="*/ 2147483646 w 1917"/>
              <a:gd name="T13" fmla="*/ 2147483646 h 1143"/>
              <a:gd name="T14" fmla="*/ 2147483646 w 1917"/>
              <a:gd name="T15" fmla="*/ 2147483646 h 1143"/>
              <a:gd name="T16" fmla="*/ 2147483646 w 1917"/>
              <a:gd name="T17" fmla="*/ 2147483646 h 1143"/>
              <a:gd name="T18" fmla="*/ 2147483646 w 1917"/>
              <a:gd name="T19" fmla="*/ 2147483646 h 1143"/>
              <a:gd name="T20" fmla="*/ 2147483646 w 1917"/>
              <a:gd name="T21" fmla="*/ 2147483646 h 1143"/>
              <a:gd name="T22" fmla="*/ 2147483646 w 1917"/>
              <a:gd name="T23" fmla="*/ 2147483646 h 1143"/>
              <a:gd name="T24" fmla="*/ 2147483646 w 1917"/>
              <a:gd name="T25" fmla="*/ 2147483646 h 1143"/>
              <a:gd name="T26" fmla="*/ 2147483646 w 1917"/>
              <a:gd name="T27" fmla="*/ 2147483646 h 1143"/>
              <a:gd name="T28" fmla="*/ 2147483646 w 1917"/>
              <a:gd name="T29" fmla="*/ 2147483646 h 1143"/>
              <a:gd name="T30" fmla="*/ 2147483646 w 1917"/>
              <a:gd name="T31" fmla="*/ 2147483646 h 114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917" h="1143">
                <a:moveTo>
                  <a:pt x="1097" y="32"/>
                </a:moveTo>
                <a:cubicBezTo>
                  <a:pt x="1031" y="7"/>
                  <a:pt x="964" y="0"/>
                  <a:pt x="882" y="43"/>
                </a:cubicBezTo>
                <a:cubicBezTo>
                  <a:pt x="800" y="86"/>
                  <a:pt x="730" y="155"/>
                  <a:pt x="603" y="287"/>
                </a:cubicBezTo>
                <a:cubicBezTo>
                  <a:pt x="476" y="418"/>
                  <a:pt x="218" y="703"/>
                  <a:pt x="120" y="830"/>
                </a:cubicBezTo>
                <a:cubicBezTo>
                  <a:pt x="22" y="957"/>
                  <a:pt x="0" y="1000"/>
                  <a:pt x="13" y="1050"/>
                </a:cubicBezTo>
                <a:cubicBezTo>
                  <a:pt x="26" y="1099"/>
                  <a:pt x="95" y="1114"/>
                  <a:pt x="195" y="1126"/>
                </a:cubicBezTo>
                <a:cubicBezTo>
                  <a:pt x="295" y="1139"/>
                  <a:pt x="458" y="1126"/>
                  <a:pt x="612" y="1128"/>
                </a:cubicBezTo>
                <a:cubicBezTo>
                  <a:pt x="766" y="1130"/>
                  <a:pt x="981" y="1134"/>
                  <a:pt x="1121" y="1136"/>
                </a:cubicBezTo>
                <a:cubicBezTo>
                  <a:pt x="1261" y="1138"/>
                  <a:pt x="1336" y="1143"/>
                  <a:pt x="1451" y="1139"/>
                </a:cubicBezTo>
                <a:cubicBezTo>
                  <a:pt x="1566" y="1135"/>
                  <a:pt x="1735" y="1132"/>
                  <a:pt x="1811" y="1109"/>
                </a:cubicBezTo>
                <a:cubicBezTo>
                  <a:pt x="1887" y="1086"/>
                  <a:pt x="1917" y="1062"/>
                  <a:pt x="1907" y="1001"/>
                </a:cubicBezTo>
                <a:cubicBezTo>
                  <a:pt x="1897" y="940"/>
                  <a:pt x="1807" y="823"/>
                  <a:pt x="1751" y="743"/>
                </a:cubicBezTo>
                <a:cubicBezTo>
                  <a:pt x="1695" y="663"/>
                  <a:pt x="1625" y="586"/>
                  <a:pt x="1571" y="521"/>
                </a:cubicBezTo>
                <a:cubicBezTo>
                  <a:pt x="1517" y="456"/>
                  <a:pt x="1476" y="408"/>
                  <a:pt x="1427" y="353"/>
                </a:cubicBezTo>
                <a:cubicBezTo>
                  <a:pt x="1378" y="298"/>
                  <a:pt x="1332" y="245"/>
                  <a:pt x="1277" y="191"/>
                </a:cubicBezTo>
                <a:cubicBezTo>
                  <a:pt x="1222" y="137"/>
                  <a:pt x="1163" y="57"/>
                  <a:pt x="1097" y="32"/>
                </a:cubicBezTo>
                <a:close/>
              </a:path>
            </a:pathLst>
          </a:custGeom>
          <a:solidFill>
            <a:srgbClr val="66FFCC"/>
          </a:solidFill>
          <a:ln>
            <a:noFill/>
          </a:ln>
          <a:effectLst/>
          <a:extLst>
            <a:ext uri="{91240B29-F687-4F45-9708-019B960494DF}">
              <a14:hiddenLine xmlns:a14="http://schemas.microsoft.com/office/drawing/2010/main" w="38100" cmpd="sng">
                <a:solidFill>
                  <a:srgbClr val="5F5F5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062" name="AutoShape 95"/>
          <p:cNvSpPr>
            <a:spLocks noChangeArrowheads="1"/>
          </p:cNvSpPr>
          <p:nvPr/>
        </p:nvSpPr>
        <p:spPr bwMode="auto">
          <a:xfrm>
            <a:off x="277184" y="2970684"/>
            <a:ext cx="4579805" cy="2641600"/>
          </a:xfrm>
          <a:prstGeom prst="roundRect">
            <a:avLst>
              <a:gd name="adj" fmla="val 9319"/>
            </a:avLst>
          </a:prstGeom>
          <a:noFill/>
          <a:ln w="28575">
            <a:solidFill>
              <a:schemeClr val="tx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latin typeface="+mn-lt"/>
              <a:ea typeface="+mn-ea"/>
            </a:endParaRPr>
          </a:p>
        </p:txBody>
      </p:sp>
      <p:sp>
        <p:nvSpPr>
          <p:cNvPr id="45063" name="Text Box 96"/>
          <p:cNvSpPr txBox="1">
            <a:spLocks noChangeArrowheads="1"/>
          </p:cNvSpPr>
          <p:nvPr/>
        </p:nvSpPr>
        <p:spPr bwMode="auto">
          <a:xfrm>
            <a:off x="262155" y="3502497"/>
            <a:ext cx="1433406" cy="6093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algn="ctr" eaLnBrk="1" hangingPunct="1">
              <a:lnSpc>
                <a:spcPct val="70000"/>
              </a:lnSpc>
            </a:pPr>
            <a:r>
              <a:rPr kumimoji="1" lang="zh-CN" altLang="zh-CN" sz="2400" b="1">
                <a:solidFill>
                  <a:srgbClr val="000099"/>
                </a:solidFill>
                <a:latin typeface="+mn-lt"/>
                <a:ea typeface="+mn-ea"/>
              </a:rPr>
              <a:t> 区</a:t>
            </a:r>
            <a:endParaRPr kumimoji="1" lang="zh-CN" altLang="en-US" sz="2400" b="1">
              <a:solidFill>
                <a:srgbClr val="000099"/>
              </a:solidFill>
              <a:latin typeface="+mn-lt"/>
              <a:ea typeface="+mn-ea"/>
            </a:endParaRPr>
          </a:p>
          <a:p>
            <a:pPr algn="ctr" eaLnBrk="1" hangingPunct="1">
              <a:lnSpc>
                <a:spcPct val="70000"/>
              </a:lnSpc>
            </a:pPr>
            <a:r>
              <a:rPr kumimoji="1" lang="en-US" altLang="zh-CN" sz="2400" b="1">
                <a:solidFill>
                  <a:srgbClr val="000099"/>
                </a:solidFill>
                <a:latin typeface="+mn-lt"/>
                <a:ea typeface="+mn-ea"/>
              </a:rPr>
              <a:t>abc.com</a:t>
            </a:r>
          </a:p>
        </p:txBody>
      </p:sp>
      <p:sp>
        <p:nvSpPr>
          <p:cNvPr id="45064" name="Freeform 97"/>
          <p:cNvSpPr>
            <a:spLocks/>
          </p:cNvSpPr>
          <p:nvPr/>
        </p:nvSpPr>
        <p:spPr bwMode="auto">
          <a:xfrm>
            <a:off x="953062" y="4026372"/>
            <a:ext cx="142743" cy="582612"/>
          </a:xfrm>
          <a:custGeom>
            <a:avLst/>
            <a:gdLst>
              <a:gd name="T0" fmla="*/ 0 w 172"/>
              <a:gd name="T1" fmla="*/ 0 h 244"/>
              <a:gd name="T2" fmla="*/ 2147483646 w 172"/>
              <a:gd name="T3" fmla="*/ 2147483646 h 244"/>
              <a:gd name="T4" fmla="*/ 0 60000 65536"/>
              <a:gd name="T5" fmla="*/ 0 60000 65536"/>
            </a:gdLst>
            <a:ahLst/>
            <a:cxnLst>
              <a:cxn ang="T4">
                <a:pos x="T0" y="T1"/>
              </a:cxn>
              <a:cxn ang="T5">
                <a:pos x="T2" y="T3"/>
              </a:cxn>
            </a:cxnLst>
            <a:rect l="0" t="0" r="r" b="b"/>
            <a:pathLst>
              <a:path w="172" h="244">
                <a:moveTo>
                  <a:pt x="0" y="0"/>
                </a:moveTo>
                <a:lnTo>
                  <a:pt x="172" y="244"/>
                </a:lnTo>
              </a:path>
            </a:pathLst>
          </a:custGeom>
          <a:noFill/>
          <a:ln w="9525">
            <a:solidFill>
              <a:schemeClr val="tx1"/>
            </a:solidFill>
            <a:round/>
            <a:headEnd/>
            <a:tailEnd type="triangl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mn-ea"/>
            </a:endParaRPr>
          </a:p>
        </p:txBody>
      </p:sp>
      <p:sp>
        <p:nvSpPr>
          <p:cNvPr id="45065" name="Line 98"/>
          <p:cNvSpPr>
            <a:spLocks noChangeShapeType="1"/>
          </p:cNvSpPr>
          <p:nvPr/>
        </p:nvSpPr>
        <p:spPr bwMode="auto">
          <a:xfrm flipH="1">
            <a:off x="2177554" y="3485034"/>
            <a:ext cx="390393" cy="661988"/>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066" name="Line 99"/>
          <p:cNvSpPr>
            <a:spLocks noChangeShapeType="1"/>
          </p:cNvSpPr>
          <p:nvPr/>
        </p:nvSpPr>
        <p:spPr bwMode="auto">
          <a:xfrm>
            <a:off x="2784640" y="3515198"/>
            <a:ext cx="510778" cy="617537"/>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067" name="Line 100"/>
          <p:cNvSpPr>
            <a:spLocks noChangeShapeType="1"/>
          </p:cNvSpPr>
          <p:nvPr/>
        </p:nvSpPr>
        <p:spPr bwMode="auto">
          <a:xfrm>
            <a:off x="3383128" y="4256560"/>
            <a:ext cx="546894" cy="792163"/>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068" name="Line 101"/>
          <p:cNvSpPr>
            <a:spLocks noChangeShapeType="1"/>
          </p:cNvSpPr>
          <p:nvPr/>
        </p:nvSpPr>
        <p:spPr bwMode="auto">
          <a:xfrm>
            <a:off x="2203350" y="4275609"/>
            <a:ext cx="667279" cy="704850"/>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069" name="Line 102"/>
          <p:cNvSpPr>
            <a:spLocks noChangeShapeType="1"/>
          </p:cNvSpPr>
          <p:nvPr/>
        </p:nvSpPr>
        <p:spPr bwMode="auto">
          <a:xfrm flipH="1">
            <a:off x="2088124" y="4286722"/>
            <a:ext cx="18918" cy="603250"/>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070" name="Line 103"/>
          <p:cNvSpPr>
            <a:spLocks noChangeShapeType="1"/>
          </p:cNvSpPr>
          <p:nvPr/>
        </p:nvSpPr>
        <p:spPr bwMode="auto">
          <a:xfrm flipH="1">
            <a:off x="1272943" y="4205759"/>
            <a:ext cx="810022" cy="774700"/>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071" name="Oval 104"/>
          <p:cNvSpPr>
            <a:spLocks noChangeArrowheads="1"/>
          </p:cNvSpPr>
          <p:nvPr/>
        </p:nvSpPr>
        <p:spPr bwMode="auto">
          <a:xfrm>
            <a:off x="2294499" y="3259610"/>
            <a:ext cx="703395" cy="3841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400" b="1">
                <a:solidFill>
                  <a:srgbClr val="000099"/>
                </a:solidFill>
                <a:latin typeface="+mn-lt"/>
                <a:ea typeface="+mn-ea"/>
              </a:rPr>
              <a:t>abc</a:t>
            </a:r>
          </a:p>
        </p:txBody>
      </p:sp>
      <p:sp>
        <p:nvSpPr>
          <p:cNvPr id="45072" name="Oval 105"/>
          <p:cNvSpPr>
            <a:spLocks noChangeArrowheads="1"/>
          </p:cNvSpPr>
          <p:nvPr/>
        </p:nvSpPr>
        <p:spPr bwMode="auto">
          <a:xfrm>
            <a:off x="1816397" y="4051773"/>
            <a:ext cx="617406" cy="306387"/>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400" b="1">
                <a:solidFill>
                  <a:srgbClr val="000099"/>
                </a:solidFill>
                <a:latin typeface="+mn-lt"/>
                <a:ea typeface="+mn-ea"/>
              </a:rPr>
              <a:t>x</a:t>
            </a:r>
          </a:p>
        </p:txBody>
      </p:sp>
      <p:sp>
        <p:nvSpPr>
          <p:cNvPr id="45073" name="Oval 106"/>
          <p:cNvSpPr>
            <a:spLocks noChangeArrowheads="1"/>
          </p:cNvSpPr>
          <p:nvPr/>
        </p:nvSpPr>
        <p:spPr bwMode="auto">
          <a:xfrm>
            <a:off x="937584" y="4894735"/>
            <a:ext cx="617405" cy="307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400" b="1">
                <a:solidFill>
                  <a:srgbClr val="000099"/>
                </a:solidFill>
                <a:latin typeface="+mn-lt"/>
                <a:ea typeface="+mn-ea"/>
              </a:rPr>
              <a:t>u</a:t>
            </a:r>
          </a:p>
        </p:txBody>
      </p:sp>
      <p:sp>
        <p:nvSpPr>
          <p:cNvPr id="45074" name="Oval 107"/>
          <p:cNvSpPr>
            <a:spLocks noChangeArrowheads="1"/>
          </p:cNvSpPr>
          <p:nvPr/>
        </p:nvSpPr>
        <p:spPr bwMode="auto">
          <a:xfrm>
            <a:off x="1757924" y="4894735"/>
            <a:ext cx="617406" cy="307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400" b="1">
                <a:solidFill>
                  <a:srgbClr val="000099"/>
                </a:solidFill>
                <a:latin typeface="+mn-lt"/>
                <a:ea typeface="+mn-ea"/>
              </a:rPr>
              <a:t>v</a:t>
            </a:r>
          </a:p>
        </p:txBody>
      </p:sp>
      <p:sp>
        <p:nvSpPr>
          <p:cNvPr id="45075" name="Oval 108"/>
          <p:cNvSpPr>
            <a:spLocks noChangeArrowheads="1"/>
          </p:cNvSpPr>
          <p:nvPr/>
        </p:nvSpPr>
        <p:spPr bwMode="auto">
          <a:xfrm>
            <a:off x="2579985" y="4894735"/>
            <a:ext cx="617406" cy="307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400" b="1">
                <a:solidFill>
                  <a:srgbClr val="000099"/>
                </a:solidFill>
                <a:latin typeface="+mn-lt"/>
                <a:ea typeface="+mn-ea"/>
              </a:rPr>
              <a:t>w</a:t>
            </a:r>
          </a:p>
        </p:txBody>
      </p:sp>
      <p:sp>
        <p:nvSpPr>
          <p:cNvPr id="45076" name="Oval 109"/>
          <p:cNvSpPr>
            <a:spLocks noChangeArrowheads="1"/>
          </p:cNvSpPr>
          <p:nvPr/>
        </p:nvSpPr>
        <p:spPr bwMode="auto">
          <a:xfrm>
            <a:off x="3577464" y="4894735"/>
            <a:ext cx="617406" cy="307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400" b="1">
                <a:solidFill>
                  <a:srgbClr val="000099"/>
                </a:solidFill>
                <a:latin typeface="+mn-lt"/>
                <a:ea typeface="+mn-ea"/>
              </a:rPr>
              <a:t>t</a:t>
            </a:r>
          </a:p>
        </p:txBody>
      </p:sp>
      <p:sp>
        <p:nvSpPr>
          <p:cNvPr id="45077" name="Oval 110"/>
          <p:cNvSpPr>
            <a:spLocks noChangeArrowheads="1"/>
          </p:cNvSpPr>
          <p:nvPr/>
        </p:nvSpPr>
        <p:spPr bwMode="auto">
          <a:xfrm>
            <a:off x="3049488" y="4051773"/>
            <a:ext cx="617405" cy="306387"/>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400" b="1">
                <a:solidFill>
                  <a:srgbClr val="000099"/>
                </a:solidFill>
                <a:latin typeface="+mn-lt"/>
                <a:ea typeface="+mn-ea"/>
              </a:rPr>
              <a:t>y</a:t>
            </a:r>
          </a:p>
        </p:txBody>
      </p:sp>
      <p:sp>
        <p:nvSpPr>
          <p:cNvPr id="1066095" name="Text Box 111"/>
          <p:cNvSpPr txBox="1">
            <a:spLocks noChangeArrowheads="1"/>
          </p:cNvSpPr>
          <p:nvPr/>
        </p:nvSpPr>
        <p:spPr bwMode="auto">
          <a:xfrm>
            <a:off x="1658177" y="5631334"/>
            <a:ext cx="161454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400" b="1">
                <a:solidFill>
                  <a:srgbClr val="000099"/>
                </a:solidFill>
                <a:latin typeface="+mn-lt"/>
                <a:ea typeface="+mn-ea"/>
              </a:rPr>
              <a:t>(a) </a:t>
            </a:r>
            <a:r>
              <a:rPr kumimoji="1" lang="zh-CN" altLang="en-US" sz="2400" b="1">
                <a:solidFill>
                  <a:srgbClr val="000099"/>
                </a:solidFill>
                <a:latin typeface="+mn-lt"/>
                <a:ea typeface="+mn-ea"/>
              </a:rPr>
              <a:t>区 </a:t>
            </a:r>
            <a:r>
              <a:rPr kumimoji="1" lang="en-US" altLang="zh-CN" sz="2400" b="1">
                <a:solidFill>
                  <a:srgbClr val="000099"/>
                </a:solidFill>
                <a:latin typeface="+mn-lt"/>
                <a:ea typeface="+mn-ea"/>
              </a:rPr>
              <a:t>= </a:t>
            </a:r>
            <a:r>
              <a:rPr kumimoji="1" lang="zh-CN" altLang="en-US" sz="2400" b="1">
                <a:solidFill>
                  <a:srgbClr val="000099"/>
                </a:solidFill>
                <a:latin typeface="+mn-lt"/>
                <a:ea typeface="+mn-ea"/>
              </a:rPr>
              <a:t>域</a:t>
            </a:r>
          </a:p>
        </p:txBody>
      </p:sp>
      <p:grpSp>
        <p:nvGrpSpPr>
          <p:cNvPr id="1066157" name="Group 173"/>
          <p:cNvGrpSpPr>
            <a:grpSpLocks/>
          </p:cNvGrpSpPr>
          <p:nvPr/>
        </p:nvGrpSpPr>
        <p:grpSpPr bwMode="auto">
          <a:xfrm>
            <a:off x="5247381" y="1238722"/>
            <a:ext cx="4602163" cy="4854574"/>
            <a:chOff x="2971" y="709"/>
            <a:chExt cx="2676" cy="3058"/>
          </a:xfrm>
        </p:grpSpPr>
        <p:grpSp>
          <p:nvGrpSpPr>
            <p:cNvPr id="45100" name="Group 89"/>
            <p:cNvGrpSpPr>
              <a:grpSpLocks/>
            </p:cNvGrpSpPr>
            <p:nvPr/>
          </p:nvGrpSpPr>
          <p:grpSpPr bwMode="auto">
            <a:xfrm>
              <a:off x="4196" y="1530"/>
              <a:ext cx="256" cy="98"/>
              <a:chOff x="1519" y="813"/>
              <a:chExt cx="227" cy="77"/>
            </a:xfrm>
          </p:grpSpPr>
          <p:sp>
            <p:nvSpPr>
              <p:cNvPr id="45141" name="Line 90"/>
              <p:cNvSpPr>
                <a:spLocks noChangeShapeType="1"/>
              </p:cNvSpPr>
              <p:nvPr/>
            </p:nvSpPr>
            <p:spPr bwMode="auto">
              <a:xfrm>
                <a:off x="1647" y="813"/>
                <a:ext cx="99" cy="77"/>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142" name="Line 91"/>
              <p:cNvSpPr>
                <a:spLocks noChangeShapeType="1"/>
              </p:cNvSpPr>
              <p:nvPr/>
            </p:nvSpPr>
            <p:spPr bwMode="auto">
              <a:xfrm flipH="1">
                <a:off x="1519" y="813"/>
                <a:ext cx="99" cy="77"/>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grpSp>
        <p:sp>
          <p:nvSpPr>
            <p:cNvPr id="45101" name="Text Box 112"/>
            <p:cNvSpPr txBox="1">
              <a:spLocks noChangeArrowheads="1"/>
            </p:cNvSpPr>
            <p:nvPr/>
          </p:nvSpPr>
          <p:spPr bwMode="auto">
            <a:xfrm>
              <a:off x="3742" y="3476"/>
              <a:ext cx="94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400" b="1">
                  <a:solidFill>
                    <a:srgbClr val="000099"/>
                  </a:solidFill>
                  <a:latin typeface="+mn-lt"/>
                  <a:ea typeface="+mn-ea"/>
                </a:rPr>
                <a:t>(b) </a:t>
              </a:r>
              <a:r>
                <a:rPr kumimoji="1" lang="zh-CN" altLang="en-US" sz="2400" b="1">
                  <a:solidFill>
                    <a:srgbClr val="000099"/>
                  </a:solidFill>
                  <a:latin typeface="+mn-lt"/>
                  <a:ea typeface="+mn-ea"/>
                </a:rPr>
                <a:t>区 </a:t>
              </a:r>
              <a:r>
                <a:rPr kumimoji="1" lang="en-US" altLang="zh-CN" sz="2400" b="1">
                  <a:solidFill>
                    <a:srgbClr val="000099"/>
                  </a:solidFill>
                  <a:latin typeface="+mn-lt"/>
                  <a:ea typeface="+mn-ea"/>
                </a:rPr>
                <a:t>&lt; </a:t>
              </a:r>
              <a:r>
                <a:rPr kumimoji="1" lang="zh-CN" altLang="en-US" sz="2400" b="1">
                  <a:solidFill>
                    <a:srgbClr val="000099"/>
                  </a:solidFill>
                  <a:latin typeface="+mn-lt"/>
                  <a:ea typeface="+mn-ea"/>
                </a:rPr>
                <a:t>域</a:t>
              </a:r>
            </a:p>
          </p:txBody>
        </p:sp>
        <p:sp>
          <p:nvSpPr>
            <p:cNvPr id="45102" name="Line 113"/>
            <p:cNvSpPr>
              <a:spLocks noChangeShapeType="1"/>
            </p:cNvSpPr>
            <p:nvPr/>
          </p:nvSpPr>
          <p:spPr bwMode="auto">
            <a:xfrm>
              <a:off x="4328" y="1523"/>
              <a:ext cx="5" cy="505"/>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mn-ea"/>
              </a:endParaRPr>
            </a:p>
          </p:txBody>
        </p:sp>
        <p:sp>
          <p:nvSpPr>
            <p:cNvPr id="45103" name="Text Box 114"/>
            <p:cNvSpPr txBox="1">
              <a:spLocks noChangeArrowheads="1"/>
            </p:cNvSpPr>
            <p:nvPr/>
          </p:nvSpPr>
          <p:spPr bwMode="auto">
            <a:xfrm>
              <a:off x="3061" y="1757"/>
              <a:ext cx="106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400" b="1">
                  <a:solidFill>
                    <a:srgbClr val="000099"/>
                  </a:solidFill>
                  <a:latin typeface="+mn-lt"/>
                  <a:ea typeface="+mn-ea"/>
                </a:rPr>
                <a:t>域 </a:t>
              </a:r>
              <a:r>
                <a:rPr kumimoji="1" lang="en-US" altLang="zh-CN" sz="2400" b="1">
                  <a:solidFill>
                    <a:srgbClr val="000099"/>
                  </a:solidFill>
                  <a:latin typeface="+mn-lt"/>
                  <a:ea typeface="+mn-ea"/>
                </a:rPr>
                <a:t>abc.com</a:t>
              </a:r>
            </a:p>
          </p:txBody>
        </p:sp>
        <p:sp>
          <p:nvSpPr>
            <p:cNvPr id="45104" name="Freeform 115"/>
            <p:cNvSpPr>
              <a:spLocks/>
            </p:cNvSpPr>
            <p:nvPr/>
          </p:nvSpPr>
          <p:spPr bwMode="auto">
            <a:xfrm>
              <a:off x="4458" y="2341"/>
              <a:ext cx="849" cy="958"/>
            </a:xfrm>
            <a:custGeom>
              <a:avLst/>
              <a:gdLst>
                <a:gd name="T0" fmla="*/ 627 w 753"/>
                <a:gd name="T1" fmla="*/ 43 h 900"/>
                <a:gd name="T2" fmla="*/ 149 w 753"/>
                <a:gd name="T3" fmla="*/ 90 h 900"/>
                <a:gd name="T4" fmla="*/ 1 w 753"/>
                <a:gd name="T5" fmla="*/ 345 h 900"/>
                <a:gd name="T6" fmla="*/ 167 w 753"/>
                <a:gd name="T7" fmla="*/ 532 h 900"/>
                <a:gd name="T8" fmla="*/ 472 w 753"/>
                <a:gd name="T9" fmla="*/ 854 h 900"/>
                <a:gd name="T10" fmla="*/ 745 w 753"/>
                <a:gd name="T11" fmla="*/ 1193 h 900"/>
                <a:gd name="T12" fmla="*/ 1103 w 753"/>
                <a:gd name="T13" fmla="*/ 1300 h 900"/>
                <a:gd name="T14" fmla="*/ 1416 w 753"/>
                <a:gd name="T15" fmla="*/ 1242 h 900"/>
                <a:gd name="T16" fmla="*/ 1547 w 753"/>
                <a:gd name="T17" fmla="*/ 1114 h 900"/>
                <a:gd name="T18" fmla="*/ 1413 w 753"/>
                <a:gd name="T19" fmla="*/ 843 h 900"/>
                <a:gd name="T20" fmla="*/ 1235 w 753"/>
                <a:gd name="T21" fmla="*/ 626 h 900"/>
                <a:gd name="T22" fmla="*/ 991 w 753"/>
                <a:gd name="T23" fmla="*/ 356 h 900"/>
                <a:gd name="T24" fmla="*/ 627 w 753"/>
                <a:gd name="T25" fmla="*/ 43 h 9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53" h="900">
                  <a:moveTo>
                    <a:pt x="305" y="30"/>
                  </a:moveTo>
                  <a:cubicBezTo>
                    <a:pt x="237" y="0"/>
                    <a:pt x="124" y="27"/>
                    <a:pt x="73" y="62"/>
                  </a:cubicBezTo>
                  <a:cubicBezTo>
                    <a:pt x="22" y="97"/>
                    <a:pt x="0" y="187"/>
                    <a:pt x="1" y="238"/>
                  </a:cubicBezTo>
                  <a:cubicBezTo>
                    <a:pt x="2" y="289"/>
                    <a:pt x="43" y="308"/>
                    <a:pt x="81" y="366"/>
                  </a:cubicBezTo>
                  <a:cubicBezTo>
                    <a:pt x="119" y="424"/>
                    <a:pt x="184" y="510"/>
                    <a:pt x="231" y="586"/>
                  </a:cubicBezTo>
                  <a:cubicBezTo>
                    <a:pt x="278" y="662"/>
                    <a:pt x="312" y="769"/>
                    <a:pt x="363" y="820"/>
                  </a:cubicBezTo>
                  <a:cubicBezTo>
                    <a:pt x="414" y="871"/>
                    <a:pt x="483" y="888"/>
                    <a:pt x="537" y="894"/>
                  </a:cubicBezTo>
                  <a:cubicBezTo>
                    <a:pt x="591" y="900"/>
                    <a:pt x="653" y="875"/>
                    <a:pt x="689" y="854"/>
                  </a:cubicBezTo>
                  <a:cubicBezTo>
                    <a:pt x="725" y="833"/>
                    <a:pt x="753" y="812"/>
                    <a:pt x="753" y="766"/>
                  </a:cubicBezTo>
                  <a:cubicBezTo>
                    <a:pt x="753" y="720"/>
                    <a:pt x="712" y="636"/>
                    <a:pt x="687" y="580"/>
                  </a:cubicBezTo>
                  <a:cubicBezTo>
                    <a:pt x="662" y="524"/>
                    <a:pt x="635" y="486"/>
                    <a:pt x="601" y="430"/>
                  </a:cubicBezTo>
                  <a:cubicBezTo>
                    <a:pt x="567" y="374"/>
                    <a:pt x="532" y="311"/>
                    <a:pt x="483" y="244"/>
                  </a:cubicBezTo>
                  <a:cubicBezTo>
                    <a:pt x="434" y="177"/>
                    <a:pt x="368" y="58"/>
                    <a:pt x="305" y="30"/>
                  </a:cubicBezTo>
                  <a:close/>
                </a:path>
              </a:pathLst>
            </a:custGeom>
            <a:solidFill>
              <a:srgbClr val="9999FF"/>
            </a:solidFill>
            <a:ln>
              <a:noFill/>
            </a:ln>
            <a:effectLst/>
            <a:extLst>
              <a:ext uri="{91240B29-F687-4F45-9708-019B960494DF}">
                <a14:hiddenLine xmlns:a14="http://schemas.microsoft.com/office/drawing/2010/main" w="38100" cmpd="sng">
                  <a:solidFill>
                    <a:srgbClr val="5F5F5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105" name="Freeform 116"/>
            <p:cNvSpPr>
              <a:spLocks/>
            </p:cNvSpPr>
            <p:nvPr/>
          </p:nvSpPr>
          <p:spPr bwMode="auto">
            <a:xfrm>
              <a:off x="3215" y="1882"/>
              <a:ext cx="1535" cy="1436"/>
            </a:xfrm>
            <a:custGeom>
              <a:avLst/>
              <a:gdLst>
                <a:gd name="T0" fmla="*/ 2481 w 1360"/>
                <a:gd name="T1" fmla="*/ 85 h 1349"/>
                <a:gd name="T2" fmla="*/ 1823 w 1360"/>
                <a:gd name="T3" fmla="*/ 67 h 1349"/>
                <a:gd name="T4" fmla="*/ 1248 w 1360"/>
                <a:gd name="T5" fmla="*/ 490 h 1349"/>
                <a:gd name="T6" fmla="*/ 247 w 1360"/>
                <a:gd name="T7" fmla="*/ 1427 h 1349"/>
                <a:gd name="T8" fmla="*/ 27 w 1360"/>
                <a:gd name="T9" fmla="*/ 1809 h 1349"/>
                <a:gd name="T10" fmla="*/ 403 w 1360"/>
                <a:gd name="T11" fmla="*/ 1943 h 1349"/>
                <a:gd name="T12" fmla="*/ 1265 w 1360"/>
                <a:gd name="T13" fmla="*/ 1945 h 1349"/>
                <a:gd name="T14" fmla="*/ 2380 w 1360"/>
                <a:gd name="T15" fmla="*/ 1934 h 1349"/>
                <a:gd name="T16" fmla="*/ 2764 w 1360"/>
                <a:gd name="T17" fmla="*/ 1796 h 1349"/>
                <a:gd name="T18" fmla="*/ 2651 w 1360"/>
                <a:gd name="T19" fmla="*/ 1546 h 1349"/>
                <a:gd name="T20" fmla="*/ 2169 w 1360"/>
                <a:gd name="T21" fmla="*/ 1123 h 1349"/>
                <a:gd name="T22" fmla="*/ 2090 w 1360"/>
                <a:gd name="T23" fmla="*/ 884 h 1349"/>
                <a:gd name="T24" fmla="*/ 2368 w 1360"/>
                <a:gd name="T25" fmla="*/ 557 h 1349"/>
                <a:gd name="T26" fmla="*/ 2617 w 1360"/>
                <a:gd name="T27" fmla="*/ 381 h 1349"/>
                <a:gd name="T28" fmla="*/ 2652 w 1360"/>
                <a:gd name="T29" fmla="*/ 242 h 1349"/>
                <a:gd name="T30" fmla="*/ 2481 w 1360"/>
                <a:gd name="T31" fmla="*/ 85 h 134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60" h="1349">
                  <a:moveTo>
                    <a:pt x="1200" y="58"/>
                  </a:moveTo>
                  <a:cubicBezTo>
                    <a:pt x="1133" y="38"/>
                    <a:pt x="981" y="0"/>
                    <a:pt x="882" y="46"/>
                  </a:cubicBezTo>
                  <a:cubicBezTo>
                    <a:pt x="783" y="92"/>
                    <a:pt x="730" y="180"/>
                    <a:pt x="603" y="336"/>
                  </a:cubicBezTo>
                  <a:cubicBezTo>
                    <a:pt x="476" y="492"/>
                    <a:pt x="218" y="831"/>
                    <a:pt x="120" y="982"/>
                  </a:cubicBezTo>
                  <a:cubicBezTo>
                    <a:pt x="22" y="1133"/>
                    <a:pt x="0" y="1184"/>
                    <a:pt x="13" y="1243"/>
                  </a:cubicBezTo>
                  <a:cubicBezTo>
                    <a:pt x="26" y="1302"/>
                    <a:pt x="95" y="1319"/>
                    <a:pt x="195" y="1334"/>
                  </a:cubicBezTo>
                  <a:cubicBezTo>
                    <a:pt x="295" y="1349"/>
                    <a:pt x="453" y="1337"/>
                    <a:pt x="612" y="1336"/>
                  </a:cubicBezTo>
                  <a:cubicBezTo>
                    <a:pt x="771" y="1335"/>
                    <a:pt x="1031" y="1347"/>
                    <a:pt x="1152" y="1330"/>
                  </a:cubicBezTo>
                  <a:cubicBezTo>
                    <a:pt x="1273" y="1313"/>
                    <a:pt x="1316" y="1279"/>
                    <a:pt x="1338" y="1234"/>
                  </a:cubicBezTo>
                  <a:cubicBezTo>
                    <a:pt x="1360" y="1189"/>
                    <a:pt x="1331" y="1139"/>
                    <a:pt x="1283" y="1062"/>
                  </a:cubicBezTo>
                  <a:cubicBezTo>
                    <a:pt x="1235" y="985"/>
                    <a:pt x="1095" y="848"/>
                    <a:pt x="1050" y="772"/>
                  </a:cubicBezTo>
                  <a:cubicBezTo>
                    <a:pt x="1005" y="696"/>
                    <a:pt x="995" y="673"/>
                    <a:pt x="1011" y="608"/>
                  </a:cubicBezTo>
                  <a:cubicBezTo>
                    <a:pt x="1027" y="543"/>
                    <a:pt x="1104" y="440"/>
                    <a:pt x="1146" y="382"/>
                  </a:cubicBezTo>
                  <a:cubicBezTo>
                    <a:pt x="1188" y="324"/>
                    <a:pt x="1243" y="298"/>
                    <a:pt x="1266" y="262"/>
                  </a:cubicBezTo>
                  <a:cubicBezTo>
                    <a:pt x="1289" y="226"/>
                    <a:pt x="1295" y="200"/>
                    <a:pt x="1284" y="166"/>
                  </a:cubicBezTo>
                  <a:cubicBezTo>
                    <a:pt x="1273" y="132"/>
                    <a:pt x="1267" y="78"/>
                    <a:pt x="1200" y="58"/>
                  </a:cubicBezTo>
                  <a:close/>
                </a:path>
              </a:pathLst>
            </a:custGeom>
            <a:solidFill>
              <a:srgbClr val="99FF66"/>
            </a:solidFill>
            <a:ln>
              <a:noFill/>
            </a:ln>
            <a:effectLst/>
            <a:extLst>
              <a:ext uri="{91240B29-F687-4F45-9708-019B960494DF}">
                <a14:hiddenLine xmlns:a14="http://schemas.microsoft.com/office/drawing/2010/main" w="38100" cmpd="sng">
                  <a:solidFill>
                    <a:srgbClr val="5F5F5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106" name="AutoShape 117"/>
            <p:cNvSpPr>
              <a:spLocks noChangeArrowheads="1"/>
            </p:cNvSpPr>
            <p:nvPr/>
          </p:nvSpPr>
          <p:spPr bwMode="auto">
            <a:xfrm>
              <a:off x="2971" y="1800"/>
              <a:ext cx="2665" cy="1664"/>
            </a:xfrm>
            <a:prstGeom prst="roundRect">
              <a:avLst>
                <a:gd name="adj" fmla="val 9319"/>
              </a:avLst>
            </a:prstGeom>
            <a:noFill/>
            <a:ln w="28575">
              <a:solidFill>
                <a:schemeClr val="tx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latin typeface="+mn-lt"/>
                <a:ea typeface="+mn-ea"/>
              </a:endParaRPr>
            </a:p>
          </p:txBody>
        </p:sp>
        <p:sp>
          <p:nvSpPr>
            <p:cNvPr id="45107" name="Text Box 118"/>
            <p:cNvSpPr txBox="1">
              <a:spLocks noChangeArrowheads="1"/>
            </p:cNvSpPr>
            <p:nvPr/>
          </p:nvSpPr>
          <p:spPr bwMode="auto">
            <a:xfrm>
              <a:off x="2974" y="2131"/>
              <a:ext cx="833"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algn="ctr" eaLnBrk="1" hangingPunct="1">
                <a:lnSpc>
                  <a:spcPct val="70000"/>
                </a:lnSpc>
              </a:pPr>
              <a:r>
                <a:rPr kumimoji="1" lang="zh-CN" altLang="zh-CN" sz="2400" b="1">
                  <a:solidFill>
                    <a:srgbClr val="000099"/>
                  </a:solidFill>
                  <a:latin typeface="+mn-lt"/>
                  <a:ea typeface="+mn-ea"/>
                </a:rPr>
                <a:t> 区</a:t>
              </a:r>
              <a:endParaRPr kumimoji="1" lang="zh-CN" altLang="en-US" sz="2400" b="1">
                <a:solidFill>
                  <a:srgbClr val="000099"/>
                </a:solidFill>
                <a:latin typeface="+mn-lt"/>
                <a:ea typeface="+mn-ea"/>
              </a:endParaRPr>
            </a:p>
            <a:p>
              <a:pPr algn="ctr" eaLnBrk="1" hangingPunct="1">
                <a:lnSpc>
                  <a:spcPct val="70000"/>
                </a:lnSpc>
              </a:pPr>
              <a:r>
                <a:rPr kumimoji="1" lang="en-US" altLang="zh-CN" sz="2400" b="1">
                  <a:solidFill>
                    <a:srgbClr val="000099"/>
                  </a:solidFill>
                  <a:latin typeface="+mn-lt"/>
                  <a:ea typeface="+mn-ea"/>
                </a:rPr>
                <a:t>abc.com</a:t>
              </a:r>
            </a:p>
          </p:txBody>
        </p:sp>
        <p:sp>
          <p:nvSpPr>
            <p:cNvPr id="45108" name="Text Box 119"/>
            <p:cNvSpPr txBox="1">
              <a:spLocks noChangeArrowheads="1"/>
            </p:cNvSpPr>
            <p:nvPr/>
          </p:nvSpPr>
          <p:spPr bwMode="auto">
            <a:xfrm>
              <a:off x="4649" y="1950"/>
              <a:ext cx="998" cy="40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algn="ctr" eaLnBrk="1" hangingPunct="1">
                <a:lnSpc>
                  <a:spcPct val="75000"/>
                </a:lnSpc>
              </a:pPr>
              <a:r>
                <a:rPr kumimoji="1" lang="zh-CN" altLang="en-US" sz="2400" b="1">
                  <a:solidFill>
                    <a:srgbClr val="000099"/>
                  </a:solidFill>
                  <a:latin typeface="+mn-lt"/>
                  <a:ea typeface="+mn-ea"/>
                </a:rPr>
                <a:t>区</a:t>
              </a:r>
            </a:p>
            <a:p>
              <a:pPr algn="ctr" eaLnBrk="1" hangingPunct="1">
                <a:lnSpc>
                  <a:spcPct val="75000"/>
                </a:lnSpc>
              </a:pPr>
              <a:r>
                <a:rPr kumimoji="1" lang="en-US" altLang="zh-CN" sz="2400" b="1">
                  <a:solidFill>
                    <a:srgbClr val="000099"/>
                  </a:solidFill>
                  <a:latin typeface="+mn-lt"/>
                  <a:ea typeface="+mn-ea"/>
                </a:rPr>
                <a:t>y.abc.com</a:t>
              </a:r>
            </a:p>
          </p:txBody>
        </p:sp>
        <p:sp>
          <p:nvSpPr>
            <p:cNvPr id="45109" name="Line 120"/>
            <p:cNvSpPr>
              <a:spLocks noChangeShapeType="1"/>
            </p:cNvSpPr>
            <p:nvPr/>
          </p:nvSpPr>
          <p:spPr bwMode="auto">
            <a:xfrm>
              <a:off x="3382" y="2491"/>
              <a:ext cx="156" cy="227"/>
            </a:xfrm>
            <a:prstGeom prst="line">
              <a:avLst/>
            </a:prstGeom>
            <a:noFill/>
            <a:ln w="952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mn-ea"/>
              </a:endParaRPr>
            </a:p>
          </p:txBody>
        </p:sp>
        <p:sp>
          <p:nvSpPr>
            <p:cNvPr id="45110" name="Line 121"/>
            <p:cNvSpPr>
              <a:spLocks noChangeShapeType="1"/>
            </p:cNvSpPr>
            <p:nvPr/>
          </p:nvSpPr>
          <p:spPr bwMode="auto">
            <a:xfrm rot="10800000" flipV="1">
              <a:off x="5103" y="2316"/>
              <a:ext cx="124" cy="426"/>
            </a:xfrm>
            <a:prstGeom prst="line">
              <a:avLst/>
            </a:prstGeom>
            <a:noFill/>
            <a:ln w="952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mn-ea"/>
              </a:endParaRPr>
            </a:p>
          </p:txBody>
        </p:sp>
        <p:sp>
          <p:nvSpPr>
            <p:cNvPr id="45111" name="Line 122"/>
            <p:cNvSpPr>
              <a:spLocks noChangeShapeType="1"/>
            </p:cNvSpPr>
            <p:nvPr/>
          </p:nvSpPr>
          <p:spPr bwMode="auto">
            <a:xfrm flipH="1">
              <a:off x="4054" y="2124"/>
              <a:ext cx="226" cy="417"/>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112" name="Line 123"/>
            <p:cNvSpPr>
              <a:spLocks noChangeShapeType="1"/>
            </p:cNvSpPr>
            <p:nvPr/>
          </p:nvSpPr>
          <p:spPr bwMode="auto">
            <a:xfrm>
              <a:off x="4407" y="2143"/>
              <a:ext cx="297" cy="389"/>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113" name="Line 124"/>
            <p:cNvSpPr>
              <a:spLocks noChangeShapeType="1"/>
            </p:cNvSpPr>
            <p:nvPr/>
          </p:nvSpPr>
          <p:spPr bwMode="auto">
            <a:xfrm>
              <a:off x="4754" y="2610"/>
              <a:ext cx="319" cy="499"/>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114" name="Line 125"/>
            <p:cNvSpPr>
              <a:spLocks noChangeShapeType="1"/>
            </p:cNvSpPr>
            <p:nvPr/>
          </p:nvSpPr>
          <p:spPr bwMode="auto">
            <a:xfrm>
              <a:off x="4068" y="2622"/>
              <a:ext cx="388" cy="444"/>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115" name="Line 126"/>
            <p:cNvSpPr>
              <a:spLocks noChangeShapeType="1"/>
            </p:cNvSpPr>
            <p:nvPr/>
          </p:nvSpPr>
          <p:spPr bwMode="auto">
            <a:xfrm flipH="1">
              <a:off x="4002" y="2629"/>
              <a:ext cx="11" cy="380"/>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116" name="Line 127"/>
            <p:cNvSpPr>
              <a:spLocks noChangeShapeType="1"/>
            </p:cNvSpPr>
            <p:nvPr/>
          </p:nvSpPr>
          <p:spPr bwMode="auto">
            <a:xfrm flipH="1">
              <a:off x="3528" y="2578"/>
              <a:ext cx="470" cy="488"/>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117" name="Oval 128"/>
            <p:cNvSpPr>
              <a:spLocks noChangeArrowheads="1"/>
            </p:cNvSpPr>
            <p:nvPr/>
          </p:nvSpPr>
          <p:spPr bwMode="auto">
            <a:xfrm>
              <a:off x="4121" y="1982"/>
              <a:ext cx="410" cy="242"/>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400" b="1">
                  <a:solidFill>
                    <a:srgbClr val="000099"/>
                  </a:solidFill>
                  <a:latin typeface="+mn-lt"/>
                  <a:ea typeface="+mn-ea"/>
                </a:rPr>
                <a:t>abc</a:t>
              </a:r>
            </a:p>
          </p:txBody>
        </p:sp>
        <p:sp>
          <p:nvSpPr>
            <p:cNvPr id="45118" name="Oval 129"/>
            <p:cNvSpPr>
              <a:spLocks noChangeArrowheads="1"/>
            </p:cNvSpPr>
            <p:nvPr/>
          </p:nvSpPr>
          <p:spPr bwMode="auto">
            <a:xfrm>
              <a:off x="3844" y="2481"/>
              <a:ext cx="359" cy="193"/>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400" b="1">
                  <a:solidFill>
                    <a:srgbClr val="000099"/>
                  </a:solidFill>
                  <a:latin typeface="+mn-lt"/>
                  <a:ea typeface="+mn-ea"/>
                </a:rPr>
                <a:t>x</a:t>
              </a:r>
            </a:p>
          </p:txBody>
        </p:sp>
        <p:sp>
          <p:nvSpPr>
            <p:cNvPr id="45119" name="Oval 130"/>
            <p:cNvSpPr>
              <a:spLocks noChangeArrowheads="1"/>
            </p:cNvSpPr>
            <p:nvPr/>
          </p:nvSpPr>
          <p:spPr bwMode="auto">
            <a:xfrm>
              <a:off x="3332" y="3012"/>
              <a:ext cx="359" cy="19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400" b="1">
                  <a:solidFill>
                    <a:srgbClr val="000099"/>
                  </a:solidFill>
                  <a:latin typeface="+mn-lt"/>
                  <a:ea typeface="+mn-ea"/>
                </a:rPr>
                <a:t>u</a:t>
              </a:r>
            </a:p>
          </p:txBody>
        </p:sp>
        <p:sp>
          <p:nvSpPr>
            <p:cNvPr id="45120" name="Oval 131"/>
            <p:cNvSpPr>
              <a:spLocks noChangeArrowheads="1"/>
            </p:cNvSpPr>
            <p:nvPr/>
          </p:nvSpPr>
          <p:spPr bwMode="auto">
            <a:xfrm>
              <a:off x="3810" y="3012"/>
              <a:ext cx="359" cy="19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400" b="1">
                  <a:solidFill>
                    <a:srgbClr val="000099"/>
                  </a:solidFill>
                  <a:latin typeface="+mn-lt"/>
                  <a:ea typeface="+mn-ea"/>
                </a:rPr>
                <a:t>v</a:t>
              </a:r>
            </a:p>
          </p:txBody>
        </p:sp>
        <p:sp>
          <p:nvSpPr>
            <p:cNvPr id="45121" name="Oval 132"/>
            <p:cNvSpPr>
              <a:spLocks noChangeArrowheads="1"/>
            </p:cNvSpPr>
            <p:nvPr/>
          </p:nvSpPr>
          <p:spPr bwMode="auto">
            <a:xfrm>
              <a:off x="4287" y="3012"/>
              <a:ext cx="359" cy="19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400" b="1">
                  <a:solidFill>
                    <a:srgbClr val="000099"/>
                  </a:solidFill>
                  <a:latin typeface="+mn-lt"/>
                  <a:ea typeface="+mn-ea"/>
                </a:rPr>
                <a:t>w</a:t>
              </a:r>
            </a:p>
          </p:txBody>
        </p:sp>
        <p:sp>
          <p:nvSpPr>
            <p:cNvPr id="45122" name="Oval 133"/>
            <p:cNvSpPr>
              <a:spLocks noChangeArrowheads="1"/>
            </p:cNvSpPr>
            <p:nvPr/>
          </p:nvSpPr>
          <p:spPr bwMode="auto">
            <a:xfrm>
              <a:off x="4867" y="3012"/>
              <a:ext cx="359" cy="19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400" b="1">
                  <a:solidFill>
                    <a:srgbClr val="000099"/>
                  </a:solidFill>
                  <a:latin typeface="+mn-lt"/>
                  <a:ea typeface="+mn-ea"/>
                </a:rPr>
                <a:t>t</a:t>
              </a:r>
            </a:p>
          </p:txBody>
        </p:sp>
        <p:sp>
          <p:nvSpPr>
            <p:cNvPr id="45123" name="Oval 134"/>
            <p:cNvSpPr>
              <a:spLocks noChangeArrowheads="1"/>
            </p:cNvSpPr>
            <p:nvPr/>
          </p:nvSpPr>
          <p:spPr bwMode="auto">
            <a:xfrm>
              <a:off x="4560" y="2481"/>
              <a:ext cx="359" cy="193"/>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400" b="1">
                  <a:solidFill>
                    <a:srgbClr val="000099"/>
                  </a:solidFill>
                  <a:latin typeface="+mn-lt"/>
                  <a:ea typeface="+mn-ea"/>
                </a:rPr>
                <a:t>y</a:t>
              </a:r>
            </a:p>
          </p:txBody>
        </p:sp>
        <p:sp>
          <p:nvSpPr>
            <p:cNvPr id="45124" name="AutoShape 135"/>
            <p:cNvSpPr>
              <a:spLocks noChangeArrowheads="1"/>
            </p:cNvSpPr>
            <p:nvPr/>
          </p:nvSpPr>
          <p:spPr bwMode="auto">
            <a:xfrm>
              <a:off x="4063" y="1232"/>
              <a:ext cx="522" cy="303"/>
            </a:xfrm>
            <a:prstGeom prst="roundRect">
              <a:avLst>
                <a:gd name="adj" fmla="val 34167"/>
              </a:avLst>
            </a:prstGeom>
            <a:solidFill>
              <a:srgbClr val="CCECFF"/>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400" b="1">
                  <a:solidFill>
                    <a:srgbClr val="000099"/>
                  </a:solidFill>
                  <a:latin typeface="+mn-lt"/>
                  <a:ea typeface="+mn-ea"/>
                </a:rPr>
                <a:t>com</a:t>
              </a:r>
            </a:p>
          </p:txBody>
        </p:sp>
        <p:sp>
          <p:nvSpPr>
            <p:cNvPr id="45125" name="AutoShape 136"/>
            <p:cNvSpPr>
              <a:spLocks noChangeArrowheads="1"/>
            </p:cNvSpPr>
            <p:nvPr/>
          </p:nvSpPr>
          <p:spPr bwMode="auto">
            <a:xfrm>
              <a:off x="4909" y="1225"/>
              <a:ext cx="522" cy="304"/>
            </a:xfrm>
            <a:prstGeom prst="roundRect">
              <a:avLst>
                <a:gd name="adj" fmla="val 34167"/>
              </a:avLst>
            </a:prstGeom>
            <a:solidFill>
              <a:srgbClr val="FF9900"/>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400" b="1">
                  <a:solidFill>
                    <a:srgbClr val="000099"/>
                  </a:solidFill>
                  <a:latin typeface="+mn-lt"/>
                  <a:ea typeface="+mn-ea"/>
                </a:rPr>
                <a:t>edu</a:t>
              </a:r>
            </a:p>
          </p:txBody>
        </p:sp>
        <p:sp>
          <p:nvSpPr>
            <p:cNvPr id="45126" name="AutoShape 137"/>
            <p:cNvSpPr>
              <a:spLocks noChangeArrowheads="1"/>
            </p:cNvSpPr>
            <p:nvPr/>
          </p:nvSpPr>
          <p:spPr bwMode="auto">
            <a:xfrm>
              <a:off x="3220" y="1225"/>
              <a:ext cx="522" cy="304"/>
            </a:xfrm>
            <a:prstGeom prst="roundRect">
              <a:avLst>
                <a:gd name="adj" fmla="val 34167"/>
              </a:avLst>
            </a:prstGeom>
            <a:solidFill>
              <a:srgbClr val="FFFF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400" b="1">
                  <a:solidFill>
                    <a:srgbClr val="000099"/>
                  </a:solidFill>
                  <a:latin typeface="+mn-lt"/>
                  <a:ea typeface="+mn-ea"/>
                </a:rPr>
                <a:t>org</a:t>
              </a:r>
            </a:p>
          </p:txBody>
        </p:sp>
        <p:grpSp>
          <p:nvGrpSpPr>
            <p:cNvPr id="45127" name="Group 138"/>
            <p:cNvGrpSpPr>
              <a:grpSpLocks/>
            </p:cNvGrpSpPr>
            <p:nvPr/>
          </p:nvGrpSpPr>
          <p:grpSpPr bwMode="auto">
            <a:xfrm>
              <a:off x="5042" y="1530"/>
              <a:ext cx="256" cy="98"/>
              <a:chOff x="2875" y="1143"/>
              <a:chExt cx="330" cy="132"/>
            </a:xfrm>
          </p:grpSpPr>
          <p:sp>
            <p:nvSpPr>
              <p:cNvPr id="45137" name="Line 139"/>
              <p:cNvSpPr>
                <a:spLocks noChangeShapeType="1"/>
              </p:cNvSpPr>
              <p:nvPr/>
            </p:nvSpPr>
            <p:spPr bwMode="auto">
              <a:xfrm>
                <a:off x="3061" y="1143"/>
                <a:ext cx="144" cy="132"/>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138" name="Line 140"/>
              <p:cNvSpPr>
                <a:spLocks noChangeShapeType="1"/>
              </p:cNvSpPr>
              <p:nvPr/>
            </p:nvSpPr>
            <p:spPr bwMode="auto">
              <a:xfrm>
                <a:off x="3050" y="1143"/>
                <a:ext cx="37" cy="129"/>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139" name="Line 141"/>
              <p:cNvSpPr>
                <a:spLocks noChangeShapeType="1"/>
              </p:cNvSpPr>
              <p:nvPr/>
            </p:nvSpPr>
            <p:spPr bwMode="auto">
              <a:xfrm flipH="1">
                <a:off x="2875" y="1143"/>
                <a:ext cx="144" cy="132"/>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140" name="Line 142"/>
              <p:cNvSpPr>
                <a:spLocks noChangeShapeType="1"/>
              </p:cNvSpPr>
              <p:nvPr/>
            </p:nvSpPr>
            <p:spPr bwMode="auto">
              <a:xfrm flipH="1">
                <a:off x="2980" y="1143"/>
                <a:ext cx="54" cy="126"/>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grpSp>
        <p:grpSp>
          <p:nvGrpSpPr>
            <p:cNvPr id="45128" name="Group 143"/>
            <p:cNvGrpSpPr>
              <a:grpSpLocks/>
            </p:cNvGrpSpPr>
            <p:nvPr/>
          </p:nvGrpSpPr>
          <p:grpSpPr bwMode="auto">
            <a:xfrm>
              <a:off x="3353" y="1530"/>
              <a:ext cx="256" cy="98"/>
              <a:chOff x="2875" y="1143"/>
              <a:chExt cx="330" cy="132"/>
            </a:xfrm>
          </p:grpSpPr>
          <p:sp>
            <p:nvSpPr>
              <p:cNvPr id="45133" name="Line 144"/>
              <p:cNvSpPr>
                <a:spLocks noChangeShapeType="1"/>
              </p:cNvSpPr>
              <p:nvPr/>
            </p:nvSpPr>
            <p:spPr bwMode="auto">
              <a:xfrm>
                <a:off x="3061" y="1143"/>
                <a:ext cx="144" cy="132"/>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134" name="Line 145"/>
              <p:cNvSpPr>
                <a:spLocks noChangeShapeType="1"/>
              </p:cNvSpPr>
              <p:nvPr/>
            </p:nvSpPr>
            <p:spPr bwMode="auto">
              <a:xfrm>
                <a:off x="3050" y="1143"/>
                <a:ext cx="37" cy="129"/>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135" name="Line 146"/>
              <p:cNvSpPr>
                <a:spLocks noChangeShapeType="1"/>
              </p:cNvSpPr>
              <p:nvPr/>
            </p:nvSpPr>
            <p:spPr bwMode="auto">
              <a:xfrm flipH="1">
                <a:off x="2875" y="1143"/>
                <a:ext cx="144" cy="132"/>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136" name="Line 147"/>
              <p:cNvSpPr>
                <a:spLocks noChangeShapeType="1"/>
              </p:cNvSpPr>
              <p:nvPr/>
            </p:nvSpPr>
            <p:spPr bwMode="auto">
              <a:xfrm flipH="1">
                <a:off x="2980" y="1143"/>
                <a:ext cx="54" cy="126"/>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grpSp>
        <p:sp>
          <p:nvSpPr>
            <p:cNvPr id="45129" name="AutoShape 148"/>
            <p:cNvSpPr>
              <a:spLocks noChangeArrowheads="1"/>
            </p:cNvSpPr>
            <p:nvPr/>
          </p:nvSpPr>
          <p:spPr bwMode="auto">
            <a:xfrm>
              <a:off x="4049" y="709"/>
              <a:ext cx="523" cy="304"/>
            </a:xfrm>
            <a:prstGeom prst="roundRect">
              <a:avLst>
                <a:gd name="adj" fmla="val 34167"/>
              </a:avLst>
            </a:prstGeom>
            <a:solidFill>
              <a:srgbClr val="FF99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400" b="1">
                  <a:solidFill>
                    <a:srgbClr val="000099"/>
                  </a:solidFill>
                  <a:latin typeface="+mn-lt"/>
                  <a:ea typeface="+mn-ea"/>
                </a:rPr>
                <a:t>根</a:t>
              </a:r>
            </a:p>
          </p:txBody>
        </p:sp>
        <p:sp>
          <p:nvSpPr>
            <p:cNvPr id="45130" name="Line 149"/>
            <p:cNvSpPr>
              <a:spLocks noChangeShapeType="1"/>
            </p:cNvSpPr>
            <p:nvPr/>
          </p:nvSpPr>
          <p:spPr bwMode="auto">
            <a:xfrm>
              <a:off x="4375" y="1010"/>
              <a:ext cx="792" cy="213"/>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131" name="Line 150"/>
            <p:cNvSpPr>
              <a:spLocks noChangeShapeType="1"/>
            </p:cNvSpPr>
            <p:nvPr/>
          </p:nvSpPr>
          <p:spPr bwMode="auto">
            <a:xfrm flipV="1">
              <a:off x="3481" y="1010"/>
              <a:ext cx="779" cy="213"/>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132" name="Line 151"/>
            <p:cNvSpPr>
              <a:spLocks noChangeShapeType="1"/>
            </p:cNvSpPr>
            <p:nvPr/>
          </p:nvSpPr>
          <p:spPr bwMode="auto">
            <a:xfrm>
              <a:off x="4321" y="1010"/>
              <a:ext cx="0" cy="213"/>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grpSp>
      <p:sp>
        <p:nvSpPr>
          <p:cNvPr id="45080" name="AutoShape 152"/>
          <p:cNvSpPr>
            <a:spLocks noChangeArrowheads="1"/>
          </p:cNvSpPr>
          <p:nvPr/>
        </p:nvSpPr>
        <p:spPr bwMode="auto">
          <a:xfrm>
            <a:off x="2211949" y="2068985"/>
            <a:ext cx="899452" cy="481013"/>
          </a:xfrm>
          <a:prstGeom prst="roundRect">
            <a:avLst>
              <a:gd name="adj" fmla="val 34167"/>
            </a:avLst>
          </a:prstGeom>
          <a:solidFill>
            <a:srgbClr val="CCEC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400" b="1">
                <a:solidFill>
                  <a:srgbClr val="000099"/>
                </a:solidFill>
                <a:latin typeface="+mn-lt"/>
                <a:ea typeface="+mn-ea"/>
              </a:rPr>
              <a:t>com</a:t>
            </a:r>
          </a:p>
        </p:txBody>
      </p:sp>
      <p:sp>
        <p:nvSpPr>
          <p:cNvPr id="45081" name="AutoShape 153"/>
          <p:cNvSpPr>
            <a:spLocks noChangeArrowheads="1"/>
          </p:cNvSpPr>
          <p:nvPr/>
        </p:nvSpPr>
        <p:spPr bwMode="auto">
          <a:xfrm>
            <a:off x="3668614" y="2057872"/>
            <a:ext cx="897731" cy="482600"/>
          </a:xfrm>
          <a:prstGeom prst="roundRect">
            <a:avLst>
              <a:gd name="adj" fmla="val 34167"/>
            </a:avLst>
          </a:prstGeom>
          <a:solidFill>
            <a:srgbClr val="FF99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400" b="1">
                <a:solidFill>
                  <a:srgbClr val="000099"/>
                </a:solidFill>
                <a:latin typeface="+mn-lt"/>
                <a:ea typeface="+mn-ea"/>
              </a:rPr>
              <a:t>edu</a:t>
            </a:r>
          </a:p>
        </p:txBody>
      </p:sp>
      <p:sp>
        <p:nvSpPr>
          <p:cNvPr id="45082" name="AutoShape 154"/>
          <p:cNvSpPr>
            <a:spLocks noChangeArrowheads="1"/>
          </p:cNvSpPr>
          <p:nvPr/>
        </p:nvSpPr>
        <p:spPr bwMode="auto">
          <a:xfrm>
            <a:off x="762165" y="2057872"/>
            <a:ext cx="899451" cy="482600"/>
          </a:xfrm>
          <a:prstGeom prst="roundRect">
            <a:avLst>
              <a:gd name="adj" fmla="val 34167"/>
            </a:avLst>
          </a:prstGeom>
          <a:solidFill>
            <a:srgbClr val="FFFF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400" b="1">
                <a:solidFill>
                  <a:srgbClr val="000099"/>
                </a:solidFill>
                <a:latin typeface="+mn-lt"/>
                <a:ea typeface="+mn-ea"/>
              </a:rPr>
              <a:t>org</a:t>
            </a:r>
          </a:p>
        </p:txBody>
      </p:sp>
      <p:grpSp>
        <p:nvGrpSpPr>
          <p:cNvPr id="45083" name="Group 155"/>
          <p:cNvGrpSpPr>
            <a:grpSpLocks/>
          </p:cNvGrpSpPr>
          <p:nvPr/>
        </p:nvGrpSpPr>
        <p:grpSpPr bwMode="auto">
          <a:xfrm>
            <a:off x="3897344" y="2542060"/>
            <a:ext cx="440267" cy="155575"/>
            <a:chOff x="2875" y="1143"/>
            <a:chExt cx="330" cy="132"/>
          </a:xfrm>
        </p:grpSpPr>
        <p:sp>
          <p:nvSpPr>
            <p:cNvPr id="45096" name="Line 156"/>
            <p:cNvSpPr>
              <a:spLocks noChangeShapeType="1"/>
            </p:cNvSpPr>
            <p:nvPr/>
          </p:nvSpPr>
          <p:spPr bwMode="auto">
            <a:xfrm>
              <a:off x="3061" y="1143"/>
              <a:ext cx="144" cy="132"/>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097" name="Line 157"/>
            <p:cNvSpPr>
              <a:spLocks noChangeShapeType="1"/>
            </p:cNvSpPr>
            <p:nvPr/>
          </p:nvSpPr>
          <p:spPr bwMode="auto">
            <a:xfrm>
              <a:off x="3050" y="1143"/>
              <a:ext cx="37" cy="129"/>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098" name="Line 158"/>
            <p:cNvSpPr>
              <a:spLocks noChangeShapeType="1"/>
            </p:cNvSpPr>
            <p:nvPr/>
          </p:nvSpPr>
          <p:spPr bwMode="auto">
            <a:xfrm flipH="1">
              <a:off x="2875" y="1143"/>
              <a:ext cx="144" cy="132"/>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099" name="Line 159"/>
            <p:cNvSpPr>
              <a:spLocks noChangeShapeType="1"/>
            </p:cNvSpPr>
            <p:nvPr/>
          </p:nvSpPr>
          <p:spPr bwMode="auto">
            <a:xfrm flipH="1">
              <a:off x="2980" y="1143"/>
              <a:ext cx="54" cy="126"/>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grpSp>
      <p:grpSp>
        <p:nvGrpSpPr>
          <p:cNvPr id="45084" name="Group 160"/>
          <p:cNvGrpSpPr>
            <a:grpSpLocks/>
          </p:cNvGrpSpPr>
          <p:nvPr/>
        </p:nvGrpSpPr>
        <p:grpSpPr bwMode="auto">
          <a:xfrm>
            <a:off x="992617" y="2542060"/>
            <a:ext cx="440267" cy="155575"/>
            <a:chOff x="2875" y="1143"/>
            <a:chExt cx="330" cy="132"/>
          </a:xfrm>
        </p:grpSpPr>
        <p:sp>
          <p:nvSpPr>
            <p:cNvPr id="45092" name="Line 161"/>
            <p:cNvSpPr>
              <a:spLocks noChangeShapeType="1"/>
            </p:cNvSpPr>
            <p:nvPr/>
          </p:nvSpPr>
          <p:spPr bwMode="auto">
            <a:xfrm>
              <a:off x="3061" y="1143"/>
              <a:ext cx="144" cy="132"/>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093" name="Line 162"/>
            <p:cNvSpPr>
              <a:spLocks noChangeShapeType="1"/>
            </p:cNvSpPr>
            <p:nvPr/>
          </p:nvSpPr>
          <p:spPr bwMode="auto">
            <a:xfrm>
              <a:off x="3050" y="1143"/>
              <a:ext cx="37" cy="129"/>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094" name="Line 163"/>
            <p:cNvSpPr>
              <a:spLocks noChangeShapeType="1"/>
            </p:cNvSpPr>
            <p:nvPr/>
          </p:nvSpPr>
          <p:spPr bwMode="auto">
            <a:xfrm flipH="1">
              <a:off x="2875" y="1143"/>
              <a:ext cx="144" cy="132"/>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095" name="Line 164"/>
            <p:cNvSpPr>
              <a:spLocks noChangeShapeType="1"/>
            </p:cNvSpPr>
            <p:nvPr/>
          </p:nvSpPr>
          <p:spPr bwMode="auto">
            <a:xfrm flipH="1">
              <a:off x="2980" y="1143"/>
              <a:ext cx="54" cy="126"/>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grpSp>
      <p:sp>
        <p:nvSpPr>
          <p:cNvPr id="45085" name="AutoShape 165"/>
          <p:cNvSpPr>
            <a:spLocks noChangeArrowheads="1"/>
          </p:cNvSpPr>
          <p:nvPr/>
        </p:nvSpPr>
        <p:spPr bwMode="auto">
          <a:xfrm>
            <a:off x="2189593" y="1238722"/>
            <a:ext cx="897731" cy="482600"/>
          </a:xfrm>
          <a:prstGeom prst="roundRect">
            <a:avLst>
              <a:gd name="adj" fmla="val 34167"/>
            </a:avLst>
          </a:prstGeom>
          <a:solidFill>
            <a:srgbClr val="FF99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400" b="1">
                <a:solidFill>
                  <a:srgbClr val="000099"/>
                </a:solidFill>
                <a:latin typeface="+mn-lt"/>
                <a:ea typeface="+mn-ea"/>
              </a:rPr>
              <a:t>根</a:t>
            </a:r>
          </a:p>
        </p:txBody>
      </p:sp>
      <p:sp>
        <p:nvSpPr>
          <p:cNvPr id="45086" name="Line 166"/>
          <p:cNvSpPr>
            <a:spLocks noChangeShapeType="1"/>
          </p:cNvSpPr>
          <p:nvPr/>
        </p:nvSpPr>
        <p:spPr bwMode="auto">
          <a:xfrm>
            <a:off x="2750244" y="1716559"/>
            <a:ext cx="1362075" cy="338138"/>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087" name="Line 167"/>
          <p:cNvSpPr>
            <a:spLocks noChangeShapeType="1"/>
          </p:cNvSpPr>
          <p:nvPr/>
        </p:nvSpPr>
        <p:spPr bwMode="auto">
          <a:xfrm flipV="1">
            <a:off x="1212750" y="1716559"/>
            <a:ext cx="1339717" cy="338138"/>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088" name="Line 168"/>
          <p:cNvSpPr>
            <a:spLocks noChangeShapeType="1"/>
          </p:cNvSpPr>
          <p:nvPr/>
        </p:nvSpPr>
        <p:spPr bwMode="auto">
          <a:xfrm>
            <a:off x="2657375" y="1716559"/>
            <a:ext cx="0" cy="338138"/>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grpSp>
        <p:nvGrpSpPr>
          <p:cNvPr id="45089" name="Group 169"/>
          <p:cNvGrpSpPr>
            <a:grpSpLocks/>
          </p:cNvGrpSpPr>
          <p:nvPr/>
        </p:nvGrpSpPr>
        <p:grpSpPr bwMode="auto">
          <a:xfrm>
            <a:off x="2435522" y="2542060"/>
            <a:ext cx="440267" cy="155575"/>
            <a:chOff x="1519" y="813"/>
            <a:chExt cx="227" cy="77"/>
          </a:xfrm>
        </p:grpSpPr>
        <p:sp>
          <p:nvSpPr>
            <p:cNvPr id="45090" name="Line 170"/>
            <p:cNvSpPr>
              <a:spLocks noChangeShapeType="1"/>
            </p:cNvSpPr>
            <p:nvPr/>
          </p:nvSpPr>
          <p:spPr bwMode="auto">
            <a:xfrm>
              <a:off x="1647" y="813"/>
              <a:ext cx="99" cy="77"/>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091" name="Line 171"/>
            <p:cNvSpPr>
              <a:spLocks noChangeShapeType="1"/>
            </p:cNvSpPr>
            <p:nvPr/>
          </p:nvSpPr>
          <p:spPr bwMode="auto">
            <a:xfrm flipH="1">
              <a:off x="1519" y="813"/>
              <a:ext cx="99" cy="77"/>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grpSp>
    </p:spTree>
    <p:extLst>
      <p:ext uri="{BB962C8B-B14F-4D97-AF65-F5344CB8AC3E}">
        <p14:creationId xmlns:p14="http://schemas.microsoft.com/office/powerpoint/2010/main" val="33090325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AutoShape 31"/>
          <p:cNvSpPr>
            <a:spLocks noChangeArrowheads="1"/>
          </p:cNvSpPr>
          <p:nvPr/>
        </p:nvSpPr>
        <p:spPr bwMode="auto">
          <a:xfrm>
            <a:off x="4154498" y="3455442"/>
            <a:ext cx="2858294" cy="2084388"/>
          </a:xfrm>
          <a:prstGeom prst="roundRect">
            <a:avLst>
              <a:gd name="adj" fmla="val 16667"/>
            </a:avLst>
          </a:prstGeom>
          <a:solidFill>
            <a:srgbClr val="33CCFF"/>
          </a:solidFill>
          <a:ln w="9525">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latin typeface="+mn-lt"/>
              <a:ea typeface="+mn-ea"/>
            </a:endParaRPr>
          </a:p>
        </p:txBody>
      </p:sp>
      <p:sp>
        <p:nvSpPr>
          <p:cNvPr id="1068036" name="Rectangle 4"/>
          <p:cNvSpPr>
            <a:spLocks noGrp="1" noChangeArrowheads="1"/>
          </p:cNvSpPr>
          <p:nvPr>
            <p:ph type="title"/>
          </p:nvPr>
        </p:nvSpPr>
        <p:spPr/>
        <p:txBody>
          <a:bodyPr/>
          <a:lstStyle/>
          <a:p>
            <a:pPr algn="ctr" eaLnBrk="1" hangingPunct="1">
              <a:defRPr/>
            </a:pPr>
            <a:r>
              <a:rPr dirty="0"/>
              <a:t>树状结构的 </a:t>
            </a:r>
            <a:r>
              <a:rPr lang="en-US" altLang="zh-CN" dirty="0"/>
              <a:t>DNS </a:t>
            </a:r>
            <a:r>
              <a:rPr dirty="0"/>
              <a:t>域名服务器 </a:t>
            </a:r>
          </a:p>
        </p:txBody>
      </p:sp>
      <p:grpSp>
        <p:nvGrpSpPr>
          <p:cNvPr id="46084" name="Group 5"/>
          <p:cNvGrpSpPr>
            <a:grpSpLocks/>
          </p:cNvGrpSpPr>
          <p:nvPr/>
        </p:nvGrpSpPr>
        <p:grpSpPr bwMode="auto">
          <a:xfrm>
            <a:off x="3540531" y="2160043"/>
            <a:ext cx="4677833" cy="392113"/>
            <a:chOff x="2294" y="572"/>
            <a:chExt cx="2450" cy="318"/>
          </a:xfrm>
        </p:grpSpPr>
        <p:sp>
          <p:nvSpPr>
            <p:cNvPr id="46117" name="Line 6"/>
            <p:cNvSpPr>
              <a:spLocks noChangeShapeType="1"/>
            </p:cNvSpPr>
            <p:nvPr/>
          </p:nvSpPr>
          <p:spPr bwMode="auto">
            <a:xfrm flipV="1">
              <a:off x="2294" y="572"/>
              <a:ext cx="1089" cy="318"/>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6118" name="Line 7"/>
            <p:cNvSpPr>
              <a:spLocks noChangeShapeType="1"/>
            </p:cNvSpPr>
            <p:nvPr/>
          </p:nvSpPr>
          <p:spPr bwMode="auto">
            <a:xfrm>
              <a:off x="3474" y="572"/>
              <a:ext cx="0" cy="318"/>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6119" name="Line 8"/>
            <p:cNvSpPr>
              <a:spLocks noChangeShapeType="1"/>
            </p:cNvSpPr>
            <p:nvPr/>
          </p:nvSpPr>
          <p:spPr bwMode="auto">
            <a:xfrm flipH="1" flipV="1">
              <a:off x="3565" y="572"/>
              <a:ext cx="1179" cy="318"/>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grpSp>
      <p:sp>
        <p:nvSpPr>
          <p:cNvPr id="46085" name="Rectangle 9"/>
          <p:cNvSpPr>
            <a:spLocks noChangeArrowheads="1"/>
          </p:cNvSpPr>
          <p:nvPr/>
        </p:nvSpPr>
        <p:spPr bwMode="auto">
          <a:xfrm>
            <a:off x="4847573" y="1639342"/>
            <a:ext cx="1905529" cy="496888"/>
          </a:xfrm>
          <a:prstGeom prst="rect">
            <a:avLst/>
          </a:prstGeom>
          <a:solidFill>
            <a:srgbClr val="FF99FF"/>
          </a:solidFill>
          <a:ln>
            <a:noFill/>
          </a:ln>
          <a:effectLst>
            <a:outerShdw dist="35921" dir="2700000" algn="ctr" rotWithShape="0">
              <a:schemeClr val="bg2"/>
            </a:outerShdw>
          </a:effectLst>
          <a:extLst>
            <a:ext uri="{91240B29-F687-4F45-9708-019B960494DF}">
              <a14:hiddenLine xmlns:a14="http://schemas.microsoft.com/office/drawing/2010/main" w="9525" algn="ctr">
                <a:solidFill>
                  <a:schemeClr val="tx1"/>
                </a:solidFill>
                <a:miter lim="800000"/>
                <a:headEnd/>
                <a:tailEnd/>
              </a14:hiddenLine>
            </a:ext>
          </a:extLst>
        </p:spPr>
        <p:txBody>
          <a:bodyPr wrap="none" anchor="ctr"/>
          <a:lstStyle/>
          <a:p>
            <a:pPr algn="ctr" eaLnBrk="1" hangingPunct="1"/>
            <a:r>
              <a:rPr kumimoji="1" lang="zh-CN" altLang="en-US" sz="2000" b="1">
                <a:solidFill>
                  <a:srgbClr val="000099"/>
                </a:solidFill>
                <a:latin typeface="+mn-lt"/>
                <a:ea typeface="+mn-ea"/>
              </a:rPr>
              <a:t>根域名服务器</a:t>
            </a:r>
          </a:p>
        </p:txBody>
      </p:sp>
      <p:sp>
        <p:nvSpPr>
          <p:cNvPr id="46086" name="Rectangle 10"/>
          <p:cNvSpPr>
            <a:spLocks noChangeArrowheads="1"/>
          </p:cNvSpPr>
          <p:nvPr/>
        </p:nvSpPr>
        <p:spPr bwMode="auto">
          <a:xfrm>
            <a:off x="2508656" y="2552156"/>
            <a:ext cx="1905529" cy="496887"/>
          </a:xfrm>
          <a:prstGeom prst="rect">
            <a:avLst/>
          </a:prstGeom>
          <a:solidFill>
            <a:srgbClr val="CCFF99"/>
          </a:solidFill>
          <a:ln>
            <a:noFill/>
          </a:ln>
          <a:effectLst>
            <a:outerShdw dist="35921" dir="2700000" algn="ctr" rotWithShape="0">
              <a:schemeClr val="bg2"/>
            </a:outerShdw>
          </a:effectLst>
          <a:extLst>
            <a:ext uri="{91240B29-F687-4F45-9708-019B960494DF}">
              <a14:hiddenLine xmlns:a14="http://schemas.microsoft.com/office/drawing/2010/main" w="9525" algn="ctr">
                <a:solidFill>
                  <a:schemeClr val="tx1"/>
                </a:solidFill>
                <a:miter lim="800000"/>
                <a:headEnd/>
                <a:tailEnd/>
              </a14:hiddenLine>
            </a:ext>
          </a:extLst>
        </p:spPr>
        <p:txBody>
          <a:bodyPr wrap="none" anchor="ctr"/>
          <a:lstStyle/>
          <a:p>
            <a:pPr algn="ctr" eaLnBrk="1" hangingPunct="1"/>
            <a:r>
              <a:rPr kumimoji="1" lang="en-US" altLang="zh-CN" sz="2000" b="1">
                <a:solidFill>
                  <a:srgbClr val="000099"/>
                </a:solidFill>
                <a:latin typeface="+mn-lt"/>
                <a:ea typeface="+mn-ea"/>
              </a:rPr>
              <a:t>org </a:t>
            </a:r>
            <a:r>
              <a:rPr kumimoji="1" lang="zh-CN" altLang="en-US" sz="2000" b="1">
                <a:solidFill>
                  <a:srgbClr val="000099"/>
                </a:solidFill>
                <a:latin typeface="+mn-lt"/>
                <a:ea typeface="+mn-ea"/>
              </a:rPr>
              <a:t>域名服务器</a:t>
            </a:r>
          </a:p>
        </p:txBody>
      </p:sp>
      <p:sp>
        <p:nvSpPr>
          <p:cNvPr id="46087" name="Rectangle 11"/>
          <p:cNvSpPr>
            <a:spLocks noChangeArrowheads="1"/>
          </p:cNvSpPr>
          <p:nvPr/>
        </p:nvSpPr>
        <p:spPr bwMode="auto">
          <a:xfrm>
            <a:off x="4847573" y="2552156"/>
            <a:ext cx="1905529" cy="496887"/>
          </a:xfrm>
          <a:prstGeom prst="rect">
            <a:avLst/>
          </a:prstGeom>
          <a:solidFill>
            <a:srgbClr val="CCECFF"/>
          </a:solidFill>
          <a:ln>
            <a:noFill/>
          </a:ln>
          <a:effectLst>
            <a:outerShdw dist="35921" dir="2700000" algn="ctr" rotWithShape="0">
              <a:schemeClr val="bg2"/>
            </a:outerShdw>
          </a:effectLst>
          <a:extLst>
            <a:ext uri="{91240B29-F687-4F45-9708-019B960494DF}">
              <a14:hiddenLine xmlns:a14="http://schemas.microsoft.com/office/drawing/2010/main" w="9525" algn="ctr">
                <a:solidFill>
                  <a:schemeClr val="tx1"/>
                </a:solidFill>
                <a:miter lim="800000"/>
                <a:headEnd/>
                <a:tailEnd/>
              </a14:hiddenLine>
            </a:ext>
          </a:extLst>
        </p:spPr>
        <p:txBody>
          <a:bodyPr wrap="none" anchor="ctr"/>
          <a:lstStyle/>
          <a:p>
            <a:pPr algn="ctr" eaLnBrk="1" hangingPunct="1"/>
            <a:r>
              <a:rPr kumimoji="1" lang="en-US" altLang="zh-CN" sz="2000" b="1">
                <a:solidFill>
                  <a:srgbClr val="000099"/>
                </a:solidFill>
                <a:latin typeface="+mn-lt"/>
                <a:ea typeface="+mn-ea"/>
              </a:rPr>
              <a:t>com </a:t>
            </a:r>
            <a:r>
              <a:rPr kumimoji="1" lang="zh-CN" altLang="en-US" sz="2000" b="1">
                <a:solidFill>
                  <a:srgbClr val="000099"/>
                </a:solidFill>
                <a:latin typeface="+mn-lt"/>
                <a:ea typeface="+mn-ea"/>
              </a:rPr>
              <a:t>域名服务器</a:t>
            </a:r>
          </a:p>
        </p:txBody>
      </p:sp>
      <p:sp>
        <p:nvSpPr>
          <p:cNvPr id="46088" name="Rectangle 12"/>
          <p:cNvSpPr>
            <a:spLocks noChangeArrowheads="1"/>
          </p:cNvSpPr>
          <p:nvPr/>
        </p:nvSpPr>
        <p:spPr bwMode="auto">
          <a:xfrm>
            <a:off x="7188210" y="2552156"/>
            <a:ext cx="1905529" cy="496887"/>
          </a:xfrm>
          <a:prstGeom prst="rect">
            <a:avLst/>
          </a:prstGeom>
          <a:solidFill>
            <a:srgbClr val="CCCC00"/>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mn-lt"/>
                <a:ea typeface="+mn-ea"/>
              </a:rPr>
              <a:t>edu </a:t>
            </a:r>
            <a:r>
              <a:rPr kumimoji="1" lang="zh-CN" altLang="en-US" sz="2000" b="1">
                <a:solidFill>
                  <a:srgbClr val="000099"/>
                </a:solidFill>
                <a:latin typeface="+mn-lt"/>
                <a:ea typeface="+mn-ea"/>
              </a:rPr>
              <a:t>域名服务器</a:t>
            </a:r>
          </a:p>
        </p:txBody>
      </p:sp>
      <p:grpSp>
        <p:nvGrpSpPr>
          <p:cNvPr id="46089" name="Group 13"/>
          <p:cNvGrpSpPr>
            <a:grpSpLocks/>
          </p:cNvGrpSpPr>
          <p:nvPr/>
        </p:nvGrpSpPr>
        <p:grpSpPr bwMode="auto">
          <a:xfrm>
            <a:off x="7704147" y="3049042"/>
            <a:ext cx="866775" cy="249238"/>
            <a:chOff x="2875" y="1143"/>
            <a:chExt cx="330" cy="132"/>
          </a:xfrm>
        </p:grpSpPr>
        <p:sp>
          <p:nvSpPr>
            <p:cNvPr id="46113" name="Line 14"/>
            <p:cNvSpPr>
              <a:spLocks noChangeShapeType="1"/>
            </p:cNvSpPr>
            <p:nvPr/>
          </p:nvSpPr>
          <p:spPr bwMode="auto">
            <a:xfrm>
              <a:off x="3061" y="1143"/>
              <a:ext cx="144" cy="132"/>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6114" name="Line 15"/>
            <p:cNvSpPr>
              <a:spLocks noChangeShapeType="1"/>
            </p:cNvSpPr>
            <p:nvPr/>
          </p:nvSpPr>
          <p:spPr bwMode="auto">
            <a:xfrm>
              <a:off x="3050" y="1143"/>
              <a:ext cx="37" cy="129"/>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6115" name="Line 16"/>
            <p:cNvSpPr>
              <a:spLocks noChangeShapeType="1"/>
            </p:cNvSpPr>
            <p:nvPr/>
          </p:nvSpPr>
          <p:spPr bwMode="auto">
            <a:xfrm flipH="1">
              <a:off x="2875" y="1143"/>
              <a:ext cx="144" cy="132"/>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6116" name="Line 17"/>
            <p:cNvSpPr>
              <a:spLocks noChangeShapeType="1"/>
            </p:cNvSpPr>
            <p:nvPr/>
          </p:nvSpPr>
          <p:spPr bwMode="auto">
            <a:xfrm flipH="1">
              <a:off x="2980" y="1143"/>
              <a:ext cx="54" cy="126"/>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grpSp>
      <p:sp>
        <p:nvSpPr>
          <p:cNvPr id="46090" name="Text Box 18"/>
          <p:cNvSpPr txBox="1">
            <a:spLocks noChangeArrowheads="1"/>
          </p:cNvSpPr>
          <p:nvPr/>
        </p:nvSpPr>
        <p:spPr bwMode="auto">
          <a:xfrm>
            <a:off x="9263998" y="2209256"/>
            <a:ext cx="748923"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4400" b="1">
                <a:solidFill>
                  <a:srgbClr val="000099"/>
                </a:solidFill>
                <a:latin typeface="+mn-lt"/>
                <a:ea typeface="+mn-ea"/>
              </a:rPr>
              <a:t>…</a:t>
            </a:r>
          </a:p>
        </p:txBody>
      </p:sp>
      <p:grpSp>
        <p:nvGrpSpPr>
          <p:cNvPr id="46091" name="Group 19"/>
          <p:cNvGrpSpPr>
            <a:grpSpLocks/>
          </p:cNvGrpSpPr>
          <p:nvPr/>
        </p:nvGrpSpPr>
        <p:grpSpPr bwMode="auto">
          <a:xfrm>
            <a:off x="3028033" y="3049042"/>
            <a:ext cx="866775" cy="249238"/>
            <a:chOff x="2875" y="1143"/>
            <a:chExt cx="330" cy="132"/>
          </a:xfrm>
        </p:grpSpPr>
        <p:sp>
          <p:nvSpPr>
            <p:cNvPr id="46109" name="Line 20"/>
            <p:cNvSpPr>
              <a:spLocks noChangeShapeType="1"/>
            </p:cNvSpPr>
            <p:nvPr/>
          </p:nvSpPr>
          <p:spPr bwMode="auto">
            <a:xfrm>
              <a:off x="3061" y="1143"/>
              <a:ext cx="144" cy="132"/>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6110" name="Line 21"/>
            <p:cNvSpPr>
              <a:spLocks noChangeShapeType="1"/>
            </p:cNvSpPr>
            <p:nvPr/>
          </p:nvSpPr>
          <p:spPr bwMode="auto">
            <a:xfrm>
              <a:off x="3050" y="1143"/>
              <a:ext cx="37" cy="129"/>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6111" name="Line 22"/>
            <p:cNvSpPr>
              <a:spLocks noChangeShapeType="1"/>
            </p:cNvSpPr>
            <p:nvPr/>
          </p:nvSpPr>
          <p:spPr bwMode="auto">
            <a:xfrm flipH="1">
              <a:off x="2875" y="1143"/>
              <a:ext cx="144" cy="132"/>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6112" name="Line 23"/>
            <p:cNvSpPr>
              <a:spLocks noChangeShapeType="1"/>
            </p:cNvSpPr>
            <p:nvPr/>
          </p:nvSpPr>
          <p:spPr bwMode="auto">
            <a:xfrm flipH="1">
              <a:off x="2980" y="1143"/>
              <a:ext cx="54" cy="126"/>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grpSp>
      <p:sp>
        <p:nvSpPr>
          <p:cNvPr id="46092" name="Line 24"/>
          <p:cNvSpPr>
            <a:spLocks noChangeShapeType="1"/>
          </p:cNvSpPr>
          <p:nvPr/>
        </p:nvSpPr>
        <p:spPr bwMode="auto">
          <a:xfrm>
            <a:off x="5943081" y="3049042"/>
            <a:ext cx="376634" cy="249238"/>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6093" name="Line 25"/>
          <p:cNvSpPr>
            <a:spLocks noChangeShapeType="1"/>
          </p:cNvSpPr>
          <p:nvPr/>
        </p:nvSpPr>
        <p:spPr bwMode="auto">
          <a:xfrm>
            <a:off x="5913843" y="3049043"/>
            <a:ext cx="98029" cy="244475"/>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6094" name="Line 26"/>
          <p:cNvSpPr>
            <a:spLocks noChangeShapeType="1"/>
          </p:cNvSpPr>
          <p:nvPr/>
        </p:nvSpPr>
        <p:spPr bwMode="auto">
          <a:xfrm flipH="1">
            <a:off x="5452940" y="3049042"/>
            <a:ext cx="378354" cy="249238"/>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6095" name="Line 27"/>
          <p:cNvSpPr>
            <a:spLocks noChangeShapeType="1"/>
          </p:cNvSpPr>
          <p:nvPr/>
        </p:nvSpPr>
        <p:spPr bwMode="auto">
          <a:xfrm flipH="1">
            <a:off x="5590523" y="3049042"/>
            <a:ext cx="282046" cy="668338"/>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6096" name="Rectangle 29"/>
          <p:cNvSpPr>
            <a:spLocks noChangeArrowheads="1"/>
          </p:cNvSpPr>
          <p:nvPr/>
        </p:nvSpPr>
        <p:spPr bwMode="auto">
          <a:xfrm>
            <a:off x="4587886" y="4711156"/>
            <a:ext cx="1907248" cy="579437"/>
          </a:xfrm>
          <a:prstGeom prst="rect">
            <a:avLst/>
          </a:prstGeom>
          <a:solidFill>
            <a:srgbClr val="FFFF99"/>
          </a:solidFill>
          <a:ln>
            <a:noFill/>
          </a:ln>
          <a:effectLst>
            <a:outerShdw dist="35921"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algn="ctr" eaLnBrk="1" hangingPunct="1"/>
            <a:r>
              <a:rPr lang="en-US" altLang="zh-CN" sz="2000" b="1">
                <a:solidFill>
                  <a:srgbClr val="000099"/>
                </a:solidFill>
                <a:latin typeface="+mn-lt"/>
                <a:ea typeface="+mn-ea"/>
              </a:rPr>
              <a:t>y.abc.com</a:t>
            </a:r>
          </a:p>
          <a:p>
            <a:pPr algn="ctr" eaLnBrk="1" hangingPunct="1"/>
            <a:r>
              <a:rPr lang="zh-CN" altLang="en-US" sz="2000" b="1">
                <a:solidFill>
                  <a:srgbClr val="000099"/>
                </a:solidFill>
                <a:latin typeface="+mn-lt"/>
                <a:ea typeface="+mn-ea"/>
              </a:rPr>
              <a:t>域名服务器</a:t>
            </a:r>
          </a:p>
        </p:txBody>
      </p:sp>
      <p:sp>
        <p:nvSpPr>
          <p:cNvPr id="46097" name="Line 30"/>
          <p:cNvSpPr>
            <a:spLocks noChangeShapeType="1"/>
          </p:cNvSpPr>
          <p:nvPr/>
        </p:nvSpPr>
        <p:spPr bwMode="auto">
          <a:xfrm>
            <a:off x="5538929" y="4211093"/>
            <a:ext cx="0" cy="498475"/>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6098" name="Line 32"/>
          <p:cNvSpPr>
            <a:spLocks noChangeShapeType="1"/>
          </p:cNvSpPr>
          <p:nvPr/>
        </p:nvSpPr>
        <p:spPr bwMode="auto">
          <a:xfrm flipH="1" flipV="1">
            <a:off x="6557046" y="3918993"/>
            <a:ext cx="1394752" cy="180975"/>
          </a:xfrm>
          <a:prstGeom prst="line">
            <a:avLst/>
          </a:prstGeom>
          <a:noFill/>
          <a:ln w="28575">
            <a:solidFill>
              <a:schemeClr val="folHlink"/>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6099" name="Text Box 33"/>
          <p:cNvSpPr txBox="1">
            <a:spLocks noChangeArrowheads="1"/>
          </p:cNvSpPr>
          <p:nvPr/>
        </p:nvSpPr>
        <p:spPr bwMode="auto">
          <a:xfrm>
            <a:off x="7909387" y="3831681"/>
            <a:ext cx="1980029"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algn="ctr" eaLnBrk="1" hangingPunct="1"/>
            <a:r>
              <a:rPr lang="en-US" altLang="zh-CN" sz="2000" b="1">
                <a:solidFill>
                  <a:srgbClr val="000099"/>
                </a:solidFill>
                <a:latin typeface="+mn-lt"/>
                <a:ea typeface="+mn-ea"/>
              </a:rPr>
              <a:t>abc </a:t>
            </a:r>
            <a:r>
              <a:rPr lang="zh-CN" altLang="en-US" sz="2000" b="1">
                <a:solidFill>
                  <a:srgbClr val="000099"/>
                </a:solidFill>
                <a:latin typeface="+mn-lt"/>
                <a:ea typeface="+mn-ea"/>
              </a:rPr>
              <a:t>公司有两个</a:t>
            </a:r>
          </a:p>
          <a:p>
            <a:pPr algn="ctr" eaLnBrk="1" hangingPunct="1"/>
            <a:r>
              <a:rPr lang="zh-CN" altLang="en-US" sz="2000" b="1">
                <a:solidFill>
                  <a:srgbClr val="000099"/>
                </a:solidFill>
                <a:latin typeface="+mn-lt"/>
                <a:ea typeface="+mn-ea"/>
              </a:rPr>
              <a:t>权限域名服务器</a:t>
            </a:r>
          </a:p>
        </p:txBody>
      </p:sp>
      <p:grpSp>
        <p:nvGrpSpPr>
          <p:cNvPr id="46100" name="Group 34"/>
          <p:cNvGrpSpPr>
            <a:grpSpLocks/>
          </p:cNvGrpSpPr>
          <p:nvPr/>
        </p:nvGrpSpPr>
        <p:grpSpPr bwMode="auto">
          <a:xfrm>
            <a:off x="128464" y="2385468"/>
            <a:ext cx="9873325" cy="830263"/>
            <a:chOff x="158" y="799"/>
            <a:chExt cx="5444" cy="454"/>
          </a:xfrm>
        </p:grpSpPr>
        <p:sp>
          <p:nvSpPr>
            <p:cNvPr id="46107" name="Line 35"/>
            <p:cNvSpPr>
              <a:spLocks noChangeShapeType="1"/>
            </p:cNvSpPr>
            <p:nvPr/>
          </p:nvSpPr>
          <p:spPr bwMode="auto">
            <a:xfrm>
              <a:off x="158" y="799"/>
              <a:ext cx="5444" cy="0"/>
            </a:xfrm>
            <a:prstGeom prst="line">
              <a:avLst/>
            </a:prstGeom>
            <a:noFill/>
            <a:ln w="9525">
              <a:solidFill>
                <a:schemeClr val="fo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6108" name="Line 36"/>
            <p:cNvSpPr>
              <a:spLocks noChangeShapeType="1"/>
            </p:cNvSpPr>
            <p:nvPr/>
          </p:nvSpPr>
          <p:spPr bwMode="auto">
            <a:xfrm>
              <a:off x="158" y="1253"/>
              <a:ext cx="5444" cy="0"/>
            </a:xfrm>
            <a:prstGeom prst="line">
              <a:avLst/>
            </a:prstGeom>
            <a:noFill/>
            <a:ln w="9525">
              <a:solidFill>
                <a:schemeClr val="fo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grpSp>
      <p:sp>
        <p:nvSpPr>
          <p:cNvPr id="46101" name="Text Box 37"/>
          <p:cNvSpPr txBox="1">
            <a:spLocks noChangeArrowheads="1"/>
          </p:cNvSpPr>
          <p:nvPr/>
        </p:nvSpPr>
        <p:spPr bwMode="auto">
          <a:xfrm>
            <a:off x="198702" y="4063456"/>
            <a:ext cx="198002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algn="ctr" eaLnBrk="1" hangingPunct="1"/>
            <a:r>
              <a:rPr lang="zh-CN" altLang="en-US" sz="2000" b="1">
                <a:solidFill>
                  <a:srgbClr val="000099"/>
                </a:solidFill>
                <a:latin typeface="+mn-lt"/>
                <a:ea typeface="+mn-ea"/>
              </a:rPr>
              <a:t>权限域名服务器</a:t>
            </a:r>
          </a:p>
        </p:txBody>
      </p:sp>
      <p:sp>
        <p:nvSpPr>
          <p:cNvPr id="46102" name="Text Box 38"/>
          <p:cNvSpPr txBox="1">
            <a:spLocks noChangeArrowheads="1"/>
          </p:cNvSpPr>
          <p:nvPr/>
        </p:nvSpPr>
        <p:spPr bwMode="auto">
          <a:xfrm>
            <a:off x="315762" y="1696493"/>
            <a:ext cx="172354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algn="ctr" eaLnBrk="1" hangingPunct="1"/>
            <a:r>
              <a:rPr lang="zh-CN" altLang="en-US" sz="2000" b="1">
                <a:solidFill>
                  <a:srgbClr val="000099"/>
                </a:solidFill>
                <a:latin typeface="+mn-lt"/>
                <a:ea typeface="+mn-ea"/>
              </a:rPr>
              <a:t>根域名服务器</a:t>
            </a:r>
          </a:p>
        </p:txBody>
      </p:sp>
      <p:sp>
        <p:nvSpPr>
          <p:cNvPr id="46103" name="Text Box 39"/>
          <p:cNvSpPr txBox="1">
            <a:spLocks noChangeArrowheads="1"/>
          </p:cNvSpPr>
          <p:nvPr/>
        </p:nvSpPr>
        <p:spPr bwMode="auto">
          <a:xfrm>
            <a:off x="197842" y="2583906"/>
            <a:ext cx="198002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algn="ctr" eaLnBrk="1" hangingPunct="1"/>
            <a:r>
              <a:rPr lang="zh-CN" altLang="en-US" sz="2000" b="1">
                <a:solidFill>
                  <a:srgbClr val="000099"/>
                </a:solidFill>
                <a:latin typeface="+mn-lt"/>
                <a:ea typeface="+mn-ea"/>
              </a:rPr>
              <a:t>顶级域名服务器</a:t>
            </a:r>
          </a:p>
        </p:txBody>
      </p:sp>
      <p:sp>
        <p:nvSpPr>
          <p:cNvPr id="46104" name="Line 40"/>
          <p:cNvSpPr>
            <a:spLocks noChangeShapeType="1"/>
          </p:cNvSpPr>
          <p:nvPr/>
        </p:nvSpPr>
        <p:spPr bwMode="auto">
          <a:xfrm>
            <a:off x="2242089" y="1556792"/>
            <a:ext cx="0" cy="3900488"/>
          </a:xfrm>
          <a:prstGeom prst="line">
            <a:avLst/>
          </a:prstGeom>
          <a:noFill/>
          <a:ln w="9525">
            <a:solidFill>
              <a:schemeClr val="fo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6105" name="Line 41"/>
          <p:cNvSpPr>
            <a:spLocks noChangeShapeType="1"/>
          </p:cNvSpPr>
          <p:nvPr/>
        </p:nvSpPr>
        <p:spPr bwMode="auto">
          <a:xfrm flipH="1">
            <a:off x="6531250" y="4377780"/>
            <a:ext cx="1427427" cy="658812"/>
          </a:xfrm>
          <a:prstGeom prst="line">
            <a:avLst/>
          </a:prstGeom>
          <a:noFill/>
          <a:ln w="28575">
            <a:solidFill>
              <a:schemeClr val="folHlink"/>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6106" name="Rectangle 43"/>
          <p:cNvSpPr>
            <a:spLocks noChangeArrowheads="1"/>
          </p:cNvSpPr>
          <p:nvPr/>
        </p:nvSpPr>
        <p:spPr bwMode="auto">
          <a:xfrm>
            <a:off x="4575845" y="3714206"/>
            <a:ext cx="1907250" cy="579437"/>
          </a:xfrm>
          <a:prstGeom prst="rect">
            <a:avLst/>
          </a:prstGeom>
          <a:solidFill>
            <a:srgbClr val="FFFF99"/>
          </a:solidFill>
          <a:ln>
            <a:noFill/>
          </a:ln>
          <a:effectLst>
            <a:outerShdw dist="35921"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algn="ctr" eaLnBrk="1" hangingPunct="1"/>
            <a:r>
              <a:rPr lang="en-US" altLang="zh-CN" sz="2000" b="1">
                <a:solidFill>
                  <a:srgbClr val="000099"/>
                </a:solidFill>
                <a:latin typeface="+mn-lt"/>
                <a:ea typeface="+mn-ea"/>
              </a:rPr>
              <a:t>abc.com</a:t>
            </a:r>
          </a:p>
          <a:p>
            <a:pPr algn="ctr" eaLnBrk="1" hangingPunct="1"/>
            <a:r>
              <a:rPr lang="zh-CN" altLang="en-US" sz="2000" b="1">
                <a:solidFill>
                  <a:srgbClr val="000099"/>
                </a:solidFill>
                <a:latin typeface="+mn-lt"/>
                <a:ea typeface="+mn-ea"/>
              </a:rPr>
              <a:t>域名服务器</a:t>
            </a:r>
          </a:p>
        </p:txBody>
      </p:sp>
    </p:spTree>
    <p:extLst>
      <p:ext uri="{BB962C8B-B14F-4D97-AF65-F5344CB8AC3E}">
        <p14:creationId xmlns:p14="http://schemas.microsoft.com/office/powerpoint/2010/main" val="41001402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1106" name="Rectangle 2"/>
          <p:cNvSpPr>
            <a:spLocks noGrp="1" noChangeArrowheads="1"/>
          </p:cNvSpPr>
          <p:nvPr>
            <p:ph type="title"/>
          </p:nvPr>
        </p:nvSpPr>
        <p:spPr/>
        <p:txBody>
          <a:bodyPr/>
          <a:lstStyle/>
          <a:p>
            <a:pPr algn="ctr" eaLnBrk="1" hangingPunct="1">
              <a:defRPr/>
            </a:pPr>
            <a:r>
              <a:rPr lang="zh-CN" altLang="en-US" dirty="0"/>
              <a:t>域名服务器有以下四种类型 </a:t>
            </a:r>
          </a:p>
        </p:txBody>
      </p:sp>
      <p:sp>
        <p:nvSpPr>
          <p:cNvPr id="1071107" name="Rectangle 3"/>
          <p:cNvSpPr>
            <a:spLocks noGrp="1" noChangeArrowheads="1"/>
          </p:cNvSpPr>
          <p:nvPr>
            <p:ph idx="1"/>
          </p:nvPr>
        </p:nvSpPr>
        <p:spPr/>
        <p:txBody>
          <a:bodyPr/>
          <a:lstStyle/>
          <a:p>
            <a:pPr marL="316531" indent="-316531" eaLnBrk="1" hangingPunct="1">
              <a:spcBef>
                <a:spcPts val="554"/>
              </a:spcBef>
              <a:defRPr/>
            </a:pPr>
            <a:r>
              <a:rPr lang="zh-CN" altLang="en-US" dirty="0"/>
              <a:t>根域名服务器 </a:t>
            </a:r>
          </a:p>
          <a:p>
            <a:pPr marL="316531" indent="-316531" eaLnBrk="1" hangingPunct="1">
              <a:spcBef>
                <a:spcPts val="554"/>
              </a:spcBef>
              <a:defRPr/>
            </a:pPr>
            <a:r>
              <a:rPr lang="zh-CN" altLang="en-US" dirty="0"/>
              <a:t>顶级域名服务器 </a:t>
            </a:r>
          </a:p>
          <a:p>
            <a:pPr marL="316531" indent="-316531" eaLnBrk="1" hangingPunct="1">
              <a:spcBef>
                <a:spcPts val="554"/>
              </a:spcBef>
              <a:defRPr/>
            </a:pPr>
            <a:r>
              <a:rPr lang="zh-CN" altLang="en-US" dirty="0"/>
              <a:t>权限域名服务器 </a:t>
            </a:r>
          </a:p>
          <a:p>
            <a:pPr marL="316531" indent="-316531" eaLnBrk="1" hangingPunct="1">
              <a:spcBef>
                <a:spcPts val="554"/>
              </a:spcBef>
              <a:defRPr/>
            </a:pPr>
            <a:r>
              <a:rPr lang="zh-CN" altLang="en-US" dirty="0"/>
              <a:t>本地域名服务器 </a:t>
            </a:r>
          </a:p>
        </p:txBody>
      </p:sp>
    </p:spTree>
    <p:extLst>
      <p:ext uri="{BB962C8B-B14F-4D97-AF65-F5344CB8AC3E}">
        <p14:creationId xmlns:p14="http://schemas.microsoft.com/office/powerpoint/2010/main" val="15057562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pPr algn="ctr" eaLnBrk="1" hangingPunct="1"/>
            <a:r>
              <a:rPr lang="zh-CN" altLang="en-US" dirty="0">
                <a:ea typeface="黑体" pitchFamily="49" charset="-122"/>
              </a:rPr>
              <a:t>根域名服务器</a:t>
            </a:r>
            <a:endParaRPr lang="en-US" altLang="zh-CN" sz="3200" dirty="0">
              <a:ea typeface="黑体" pitchFamily="49" charset="-122"/>
            </a:endParaRPr>
          </a:p>
        </p:txBody>
      </p:sp>
      <p:sp>
        <p:nvSpPr>
          <p:cNvPr id="48131" name="Rectangle 3"/>
          <p:cNvSpPr>
            <a:spLocks noGrp="1" noChangeArrowheads="1"/>
          </p:cNvSpPr>
          <p:nvPr>
            <p:ph idx="1"/>
          </p:nvPr>
        </p:nvSpPr>
        <p:spPr/>
        <p:txBody>
          <a:bodyPr/>
          <a:lstStyle/>
          <a:p>
            <a:r>
              <a:rPr lang="zh-CN" altLang="en-US" dirty="0">
                <a:ea typeface="黑体" pitchFamily="49" charset="-122"/>
              </a:rPr>
              <a:t>根域名服务器是</a:t>
            </a:r>
            <a:r>
              <a:rPr lang="zh-CN" altLang="en-US" dirty="0">
                <a:solidFill>
                  <a:srgbClr val="FF0000"/>
                </a:solidFill>
                <a:ea typeface="黑体" pitchFamily="49" charset="-122"/>
              </a:rPr>
              <a:t>最高层次</a:t>
            </a:r>
            <a:r>
              <a:rPr lang="zh-CN" altLang="en-US" dirty="0">
                <a:ea typeface="黑体" pitchFamily="49" charset="-122"/>
              </a:rPr>
              <a:t>的域名服务器，也是</a:t>
            </a:r>
            <a:r>
              <a:rPr lang="zh-CN" altLang="en-US" dirty="0">
                <a:solidFill>
                  <a:srgbClr val="FF0000"/>
                </a:solidFill>
                <a:ea typeface="黑体" pitchFamily="49" charset="-122"/>
              </a:rPr>
              <a:t>最重要</a:t>
            </a:r>
            <a:r>
              <a:rPr lang="zh-CN" altLang="en-US" dirty="0">
                <a:ea typeface="黑体" pitchFamily="49" charset="-122"/>
              </a:rPr>
              <a:t>的域名服务器。所有的根域名服务器都知道所有的顶级域名服务器的域名和 </a:t>
            </a:r>
            <a:r>
              <a:rPr lang="en-US" altLang="zh-CN" dirty="0">
                <a:ea typeface="黑体" pitchFamily="49" charset="-122"/>
              </a:rPr>
              <a:t>IP </a:t>
            </a:r>
            <a:r>
              <a:rPr lang="zh-CN" altLang="en-US" dirty="0">
                <a:ea typeface="黑体" pitchFamily="49" charset="-122"/>
              </a:rPr>
              <a:t>地址。</a:t>
            </a:r>
          </a:p>
          <a:p>
            <a:pPr eaLnBrk="1" hangingPunct="1"/>
            <a:r>
              <a:rPr lang="zh-CN" altLang="en-US" dirty="0">
                <a:ea typeface="黑体" pitchFamily="49" charset="-122"/>
              </a:rPr>
              <a:t>不管是哪一个本地域名服务器，若要对互联网上任何一个域名进行解析，只要自己无法解析，就首先求助于根域名服务器。</a:t>
            </a:r>
          </a:p>
          <a:p>
            <a:pPr eaLnBrk="1" hangingPunct="1"/>
            <a:r>
              <a:rPr lang="zh-CN" altLang="en-US" dirty="0">
                <a:ea typeface="黑体" pitchFamily="49" charset="-122"/>
              </a:rPr>
              <a:t>在互联网上共有 </a:t>
            </a:r>
            <a:r>
              <a:rPr lang="en-US" altLang="zh-CN" dirty="0">
                <a:ea typeface="黑体" pitchFamily="49" charset="-122"/>
              </a:rPr>
              <a:t>13 </a:t>
            </a:r>
            <a:r>
              <a:rPr lang="zh-CN" altLang="en-US" dirty="0">
                <a:ea typeface="黑体" pitchFamily="49" charset="-122"/>
              </a:rPr>
              <a:t>个不同 </a:t>
            </a:r>
            <a:r>
              <a:rPr lang="en-US" altLang="zh-CN" dirty="0">
                <a:ea typeface="黑体" pitchFamily="49" charset="-122"/>
              </a:rPr>
              <a:t>IP </a:t>
            </a:r>
            <a:r>
              <a:rPr lang="zh-CN" altLang="en-US" dirty="0">
                <a:ea typeface="黑体" pitchFamily="49" charset="-122"/>
              </a:rPr>
              <a:t>地址的根域名服务器，它们的名字是用一个英文字母命名，从 </a:t>
            </a:r>
            <a:r>
              <a:rPr lang="en-US" altLang="zh-CN" dirty="0">
                <a:ea typeface="黑体" pitchFamily="49" charset="-122"/>
              </a:rPr>
              <a:t>a  </a:t>
            </a:r>
            <a:r>
              <a:rPr lang="zh-CN" altLang="en-US" dirty="0">
                <a:ea typeface="黑体" pitchFamily="49" charset="-122"/>
              </a:rPr>
              <a:t>一直到 </a:t>
            </a:r>
            <a:r>
              <a:rPr lang="en-US" altLang="zh-CN" dirty="0">
                <a:ea typeface="黑体" pitchFamily="49" charset="-122"/>
              </a:rPr>
              <a:t>m</a:t>
            </a:r>
            <a:r>
              <a:rPr lang="zh-CN" altLang="en-US" dirty="0">
                <a:ea typeface="黑体" pitchFamily="49" charset="-122"/>
              </a:rPr>
              <a:t>（前 </a:t>
            </a:r>
            <a:r>
              <a:rPr lang="en-US" altLang="zh-CN" dirty="0">
                <a:ea typeface="黑体" pitchFamily="49" charset="-122"/>
              </a:rPr>
              <a:t>13 </a:t>
            </a:r>
            <a:r>
              <a:rPr lang="zh-CN" altLang="en-US" dirty="0">
                <a:ea typeface="黑体" pitchFamily="49" charset="-122"/>
              </a:rPr>
              <a:t>个字母）。</a:t>
            </a:r>
          </a:p>
        </p:txBody>
      </p:sp>
    </p:spTree>
    <p:extLst>
      <p:ext uri="{BB962C8B-B14F-4D97-AF65-F5344CB8AC3E}">
        <p14:creationId xmlns:p14="http://schemas.microsoft.com/office/powerpoint/2010/main" val="35386439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pPr algn="ctr" eaLnBrk="1" hangingPunct="1"/>
            <a:r>
              <a:rPr lang="zh-CN" altLang="en-US" dirty="0">
                <a:ea typeface="黑体" pitchFamily="49" charset="-122"/>
              </a:rPr>
              <a:t>根域名服务器共有 </a:t>
            </a:r>
            <a:r>
              <a:rPr lang="en-US" altLang="zh-CN" dirty="0">
                <a:ea typeface="黑体" pitchFamily="49" charset="-122"/>
              </a:rPr>
              <a:t>13 </a:t>
            </a:r>
            <a:r>
              <a:rPr lang="zh-CN" altLang="en-US" dirty="0">
                <a:ea typeface="黑体" pitchFamily="49" charset="-122"/>
              </a:rPr>
              <a:t>套装置</a:t>
            </a:r>
          </a:p>
        </p:txBody>
      </p:sp>
      <p:sp>
        <p:nvSpPr>
          <p:cNvPr id="49155" name="Rectangle 3"/>
          <p:cNvSpPr>
            <a:spLocks noGrp="1" noChangeArrowheads="1"/>
          </p:cNvSpPr>
          <p:nvPr>
            <p:ph idx="1"/>
          </p:nvPr>
        </p:nvSpPr>
        <p:spPr/>
        <p:txBody>
          <a:bodyPr/>
          <a:lstStyle/>
          <a:p>
            <a:r>
              <a:rPr lang="zh-CN" altLang="en-US" sz="2800" dirty="0">
                <a:solidFill>
                  <a:srgbClr val="FF0000"/>
                </a:solidFill>
                <a:ea typeface="黑体" pitchFamily="49" charset="-122"/>
              </a:rPr>
              <a:t>根域名服务器共有 </a:t>
            </a:r>
            <a:r>
              <a:rPr lang="en-US" altLang="zh-CN" sz="2800" dirty="0">
                <a:solidFill>
                  <a:srgbClr val="FF0000"/>
                </a:solidFill>
                <a:ea typeface="黑体" pitchFamily="49" charset="-122"/>
              </a:rPr>
              <a:t>13 </a:t>
            </a:r>
            <a:r>
              <a:rPr lang="zh-CN" altLang="en-US" sz="2800" dirty="0">
                <a:solidFill>
                  <a:srgbClr val="FF0000"/>
                </a:solidFill>
                <a:ea typeface="黑体" pitchFamily="49" charset="-122"/>
              </a:rPr>
              <a:t>套装置，不是 </a:t>
            </a:r>
            <a:r>
              <a:rPr lang="en-US" altLang="zh-CN" sz="2800" dirty="0">
                <a:solidFill>
                  <a:srgbClr val="FF0000"/>
                </a:solidFill>
                <a:ea typeface="黑体" pitchFamily="49" charset="-122"/>
              </a:rPr>
              <a:t>13 </a:t>
            </a:r>
            <a:r>
              <a:rPr lang="zh-CN" altLang="en-US" sz="2800" dirty="0">
                <a:solidFill>
                  <a:srgbClr val="FF0000"/>
                </a:solidFill>
                <a:ea typeface="黑体" pitchFamily="49" charset="-122"/>
              </a:rPr>
              <a:t>个机器。</a:t>
            </a:r>
            <a:endParaRPr lang="en-US" altLang="zh-CN" sz="2800" dirty="0">
              <a:solidFill>
                <a:srgbClr val="FF0000"/>
              </a:solidFill>
              <a:ea typeface="黑体" pitchFamily="49" charset="-122"/>
            </a:endParaRPr>
          </a:p>
          <a:p>
            <a:pPr eaLnBrk="1" hangingPunct="1"/>
            <a:r>
              <a:rPr lang="zh-CN" altLang="en-US" sz="2800" dirty="0">
                <a:ea typeface="黑体" pitchFamily="49" charset="-122"/>
              </a:rPr>
              <a:t>这些根域名服务器相应的</a:t>
            </a:r>
            <a:r>
              <a:rPr lang="zh-CN" altLang="en-US" sz="2800" dirty="0">
                <a:solidFill>
                  <a:srgbClr val="FF0000"/>
                </a:solidFill>
                <a:ea typeface="黑体" pitchFamily="49" charset="-122"/>
              </a:rPr>
              <a:t>域名</a:t>
            </a:r>
            <a:r>
              <a:rPr lang="zh-CN" altLang="en-US" sz="2800" dirty="0">
                <a:ea typeface="黑体" pitchFamily="49" charset="-122"/>
              </a:rPr>
              <a:t>分别是：</a:t>
            </a:r>
          </a:p>
          <a:p>
            <a:pPr eaLnBrk="1" hangingPunct="1">
              <a:buFont typeface="Wingdings" panose="05000000000000000000" pitchFamily="2" charset="2"/>
              <a:buNone/>
            </a:pPr>
            <a:r>
              <a:rPr lang="zh-CN" altLang="en-US" sz="2800" dirty="0">
                <a:ea typeface="黑体" pitchFamily="49" charset="-122"/>
              </a:rPr>
              <a:t>    </a:t>
            </a:r>
            <a:r>
              <a:rPr lang="en-US" altLang="zh-CN" sz="2800" dirty="0">
                <a:ea typeface="黑体" pitchFamily="49" charset="-122"/>
              </a:rPr>
              <a:t>a.rootservers.net</a:t>
            </a:r>
          </a:p>
          <a:p>
            <a:pPr eaLnBrk="1" hangingPunct="1">
              <a:buFont typeface="Wingdings" panose="05000000000000000000" pitchFamily="2" charset="2"/>
              <a:buNone/>
            </a:pPr>
            <a:r>
              <a:rPr lang="en-US" altLang="zh-CN" sz="2800" dirty="0">
                <a:ea typeface="黑体" pitchFamily="49" charset="-122"/>
              </a:rPr>
              <a:t>    b.rootservers.net</a:t>
            </a:r>
          </a:p>
          <a:p>
            <a:pPr eaLnBrk="1" hangingPunct="1">
              <a:buFont typeface="Wingdings" panose="05000000000000000000" pitchFamily="2" charset="2"/>
              <a:buNone/>
            </a:pPr>
            <a:r>
              <a:rPr lang="en-US" altLang="zh-CN" sz="2800" dirty="0">
                <a:ea typeface="黑体" pitchFamily="49" charset="-122"/>
              </a:rPr>
              <a:t>    … </a:t>
            </a:r>
          </a:p>
          <a:p>
            <a:pPr eaLnBrk="1" hangingPunct="1">
              <a:buFont typeface="Wingdings" panose="05000000000000000000" pitchFamily="2" charset="2"/>
              <a:buNone/>
            </a:pPr>
            <a:r>
              <a:rPr lang="en-US" altLang="zh-CN" sz="2800" dirty="0">
                <a:ea typeface="黑体" pitchFamily="49" charset="-122"/>
              </a:rPr>
              <a:t>    m.rootservers.net</a:t>
            </a:r>
          </a:p>
          <a:p>
            <a:r>
              <a:rPr lang="zh-CN" altLang="zh-CN" sz="2800" dirty="0"/>
              <a:t>到</a:t>
            </a:r>
            <a:r>
              <a:rPr lang="en-US" altLang="zh-CN" sz="2800" dirty="0"/>
              <a:t>2016</a:t>
            </a:r>
            <a:r>
              <a:rPr lang="zh-CN" altLang="zh-CN" sz="2800" dirty="0"/>
              <a:t>年</a:t>
            </a:r>
            <a:r>
              <a:rPr lang="en-US" altLang="zh-CN" sz="2800" dirty="0"/>
              <a:t>2</a:t>
            </a:r>
            <a:r>
              <a:rPr lang="zh-CN" altLang="zh-CN" sz="2800" dirty="0"/>
              <a:t>月，全世界已经在</a:t>
            </a:r>
            <a:r>
              <a:rPr lang="en-US" altLang="zh-CN" sz="2800" dirty="0"/>
              <a:t> 588 </a:t>
            </a:r>
            <a:r>
              <a:rPr lang="zh-CN" altLang="zh-CN" sz="2800" dirty="0"/>
              <a:t>个地点安装了根域名服务器</a:t>
            </a:r>
            <a:r>
              <a:rPr lang="zh-CN" altLang="en-US" sz="2800" dirty="0"/>
              <a:t>，</a:t>
            </a:r>
            <a:r>
              <a:rPr lang="zh-CN" altLang="en-US" sz="2800" dirty="0">
                <a:ea typeface="黑体" pitchFamily="49" charset="-122"/>
              </a:rPr>
              <a:t>使世界上大部分 </a:t>
            </a:r>
            <a:r>
              <a:rPr lang="en-US" altLang="zh-CN" sz="2800" dirty="0">
                <a:ea typeface="黑体" pitchFamily="49" charset="-122"/>
              </a:rPr>
              <a:t>DNS </a:t>
            </a:r>
            <a:r>
              <a:rPr lang="zh-CN" altLang="en-US" sz="2800" dirty="0">
                <a:ea typeface="黑体" pitchFamily="49" charset="-122"/>
              </a:rPr>
              <a:t>域名服务器都能</a:t>
            </a:r>
            <a:r>
              <a:rPr lang="zh-CN" altLang="en-US" sz="2800" dirty="0">
                <a:solidFill>
                  <a:srgbClr val="FF0000"/>
                </a:solidFill>
                <a:ea typeface="黑体" pitchFamily="49" charset="-122"/>
              </a:rPr>
              <a:t>就近</a:t>
            </a:r>
            <a:r>
              <a:rPr lang="zh-CN" altLang="en-US" sz="2800" dirty="0">
                <a:ea typeface="黑体" pitchFamily="49" charset="-122"/>
              </a:rPr>
              <a:t>找到一个根域名服务器。 </a:t>
            </a:r>
          </a:p>
          <a:p>
            <a:pPr eaLnBrk="1" hangingPunct="1"/>
            <a:endParaRPr lang="en-US" altLang="zh-CN" sz="2800" dirty="0">
              <a:ea typeface="黑体" pitchFamily="49" charset="-122"/>
            </a:endParaRPr>
          </a:p>
        </p:txBody>
      </p:sp>
    </p:spTree>
    <p:extLst>
      <p:ext uri="{BB962C8B-B14F-4D97-AF65-F5344CB8AC3E}">
        <p14:creationId xmlns:p14="http://schemas.microsoft.com/office/powerpoint/2010/main" val="3254839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7250" name="Rectangle 2"/>
          <p:cNvSpPr>
            <a:spLocks noGrp="1" noChangeArrowheads="1"/>
          </p:cNvSpPr>
          <p:nvPr>
            <p:ph type="title"/>
          </p:nvPr>
        </p:nvSpPr>
        <p:spPr/>
        <p:txBody>
          <a:bodyPr/>
          <a:lstStyle/>
          <a:p>
            <a:pPr algn="ctr" eaLnBrk="1" hangingPunct="1">
              <a:defRPr/>
            </a:pPr>
            <a:r>
              <a:rPr lang="zh-CN" altLang="en-US" dirty="0"/>
              <a:t>顶级域名服务器</a:t>
            </a:r>
          </a:p>
        </p:txBody>
      </p:sp>
      <p:sp>
        <p:nvSpPr>
          <p:cNvPr id="1077251" name="Rectangle 3"/>
          <p:cNvSpPr>
            <a:spLocks noGrp="1" noChangeArrowheads="1"/>
          </p:cNvSpPr>
          <p:nvPr>
            <p:ph idx="1"/>
          </p:nvPr>
        </p:nvSpPr>
        <p:spPr/>
        <p:txBody>
          <a:bodyPr/>
          <a:lstStyle/>
          <a:p>
            <a:pPr marL="316531" indent="-316531">
              <a:defRPr/>
            </a:pPr>
            <a:r>
              <a:rPr lang="zh-CN" altLang="en-US" dirty="0"/>
              <a:t>顶级域名服务器（即 </a:t>
            </a:r>
            <a:r>
              <a:rPr lang="en-US" altLang="zh-CN" dirty="0">
                <a:solidFill>
                  <a:srgbClr val="FF0000"/>
                </a:solidFill>
              </a:rPr>
              <a:t>TLD </a:t>
            </a:r>
            <a:r>
              <a:rPr lang="zh-CN" altLang="en-US" dirty="0">
                <a:solidFill>
                  <a:srgbClr val="FF0000"/>
                </a:solidFill>
              </a:rPr>
              <a:t>服务器</a:t>
            </a:r>
            <a:r>
              <a:rPr lang="zh-CN" altLang="en-US" dirty="0"/>
              <a:t>）负责管理在该顶级域名服务器注册的</a:t>
            </a:r>
            <a:r>
              <a:rPr lang="zh-CN" altLang="en-US" dirty="0">
                <a:solidFill>
                  <a:srgbClr val="FF0000"/>
                </a:solidFill>
              </a:rPr>
              <a:t>所有二级域名。</a:t>
            </a:r>
          </a:p>
          <a:p>
            <a:pPr marL="316531" indent="-316531" eaLnBrk="1" hangingPunct="1">
              <a:defRPr/>
            </a:pPr>
            <a:r>
              <a:rPr lang="zh-CN" altLang="en-US" dirty="0"/>
              <a:t>当收到 </a:t>
            </a:r>
            <a:r>
              <a:rPr lang="en-US" altLang="zh-CN" dirty="0"/>
              <a:t>DNS </a:t>
            </a:r>
            <a:r>
              <a:rPr lang="zh-CN" altLang="en-US" dirty="0"/>
              <a:t>查询请求时，就给出相应的回答（可能是最后的结果，也可能是下一步应当找的域名服务器的 </a:t>
            </a:r>
            <a:r>
              <a:rPr lang="en-US" altLang="zh-CN" dirty="0"/>
              <a:t>IP </a:t>
            </a:r>
            <a:r>
              <a:rPr lang="zh-CN" altLang="en-US" dirty="0"/>
              <a:t>地址）。 </a:t>
            </a:r>
          </a:p>
        </p:txBody>
      </p:sp>
    </p:spTree>
    <p:extLst>
      <p:ext uri="{BB962C8B-B14F-4D97-AF65-F5344CB8AC3E}">
        <p14:creationId xmlns:p14="http://schemas.microsoft.com/office/powerpoint/2010/main" val="33163720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8274" name="Rectangle 2"/>
          <p:cNvSpPr>
            <a:spLocks noGrp="1" noChangeArrowheads="1"/>
          </p:cNvSpPr>
          <p:nvPr>
            <p:ph type="title"/>
          </p:nvPr>
        </p:nvSpPr>
        <p:spPr/>
        <p:txBody>
          <a:bodyPr/>
          <a:lstStyle/>
          <a:p>
            <a:pPr algn="ctr" eaLnBrk="1" hangingPunct="1">
              <a:defRPr/>
            </a:pPr>
            <a:r>
              <a:rPr lang="zh-CN" altLang="en-US" dirty="0"/>
              <a:t>权限域名服务器 </a:t>
            </a:r>
          </a:p>
        </p:txBody>
      </p:sp>
      <p:sp>
        <p:nvSpPr>
          <p:cNvPr id="1078275" name="Rectangle 3"/>
          <p:cNvSpPr>
            <a:spLocks noGrp="1" noChangeArrowheads="1"/>
          </p:cNvSpPr>
          <p:nvPr>
            <p:ph idx="1"/>
          </p:nvPr>
        </p:nvSpPr>
        <p:spPr/>
        <p:txBody>
          <a:bodyPr/>
          <a:lstStyle/>
          <a:p>
            <a:pPr marL="316531" indent="-316531" eaLnBrk="1" hangingPunct="1">
              <a:spcBef>
                <a:spcPts val="554"/>
              </a:spcBef>
              <a:defRPr/>
            </a:pPr>
            <a:r>
              <a:rPr lang="zh-CN" altLang="en-US" dirty="0"/>
              <a:t>负责一个区的域名服务器。</a:t>
            </a:r>
          </a:p>
          <a:p>
            <a:pPr marL="316531" indent="-316531" eaLnBrk="1" hangingPunct="1">
              <a:spcBef>
                <a:spcPts val="554"/>
              </a:spcBef>
              <a:defRPr/>
            </a:pPr>
            <a:r>
              <a:rPr lang="zh-CN" altLang="en-US" dirty="0"/>
              <a:t>当一个权限域名服务器还不能给出最后的查询回答时，就会告诉发出查询请求的 </a:t>
            </a:r>
            <a:r>
              <a:rPr lang="en-US" altLang="zh-CN" dirty="0"/>
              <a:t>DNS </a:t>
            </a:r>
            <a:r>
              <a:rPr lang="zh-CN" altLang="en-US" dirty="0"/>
              <a:t>客户，下一步应当找哪一个权限域名服务器。 </a:t>
            </a:r>
          </a:p>
        </p:txBody>
      </p:sp>
    </p:spTree>
    <p:extLst>
      <p:ext uri="{BB962C8B-B14F-4D97-AF65-F5344CB8AC3E}">
        <p14:creationId xmlns:p14="http://schemas.microsoft.com/office/powerpoint/2010/main" val="37794298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9298" name="Rectangle 2"/>
          <p:cNvSpPr>
            <a:spLocks noGrp="1" noChangeArrowheads="1"/>
          </p:cNvSpPr>
          <p:nvPr>
            <p:ph type="title"/>
          </p:nvPr>
        </p:nvSpPr>
        <p:spPr/>
        <p:txBody>
          <a:bodyPr/>
          <a:lstStyle/>
          <a:p>
            <a:pPr algn="ctr" eaLnBrk="1" hangingPunct="1">
              <a:defRPr/>
            </a:pPr>
            <a:r>
              <a:rPr lang="zh-CN" altLang="en-US" dirty="0"/>
              <a:t>本地域名服务器 </a:t>
            </a:r>
          </a:p>
        </p:txBody>
      </p:sp>
      <p:sp>
        <p:nvSpPr>
          <p:cNvPr id="1079299" name="Rectangle 3"/>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marL="316531" indent="-316531">
              <a:spcBef>
                <a:spcPts val="554"/>
              </a:spcBef>
            </a:pPr>
            <a:r>
              <a:rPr lang="zh-CN" altLang="en-US" dirty="0"/>
              <a:t>本地域名服务器对域名系统非常重要。</a:t>
            </a:r>
          </a:p>
          <a:p>
            <a:pPr marL="316531" indent="-316531">
              <a:spcBef>
                <a:spcPts val="554"/>
              </a:spcBef>
            </a:pPr>
            <a:r>
              <a:rPr lang="zh-CN" altLang="en-US" dirty="0"/>
              <a:t>当一个主机发出 </a:t>
            </a:r>
            <a:r>
              <a:rPr lang="en-US" altLang="zh-CN" dirty="0"/>
              <a:t>DNS </a:t>
            </a:r>
            <a:r>
              <a:rPr lang="zh-CN" altLang="en-US" dirty="0"/>
              <a:t>查询请求时，这个查询请求报文就发送给本地域名服务器。</a:t>
            </a:r>
          </a:p>
          <a:p>
            <a:pPr marL="316531" indent="-316531">
              <a:spcBef>
                <a:spcPts val="554"/>
              </a:spcBef>
            </a:pPr>
            <a:r>
              <a:rPr lang="zh-CN" altLang="en-US" dirty="0"/>
              <a:t>每一个互联网服务提供者 </a:t>
            </a:r>
            <a:r>
              <a:rPr lang="en-US" altLang="zh-CN" dirty="0"/>
              <a:t>ISP</a:t>
            </a:r>
            <a:r>
              <a:rPr lang="zh-CN" altLang="en-US" dirty="0"/>
              <a:t>，或一个大学，甚至一个大学里的系，都可以拥有一个本地域名服务器，</a:t>
            </a:r>
          </a:p>
          <a:p>
            <a:pPr marL="316531" indent="-316531">
              <a:spcBef>
                <a:spcPts val="554"/>
              </a:spcBef>
            </a:pPr>
            <a:r>
              <a:rPr lang="zh-CN" altLang="en-US" dirty="0"/>
              <a:t>这种域名服务器有时也称为</a:t>
            </a:r>
            <a:r>
              <a:rPr lang="zh-CN" altLang="en-US" dirty="0">
                <a:solidFill>
                  <a:srgbClr val="FF0000"/>
                </a:solidFill>
              </a:rPr>
              <a:t>默认域名服务器。</a:t>
            </a:r>
            <a:r>
              <a:rPr lang="zh-CN" altLang="en-US" dirty="0"/>
              <a:t> </a:t>
            </a:r>
          </a:p>
        </p:txBody>
      </p:sp>
    </p:spTree>
    <p:extLst>
      <p:ext uri="{BB962C8B-B14F-4D97-AF65-F5344CB8AC3E}">
        <p14:creationId xmlns:p14="http://schemas.microsoft.com/office/powerpoint/2010/main" val="27831758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0322" name="Rectangle 2"/>
          <p:cNvSpPr>
            <a:spLocks noGrp="1" noChangeArrowheads="1"/>
          </p:cNvSpPr>
          <p:nvPr>
            <p:ph type="title"/>
          </p:nvPr>
        </p:nvSpPr>
        <p:spPr/>
        <p:txBody>
          <a:bodyPr/>
          <a:lstStyle/>
          <a:p>
            <a:pPr algn="ctr" eaLnBrk="1" hangingPunct="1">
              <a:defRPr/>
            </a:pPr>
            <a:r>
              <a:rPr lang="zh-CN" altLang="en-US" dirty="0"/>
              <a:t>提高域名服务器的可靠性</a:t>
            </a:r>
          </a:p>
        </p:txBody>
      </p:sp>
      <p:sp>
        <p:nvSpPr>
          <p:cNvPr id="54275" name="Rectangle 3"/>
          <p:cNvSpPr>
            <a:spLocks noGrp="1" noChangeArrowheads="1"/>
          </p:cNvSpPr>
          <p:nvPr>
            <p:ph idx="1"/>
          </p:nvPr>
        </p:nvSpPr>
        <p:spPr/>
        <p:txBody>
          <a:bodyPr/>
          <a:lstStyle/>
          <a:p>
            <a:pPr eaLnBrk="1" hangingPunct="1"/>
            <a:r>
              <a:rPr lang="en-US" altLang="zh-CN" dirty="0">
                <a:ea typeface="黑体" pitchFamily="49" charset="-122"/>
              </a:rPr>
              <a:t>DNS </a:t>
            </a:r>
            <a:r>
              <a:rPr lang="zh-CN" altLang="en-US" dirty="0">
                <a:ea typeface="黑体" pitchFamily="49" charset="-122"/>
              </a:rPr>
              <a:t>域名服务器都把数据复制到几个域名服务器来保存，其中的一个是</a:t>
            </a:r>
            <a:r>
              <a:rPr lang="zh-CN" altLang="en-US" dirty="0">
                <a:solidFill>
                  <a:srgbClr val="FF0000"/>
                </a:solidFill>
                <a:ea typeface="黑体" pitchFamily="49" charset="-122"/>
              </a:rPr>
              <a:t>主域名服务器</a:t>
            </a:r>
            <a:r>
              <a:rPr lang="zh-CN" altLang="en-US" dirty="0">
                <a:ea typeface="黑体" pitchFamily="49" charset="-122"/>
              </a:rPr>
              <a:t>，其他的是</a:t>
            </a:r>
            <a:r>
              <a:rPr lang="zh-CN" altLang="en-US" dirty="0">
                <a:solidFill>
                  <a:srgbClr val="FF0000"/>
                </a:solidFill>
                <a:ea typeface="黑体" pitchFamily="49" charset="-122"/>
              </a:rPr>
              <a:t>辅助域名服务器</a:t>
            </a:r>
            <a:r>
              <a:rPr lang="zh-CN" altLang="en-US" dirty="0">
                <a:ea typeface="黑体" pitchFamily="49" charset="-122"/>
              </a:rPr>
              <a:t>。</a:t>
            </a:r>
          </a:p>
          <a:p>
            <a:pPr eaLnBrk="1" hangingPunct="1"/>
            <a:r>
              <a:rPr lang="zh-CN" altLang="en-US" dirty="0">
                <a:ea typeface="黑体" pitchFamily="49" charset="-122"/>
              </a:rPr>
              <a:t>当主域名服务器出故障时，辅助域名服务器可以保证 </a:t>
            </a:r>
            <a:r>
              <a:rPr lang="en-US" altLang="zh-CN" dirty="0">
                <a:ea typeface="黑体" pitchFamily="49" charset="-122"/>
              </a:rPr>
              <a:t>DNS </a:t>
            </a:r>
            <a:r>
              <a:rPr lang="zh-CN" altLang="en-US" dirty="0">
                <a:ea typeface="黑体" pitchFamily="49" charset="-122"/>
              </a:rPr>
              <a:t>的查询工作不会中断。</a:t>
            </a:r>
          </a:p>
          <a:p>
            <a:pPr eaLnBrk="1" hangingPunct="1"/>
            <a:r>
              <a:rPr lang="zh-CN" altLang="en-US" dirty="0">
                <a:ea typeface="黑体" pitchFamily="49" charset="-122"/>
              </a:rPr>
              <a:t>主域名服务器定期把数据复制到辅助域名服务器中，而更改数据只能在主域名服务器中进行。这样就保证了数据的一致性。 </a:t>
            </a:r>
          </a:p>
        </p:txBody>
      </p:sp>
    </p:spTree>
    <p:extLst>
      <p:ext uri="{BB962C8B-B14F-4D97-AF65-F5344CB8AC3E}">
        <p14:creationId xmlns:p14="http://schemas.microsoft.com/office/powerpoint/2010/main" val="40876677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1346" name="Rectangle 2"/>
          <p:cNvSpPr>
            <a:spLocks noGrp="1" noChangeArrowheads="1"/>
          </p:cNvSpPr>
          <p:nvPr>
            <p:ph type="title"/>
          </p:nvPr>
        </p:nvSpPr>
        <p:spPr/>
        <p:txBody>
          <a:bodyPr/>
          <a:lstStyle/>
          <a:p>
            <a:pPr algn="ctr" eaLnBrk="1" hangingPunct="1">
              <a:defRPr/>
            </a:pPr>
            <a:r>
              <a:rPr lang="zh-CN" altLang="en-US" dirty="0"/>
              <a:t>域名的解析过程 </a:t>
            </a:r>
          </a:p>
        </p:txBody>
      </p:sp>
      <p:sp>
        <p:nvSpPr>
          <p:cNvPr id="55299" name="Rectangle 3"/>
          <p:cNvSpPr>
            <a:spLocks noGrp="1" noChangeArrowheads="1"/>
          </p:cNvSpPr>
          <p:nvPr>
            <p:ph idx="1"/>
          </p:nvPr>
        </p:nvSpPr>
        <p:spPr/>
        <p:txBody>
          <a:bodyPr/>
          <a:lstStyle/>
          <a:p>
            <a:pPr eaLnBrk="1" hangingPunct="1"/>
            <a:r>
              <a:rPr lang="zh-CN" altLang="en-US" sz="2800" dirty="0">
                <a:solidFill>
                  <a:srgbClr val="FF0000"/>
                </a:solidFill>
                <a:ea typeface="黑体" pitchFamily="49" charset="-122"/>
              </a:rPr>
              <a:t>主机向本地域名服务器的查询一般都是采用</a:t>
            </a:r>
            <a:r>
              <a:rPr lang="zh-CN" altLang="en-US" sz="2800" dirty="0">
                <a:solidFill>
                  <a:srgbClr val="0000FF"/>
                </a:solidFill>
                <a:ea typeface="黑体" pitchFamily="49" charset="-122"/>
              </a:rPr>
              <a:t>递归查询。</a:t>
            </a:r>
            <a:r>
              <a:rPr lang="zh-CN" altLang="en-US" sz="2800" dirty="0">
                <a:ea typeface="黑体" pitchFamily="49" charset="-122"/>
              </a:rPr>
              <a:t>如果主机所询问的本地域名服务器不知道被查询域名的 </a:t>
            </a:r>
            <a:r>
              <a:rPr lang="en-US" altLang="zh-CN" sz="2800" dirty="0">
                <a:ea typeface="黑体" pitchFamily="49" charset="-122"/>
              </a:rPr>
              <a:t>IP </a:t>
            </a:r>
            <a:r>
              <a:rPr lang="zh-CN" altLang="en-US" sz="2800" dirty="0">
                <a:ea typeface="黑体" pitchFamily="49" charset="-122"/>
              </a:rPr>
              <a:t>地址，那么本地域名服务器就以 </a:t>
            </a:r>
            <a:r>
              <a:rPr lang="en-US" altLang="zh-CN" sz="2800" dirty="0">
                <a:ea typeface="黑体" pitchFamily="49" charset="-122"/>
              </a:rPr>
              <a:t>DNS </a:t>
            </a:r>
            <a:r>
              <a:rPr lang="zh-CN" altLang="en-US" sz="2800" dirty="0">
                <a:ea typeface="黑体" pitchFamily="49" charset="-122"/>
              </a:rPr>
              <a:t>客户的身份，向其他根域名服务器继续发出查询请求报文。</a:t>
            </a:r>
          </a:p>
          <a:p>
            <a:pPr eaLnBrk="1" hangingPunct="1"/>
            <a:r>
              <a:rPr lang="zh-CN" altLang="en-US" sz="2800" dirty="0">
                <a:solidFill>
                  <a:srgbClr val="FF0000"/>
                </a:solidFill>
                <a:ea typeface="黑体" pitchFamily="49" charset="-122"/>
              </a:rPr>
              <a:t>本地域名服务器向根域名服务器的查询通常是采用</a:t>
            </a:r>
            <a:r>
              <a:rPr lang="zh-CN" altLang="en-US" sz="2800" dirty="0">
                <a:solidFill>
                  <a:srgbClr val="0000FF"/>
                </a:solidFill>
                <a:ea typeface="黑体" pitchFamily="49" charset="-122"/>
              </a:rPr>
              <a:t>迭代查询。</a:t>
            </a:r>
            <a:r>
              <a:rPr lang="zh-CN" altLang="en-US" sz="2800" dirty="0">
                <a:ea typeface="黑体" pitchFamily="49" charset="-122"/>
              </a:rPr>
              <a:t>当根域名服务器收到本地域名服务器的迭代查询请求报文时，要么给出所要查询的 </a:t>
            </a:r>
            <a:r>
              <a:rPr lang="en-US" altLang="zh-CN" sz="2800" dirty="0">
                <a:ea typeface="黑体" pitchFamily="49" charset="-122"/>
              </a:rPr>
              <a:t>IP </a:t>
            </a:r>
            <a:r>
              <a:rPr lang="zh-CN" altLang="en-US" sz="2800" dirty="0">
                <a:ea typeface="黑体" pitchFamily="49" charset="-122"/>
              </a:rPr>
              <a:t>地址，要么告诉本地域名服务器：“你下一步应当向哪一个域名服务器进行查询”。然后让本地域名服务器进行后续的查询。</a:t>
            </a:r>
          </a:p>
        </p:txBody>
      </p:sp>
    </p:spTree>
    <p:extLst>
      <p:ext uri="{BB962C8B-B14F-4D97-AF65-F5344CB8AC3E}">
        <p14:creationId xmlns:p14="http://schemas.microsoft.com/office/powerpoint/2010/main" val="10602955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2372" name="Rectangle 4"/>
          <p:cNvSpPr>
            <a:spLocks noGrp="1" noChangeArrowheads="1"/>
          </p:cNvSpPr>
          <p:nvPr>
            <p:ph type="title"/>
          </p:nvPr>
        </p:nvSpPr>
        <p:spPr/>
        <p:txBody>
          <a:bodyPr/>
          <a:lstStyle/>
          <a:p>
            <a:pPr algn="ctr" eaLnBrk="1" hangingPunct="1">
              <a:defRPr/>
            </a:pPr>
            <a:r>
              <a:rPr dirty="0"/>
              <a:t>本地域名服务器采用迭代查询 </a:t>
            </a:r>
          </a:p>
        </p:txBody>
      </p:sp>
      <p:sp>
        <p:nvSpPr>
          <p:cNvPr id="56323" name="Rectangle 5"/>
          <p:cNvSpPr>
            <a:spLocks noChangeArrowheads="1"/>
          </p:cNvSpPr>
          <p:nvPr/>
        </p:nvSpPr>
        <p:spPr bwMode="auto">
          <a:xfrm flipH="1">
            <a:off x="2997598" y="1519709"/>
            <a:ext cx="3326077" cy="3024188"/>
          </a:xfrm>
          <a:prstGeom prst="rect">
            <a:avLst/>
          </a:prstGeom>
          <a:solidFill>
            <a:srgbClr val="FFFF99"/>
          </a:solidFill>
          <a:ln>
            <a:noFill/>
          </a:ln>
          <a:effectLst/>
          <a:extLst>
            <a:ext uri="{91240B29-F687-4F45-9708-019B960494DF}">
              <a14:hiddenLine xmlns:a14="http://schemas.microsoft.com/office/drawing/2010/main" w="9525">
                <a:solidFill>
                  <a:schemeClr val="folHlink"/>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56324" name="Text Box 7"/>
          <p:cNvSpPr txBox="1">
            <a:spLocks noChangeArrowheads="1"/>
          </p:cNvSpPr>
          <p:nvPr/>
        </p:nvSpPr>
        <p:spPr bwMode="auto">
          <a:xfrm flipH="1">
            <a:off x="6422626" y="1634009"/>
            <a:ext cx="1800493" cy="563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algn="ctr" eaLnBrk="1" hangingPunct="1">
              <a:lnSpc>
                <a:spcPct val="85000"/>
              </a:lnSpc>
            </a:pPr>
            <a:r>
              <a:rPr kumimoji="1" lang="zh-CN" altLang="en-US" sz="1800" b="1">
                <a:solidFill>
                  <a:srgbClr val="000099"/>
                </a:solidFill>
                <a:latin typeface="Arial" charset="0"/>
                <a:ea typeface="黑体" pitchFamily="49" charset="-122"/>
              </a:rPr>
              <a:t>顶级域名服务器</a:t>
            </a:r>
          </a:p>
          <a:p>
            <a:pPr algn="ctr" eaLnBrk="1" hangingPunct="1">
              <a:lnSpc>
                <a:spcPct val="85000"/>
              </a:lnSpc>
            </a:pPr>
            <a:r>
              <a:rPr kumimoji="1" lang="en-US" altLang="zh-CN" sz="1800" b="1">
                <a:solidFill>
                  <a:srgbClr val="000099"/>
                </a:solidFill>
                <a:latin typeface="Arial" charset="0"/>
                <a:ea typeface="黑体" pitchFamily="49" charset="-122"/>
              </a:rPr>
              <a:t>dns.com</a:t>
            </a:r>
          </a:p>
        </p:txBody>
      </p:sp>
      <p:sp>
        <p:nvSpPr>
          <p:cNvPr id="56325" name="Text Box 8"/>
          <p:cNvSpPr txBox="1">
            <a:spLocks noChangeArrowheads="1"/>
          </p:cNvSpPr>
          <p:nvPr/>
        </p:nvSpPr>
        <p:spPr bwMode="auto">
          <a:xfrm flipH="1">
            <a:off x="6045069" y="3723160"/>
            <a:ext cx="2342356"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algn="ctr" eaLnBrk="1" hangingPunct="1">
              <a:lnSpc>
                <a:spcPct val="80000"/>
              </a:lnSpc>
            </a:pPr>
            <a:r>
              <a:rPr kumimoji="1" lang="zh-CN" altLang="en-US" sz="1800" b="1">
                <a:solidFill>
                  <a:srgbClr val="000099"/>
                </a:solidFill>
                <a:latin typeface="Arial" charset="0"/>
                <a:ea typeface="黑体" pitchFamily="49" charset="-122"/>
              </a:rPr>
              <a:t>权限</a:t>
            </a:r>
            <a:r>
              <a:rPr kumimoji="1" lang="zh-CN" altLang="zh-CN" sz="1800" b="1">
                <a:solidFill>
                  <a:srgbClr val="000099"/>
                </a:solidFill>
                <a:latin typeface="Arial" charset="0"/>
                <a:ea typeface="黑体" pitchFamily="49" charset="-122"/>
              </a:rPr>
              <a:t>域名服务</a:t>
            </a:r>
            <a:r>
              <a:rPr kumimoji="1" lang="en-US" altLang="zh-CN" sz="1800" b="1">
                <a:solidFill>
                  <a:srgbClr val="000099"/>
                </a:solidFill>
                <a:latin typeface="Arial" charset="0"/>
                <a:ea typeface="黑体" pitchFamily="49" charset="-122"/>
              </a:rPr>
              <a:t>dns.abc.com</a:t>
            </a:r>
          </a:p>
        </p:txBody>
      </p:sp>
      <p:sp>
        <p:nvSpPr>
          <p:cNvPr id="56326" name="Text Box 9"/>
          <p:cNvSpPr txBox="1">
            <a:spLocks noChangeArrowheads="1"/>
          </p:cNvSpPr>
          <p:nvPr/>
        </p:nvSpPr>
        <p:spPr bwMode="auto">
          <a:xfrm flipH="1">
            <a:off x="1058596" y="3691409"/>
            <a:ext cx="1800493"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algn="ctr" eaLnBrk="1" hangingPunct="1">
              <a:lnSpc>
                <a:spcPct val="80000"/>
              </a:lnSpc>
            </a:pPr>
            <a:r>
              <a:rPr kumimoji="1" lang="zh-CN" altLang="en-US" sz="1800" b="1" dirty="0">
                <a:solidFill>
                  <a:srgbClr val="FF0000"/>
                </a:solidFill>
                <a:latin typeface="Arial" charset="0"/>
                <a:ea typeface="黑体" pitchFamily="49" charset="-122"/>
              </a:rPr>
              <a:t>本地域名服务器</a:t>
            </a:r>
          </a:p>
          <a:p>
            <a:pPr algn="ctr" eaLnBrk="1" hangingPunct="1">
              <a:lnSpc>
                <a:spcPct val="80000"/>
              </a:lnSpc>
            </a:pPr>
            <a:r>
              <a:rPr kumimoji="1" lang="en-US" altLang="zh-CN" sz="1800" b="1" dirty="0">
                <a:solidFill>
                  <a:srgbClr val="FF0000"/>
                </a:solidFill>
                <a:latin typeface="Arial" charset="0"/>
                <a:ea typeface="黑体" pitchFamily="49" charset="-122"/>
              </a:rPr>
              <a:t>dns.xyz.com</a:t>
            </a:r>
          </a:p>
        </p:txBody>
      </p:sp>
      <p:sp>
        <p:nvSpPr>
          <p:cNvPr id="56327" name="Text Box 12"/>
          <p:cNvSpPr txBox="1">
            <a:spLocks noChangeArrowheads="1"/>
          </p:cNvSpPr>
          <p:nvPr/>
        </p:nvSpPr>
        <p:spPr bwMode="auto">
          <a:xfrm flipH="1">
            <a:off x="1375228" y="1646710"/>
            <a:ext cx="156966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algn="ctr" eaLnBrk="1" hangingPunct="1"/>
            <a:r>
              <a:rPr kumimoji="1" lang="zh-CN" altLang="en-US" sz="1800" b="1">
                <a:solidFill>
                  <a:srgbClr val="000099"/>
                </a:solidFill>
                <a:latin typeface="Arial" charset="0"/>
                <a:ea typeface="黑体" pitchFamily="49" charset="-122"/>
              </a:rPr>
              <a:t>根域名服务器</a:t>
            </a:r>
          </a:p>
        </p:txBody>
      </p:sp>
      <p:pic>
        <p:nvPicPr>
          <p:cNvPr id="56328" name="Picture 15"/>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3092185" y="3397723"/>
            <a:ext cx="736071" cy="1252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6329" name="Picture 16"/>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3092185" y="1484784"/>
            <a:ext cx="736071" cy="1252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6330" name="Picture 17"/>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5434542" y="1484784"/>
            <a:ext cx="737791" cy="1252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082408" name="Group 40"/>
          <p:cNvGrpSpPr>
            <a:grpSpLocks/>
          </p:cNvGrpSpPr>
          <p:nvPr/>
        </p:nvGrpSpPr>
        <p:grpSpPr bwMode="auto">
          <a:xfrm>
            <a:off x="2976959" y="2645247"/>
            <a:ext cx="459184" cy="901700"/>
            <a:chOff x="1731" y="1927"/>
            <a:chExt cx="267" cy="568"/>
          </a:xfrm>
        </p:grpSpPr>
        <p:sp>
          <p:nvSpPr>
            <p:cNvPr id="56363" name="Text Box 18"/>
            <p:cNvSpPr txBox="1">
              <a:spLocks noChangeArrowheads="1"/>
            </p:cNvSpPr>
            <p:nvPr/>
          </p:nvSpPr>
          <p:spPr bwMode="auto">
            <a:xfrm flipH="1">
              <a:off x="1731" y="2190"/>
              <a:ext cx="26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400" b="1">
                  <a:solidFill>
                    <a:srgbClr val="000099"/>
                  </a:solidFill>
                  <a:latin typeface="Arial" charset="0"/>
                  <a:ea typeface="黑体" pitchFamily="49" charset="-122"/>
                  <a:sym typeface="Wingdings" pitchFamily="2" charset="2"/>
                </a:rPr>
                <a:t></a:t>
              </a:r>
            </a:p>
          </p:txBody>
        </p:sp>
        <p:sp>
          <p:nvSpPr>
            <p:cNvPr id="56364" name="Line 20"/>
            <p:cNvSpPr>
              <a:spLocks noChangeShapeType="1"/>
            </p:cNvSpPr>
            <p:nvPr/>
          </p:nvSpPr>
          <p:spPr bwMode="auto">
            <a:xfrm rot="10800000" flipH="1">
              <a:off x="1996" y="1927"/>
              <a:ext cx="0" cy="568"/>
            </a:xfrm>
            <a:prstGeom prst="line">
              <a:avLst/>
            </a:prstGeom>
            <a:noFill/>
            <a:ln w="38100">
              <a:solidFill>
                <a:schemeClr val="folHlink"/>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grpSp>
      <p:grpSp>
        <p:nvGrpSpPr>
          <p:cNvPr id="1082409" name="Group 41"/>
          <p:cNvGrpSpPr>
            <a:grpSpLocks/>
          </p:cNvGrpSpPr>
          <p:nvPr/>
        </p:nvGrpSpPr>
        <p:grpSpPr bwMode="auto">
          <a:xfrm>
            <a:off x="3499775" y="2492847"/>
            <a:ext cx="459184" cy="1054100"/>
            <a:chOff x="2035" y="1831"/>
            <a:chExt cx="267" cy="664"/>
          </a:xfrm>
        </p:grpSpPr>
        <p:sp>
          <p:nvSpPr>
            <p:cNvPr id="56361" name="Text Box 19"/>
            <p:cNvSpPr txBox="1">
              <a:spLocks noChangeArrowheads="1"/>
            </p:cNvSpPr>
            <p:nvPr/>
          </p:nvSpPr>
          <p:spPr bwMode="auto">
            <a:xfrm flipH="1">
              <a:off x="2035" y="1831"/>
              <a:ext cx="26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400" b="1">
                  <a:solidFill>
                    <a:srgbClr val="000099"/>
                  </a:solidFill>
                  <a:latin typeface="Arial" charset="0"/>
                  <a:ea typeface="黑体" pitchFamily="49" charset="-122"/>
                  <a:sym typeface="Wingdings" pitchFamily="2" charset="2"/>
                </a:rPr>
                <a:t></a:t>
              </a:r>
            </a:p>
          </p:txBody>
        </p:sp>
        <p:sp>
          <p:nvSpPr>
            <p:cNvPr id="56362" name="Line 21"/>
            <p:cNvSpPr>
              <a:spLocks noChangeShapeType="1"/>
            </p:cNvSpPr>
            <p:nvPr/>
          </p:nvSpPr>
          <p:spPr bwMode="auto">
            <a:xfrm rot="10800000" flipH="1" flipV="1">
              <a:off x="2089" y="1927"/>
              <a:ext cx="0" cy="568"/>
            </a:xfrm>
            <a:prstGeom prst="line">
              <a:avLst/>
            </a:prstGeom>
            <a:noFill/>
            <a:ln w="38100">
              <a:solidFill>
                <a:schemeClr val="folHlink"/>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grpSp>
      <p:grpSp>
        <p:nvGrpSpPr>
          <p:cNvPr id="1082410" name="Group 42"/>
          <p:cNvGrpSpPr>
            <a:grpSpLocks/>
          </p:cNvGrpSpPr>
          <p:nvPr/>
        </p:nvGrpSpPr>
        <p:grpSpPr bwMode="auto">
          <a:xfrm>
            <a:off x="3704432" y="2464273"/>
            <a:ext cx="1936485" cy="1112837"/>
            <a:chOff x="2154" y="1813"/>
            <a:chExt cx="1126" cy="701"/>
          </a:xfrm>
        </p:grpSpPr>
        <p:sp>
          <p:nvSpPr>
            <p:cNvPr id="56359" name="Text Box 14"/>
            <p:cNvSpPr txBox="1">
              <a:spLocks noChangeArrowheads="1"/>
            </p:cNvSpPr>
            <p:nvPr/>
          </p:nvSpPr>
          <p:spPr bwMode="auto">
            <a:xfrm flipH="1">
              <a:off x="2154" y="2205"/>
              <a:ext cx="26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400" b="1">
                  <a:solidFill>
                    <a:srgbClr val="000099"/>
                  </a:solidFill>
                  <a:latin typeface="Arial" charset="0"/>
                  <a:ea typeface="黑体" pitchFamily="49" charset="-122"/>
                  <a:sym typeface="Wingdings" pitchFamily="2" charset="2"/>
                </a:rPr>
                <a:t></a:t>
              </a:r>
            </a:p>
          </p:txBody>
        </p:sp>
        <p:sp>
          <p:nvSpPr>
            <p:cNvPr id="56360" name="Line 22"/>
            <p:cNvSpPr>
              <a:spLocks noChangeShapeType="1"/>
            </p:cNvSpPr>
            <p:nvPr/>
          </p:nvSpPr>
          <p:spPr bwMode="auto">
            <a:xfrm rot="10800000" flipH="1">
              <a:off x="2245" y="1813"/>
              <a:ext cx="1035" cy="701"/>
            </a:xfrm>
            <a:prstGeom prst="line">
              <a:avLst/>
            </a:prstGeom>
            <a:noFill/>
            <a:ln w="38100">
              <a:solidFill>
                <a:schemeClr val="folHlink"/>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grpSp>
      <p:grpSp>
        <p:nvGrpSpPr>
          <p:cNvPr id="1082411" name="Group 43"/>
          <p:cNvGrpSpPr>
            <a:grpSpLocks/>
          </p:cNvGrpSpPr>
          <p:nvPr/>
        </p:nvGrpSpPr>
        <p:grpSpPr bwMode="auto">
          <a:xfrm>
            <a:off x="3842015" y="2492847"/>
            <a:ext cx="2084387" cy="1268412"/>
            <a:chOff x="2234" y="1831"/>
            <a:chExt cx="1212" cy="799"/>
          </a:xfrm>
        </p:grpSpPr>
        <p:sp>
          <p:nvSpPr>
            <p:cNvPr id="56357" name="Text Box 13"/>
            <p:cNvSpPr txBox="1">
              <a:spLocks noChangeArrowheads="1"/>
            </p:cNvSpPr>
            <p:nvPr/>
          </p:nvSpPr>
          <p:spPr bwMode="auto">
            <a:xfrm flipH="1">
              <a:off x="3179" y="1831"/>
              <a:ext cx="26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400" b="1">
                  <a:solidFill>
                    <a:srgbClr val="000099"/>
                  </a:solidFill>
                  <a:latin typeface="Arial" charset="0"/>
                  <a:ea typeface="黑体" pitchFamily="49" charset="-122"/>
                  <a:sym typeface="Wingdings" pitchFamily="2" charset="2"/>
                </a:rPr>
                <a:t></a:t>
              </a:r>
            </a:p>
          </p:txBody>
        </p:sp>
        <p:sp>
          <p:nvSpPr>
            <p:cNvPr id="56358" name="Line 23"/>
            <p:cNvSpPr>
              <a:spLocks noChangeShapeType="1"/>
            </p:cNvSpPr>
            <p:nvPr/>
          </p:nvSpPr>
          <p:spPr bwMode="auto">
            <a:xfrm flipH="1">
              <a:off x="2234" y="1870"/>
              <a:ext cx="1100" cy="760"/>
            </a:xfrm>
            <a:prstGeom prst="line">
              <a:avLst/>
            </a:prstGeom>
            <a:noFill/>
            <a:ln w="38100">
              <a:solidFill>
                <a:schemeClr val="folHlink"/>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grpSp>
      <p:pic>
        <p:nvPicPr>
          <p:cNvPr id="56335" name="Picture 24"/>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5527411" y="3397723"/>
            <a:ext cx="737791" cy="1252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082413" name="Group 45"/>
          <p:cNvGrpSpPr>
            <a:grpSpLocks/>
          </p:cNvGrpSpPr>
          <p:nvPr/>
        </p:nvGrpSpPr>
        <p:grpSpPr bwMode="auto">
          <a:xfrm>
            <a:off x="3842015" y="3637438"/>
            <a:ext cx="1733550" cy="461963"/>
            <a:chOff x="2234" y="2552"/>
            <a:chExt cx="1008" cy="291"/>
          </a:xfrm>
        </p:grpSpPr>
        <p:sp>
          <p:nvSpPr>
            <p:cNvPr id="56355" name="Text Box 25"/>
            <p:cNvSpPr txBox="1">
              <a:spLocks noChangeArrowheads="1"/>
            </p:cNvSpPr>
            <p:nvPr/>
          </p:nvSpPr>
          <p:spPr bwMode="auto">
            <a:xfrm flipH="1">
              <a:off x="2275" y="2552"/>
              <a:ext cx="26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400" b="1">
                  <a:solidFill>
                    <a:srgbClr val="000099"/>
                  </a:solidFill>
                  <a:latin typeface="Arial" charset="0"/>
                  <a:ea typeface="黑体" pitchFamily="49" charset="-122"/>
                  <a:sym typeface="Wingdings" pitchFamily="2" charset="2"/>
                </a:rPr>
                <a:t></a:t>
              </a:r>
            </a:p>
          </p:txBody>
        </p:sp>
        <p:sp>
          <p:nvSpPr>
            <p:cNvPr id="56356" name="Line 27"/>
            <p:cNvSpPr>
              <a:spLocks noChangeShapeType="1"/>
            </p:cNvSpPr>
            <p:nvPr/>
          </p:nvSpPr>
          <p:spPr bwMode="auto">
            <a:xfrm rot="16200000" flipH="1">
              <a:off x="2738" y="2283"/>
              <a:ext cx="0" cy="1008"/>
            </a:xfrm>
            <a:prstGeom prst="line">
              <a:avLst/>
            </a:prstGeom>
            <a:noFill/>
            <a:ln w="38100">
              <a:solidFill>
                <a:schemeClr val="folHlink"/>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grpSp>
      <p:grpSp>
        <p:nvGrpSpPr>
          <p:cNvPr id="1082414" name="Group 46"/>
          <p:cNvGrpSpPr>
            <a:grpSpLocks/>
          </p:cNvGrpSpPr>
          <p:nvPr/>
        </p:nvGrpSpPr>
        <p:grpSpPr bwMode="auto">
          <a:xfrm>
            <a:off x="3842013" y="4094639"/>
            <a:ext cx="1733550" cy="461963"/>
            <a:chOff x="2234" y="2840"/>
            <a:chExt cx="1008" cy="291"/>
          </a:xfrm>
        </p:grpSpPr>
        <p:sp>
          <p:nvSpPr>
            <p:cNvPr id="56353" name="Line 28"/>
            <p:cNvSpPr>
              <a:spLocks noChangeShapeType="1"/>
            </p:cNvSpPr>
            <p:nvPr/>
          </p:nvSpPr>
          <p:spPr bwMode="auto">
            <a:xfrm rot="5400000">
              <a:off x="2738" y="2379"/>
              <a:ext cx="0" cy="1008"/>
            </a:xfrm>
            <a:prstGeom prst="line">
              <a:avLst/>
            </a:prstGeom>
            <a:noFill/>
            <a:ln w="38100">
              <a:solidFill>
                <a:schemeClr val="folHlink"/>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56354" name="Text Box 29"/>
            <p:cNvSpPr txBox="1">
              <a:spLocks noChangeArrowheads="1"/>
            </p:cNvSpPr>
            <p:nvPr/>
          </p:nvSpPr>
          <p:spPr bwMode="auto">
            <a:xfrm flipH="1">
              <a:off x="2971" y="2840"/>
              <a:ext cx="26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400" b="1">
                  <a:solidFill>
                    <a:srgbClr val="000099"/>
                  </a:solidFill>
                  <a:latin typeface="Arial" charset="0"/>
                  <a:ea typeface="黑体" pitchFamily="49" charset="-122"/>
                  <a:sym typeface="Wingdings" pitchFamily="2" charset="2"/>
                </a:rPr>
                <a:t></a:t>
              </a:r>
            </a:p>
          </p:txBody>
        </p:sp>
      </p:grpSp>
      <p:sp>
        <p:nvSpPr>
          <p:cNvPr id="1082398" name="Text Box 30"/>
          <p:cNvSpPr txBox="1">
            <a:spLocks noChangeArrowheads="1"/>
          </p:cNvSpPr>
          <p:nvPr/>
        </p:nvSpPr>
        <p:spPr bwMode="auto">
          <a:xfrm flipH="1">
            <a:off x="4137594" y="1568922"/>
            <a:ext cx="1107996" cy="36933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algn="ctr" eaLnBrk="1" hangingPunct="1"/>
            <a:r>
              <a:rPr kumimoji="1" lang="zh-CN" altLang="en-US" sz="1800" b="1">
                <a:solidFill>
                  <a:srgbClr val="000099"/>
                </a:solidFill>
                <a:latin typeface="Arial" charset="0"/>
                <a:ea typeface="黑体" pitchFamily="49" charset="-122"/>
              </a:rPr>
              <a:t>迭代查询</a:t>
            </a:r>
          </a:p>
        </p:txBody>
      </p:sp>
      <p:grpSp>
        <p:nvGrpSpPr>
          <p:cNvPr id="1082417" name="Group 49"/>
          <p:cNvGrpSpPr>
            <a:grpSpLocks/>
          </p:cNvGrpSpPr>
          <p:nvPr/>
        </p:nvGrpSpPr>
        <p:grpSpPr bwMode="auto">
          <a:xfrm>
            <a:off x="3530733" y="4502623"/>
            <a:ext cx="2748227" cy="1011237"/>
            <a:chOff x="2053" y="3097"/>
            <a:chExt cx="1598" cy="637"/>
          </a:xfrm>
        </p:grpSpPr>
        <p:grpSp>
          <p:nvGrpSpPr>
            <p:cNvPr id="56347" name="Group 48"/>
            <p:cNvGrpSpPr>
              <a:grpSpLocks/>
            </p:cNvGrpSpPr>
            <p:nvPr/>
          </p:nvGrpSpPr>
          <p:grpSpPr bwMode="auto">
            <a:xfrm>
              <a:off x="2053" y="3097"/>
              <a:ext cx="1598" cy="637"/>
              <a:chOff x="2053" y="3097"/>
              <a:chExt cx="1598" cy="637"/>
            </a:xfrm>
          </p:grpSpPr>
          <p:sp>
            <p:nvSpPr>
              <p:cNvPr id="56349" name="Rectangle 36"/>
              <p:cNvSpPr>
                <a:spLocks noChangeArrowheads="1"/>
              </p:cNvSpPr>
              <p:nvPr/>
            </p:nvSpPr>
            <p:spPr bwMode="auto">
              <a:xfrm>
                <a:off x="2135" y="3356"/>
                <a:ext cx="1516" cy="263"/>
              </a:xfrm>
              <a:prstGeom prst="rect">
                <a:avLst/>
              </a:prstGeom>
              <a:solidFill>
                <a:srgbClr val="CCECFF"/>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grpSp>
            <p:nvGrpSpPr>
              <p:cNvPr id="56350" name="Group 47"/>
              <p:cNvGrpSpPr>
                <a:grpSpLocks/>
              </p:cNvGrpSpPr>
              <p:nvPr/>
            </p:nvGrpSpPr>
            <p:grpSpPr bwMode="auto">
              <a:xfrm>
                <a:off x="2053" y="3097"/>
                <a:ext cx="267" cy="637"/>
                <a:chOff x="2053" y="3097"/>
                <a:chExt cx="267" cy="637"/>
              </a:xfrm>
            </p:grpSpPr>
            <p:sp>
              <p:nvSpPr>
                <p:cNvPr id="56351" name="Text Box 33"/>
                <p:cNvSpPr txBox="1">
                  <a:spLocks noChangeArrowheads="1"/>
                </p:cNvSpPr>
                <p:nvPr/>
              </p:nvSpPr>
              <p:spPr bwMode="auto">
                <a:xfrm flipH="1">
                  <a:off x="2053" y="3097"/>
                  <a:ext cx="26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400" b="1">
                      <a:solidFill>
                        <a:srgbClr val="000099"/>
                      </a:solidFill>
                      <a:latin typeface="Arial" charset="0"/>
                      <a:ea typeface="黑体" pitchFamily="49" charset="-122"/>
                      <a:sym typeface="Wingdings" pitchFamily="2" charset="2"/>
                    </a:rPr>
                    <a:t></a:t>
                  </a:r>
                </a:p>
              </p:txBody>
            </p:sp>
            <p:sp>
              <p:nvSpPr>
                <p:cNvPr id="56352" name="Line 35"/>
                <p:cNvSpPr>
                  <a:spLocks noChangeShapeType="1"/>
                </p:cNvSpPr>
                <p:nvPr/>
              </p:nvSpPr>
              <p:spPr bwMode="auto">
                <a:xfrm rot="10800000" flipH="1" flipV="1">
                  <a:off x="2089" y="3166"/>
                  <a:ext cx="0" cy="568"/>
                </a:xfrm>
                <a:prstGeom prst="line">
                  <a:avLst/>
                </a:prstGeom>
                <a:noFill/>
                <a:ln w="38100">
                  <a:solidFill>
                    <a:schemeClr val="folHlink"/>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grpSp>
        </p:grpSp>
        <p:sp>
          <p:nvSpPr>
            <p:cNvPr id="56348" name="Text Box 6"/>
            <p:cNvSpPr txBox="1">
              <a:spLocks noChangeArrowheads="1"/>
            </p:cNvSpPr>
            <p:nvPr/>
          </p:nvSpPr>
          <p:spPr bwMode="auto">
            <a:xfrm flipH="1">
              <a:off x="2104" y="3417"/>
              <a:ext cx="1437" cy="1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lnSpc>
                  <a:spcPct val="80000"/>
                </a:lnSpc>
              </a:pPr>
              <a:r>
                <a:rPr kumimoji="1" lang="en-US" altLang="zh-CN" sz="1800" b="1">
                  <a:solidFill>
                    <a:srgbClr val="000099"/>
                  </a:solidFill>
                  <a:latin typeface="Arial" charset="0"/>
                  <a:ea typeface="黑体" pitchFamily="49" charset="-122"/>
                </a:rPr>
                <a:t> y.abc.com</a:t>
              </a:r>
              <a:r>
                <a:rPr kumimoji="1" lang="en-US" altLang="zh-CN" sz="900" b="1">
                  <a:solidFill>
                    <a:srgbClr val="000099"/>
                  </a:solidFill>
                  <a:latin typeface="Arial" charset="0"/>
                  <a:ea typeface="黑体" pitchFamily="49" charset="-122"/>
                </a:rPr>
                <a:t> </a:t>
              </a:r>
              <a:r>
                <a:rPr kumimoji="1" lang="zh-CN" altLang="en-US" sz="1800" b="1">
                  <a:solidFill>
                    <a:srgbClr val="000099"/>
                  </a:solidFill>
                  <a:latin typeface="Arial" charset="0"/>
                  <a:ea typeface="黑体" pitchFamily="49" charset="-122"/>
                </a:rPr>
                <a:t>的</a:t>
              </a:r>
              <a:r>
                <a:rPr kumimoji="1" lang="zh-CN" altLang="en-US" sz="1400" b="1">
                  <a:solidFill>
                    <a:srgbClr val="000099"/>
                  </a:solidFill>
                  <a:latin typeface="Arial" charset="0"/>
                  <a:ea typeface="黑体" pitchFamily="49" charset="-122"/>
                </a:rPr>
                <a:t> </a:t>
              </a:r>
              <a:r>
                <a:rPr kumimoji="1" lang="en-US" altLang="zh-CN" sz="1800" b="1">
                  <a:solidFill>
                    <a:srgbClr val="000099"/>
                  </a:solidFill>
                  <a:latin typeface="Arial" charset="0"/>
                  <a:ea typeface="黑体" pitchFamily="49" charset="-122"/>
                </a:rPr>
                <a:t>IP</a:t>
              </a:r>
              <a:r>
                <a:rPr kumimoji="1" lang="en-US" altLang="zh-CN" sz="1400" b="1">
                  <a:solidFill>
                    <a:srgbClr val="000099"/>
                  </a:solidFill>
                  <a:latin typeface="Arial" charset="0"/>
                  <a:ea typeface="黑体" pitchFamily="49" charset="-122"/>
                </a:rPr>
                <a:t> </a:t>
              </a:r>
              <a:r>
                <a:rPr kumimoji="1" lang="zh-CN" altLang="en-US" sz="1800" b="1">
                  <a:solidFill>
                    <a:srgbClr val="000099"/>
                  </a:solidFill>
                  <a:latin typeface="Arial" charset="0"/>
                  <a:ea typeface="黑体" pitchFamily="49" charset="-122"/>
                </a:rPr>
                <a:t>地址 </a:t>
              </a:r>
            </a:p>
          </p:txBody>
        </p:sp>
      </p:grpSp>
      <p:pic>
        <p:nvPicPr>
          <p:cNvPr id="56340" name="Picture 1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3229769" y="5604347"/>
            <a:ext cx="517658" cy="546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6341" name="Text Box 11"/>
          <p:cNvSpPr txBox="1">
            <a:spLocks noChangeArrowheads="1"/>
          </p:cNvSpPr>
          <p:nvPr/>
        </p:nvSpPr>
        <p:spPr bwMode="auto">
          <a:xfrm flipH="1">
            <a:off x="2925366" y="6112347"/>
            <a:ext cx="1428596" cy="3139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lnSpc>
                <a:spcPct val="80000"/>
              </a:lnSpc>
            </a:pPr>
            <a:r>
              <a:rPr kumimoji="1" lang="en-US" altLang="zh-CN" sz="1800" b="1">
                <a:solidFill>
                  <a:srgbClr val="000099"/>
                </a:solidFill>
                <a:latin typeface="Arial" charset="0"/>
                <a:ea typeface="黑体" pitchFamily="49" charset="-122"/>
              </a:rPr>
              <a:t>m.xyz.com </a:t>
            </a:r>
          </a:p>
        </p:txBody>
      </p:sp>
      <p:sp>
        <p:nvSpPr>
          <p:cNvPr id="1082399" name="Text Box 31"/>
          <p:cNvSpPr txBox="1">
            <a:spLocks noChangeArrowheads="1"/>
          </p:cNvSpPr>
          <p:nvPr/>
        </p:nvSpPr>
        <p:spPr bwMode="auto">
          <a:xfrm flipH="1">
            <a:off x="2714846" y="4743923"/>
            <a:ext cx="646331" cy="6186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algn="ctr" eaLnBrk="1" hangingPunct="1"/>
            <a:r>
              <a:rPr kumimoji="1" lang="zh-CN" altLang="en-US" sz="1800" b="1">
                <a:solidFill>
                  <a:srgbClr val="000099"/>
                </a:solidFill>
                <a:latin typeface="Arial" charset="0"/>
                <a:ea typeface="黑体" pitchFamily="49" charset="-122"/>
              </a:rPr>
              <a:t>递归</a:t>
            </a:r>
          </a:p>
          <a:p>
            <a:pPr algn="ctr" eaLnBrk="1" hangingPunct="1">
              <a:lnSpc>
                <a:spcPct val="90000"/>
              </a:lnSpc>
            </a:pPr>
            <a:r>
              <a:rPr kumimoji="1" lang="zh-CN" altLang="en-US" sz="1800" b="1">
                <a:solidFill>
                  <a:srgbClr val="000099"/>
                </a:solidFill>
                <a:latin typeface="Arial" charset="0"/>
                <a:ea typeface="黑体" pitchFamily="49" charset="-122"/>
              </a:rPr>
              <a:t>查询</a:t>
            </a:r>
          </a:p>
        </p:txBody>
      </p:sp>
      <p:grpSp>
        <p:nvGrpSpPr>
          <p:cNvPr id="1082407" name="Group 39"/>
          <p:cNvGrpSpPr>
            <a:grpSpLocks/>
          </p:cNvGrpSpPr>
          <p:nvPr/>
        </p:nvGrpSpPr>
        <p:grpSpPr bwMode="auto">
          <a:xfrm>
            <a:off x="3002756" y="4612161"/>
            <a:ext cx="459185" cy="1071563"/>
            <a:chOff x="1746" y="3166"/>
            <a:chExt cx="267" cy="675"/>
          </a:xfrm>
        </p:grpSpPr>
        <p:sp>
          <p:nvSpPr>
            <p:cNvPr id="56345" name="Text Box 32"/>
            <p:cNvSpPr txBox="1">
              <a:spLocks noChangeArrowheads="1"/>
            </p:cNvSpPr>
            <p:nvPr/>
          </p:nvSpPr>
          <p:spPr bwMode="auto">
            <a:xfrm flipH="1">
              <a:off x="1746" y="3550"/>
              <a:ext cx="26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400" b="1">
                  <a:solidFill>
                    <a:srgbClr val="000099"/>
                  </a:solidFill>
                  <a:latin typeface="Arial" charset="0"/>
                  <a:ea typeface="黑体" pitchFamily="49" charset="-122"/>
                  <a:sym typeface="Wingdings" pitchFamily="2" charset="2"/>
                </a:rPr>
                <a:t></a:t>
              </a:r>
            </a:p>
          </p:txBody>
        </p:sp>
        <p:sp>
          <p:nvSpPr>
            <p:cNvPr id="56346" name="Line 34"/>
            <p:cNvSpPr>
              <a:spLocks noChangeShapeType="1"/>
            </p:cNvSpPr>
            <p:nvPr/>
          </p:nvSpPr>
          <p:spPr bwMode="auto">
            <a:xfrm rot="10800000" flipH="1">
              <a:off x="1996" y="3166"/>
              <a:ext cx="0" cy="568"/>
            </a:xfrm>
            <a:prstGeom prst="line">
              <a:avLst/>
            </a:prstGeom>
            <a:noFill/>
            <a:ln w="38100">
              <a:solidFill>
                <a:schemeClr val="folHlink"/>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grpSp>
      <p:sp>
        <p:nvSpPr>
          <p:cNvPr id="56344" name="Text Box 50"/>
          <p:cNvSpPr txBox="1">
            <a:spLocks noChangeArrowheads="1"/>
          </p:cNvSpPr>
          <p:nvPr/>
        </p:nvSpPr>
        <p:spPr bwMode="auto">
          <a:xfrm flipH="1">
            <a:off x="3549651" y="5751984"/>
            <a:ext cx="3821377" cy="311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algn="ctr" eaLnBrk="1" hangingPunct="1">
              <a:lnSpc>
                <a:spcPct val="80000"/>
              </a:lnSpc>
            </a:pPr>
            <a:r>
              <a:rPr kumimoji="1" lang="zh-CN" altLang="en-US" sz="1800" b="1">
                <a:solidFill>
                  <a:srgbClr val="000099"/>
                </a:solidFill>
                <a:latin typeface="Arial" charset="0"/>
                <a:ea typeface="黑体" pitchFamily="49" charset="-122"/>
              </a:rPr>
              <a:t>需要查找 </a:t>
            </a:r>
            <a:r>
              <a:rPr kumimoji="1" lang="en-US" altLang="zh-CN" sz="1800" b="1">
                <a:solidFill>
                  <a:srgbClr val="000099"/>
                </a:solidFill>
                <a:latin typeface="Arial" charset="0"/>
                <a:ea typeface="黑体" pitchFamily="49" charset="-122"/>
              </a:rPr>
              <a:t>y.abc.com </a:t>
            </a:r>
            <a:r>
              <a:rPr kumimoji="1" lang="zh-CN" altLang="en-US" sz="1800" b="1">
                <a:solidFill>
                  <a:srgbClr val="000099"/>
                </a:solidFill>
                <a:latin typeface="Arial" charset="0"/>
                <a:ea typeface="黑体" pitchFamily="49" charset="-122"/>
              </a:rPr>
              <a:t>的 </a:t>
            </a:r>
            <a:r>
              <a:rPr kumimoji="1" lang="en-US" altLang="zh-CN" sz="1800" b="1">
                <a:solidFill>
                  <a:srgbClr val="000099"/>
                </a:solidFill>
                <a:latin typeface="Arial" charset="0"/>
                <a:ea typeface="黑体" pitchFamily="49" charset="-122"/>
              </a:rPr>
              <a:t>IP </a:t>
            </a:r>
            <a:r>
              <a:rPr kumimoji="1" lang="zh-CN" altLang="en-US" sz="1800" b="1">
                <a:solidFill>
                  <a:srgbClr val="000099"/>
                </a:solidFill>
                <a:latin typeface="Arial" charset="0"/>
                <a:ea typeface="黑体" pitchFamily="49" charset="-122"/>
              </a:rPr>
              <a:t>地址</a:t>
            </a:r>
          </a:p>
        </p:txBody>
      </p:sp>
    </p:spTree>
    <p:extLst>
      <p:ext uri="{BB962C8B-B14F-4D97-AF65-F5344CB8AC3E}">
        <p14:creationId xmlns:p14="http://schemas.microsoft.com/office/powerpoint/2010/main" val="29714739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4418" name="Rectangle 2"/>
          <p:cNvSpPr>
            <a:spLocks noGrp="1" noChangeArrowheads="1"/>
          </p:cNvSpPr>
          <p:nvPr>
            <p:ph type="title"/>
          </p:nvPr>
        </p:nvSpPr>
        <p:spPr>
          <a:xfrm>
            <a:off x="506507" y="188640"/>
            <a:ext cx="9049005" cy="1512168"/>
          </a:xfrm>
        </p:spPr>
        <p:txBody>
          <a:bodyPr/>
          <a:lstStyle/>
          <a:p>
            <a:pPr algn="ctr" eaLnBrk="1" hangingPunct="1">
              <a:defRPr/>
            </a:pPr>
            <a:r>
              <a:rPr dirty="0"/>
              <a:t>本地域名服务器采用递归查询</a:t>
            </a:r>
            <a:br>
              <a:rPr dirty="0"/>
            </a:br>
            <a:r>
              <a:rPr dirty="0"/>
              <a:t>（比较少用） </a:t>
            </a:r>
          </a:p>
        </p:txBody>
      </p:sp>
      <p:sp>
        <p:nvSpPr>
          <p:cNvPr id="57347" name="Rectangle 4"/>
          <p:cNvSpPr>
            <a:spLocks noChangeArrowheads="1"/>
          </p:cNvSpPr>
          <p:nvPr/>
        </p:nvSpPr>
        <p:spPr bwMode="auto">
          <a:xfrm flipH="1">
            <a:off x="3369072" y="1878161"/>
            <a:ext cx="3288242" cy="2865438"/>
          </a:xfrm>
          <a:prstGeom prst="rect">
            <a:avLst/>
          </a:prstGeom>
          <a:solidFill>
            <a:srgbClr val="FFFF99"/>
          </a:solidFill>
          <a:ln>
            <a:noFill/>
          </a:ln>
          <a:effectLst/>
          <a:extLst>
            <a:ext uri="{91240B29-F687-4F45-9708-019B960494DF}">
              <a14:hiddenLine xmlns:a14="http://schemas.microsoft.com/office/drawing/2010/main" w="9525" algn="ctr">
                <a:solidFill>
                  <a:schemeClr val="folHlink"/>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57348" name="Text Box 6"/>
          <p:cNvSpPr txBox="1">
            <a:spLocks noChangeArrowheads="1"/>
          </p:cNvSpPr>
          <p:nvPr/>
        </p:nvSpPr>
        <p:spPr bwMode="auto">
          <a:xfrm flipH="1">
            <a:off x="6658238" y="2063899"/>
            <a:ext cx="1800493" cy="563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algn="ctr" eaLnBrk="1" hangingPunct="1">
              <a:lnSpc>
                <a:spcPct val="85000"/>
              </a:lnSpc>
            </a:pPr>
            <a:r>
              <a:rPr kumimoji="1" lang="zh-CN" altLang="en-US" sz="1800" b="1">
                <a:solidFill>
                  <a:schemeClr val="folHlink"/>
                </a:solidFill>
                <a:latin typeface="Arial" charset="0"/>
                <a:ea typeface="黑体" pitchFamily="49" charset="-122"/>
              </a:rPr>
              <a:t>顶级域名服务器</a:t>
            </a:r>
          </a:p>
          <a:p>
            <a:pPr algn="ctr" eaLnBrk="1" hangingPunct="1">
              <a:lnSpc>
                <a:spcPct val="85000"/>
              </a:lnSpc>
            </a:pPr>
            <a:r>
              <a:rPr kumimoji="1" lang="en-US" altLang="zh-CN" sz="1800" b="1">
                <a:solidFill>
                  <a:schemeClr val="folHlink"/>
                </a:solidFill>
                <a:latin typeface="Arial" charset="0"/>
                <a:ea typeface="黑体" pitchFamily="49" charset="-122"/>
              </a:rPr>
              <a:t>dns.com</a:t>
            </a:r>
          </a:p>
        </p:txBody>
      </p:sp>
      <p:sp>
        <p:nvSpPr>
          <p:cNvPr id="57349" name="Text Box 7"/>
          <p:cNvSpPr txBox="1">
            <a:spLocks noChangeArrowheads="1"/>
          </p:cNvSpPr>
          <p:nvPr/>
        </p:nvSpPr>
        <p:spPr bwMode="auto">
          <a:xfrm flipH="1">
            <a:off x="6356351" y="3935562"/>
            <a:ext cx="2316560"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algn="ctr" eaLnBrk="1" hangingPunct="1">
              <a:lnSpc>
                <a:spcPct val="80000"/>
              </a:lnSpc>
            </a:pPr>
            <a:r>
              <a:rPr kumimoji="1" lang="zh-CN" altLang="en-US" sz="1800" b="1">
                <a:solidFill>
                  <a:schemeClr val="folHlink"/>
                </a:solidFill>
                <a:latin typeface="Arial" charset="0"/>
                <a:ea typeface="黑体" pitchFamily="49" charset="-122"/>
              </a:rPr>
              <a:t>权限</a:t>
            </a:r>
            <a:r>
              <a:rPr kumimoji="1" lang="zh-CN" altLang="zh-CN" sz="1800" b="1">
                <a:solidFill>
                  <a:schemeClr val="folHlink"/>
                </a:solidFill>
                <a:latin typeface="Arial" charset="0"/>
                <a:ea typeface="黑体" pitchFamily="49" charset="-122"/>
              </a:rPr>
              <a:t>域名服务</a:t>
            </a:r>
            <a:r>
              <a:rPr kumimoji="1" lang="en-US" altLang="zh-CN" sz="1800" b="1">
                <a:solidFill>
                  <a:schemeClr val="folHlink"/>
                </a:solidFill>
                <a:latin typeface="Arial" charset="0"/>
                <a:ea typeface="黑体" pitchFamily="49" charset="-122"/>
              </a:rPr>
              <a:t>dns.abc.com</a:t>
            </a:r>
          </a:p>
        </p:txBody>
      </p:sp>
      <p:sp>
        <p:nvSpPr>
          <p:cNvPr id="57350" name="Text Box 8"/>
          <p:cNvSpPr txBox="1">
            <a:spLocks noChangeArrowheads="1"/>
          </p:cNvSpPr>
          <p:nvPr/>
        </p:nvSpPr>
        <p:spPr bwMode="auto">
          <a:xfrm flipH="1">
            <a:off x="1603770" y="3864124"/>
            <a:ext cx="1800493"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algn="ctr" eaLnBrk="1" hangingPunct="1">
              <a:lnSpc>
                <a:spcPct val="80000"/>
              </a:lnSpc>
            </a:pPr>
            <a:r>
              <a:rPr kumimoji="1" lang="zh-CN" altLang="en-US" sz="1800" b="1">
                <a:solidFill>
                  <a:schemeClr val="hlink"/>
                </a:solidFill>
                <a:latin typeface="Arial" charset="0"/>
                <a:ea typeface="黑体" pitchFamily="49" charset="-122"/>
              </a:rPr>
              <a:t>本地域名服务器</a:t>
            </a:r>
          </a:p>
          <a:p>
            <a:pPr algn="ctr" eaLnBrk="1" hangingPunct="1">
              <a:lnSpc>
                <a:spcPct val="80000"/>
              </a:lnSpc>
            </a:pPr>
            <a:r>
              <a:rPr kumimoji="1" lang="en-US" altLang="zh-CN" sz="1800" b="1">
                <a:solidFill>
                  <a:schemeClr val="hlink"/>
                </a:solidFill>
                <a:latin typeface="Arial" charset="0"/>
                <a:ea typeface="黑体" pitchFamily="49" charset="-122"/>
              </a:rPr>
              <a:t>dns.xyz.com</a:t>
            </a:r>
          </a:p>
        </p:txBody>
      </p:sp>
      <p:pic>
        <p:nvPicPr>
          <p:cNvPr id="57351" name="Picture 9"/>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3597805" y="5734200"/>
            <a:ext cx="512498"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7352" name="Text Box 10"/>
          <p:cNvSpPr txBox="1">
            <a:spLocks noChangeArrowheads="1"/>
          </p:cNvSpPr>
          <p:nvPr/>
        </p:nvSpPr>
        <p:spPr bwMode="auto">
          <a:xfrm flipH="1">
            <a:off x="3293402" y="6216799"/>
            <a:ext cx="1428596" cy="3139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lnSpc>
                <a:spcPct val="80000"/>
              </a:lnSpc>
            </a:pPr>
            <a:r>
              <a:rPr kumimoji="1" lang="en-US" altLang="zh-CN" sz="1800" b="1">
                <a:solidFill>
                  <a:schemeClr val="folHlink"/>
                </a:solidFill>
                <a:latin typeface="Arial" charset="0"/>
                <a:ea typeface="黑体" pitchFamily="49" charset="-122"/>
              </a:rPr>
              <a:t>m.xyz.com </a:t>
            </a:r>
          </a:p>
        </p:txBody>
      </p:sp>
      <p:sp>
        <p:nvSpPr>
          <p:cNvPr id="57353" name="Text Box 11"/>
          <p:cNvSpPr txBox="1">
            <a:spLocks noChangeArrowheads="1"/>
          </p:cNvSpPr>
          <p:nvPr/>
        </p:nvSpPr>
        <p:spPr bwMode="auto">
          <a:xfrm flipH="1">
            <a:off x="1843012" y="2063900"/>
            <a:ext cx="156966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algn="ctr" eaLnBrk="1" hangingPunct="1"/>
            <a:r>
              <a:rPr kumimoji="1" lang="zh-CN" altLang="en-US" sz="1800" b="1">
                <a:solidFill>
                  <a:schemeClr val="folHlink"/>
                </a:solidFill>
                <a:latin typeface="Arial" charset="0"/>
                <a:ea typeface="黑体" pitchFamily="49" charset="-122"/>
              </a:rPr>
              <a:t>根域名服务器</a:t>
            </a:r>
          </a:p>
        </p:txBody>
      </p:sp>
      <p:pic>
        <p:nvPicPr>
          <p:cNvPr id="57354" name="Picture 14"/>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3461941" y="3657749"/>
            <a:ext cx="727471"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7355" name="Picture 15"/>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3461941" y="1844824"/>
            <a:ext cx="727471"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7356" name="Picture 1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5778500" y="1844824"/>
            <a:ext cx="729192"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084453" name="Group 37"/>
          <p:cNvGrpSpPr>
            <a:grpSpLocks/>
          </p:cNvGrpSpPr>
          <p:nvPr/>
        </p:nvGrpSpPr>
        <p:grpSpPr bwMode="auto">
          <a:xfrm>
            <a:off x="3367351" y="2944962"/>
            <a:ext cx="459185" cy="925513"/>
            <a:chOff x="1958" y="1944"/>
            <a:chExt cx="267" cy="583"/>
          </a:xfrm>
        </p:grpSpPr>
        <p:sp>
          <p:nvSpPr>
            <p:cNvPr id="57385" name="Text Box 17"/>
            <p:cNvSpPr txBox="1">
              <a:spLocks noChangeArrowheads="1"/>
            </p:cNvSpPr>
            <p:nvPr/>
          </p:nvSpPr>
          <p:spPr bwMode="auto">
            <a:xfrm flipH="1">
              <a:off x="1958" y="2236"/>
              <a:ext cx="26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400" b="1">
                  <a:solidFill>
                    <a:schemeClr val="folHlink"/>
                  </a:solidFill>
                  <a:latin typeface="Arial" charset="0"/>
                  <a:ea typeface="黑体" pitchFamily="49" charset="-122"/>
                  <a:sym typeface="Wingdings" pitchFamily="2" charset="2"/>
                </a:rPr>
                <a:t></a:t>
              </a:r>
            </a:p>
          </p:txBody>
        </p:sp>
        <p:sp>
          <p:nvSpPr>
            <p:cNvPr id="57386" name="Line 19"/>
            <p:cNvSpPr>
              <a:spLocks noChangeShapeType="1"/>
            </p:cNvSpPr>
            <p:nvPr/>
          </p:nvSpPr>
          <p:spPr bwMode="auto">
            <a:xfrm rot="10800000" flipH="1">
              <a:off x="2209" y="1944"/>
              <a:ext cx="0" cy="539"/>
            </a:xfrm>
            <a:prstGeom prst="line">
              <a:avLst/>
            </a:prstGeom>
            <a:noFill/>
            <a:ln w="38100">
              <a:solidFill>
                <a:schemeClr val="folHlink"/>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grpSp>
      <p:grpSp>
        <p:nvGrpSpPr>
          <p:cNvPr id="1084458" name="Group 42"/>
          <p:cNvGrpSpPr>
            <a:grpSpLocks/>
          </p:cNvGrpSpPr>
          <p:nvPr/>
        </p:nvGrpSpPr>
        <p:grpSpPr bwMode="auto">
          <a:xfrm>
            <a:off x="3866091" y="2830662"/>
            <a:ext cx="459185" cy="969963"/>
            <a:chOff x="2248" y="1872"/>
            <a:chExt cx="267" cy="611"/>
          </a:xfrm>
        </p:grpSpPr>
        <p:sp>
          <p:nvSpPr>
            <p:cNvPr id="57383" name="Text Box 18"/>
            <p:cNvSpPr txBox="1">
              <a:spLocks noChangeArrowheads="1"/>
            </p:cNvSpPr>
            <p:nvPr/>
          </p:nvSpPr>
          <p:spPr bwMode="auto">
            <a:xfrm flipH="1">
              <a:off x="2248" y="1872"/>
              <a:ext cx="26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400" b="1">
                  <a:solidFill>
                    <a:schemeClr val="folHlink"/>
                  </a:solidFill>
                  <a:latin typeface="Arial" charset="0"/>
                  <a:ea typeface="黑体" pitchFamily="49" charset="-122"/>
                  <a:sym typeface="Wingdings" pitchFamily="2" charset="2"/>
                </a:rPr>
                <a:t></a:t>
              </a:r>
            </a:p>
          </p:txBody>
        </p:sp>
        <p:sp>
          <p:nvSpPr>
            <p:cNvPr id="57384" name="Line 20"/>
            <p:cNvSpPr>
              <a:spLocks noChangeShapeType="1"/>
            </p:cNvSpPr>
            <p:nvPr/>
          </p:nvSpPr>
          <p:spPr bwMode="auto">
            <a:xfrm rot="10800000" flipH="1" flipV="1">
              <a:off x="2301" y="1944"/>
              <a:ext cx="0" cy="539"/>
            </a:xfrm>
            <a:prstGeom prst="line">
              <a:avLst/>
            </a:prstGeom>
            <a:noFill/>
            <a:ln w="38100">
              <a:solidFill>
                <a:schemeClr val="folHlink"/>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grpSp>
      <p:grpSp>
        <p:nvGrpSpPr>
          <p:cNvPr id="1084454" name="Group 38"/>
          <p:cNvGrpSpPr>
            <a:grpSpLocks/>
          </p:cNvGrpSpPr>
          <p:nvPr/>
        </p:nvGrpSpPr>
        <p:grpSpPr bwMode="auto">
          <a:xfrm>
            <a:off x="4048390" y="2184549"/>
            <a:ext cx="1821260" cy="461962"/>
            <a:chOff x="2354" y="1465"/>
            <a:chExt cx="1059" cy="291"/>
          </a:xfrm>
        </p:grpSpPr>
        <p:sp>
          <p:nvSpPr>
            <p:cNvPr id="57381" name="Text Box 13"/>
            <p:cNvSpPr txBox="1">
              <a:spLocks noChangeArrowheads="1"/>
            </p:cNvSpPr>
            <p:nvPr/>
          </p:nvSpPr>
          <p:spPr bwMode="auto">
            <a:xfrm flipH="1">
              <a:off x="2354" y="1465"/>
              <a:ext cx="26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400" b="1">
                  <a:solidFill>
                    <a:schemeClr val="folHlink"/>
                  </a:solidFill>
                  <a:latin typeface="Arial" charset="0"/>
                  <a:ea typeface="黑体" pitchFamily="49" charset="-122"/>
                  <a:sym typeface="Wingdings" pitchFamily="2" charset="2"/>
                </a:rPr>
                <a:t></a:t>
              </a:r>
            </a:p>
          </p:txBody>
        </p:sp>
        <p:sp>
          <p:nvSpPr>
            <p:cNvPr id="57382" name="Line 21"/>
            <p:cNvSpPr>
              <a:spLocks noChangeShapeType="1"/>
            </p:cNvSpPr>
            <p:nvPr/>
          </p:nvSpPr>
          <p:spPr bwMode="auto">
            <a:xfrm rot="10800000" flipH="1">
              <a:off x="2444" y="1728"/>
              <a:ext cx="969" cy="0"/>
            </a:xfrm>
            <a:prstGeom prst="line">
              <a:avLst/>
            </a:prstGeom>
            <a:noFill/>
            <a:ln w="38100">
              <a:solidFill>
                <a:schemeClr val="folHlink"/>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grpSp>
      <p:pic>
        <p:nvPicPr>
          <p:cNvPr id="57360" name="Picture 2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5869649" y="3657749"/>
            <a:ext cx="729192"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84439" name="Text Box 23"/>
          <p:cNvSpPr txBox="1">
            <a:spLocks noChangeArrowheads="1"/>
          </p:cNvSpPr>
          <p:nvPr/>
        </p:nvSpPr>
        <p:spPr bwMode="auto">
          <a:xfrm flipH="1">
            <a:off x="4505629" y="1913087"/>
            <a:ext cx="1107996" cy="36933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algn="ctr" eaLnBrk="1" hangingPunct="1"/>
            <a:r>
              <a:rPr kumimoji="1" lang="zh-CN" altLang="en-US" sz="1800" b="1">
                <a:solidFill>
                  <a:schemeClr val="folHlink"/>
                </a:solidFill>
                <a:latin typeface="Arial" charset="0"/>
                <a:ea typeface="黑体" pitchFamily="49" charset="-122"/>
              </a:rPr>
              <a:t>递归查询</a:t>
            </a:r>
          </a:p>
        </p:txBody>
      </p:sp>
      <p:sp>
        <p:nvSpPr>
          <p:cNvPr id="1084440" name="Text Box 24"/>
          <p:cNvSpPr txBox="1">
            <a:spLocks noChangeArrowheads="1"/>
          </p:cNvSpPr>
          <p:nvPr/>
        </p:nvSpPr>
        <p:spPr bwMode="auto">
          <a:xfrm flipH="1">
            <a:off x="3112978" y="4800749"/>
            <a:ext cx="646331" cy="6186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algn="ctr" eaLnBrk="1" hangingPunct="1"/>
            <a:r>
              <a:rPr kumimoji="1" lang="zh-CN" altLang="en-US" sz="1800" b="1">
                <a:solidFill>
                  <a:schemeClr val="folHlink"/>
                </a:solidFill>
                <a:latin typeface="Arial" charset="0"/>
                <a:ea typeface="黑体" pitchFamily="49" charset="-122"/>
              </a:rPr>
              <a:t>递归</a:t>
            </a:r>
          </a:p>
          <a:p>
            <a:pPr algn="ctr" eaLnBrk="1" hangingPunct="1">
              <a:lnSpc>
                <a:spcPct val="90000"/>
              </a:lnSpc>
            </a:pPr>
            <a:r>
              <a:rPr kumimoji="1" lang="zh-CN" altLang="en-US" sz="1800" b="1">
                <a:solidFill>
                  <a:schemeClr val="folHlink"/>
                </a:solidFill>
                <a:latin typeface="Arial" charset="0"/>
                <a:ea typeface="黑体" pitchFamily="49" charset="-122"/>
              </a:rPr>
              <a:t>查询</a:t>
            </a:r>
          </a:p>
        </p:txBody>
      </p:sp>
      <p:grpSp>
        <p:nvGrpSpPr>
          <p:cNvPr id="1084452" name="Group 36"/>
          <p:cNvGrpSpPr>
            <a:grpSpLocks/>
          </p:cNvGrpSpPr>
          <p:nvPr/>
        </p:nvGrpSpPr>
        <p:grpSpPr bwMode="auto">
          <a:xfrm>
            <a:off x="3367351" y="4792814"/>
            <a:ext cx="459185" cy="957263"/>
            <a:chOff x="1958" y="3108"/>
            <a:chExt cx="267" cy="603"/>
          </a:xfrm>
        </p:grpSpPr>
        <p:sp>
          <p:nvSpPr>
            <p:cNvPr id="57379" name="Text Box 25"/>
            <p:cNvSpPr txBox="1">
              <a:spLocks noChangeArrowheads="1"/>
            </p:cNvSpPr>
            <p:nvPr/>
          </p:nvSpPr>
          <p:spPr bwMode="auto">
            <a:xfrm flipH="1">
              <a:off x="1958" y="3420"/>
              <a:ext cx="26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400" b="1">
                  <a:solidFill>
                    <a:schemeClr val="folHlink"/>
                  </a:solidFill>
                  <a:latin typeface="Arial" charset="0"/>
                  <a:ea typeface="黑体" pitchFamily="49" charset="-122"/>
                  <a:sym typeface="Wingdings" pitchFamily="2" charset="2"/>
                </a:rPr>
                <a:t></a:t>
              </a:r>
            </a:p>
          </p:txBody>
        </p:sp>
        <p:sp>
          <p:nvSpPr>
            <p:cNvPr id="57380" name="Line 27"/>
            <p:cNvSpPr>
              <a:spLocks noChangeShapeType="1"/>
            </p:cNvSpPr>
            <p:nvPr/>
          </p:nvSpPr>
          <p:spPr bwMode="auto">
            <a:xfrm rot="10800000" flipH="1">
              <a:off x="2209" y="3108"/>
              <a:ext cx="0" cy="539"/>
            </a:xfrm>
            <a:prstGeom prst="line">
              <a:avLst/>
            </a:prstGeom>
            <a:noFill/>
            <a:ln w="38100">
              <a:solidFill>
                <a:schemeClr val="folHlink"/>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grpSp>
      <p:grpSp>
        <p:nvGrpSpPr>
          <p:cNvPr id="1084459" name="Group 43"/>
          <p:cNvGrpSpPr>
            <a:grpSpLocks/>
          </p:cNvGrpSpPr>
          <p:nvPr/>
        </p:nvGrpSpPr>
        <p:grpSpPr bwMode="auto">
          <a:xfrm>
            <a:off x="3895328" y="4703912"/>
            <a:ext cx="2624402" cy="944563"/>
            <a:chOff x="2265" y="3052"/>
            <a:chExt cx="1526" cy="595"/>
          </a:xfrm>
        </p:grpSpPr>
        <p:sp>
          <p:nvSpPr>
            <p:cNvPr id="57375" name="Text Box 5"/>
            <p:cNvSpPr txBox="1">
              <a:spLocks noChangeArrowheads="1"/>
            </p:cNvSpPr>
            <p:nvPr/>
          </p:nvSpPr>
          <p:spPr bwMode="auto">
            <a:xfrm flipH="1">
              <a:off x="2339" y="3327"/>
              <a:ext cx="1437" cy="1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lnSpc>
                  <a:spcPct val="80000"/>
                </a:lnSpc>
              </a:pPr>
              <a:r>
                <a:rPr kumimoji="1" lang="en-US" altLang="zh-CN" sz="1800" b="1">
                  <a:solidFill>
                    <a:schemeClr val="folHlink"/>
                  </a:solidFill>
                  <a:latin typeface="Arial" charset="0"/>
                  <a:ea typeface="黑体" pitchFamily="49" charset="-122"/>
                </a:rPr>
                <a:t> y.abc.com</a:t>
              </a:r>
              <a:r>
                <a:rPr kumimoji="1" lang="en-US" altLang="zh-CN" sz="900" b="1">
                  <a:solidFill>
                    <a:schemeClr val="folHlink"/>
                  </a:solidFill>
                  <a:latin typeface="Arial" charset="0"/>
                  <a:ea typeface="黑体" pitchFamily="49" charset="-122"/>
                </a:rPr>
                <a:t> </a:t>
              </a:r>
              <a:r>
                <a:rPr kumimoji="1" lang="zh-CN" altLang="en-US" sz="1800" b="1">
                  <a:solidFill>
                    <a:schemeClr val="folHlink"/>
                  </a:solidFill>
                  <a:latin typeface="Arial" charset="0"/>
                  <a:ea typeface="黑体" pitchFamily="49" charset="-122"/>
                </a:rPr>
                <a:t>的</a:t>
              </a:r>
              <a:r>
                <a:rPr kumimoji="1" lang="zh-CN" altLang="en-US" sz="1400" b="1">
                  <a:solidFill>
                    <a:schemeClr val="folHlink"/>
                  </a:solidFill>
                  <a:latin typeface="Arial" charset="0"/>
                  <a:ea typeface="黑体" pitchFamily="49" charset="-122"/>
                </a:rPr>
                <a:t> </a:t>
              </a:r>
              <a:r>
                <a:rPr kumimoji="1" lang="en-US" altLang="zh-CN" sz="1800" b="1">
                  <a:solidFill>
                    <a:schemeClr val="folHlink"/>
                  </a:solidFill>
                  <a:latin typeface="Arial" charset="0"/>
                  <a:ea typeface="黑体" pitchFamily="49" charset="-122"/>
                </a:rPr>
                <a:t>IP</a:t>
              </a:r>
              <a:r>
                <a:rPr kumimoji="1" lang="en-US" altLang="zh-CN" sz="1400" b="1">
                  <a:solidFill>
                    <a:schemeClr val="folHlink"/>
                  </a:solidFill>
                  <a:latin typeface="Arial" charset="0"/>
                  <a:ea typeface="黑体" pitchFamily="49" charset="-122"/>
                </a:rPr>
                <a:t> </a:t>
              </a:r>
              <a:r>
                <a:rPr kumimoji="1" lang="zh-CN" altLang="en-US" sz="1800" b="1">
                  <a:solidFill>
                    <a:schemeClr val="folHlink"/>
                  </a:solidFill>
                  <a:latin typeface="Arial" charset="0"/>
                  <a:ea typeface="黑体" pitchFamily="49" charset="-122"/>
                </a:rPr>
                <a:t>地址 </a:t>
              </a:r>
            </a:p>
          </p:txBody>
        </p:sp>
        <p:sp>
          <p:nvSpPr>
            <p:cNvPr id="57376" name="Text Box 26"/>
            <p:cNvSpPr txBox="1">
              <a:spLocks noChangeArrowheads="1"/>
            </p:cNvSpPr>
            <p:nvPr/>
          </p:nvSpPr>
          <p:spPr bwMode="auto">
            <a:xfrm flipH="1">
              <a:off x="2265" y="3052"/>
              <a:ext cx="26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400" b="1">
                  <a:solidFill>
                    <a:schemeClr val="folHlink"/>
                  </a:solidFill>
                  <a:latin typeface="Arial" charset="0"/>
                  <a:ea typeface="黑体" pitchFamily="49" charset="-122"/>
                  <a:sym typeface="Wingdings" pitchFamily="2" charset="2"/>
                </a:rPr>
                <a:t></a:t>
              </a:r>
            </a:p>
          </p:txBody>
        </p:sp>
        <p:sp>
          <p:nvSpPr>
            <p:cNvPr id="57377" name="Line 28"/>
            <p:cNvSpPr>
              <a:spLocks noChangeShapeType="1"/>
            </p:cNvSpPr>
            <p:nvPr/>
          </p:nvSpPr>
          <p:spPr bwMode="auto">
            <a:xfrm rot="10800000" flipH="1" flipV="1">
              <a:off x="2301" y="3108"/>
              <a:ext cx="0" cy="539"/>
            </a:xfrm>
            <a:prstGeom prst="line">
              <a:avLst/>
            </a:prstGeom>
            <a:noFill/>
            <a:ln w="38100">
              <a:solidFill>
                <a:schemeClr val="folHlink"/>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57378" name="Rectangle 29"/>
            <p:cNvSpPr>
              <a:spLocks noChangeArrowheads="1"/>
            </p:cNvSpPr>
            <p:nvPr/>
          </p:nvSpPr>
          <p:spPr bwMode="auto">
            <a:xfrm>
              <a:off x="2393" y="3321"/>
              <a:ext cx="1398" cy="249"/>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grpSp>
      <p:grpSp>
        <p:nvGrpSpPr>
          <p:cNvPr id="1084457" name="Group 41"/>
          <p:cNvGrpSpPr>
            <a:grpSpLocks/>
          </p:cNvGrpSpPr>
          <p:nvPr/>
        </p:nvGrpSpPr>
        <p:grpSpPr bwMode="auto">
          <a:xfrm>
            <a:off x="4203171" y="2686202"/>
            <a:ext cx="1786864" cy="461963"/>
            <a:chOff x="2444" y="1781"/>
            <a:chExt cx="1039" cy="291"/>
          </a:xfrm>
        </p:grpSpPr>
        <p:sp>
          <p:nvSpPr>
            <p:cNvPr id="57373" name="Text Box 12"/>
            <p:cNvSpPr txBox="1">
              <a:spLocks noChangeArrowheads="1"/>
            </p:cNvSpPr>
            <p:nvPr/>
          </p:nvSpPr>
          <p:spPr bwMode="auto">
            <a:xfrm flipH="1">
              <a:off x="3216" y="1781"/>
              <a:ext cx="26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400" b="1">
                  <a:solidFill>
                    <a:schemeClr val="folHlink"/>
                  </a:solidFill>
                  <a:latin typeface="Arial" charset="0"/>
                  <a:ea typeface="黑体" pitchFamily="49" charset="-122"/>
                  <a:sym typeface="Wingdings" pitchFamily="2" charset="2"/>
                </a:rPr>
                <a:t></a:t>
              </a:r>
            </a:p>
          </p:txBody>
        </p:sp>
        <p:sp>
          <p:nvSpPr>
            <p:cNvPr id="57374" name="Line 30"/>
            <p:cNvSpPr>
              <a:spLocks noChangeShapeType="1"/>
            </p:cNvSpPr>
            <p:nvPr/>
          </p:nvSpPr>
          <p:spPr bwMode="auto">
            <a:xfrm rot="10800000">
              <a:off x="2444" y="1836"/>
              <a:ext cx="969" cy="0"/>
            </a:xfrm>
            <a:prstGeom prst="line">
              <a:avLst/>
            </a:prstGeom>
            <a:noFill/>
            <a:ln w="38100">
              <a:solidFill>
                <a:schemeClr val="folHlink"/>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grpSp>
      <p:grpSp>
        <p:nvGrpSpPr>
          <p:cNvPr id="1084456" name="Group 40"/>
          <p:cNvGrpSpPr>
            <a:grpSpLocks/>
          </p:cNvGrpSpPr>
          <p:nvPr/>
        </p:nvGrpSpPr>
        <p:grpSpPr bwMode="auto">
          <a:xfrm>
            <a:off x="5707987" y="2867175"/>
            <a:ext cx="459184" cy="954087"/>
            <a:chOff x="3319" y="1895"/>
            <a:chExt cx="267" cy="601"/>
          </a:xfrm>
        </p:grpSpPr>
        <p:sp>
          <p:nvSpPr>
            <p:cNvPr id="57371" name="Text Box 31"/>
            <p:cNvSpPr txBox="1">
              <a:spLocks noChangeArrowheads="1"/>
            </p:cNvSpPr>
            <p:nvPr/>
          </p:nvSpPr>
          <p:spPr bwMode="auto">
            <a:xfrm flipH="1">
              <a:off x="3319" y="2205"/>
              <a:ext cx="26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400" b="1">
                  <a:solidFill>
                    <a:schemeClr val="folHlink"/>
                  </a:solidFill>
                  <a:latin typeface="Arial" charset="0"/>
                  <a:ea typeface="黑体" pitchFamily="49" charset="-122"/>
                  <a:sym typeface="Wingdings" pitchFamily="2" charset="2"/>
                </a:rPr>
                <a:t></a:t>
              </a:r>
            </a:p>
          </p:txBody>
        </p:sp>
        <p:sp>
          <p:nvSpPr>
            <p:cNvPr id="57372" name="Line 33"/>
            <p:cNvSpPr>
              <a:spLocks noChangeShapeType="1"/>
            </p:cNvSpPr>
            <p:nvPr/>
          </p:nvSpPr>
          <p:spPr bwMode="auto">
            <a:xfrm rot="10800000" flipH="1">
              <a:off x="3586" y="1895"/>
              <a:ext cx="0" cy="539"/>
            </a:xfrm>
            <a:prstGeom prst="line">
              <a:avLst/>
            </a:prstGeom>
            <a:noFill/>
            <a:ln w="38100">
              <a:solidFill>
                <a:schemeClr val="folHlink"/>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grpSp>
      <p:grpSp>
        <p:nvGrpSpPr>
          <p:cNvPr id="1084455" name="Group 39"/>
          <p:cNvGrpSpPr>
            <a:grpSpLocks/>
          </p:cNvGrpSpPr>
          <p:nvPr/>
        </p:nvGrpSpPr>
        <p:grpSpPr bwMode="auto">
          <a:xfrm>
            <a:off x="6244562" y="2800500"/>
            <a:ext cx="459184" cy="922337"/>
            <a:chOff x="3631" y="1853"/>
            <a:chExt cx="267" cy="581"/>
          </a:xfrm>
        </p:grpSpPr>
        <p:sp>
          <p:nvSpPr>
            <p:cNvPr id="57369" name="Text Box 32"/>
            <p:cNvSpPr txBox="1">
              <a:spLocks noChangeArrowheads="1"/>
            </p:cNvSpPr>
            <p:nvPr/>
          </p:nvSpPr>
          <p:spPr bwMode="auto">
            <a:xfrm flipH="1">
              <a:off x="3631" y="1853"/>
              <a:ext cx="26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400" b="1">
                  <a:solidFill>
                    <a:schemeClr val="folHlink"/>
                  </a:solidFill>
                  <a:latin typeface="Arial" charset="0"/>
                  <a:ea typeface="黑体" pitchFamily="49" charset="-122"/>
                  <a:sym typeface="Wingdings" pitchFamily="2" charset="2"/>
                </a:rPr>
                <a:t></a:t>
              </a:r>
            </a:p>
          </p:txBody>
        </p:sp>
        <p:sp>
          <p:nvSpPr>
            <p:cNvPr id="57370" name="Line 34"/>
            <p:cNvSpPr>
              <a:spLocks noChangeShapeType="1"/>
            </p:cNvSpPr>
            <p:nvPr/>
          </p:nvSpPr>
          <p:spPr bwMode="auto">
            <a:xfrm rot="10800000" flipH="1" flipV="1">
              <a:off x="3677" y="1895"/>
              <a:ext cx="0" cy="539"/>
            </a:xfrm>
            <a:prstGeom prst="line">
              <a:avLst/>
            </a:prstGeom>
            <a:noFill/>
            <a:ln w="38100">
              <a:solidFill>
                <a:schemeClr val="folHlink"/>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grpSp>
      <p:sp>
        <p:nvSpPr>
          <p:cNvPr id="57368" name="Text Box 44"/>
          <p:cNvSpPr txBox="1">
            <a:spLocks noChangeArrowheads="1"/>
          </p:cNvSpPr>
          <p:nvPr/>
        </p:nvSpPr>
        <p:spPr bwMode="auto">
          <a:xfrm flipH="1">
            <a:off x="3940044" y="5808811"/>
            <a:ext cx="3821377" cy="311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algn="ctr" eaLnBrk="1" hangingPunct="1">
              <a:lnSpc>
                <a:spcPct val="80000"/>
              </a:lnSpc>
            </a:pPr>
            <a:r>
              <a:rPr kumimoji="1" lang="zh-CN" altLang="en-US" sz="1800" b="1">
                <a:solidFill>
                  <a:schemeClr val="folHlink"/>
                </a:solidFill>
                <a:latin typeface="Arial" charset="0"/>
                <a:ea typeface="黑体" pitchFamily="49" charset="-122"/>
              </a:rPr>
              <a:t>需要查找 </a:t>
            </a:r>
            <a:r>
              <a:rPr kumimoji="1" lang="en-US" altLang="zh-CN" sz="1800" b="1">
                <a:solidFill>
                  <a:schemeClr val="folHlink"/>
                </a:solidFill>
                <a:latin typeface="Arial" charset="0"/>
                <a:ea typeface="黑体" pitchFamily="49" charset="-122"/>
              </a:rPr>
              <a:t>y.abc.com </a:t>
            </a:r>
            <a:r>
              <a:rPr kumimoji="1" lang="zh-CN" altLang="en-US" sz="1800" b="1">
                <a:solidFill>
                  <a:schemeClr val="folHlink"/>
                </a:solidFill>
                <a:latin typeface="Arial" charset="0"/>
                <a:ea typeface="黑体" pitchFamily="49" charset="-122"/>
              </a:rPr>
              <a:t>的 </a:t>
            </a:r>
            <a:r>
              <a:rPr kumimoji="1" lang="en-US" altLang="zh-CN" sz="1800" b="1">
                <a:solidFill>
                  <a:schemeClr val="folHlink"/>
                </a:solidFill>
                <a:latin typeface="Arial" charset="0"/>
                <a:ea typeface="黑体" pitchFamily="49" charset="-122"/>
              </a:rPr>
              <a:t>IP </a:t>
            </a:r>
            <a:r>
              <a:rPr kumimoji="1" lang="zh-CN" altLang="en-US" sz="1800" b="1">
                <a:solidFill>
                  <a:schemeClr val="folHlink"/>
                </a:solidFill>
                <a:latin typeface="Arial" charset="0"/>
                <a:ea typeface="黑体" pitchFamily="49" charset="-122"/>
              </a:rPr>
              <a:t>地址</a:t>
            </a:r>
          </a:p>
        </p:txBody>
      </p:sp>
    </p:spTree>
    <p:extLst>
      <p:ext uri="{BB962C8B-B14F-4D97-AF65-F5344CB8AC3E}">
        <p14:creationId xmlns:p14="http://schemas.microsoft.com/office/powerpoint/2010/main" val="42790426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2658" name="Rectangle 2"/>
          <p:cNvSpPr>
            <a:spLocks noGrp="1" noChangeArrowheads="1"/>
          </p:cNvSpPr>
          <p:nvPr>
            <p:ph type="title"/>
          </p:nvPr>
        </p:nvSpPr>
        <p:spPr/>
        <p:txBody>
          <a:bodyPr/>
          <a:lstStyle/>
          <a:p>
            <a:pPr algn="ctr" eaLnBrk="1" hangingPunct="1">
              <a:defRPr/>
            </a:pPr>
            <a:r>
              <a:rPr lang="zh-CN" altLang="en-US" dirty="0"/>
              <a:t>名字的高速缓存 </a:t>
            </a:r>
          </a:p>
        </p:txBody>
      </p:sp>
      <p:sp>
        <p:nvSpPr>
          <p:cNvPr id="58371" name="Rectangle 3"/>
          <p:cNvSpPr>
            <a:spLocks noGrp="1" noChangeArrowheads="1"/>
          </p:cNvSpPr>
          <p:nvPr>
            <p:ph idx="1"/>
          </p:nvPr>
        </p:nvSpPr>
        <p:spPr/>
        <p:txBody>
          <a:bodyPr/>
          <a:lstStyle/>
          <a:p>
            <a:pPr eaLnBrk="1" hangingPunct="1"/>
            <a:r>
              <a:rPr lang="zh-CN" altLang="en-US" sz="2800" dirty="0">
                <a:solidFill>
                  <a:srgbClr val="FF0000"/>
                </a:solidFill>
                <a:ea typeface="黑体" pitchFamily="49" charset="-122"/>
              </a:rPr>
              <a:t>每个域名服务器都维护一个高速缓存，</a:t>
            </a:r>
            <a:r>
              <a:rPr lang="zh-CN" altLang="en-US" sz="2800" dirty="0">
                <a:ea typeface="黑体" pitchFamily="49" charset="-122"/>
              </a:rPr>
              <a:t>存放最近用过的名字以及从何处获得名字映射信息的记录。</a:t>
            </a:r>
          </a:p>
          <a:p>
            <a:pPr eaLnBrk="1" hangingPunct="1"/>
            <a:r>
              <a:rPr lang="zh-CN" altLang="en-US" sz="2800" dirty="0">
                <a:ea typeface="黑体" pitchFamily="49" charset="-122"/>
              </a:rPr>
              <a:t>可大大减轻根域名服务器的负荷，使互联网上的 </a:t>
            </a:r>
            <a:r>
              <a:rPr lang="en-US" altLang="zh-CN" sz="2800" dirty="0">
                <a:ea typeface="黑体" pitchFamily="49" charset="-122"/>
              </a:rPr>
              <a:t>DNS </a:t>
            </a:r>
            <a:r>
              <a:rPr lang="zh-CN" altLang="en-US" sz="2800" dirty="0">
                <a:ea typeface="黑体" pitchFamily="49" charset="-122"/>
              </a:rPr>
              <a:t>查询请求和回答报文的数量大为减少。 </a:t>
            </a:r>
          </a:p>
          <a:p>
            <a:pPr eaLnBrk="1" hangingPunct="1"/>
            <a:r>
              <a:rPr lang="zh-CN" altLang="en-US" sz="2800" dirty="0">
                <a:ea typeface="黑体" pitchFamily="49" charset="-122"/>
              </a:rPr>
              <a:t>为保持高速缓存中的内容正确，域名服务器应为每项内容设置计时器，并处理超过合理时间的项（例如，每个项目只存放两天）。</a:t>
            </a:r>
          </a:p>
          <a:p>
            <a:pPr eaLnBrk="1" hangingPunct="1"/>
            <a:r>
              <a:rPr lang="zh-CN" altLang="en-US" sz="2800" dirty="0">
                <a:ea typeface="黑体" pitchFamily="49" charset="-122"/>
              </a:rPr>
              <a:t>当权限域名服务器回答一个查询请求时，在响应中都指明绑定有效存在的时间值。增加此时间值可减少网络开销，而减少此时间值可提高域名转换的准确性。 </a:t>
            </a:r>
          </a:p>
        </p:txBody>
      </p:sp>
    </p:spTree>
    <p:extLst>
      <p:ext uri="{BB962C8B-B14F-4D97-AF65-F5344CB8AC3E}">
        <p14:creationId xmlns:p14="http://schemas.microsoft.com/office/powerpoint/2010/main" val="2594346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p:cNvSpPr>
          <p:nvPr>
            <p:ph type="title"/>
          </p:nvPr>
        </p:nvSpPr>
        <p:spPr/>
        <p:txBody>
          <a:bodyPr/>
          <a:lstStyle/>
          <a:p>
            <a:pPr eaLnBrk="1" hangingPunct="1"/>
            <a:r>
              <a:rPr lang="zh-CN" altLang="en-US" dirty="0">
                <a:ea typeface="黑体" pitchFamily="49" charset="-122"/>
              </a:rPr>
              <a:t>应用层</a:t>
            </a:r>
          </a:p>
        </p:txBody>
      </p:sp>
      <p:sp>
        <p:nvSpPr>
          <p:cNvPr id="26627" name="内容占位符 2"/>
          <p:cNvSpPr>
            <a:spLocks noGrp="1"/>
          </p:cNvSpPr>
          <p:nvPr>
            <p:ph idx="1"/>
          </p:nvPr>
        </p:nvSpPr>
        <p:spPr/>
        <p:txBody>
          <a:bodyPr/>
          <a:lstStyle/>
          <a:p>
            <a:pPr eaLnBrk="1" hangingPunct="1">
              <a:lnSpc>
                <a:spcPct val="100000"/>
              </a:lnSpc>
            </a:pPr>
            <a:r>
              <a:rPr lang="zh-CN" altLang="en-US" sz="3200" dirty="0">
                <a:solidFill>
                  <a:schemeClr val="bg1">
                    <a:lumMod val="65000"/>
                  </a:schemeClr>
                </a:solidFill>
                <a:ea typeface="黑体" pitchFamily="49" charset="-122"/>
              </a:rPr>
              <a:t>域名系统 </a:t>
            </a:r>
            <a:r>
              <a:rPr lang="en-US" altLang="zh-CN" sz="3200" dirty="0">
                <a:solidFill>
                  <a:schemeClr val="bg1">
                    <a:lumMod val="65000"/>
                  </a:schemeClr>
                </a:solidFill>
                <a:ea typeface="黑体" pitchFamily="49" charset="-122"/>
              </a:rPr>
              <a:t>DNS</a:t>
            </a:r>
          </a:p>
          <a:p>
            <a:pPr>
              <a:lnSpc>
                <a:spcPct val="100000"/>
              </a:lnSpc>
            </a:pPr>
            <a:r>
              <a:rPr lang="zh-CN" altLang="en-US" sz="3600" dirty="0">
                <a:solidFill>
                  <a:srgbClr val="FF0000"/>
                </a:solidFill>
                <a:ea typeface="黑体" pitchFamily="49" charset="-122"/>
              </a:rPr>
              <a:t>电子邮件</a:t>
            </a:r>
            <a:endParaRPr lang="en-US" altLang="zh-CN" sz="3600" dirty="0">
              <a:solidFill>
                <a:srgbClr val="FF0000"/>
              </a:solidFill>
              <a:ea typeface="黑体" pitchFamily="49" charset="-122"/>
            </a:endParaRPr>
          </a:p>
          <a:p>
            <a:pPr eaLnBrk="1" hangingPunct="1">
              <a:lnSpc>
                <a:spcPct val="100000"/>
              </a:lnSpc>
            </a:pPr>
            <a:r>
              <a:rPr lang="zh-CN" altLang="en-US" sz="3200" dirty="0">
                <a:solidFill>
                  <a:schemeClr val="bg1">
                    <a:lumMod val="65000"/>
                  </a:schemeClr>
                </a:solidFill>
                <a:ea typeface="黑体" pitchFamily="49" charset="-122"/>
              </a:rPr>
              <a:t>文件传送协议</a:t>
            </a:r>
            <a:endParaRPr lang="en-US" altLang="zh-CN" sz="3200" dirty="0">
              <a:solidFill>
                <a:schemeClr val="bg1">
                  <a:lumMod val="65000"/>
                </a:schemeClr>
              </a:solidFill>
              <a:ea typeface="黑体" pitchFamily="49" charset="-122"/>
            </a:endParaRPr>
          </a:p>
          <a:p>
            <a:pPr eaLnBrk="1" hangingPunct="1">
              <a:lnSpc>
                <a:spcPct val="100000"/>
              </a:lnSpc>
            </a:pPr>
            <a:r>
              <a:rPr lang="zh-CN" altLang="en-US" sz="3200" dirty="0">
                <a:solidFill>
                  <a:schemeClr val="bg1">
                    <a:lumMod val="65000"/>
                  </a:schemeClr>
                </a:solidFill>
                <a:ea typeface="黑体" pitchFamily="49" charset="-122"/>
              </a:rPr>
              <a:t>远程终端协议 </a:t>
            </a:r>
            <a:r>
              <a:rPr lang="en-US" altLang="zh-CN" sz="3200" dirty="0">
                <a:solidFill>
                  <a:schemeClr val="bg1">
                    <a:lumMod val="65000"/>
                  </a:schemeClr>
                </a:solidFill>
                <a:ea typeface="黑体" pitchFamily="49" charset="-122"/>
              </a:rPr>
              <a:t>TELNET</a:t>
            </a:r>
          </a:p>
          <a:p>
            <a:pPr eaLnBrk="1" hangingPunct="1">
              <a:lnSpc>
                <a:spcPct val="100000"/>
              </a:lnSpc>
            </a:pPr>
            <a:r>
              <a:rPr lang="zh-CN" altLang="en-US" sz="3200" dirty="0">
                <a:solidFill>
                  <a:schemeClr val="bg1">
                    <a:lumMod val="65000"/>
                  </a:schemeClr>
                </a:solidFill>
                <a:ea typeface="黑体" pitchFamily="49" charset="-122"/>
              </a:rPr>
              <a:t>万维网 </a:t>
            </a:r>
            <a:r>
              <a:rPr lang="en-US" altLang="zh-CN" sz="3200" dirty="0">
                <a:solidFill>
                  <a:schemeClr val="bg1">
                    <a:lumMod val="65000"/>
                  </a:schemeClr>
                </a:solidFill>
                <a:ea typeface="黑体" pitchFamily="49" charset="-122"/>
              </a:rPr>
              <a:t>WWW</a:t>
            </a:r>
          </a:p>
        </p:txBody>
      </p:sp>
    </p:spTree>
    <p:extLst>
      <p:ext uri="{BB962C8B-B14F-4D97-AF65-F5344CB8AC3E}">
        <p14:creationId xmlns:p14="http://schemas.microsoft.com/office/powerpoint/2010/main" val="4238429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p:cNvSpPr>
            <a:spLocks noGrp="1" noChangeArrowheads="1"/>
          </p:cNvSpPr>
          <p:nvPr>
            <p:ph type="title"/>
          </p:nvPr>
        </p:nvSpPr>
        <p:spPr/>
        <p:txBody>
          <a:bodyPr/>
          <a:lstStyle/>
          <a:p>
            <a:pPr eaLnBrk="1" hangingPunct="1"/>
            <a:r>
              <a:rPr lang="zh-CN" altLang="en-US" dirty="0">
                <a:ea typeface="黑体" pitchFamily="49" charset="-122"/>
              </a:rPr>
              <a:t>电子邮件概述</a:t>
            </a:r>
          </a:p>
        </p:txBody>
      </p:sp>
      <p:sp>
        <p:nvSpPr>
          <p:cNvPr id="1132547" name="Rectangle 3"/>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r>
              <a:rPr lang="zh-CN" altLang="en-US" dirty="0">
                <a:solidFill>
                  <a:srgbClr val="FF0000"/>
                </a:solidFill>
              </a:rPr>
              <a:t>电子邮件 </a:t>
            </a:r>
            <a:r>
              <a:rPr lang="en-US" altLang="zh-CN" dirty="0"/>
              <a:t>(e-mail) </a:t>
            </a:r>
            <a:r>
              <a:rPr lang="zh-CN" altLang="en-US" dirty="0"/>
              <a:t>是互联网上使用得最多的和最受用户欢迎的一种应用。</a:t>
            </a:r>
          </a:p>
          <a:p>
            <a:r>
              <a:rPr lang="zh-CN" altLang="en-US" dirty="0"/>
              <a:t>电子邮件把邮件发送到收件人使用的邮件服务器，并放在其中的收件人邮箱中，收件人可随时上网到自己使用的邮件服务器进行读取。</a:t>
            </a:r>
          </a:p>
          <a:p>
            <a:r>
              <a:rPr lang="zh-CN" altLang="en-US" dirty="0"/>
              <a:t>电子邮件不仅使用方便，而且还具有传递迅速和费用低廉的优点。</a:t>
            </a:r>
          </a:p>
          <a:p>
            <a:r>
              <a:rPr lang="zh-CN" altLang="en-US" dirty="0"/>
              <a:t>现在电子邮件不仅可传送文字信息，而且还可附上声音和图像。</a:t>
            </a:r>
          </a:p>
        </p:txBody>
      </p:sp>
    </p:spTree>
    <p:extLst>
      <p:ext uri="{BB962C8B-B14F-4D97-AF65-F5344CB8AC3E}">
        <p14:creationId xmlns:p14="http://schemas.microsoft.com/office/powerpoint/2010/main" val="39985835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pPr algn="ctr" eaLnBrk="1" hangingPunct="1"/>
            <a:r>
              <a:rPr lang="zh-CN" altLang="en-US">
                <a:ea typeface="黑体" pitchFamily="49" charset="-122"/>
              </a:rPr>
              <a:t>电子邮件的一些标准</a:t>
            </a:r>
          </a:p>
        </p:txBody>
      </p:sp>
      <p:sp>
        <p:nvSpPr>
          <p:cNvPr id="1134595" name="Rectangle 3"/>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r>
              <a:rPr lang="zh-CN" altLang="en-US" dirty="0"/>
              <a:t>发送邮件的协议：</a:t>
            </a:r>
            <a:r>
              <a:rPr lang="en-US" altLang="zh-CN" dirty="0"/>
              <a:t>SMTP</a:t>
            </a:r>
          </a:p>
          <a:p>
            <a:r>
              <a:rPr lang="zh-CN" altLang="en-US" dirty="0"/>
              <a:t>读取邮件的协议：</a:t>
            </a:r>
            <a:r>
              <a:rPr lang="en-US" altLang="zh-CN" dirty="0"/>
              <a:t>POP3 </a:t>
            </a:r>
            <a:r>
              <a:rPr lang="zh-CN" altLang="en-US" dirty="0"/>
              <a:t>和 </a:t>
            </a:r>
            <a:r>
              <a:rPr lang="en-US" altLang="zh-CN" dirty="0"/>
              <a:t>IMAP</a:t>
            </a:r>
          </a:p>
          <a:p>
            <a:r>
              <a:rPr lang="en-US" altLang="zh-CN" dirty="0"/>
              <a:t>MIME </a:t>
            </a:r>
            <a:r>
              <a:rPr lang="zh-CN" altLang="en-US" dirty="0"/>
              <a:t>在其邮件首部中说明了邮件的数据类型</a:t>
            </a:r>
            <a:r>
              <a:rPr lang="en-US" altLang="zh-CN" dirty="0"/>
              <a:t>(</a:t>
            </a:r>
            <a:r>
              <a:rPr lang="zh-CN" altLang="en-US" dirty="0"/>
              <a:t>如文本、声音、图像、视像等</a:t>
            </a:r>
            <a:r>
              <a:rPr lang="en-US" altLang="zh-CN" dirty="0"/>
              <a:t>)</a:t>
            </a:r>
            <a:r>
              <a:rPr lang="zh-CN" altLang="en-US" dirty="0"/>
              <a:t>，使用 </a:t>
            </a:r>
            <a:r>
              <a:rPr lang="en-US" altLang="zh-CN" dirty="0"/>
              <a:t>MIME </a:t>
            </a:r>
            <a:r>
              <a:rPr lang="zh-CN" altLang="en-US" dirty="0"/>
              <a:t>可在邮件中同时传送多种类型的数据。 </a:t>
            </a:r>
          </a:p>
        </p:txBody>
      </p:sp>
    </p:spTree>
    <p:extLst>
      <p:ext uri="{BB962C8B-B14F-4D97-AF65-F5344CB8AC3E}">
        <p14:creationId xmlns:p14="http://schemas.microsoft.com/office/powerpoint/2010/main" val="13282809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44738" name="Object 383"/>
          <p:cNvGraphicFramePr>
            <a:graphicFrameLocks noChangeAspect="1"/>
          </p:cNvGraphicFramePr>
          <p:nvPr/>
        </p:nvGraphicFramePr>
        <p:xfrm>
          <a:off x="3855060" y="4378326"/>
          <a:ext cx="2729310" cy="1439863"/>
        </p:xfrm>
        <a:graphic>
          <a:graphicData uri="http://schemas.openxmlformats.org/presentationml/2006/ole">
            <mc:AlternateContent xmlns:mc="http://schemas.openxmlformats.org/markup-compatibility/2006">
              <mc:Choice xmlns:v="urn:schemas-microsoft-com:vml" Requires="v">
                <p:oleObj spid="_x0000_s26628" name="VISIO" r:id="rId4" imgW="1687068" imgH="964692" progId="Visio.Drawing.6">
                  <p:embed/>
                </p:oleObj>
              </mc:Choice>
              <mc:Fallback>
                <p:oleObj name="VISIO" r:id="rId4" imgW="1687068" imgH="964692" progId="Visio.Drawing.6">
                  <p:embed/>
                  <p:pic>
                    <p:nvPicPr>
                      <p:cNvPr id="244738" name="Object 38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55060" y="4378326"/>
                        <a:ext cx="2729310" cy="1439863"/>
                      </a:xfrm>
                      <a:prstGeom prst="rect">
                        <a:avLst/>
                      </a:prstGeom>
                      <a:noFill/>
                      <a:ln>
                        <a:noFill/>
                      </a:ln>
                      <a:effectLst>
                        <a:outerShdw dist="25400" dir="54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244739" name="Object 383"/>
          <p:cNvGraphicFramePr>
            <a:graphicFrameLocks noGrp="1" noChangeAspect="1"/>
          </p:cNvGraphicFramePr>
          <p:nvPr>
            <p:ph idx="4294967295"/>
          </p:nvPr>
        </p:nvGraphicFramePr>
        <p:xfrm>
          <a:off x="7248606" y="4378325"/>
          <a:ext cx="2728912" cy="1439863"/>
        </p:xfrm>
        <a:graphic>
          <a:graphicData uri="http://schemas.openxmlformats.org/presentationml/2006/ole">
            <mc:AlternateContent xmlns:mc="http://schemas.openxmlformats.org/markup-compatibility/2006">
              <mc:Choice xmlns:v="urn:schemas-microsoft-com:vml" Requires="v">
                <p:oleObj spid="_x0000_s26629" name="VISIO" r:id="rId6" imgW="1687068" imgH="964692" progId="Visio.Drawing.6">
                  <p:embed/>
                </p:oleObj>
              </mc:Choice>
              <mc:Fallback>
                <p:oleObj name="VISIO" r:id="rId6" imgW="1687068" imgH="964692" progId="Visio.Drawing.6">
                  <p:embed/>
                  <p:pic>
                    <p:nvPicPr>
                      <p:cNvPr id="244739" name="Object 38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48606" y="4378325"/>
                        <a:ext cx="2728912" cy="1439863"/>
                      </a:xfrm>
                      <a:prstGeom prst="rect">
                        <a:avLst/>
                      </a:prstGeom>
                      <a:noFill/>
                      <a:ln>
                        <a:noFill/>
                      </a:ln>
                      <a:effectLst>
                        <a:outerShdw dist="25400" dir="54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244740" name="Rectangle 2"/>
          <p:cNvSpPr>
            <a:spLocks noGrp="1" noChangeArrowheads="1"/>
          </p:cNvSpPr>
          <p:nvPr>
            <p:ph type="title" idx="4294967295"/>
          </p:nvPr>
        </p:nvSpPr>
        <p:spPr>
          <a:xfrm>
            <a:off x="863332" y="-3646"/>
            <a:ext cx="7978100" cy="768350"/>
          </a:xfrm>
          <a:noFill/>
        </p:spPr>
        <p:txBody>
          <a:bodyPr/>
          <a:lstStyle/>
          <a:p>
            <a:pPr algn="ctr" eaLnBrk="1" hangingPunct="1"/>
            <a:r>
              <a:rPr dirty="0"/>
              <a:t>电子邮件的最主要的组成构件 </a:t>
            </a:r>
          </a:p>
        </p:txBody>
      </p:sp>
      <p:sp>
        <p:nvSpPr>
          <p:cNvPr id="244741" name="Line 3"/>
          <p:cNvSpPr>
            <a:spLocks noChangeShapeType="1"/>
          </p:cNvSpPr>
          <p:nvPr/>
        </p:nvSpPr>
        <p:spPr bwMode="auto">
          <a:xfrm flipH="1" flipV="1">
            <a:off x="1261614" y="4886325"/>
            <a:ext cx="825500" cy="76200"/>
          </a:xfrm>
          <a:prstGeom prst="line">
            <a:avLst/>
          </a:prstGeom>
          <a:noFill/>
          <a:ln w="38100">
            <a:solidFill>
              <a:srgbClr val="333399"/>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4742" name="Freeform 4"/>
          <p:cNvSpPr>
            <a:spLocks/>
          </p:cNvSpPr>
          <p:nvPr/>
        </p:nvSpPr>
        <p:spPr bwMode="auto">
          <a:xfrm>
            <a:off x="8175176" y="4821239"/>
            <a:ext cx="825500" cy="142875"/>
          </a:xfrm>
          <a:custGeom>
            <a:avLst/>
            <a:gdLst>
              <a:gd name="T0" fmla="*/ 2147483646 w 480"/>
              <a:gd name="T1" fmla="*/ 0 h 90"/>
              <a:gd name="T2" fmla="*/ 0 w 480"/>
              <a:gd name="T3" fmla="*/ 2147483646 h 90"/>
              <a:gd name="T4" fmla="*/ 0 60000 65536"/>
              <a:gd name="T5" fmla="*/ 0 60000 65536"/>
            </a:gdLst>
            <a:ahLst/>
            <a:cxnLst>
              <a:cxn ang="T4">
                <a:pos x="T0" y="T1"/>
              </a:cxn>
              <a:cxn ang="T5">
                <a:pos x="T2" y="T3"/>
              </a:cxn>
            </a:cxnLst>
            <a:rect l="0" t="0" r="r" b="b"/>
            <a:pathLst>
              <a:path w="480" h="90">
                <a:moveTo>
                  <a:pt x="480" y="0"/>
                </a:moveTo>
                <a:lnTo>
                  <a:pt x="0" y="90"/>
                </a:lnTo>
              </a:path>
            </a:pathLst>
          </a:custGeom>
          <a:noFill/>
          <a:ln w="38100" cmpd="sng">
            <a:solidFill>
              <a:srgbClr val="333399"/>
            </a:solidFill>
            <a:round/>
            <a:headEnd type="none" w="med" len="med"/>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4743" name="Line 5"/>
          <p:cNvSpPr>
            <a:spLocks noChangeShapeType="1"/>
          </p:cNvSpPr>
          <p:nvPr/>
        </p:nvSpPr>
        <p:spPr bwMode="auto">
          <a:xfrm flipH="1" flipV="1">
            <a:off x="6441626" y="5038725"/>
            <a:ext cx="846138" cy="0"/>
          </a:xfrm>
          <a:prstGeom prst="line">
            <a:avLst/>
          </a:prstGeom>
          <a:noFill/>
          <a:ln w="38100">
            <a:solidFill>
              <a:srgbClr val="333399"/>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4744" name="Line 6"/>
          <p:cNvSpPr>
            <a:spLocks noChangeShapeType="1"/>
          </p:cNvSpPr>
          <p:nvPr/>
        </p:nvSpPr>
        <p:spPr bwMode="auto">
          <a:xfrm flipH="1" flipV="1">
            <a:off x="3160264" y="5026025"/>
            <a:ext cx="846138" cy="0"/>
          </a:xfrm>
          <a:prstGeom prst="line">
            <a:avLst/>
          </a:prstGeom>
          <a:noFill/>
          <a:ln w="38100">
            <a:solidFill>
              <a:srgbClr val="333399"/>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4745" name="Text Box 7"/>
          <p:cNvSpPr txBox="1">
            <a:spLocks noChangeArrowheads="1"/>
          </p:cNvSpPr>
          <p:nvPr/>
        </p:nvSpPr>
        <p:spPr bwMode="auto">
          <a:xfrm>
            <a:off x="188464" y="4065588"/>
            <a:ext cx="87716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1800" b="1">
                <a:solidFill>
                  <a:srgbClr val="000099"/>
                </a:solidFill>
                <a:latin typeface="Arial" charset="0"/>
                <a:ea typeface="黑体" pitchFamily="49" charset="-122"/>
              </a:rPr>
              <a:t>发送方</a:t>
            </a:r>
          </a:p>
        </p:txBody>
      </p:sp>
      <p:sp>
        <p:nvSpPr>
          <p:cNvPr id="244746" name="Text Box 8"/>
          <p:cNvSpPr txBox="1">
            <a:spLocks noChangeArrowheads="1"/>
          </p:cNvSpPr>
          <p:nvPr/>
        </p:nvSpPr>
        <p:spPr bwMode="auto">
          <a:xfrm>
            <a:off x="1254735" y="5926138"/>
            <a:ext cx="110799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1800" b="1">
                <a:solidFill>
                  <a:srgbClr val="000099"/>
                </a:solidFill>
                <a:latin typeface="Arial" charset="0"/>
                <a:ea typeface="黑体" pitchFamily="49" charset="-122"/>
              </a:rPr>
              <a:t>邮件缓存</a:t>
            </a:r>
          </a:p>
        </p:txBody>
      </p:sp>
      <p:sp>
        <p:nvSpPr>
          <p:cNvPr id="244747" name="Text Box 9"/>
          <p:cNvSpPr txBox="1">
            <a:spLocks noChangeArrowheads="1"/>
          </p:cNvSpPr>
          <p:nvPr/>
        </p:nvSpPr>
        <p:spPr bwMode="auto">
          <a:xfrm>
            <a:off x="6049514" y="5956300"/>
            <a:ext cx="133882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1800" b="1">
                <a:solidFill>
                  <a:srgbClr val="000099"/>
                </a:solidFill>
                <a:latin typeface="Arial" charset="0"/>
                <a:ea typeface="黑体" pitchFamily="49" charset="-122"/>
              </a:rPr>
              <a:t>   </a:t>
            </a:r>
            <a:r>
              <a:rPr kumimoji="1" lang="zh-CN" altLang="en-US" sz="1800" b="1">
                <a:solidFill>
                  <a:srgbClr val="000099"/>
                </a:solidFill>
                <a:latin typeface="Arial" charset="0"/>
                <a:ea typeface="黑体" pitchFamily="49" charset="-122"/>
              </a:rPr>
              <a:t>接收方</a:t>
            </a:r>
          </a:p>
          <a:p>
            <a:pPr eaLnBrk="1" hangingPunct="1"/>
            <a:r>
              <a:rPr kumimoji="1" lang="zh-CN" altLang="en-US" sz="1800" b="1">
                <a:solidFill>
                  <a:srgbClr val="000099"/>
                </a:solidFill>
                <a:latin typeface="Arial" charset="0"/>
                <a:ea typeface="黑体" pitchFamily="49" charset="-122"/>
              </a:rPr>
              <a:t>邮件服务器</a:t>
            </a:r>
          </a:p>
        </p:txBody>
      </p:sp>
      <p:sp>
        <p:nvSpPr>
          <p:cNvPr id="244748" name="Oval 10"/>
          <p:cNvSpPr>
            <a:spLocks noChangeArrowheads="1"/>
          </p:cNvSpPr>
          <p:nvPr/>
        </p:nvSpPr>
        <p:spPr bwMode="auto">
          <a:xfrm>
            <a:off x="6957564" y="4351339"/>
            <a:ext cx="1405070" cy="1296987"/>
          </a:xfrm>
          <a:prstGeom prst="ellipse">
            <a:avLst/>
          </a:prstGeom>
          <a:solidFill>
            <a:srgbClr val="66FF66"/>
          </a:solidFill>
          <a:ln w="19050">
            <a:solidFill>
              <a:schemeClr val="folHlink"/>
            </a:solidFill>
            <a:round/>
            <a:headEnd/>
            <a:tailEnd/>
          </a:ln>
          <a:effectLst>
            <a:outerShdw dist="35921" dir="2700000" algn="ctr" rotWithShape="0">
              <a:schemeClr val="bg2"/>
            </a:outerShdw>
          </a:effectLst>
        </p:spPr>
        <p:txBody>
          <a:bodyPr wrap="none" anchor="ctr"/>
          <a:lstStyle/>
          <a:p>
            <a:pPr eaLnBrk="1" hangingPunct="1"/>
            <a:endParaRPr lang="zh-CN" altLang="en-US" b="1">
              <a:solidFill>
                <a:srgbClr val="000099"/>
              </a:solidFill>
            </a:endParaRPr>
          </a:p>
        </p:txBody>
      </p:sp>
      <p:grpSp>
        <p:nvGrpSpPr>
          <p:cNvPr id="244749" name="Group 11"/>
          <p:cNvGrpSpPr>
            <a:grpSpLocks/>
          </p:cNvGrpSpPr>
          <p:nvPr/>
        </p:nvGrpSpPr>
        <p:grpSpPr bwMode="auto">
          <a:xfrm>
            <a:off x="7372034" y="4460875"/>
            <a:ext cx="495300" cy="457200"/>
            <a:chOff x="2351" y="2975"/>
            <a:chExt cx="481" cy="433"/>
          </a:xfrm>
        </p:grpSpPr>
        <p:sp>
          <p:nvSpPr>
            <p:cNvPr id="245118" name="Rectangle 12"/>
            <p:cNvSpPr>
              <a:spLocks noChangeArrowheads="1"/>
            </p:cNvSpPr>
            <p:nvPr/>
          </p:nvSpPr>
          <p:spPr bwMode="auto">
            <a:xfrm rot="-5400000">
              <a:off x="2376" y="2952"/>
              <a:ext cx="432" cy="480"/>
            </a:xfrm>
            <a:prstGeom prst="rect">
              <a:avLst/>
            </a:prstGeom>
            <a:solidFill>
              <a:srgbClr val="CCECFF"/>
            </a:solidFill>
            <a:ln w="19050">
              <a:solidFill>
                <a:schemeClr val="tx1"/>
              </a:solidFill>
              <a:miter lim="800000"/>
              <a:headEnd/>
              <a:tailEnd/>
            </a:ln>
            <a:effectLst>
              <a:outerShdw dist="35921" dir="2700000" algn="ctr" rotWithShape="0">
                <a:schemeClr val="bg2"/>
              </a:outerShdw>
            </a:effectLst>
          </p:spPr>
          <p:txBody>
            <a:bodyPr wrap="none" anchor="ctr"/>
            <a:lstStyle/>
            <a:p>
              <a:pPr eaLnBrk="1" hangingPunct="1"/>
              <a:endParaRPr lang="zh-CN" altLang="en-US" b="1">
                <a:solidFill>
                  <a:srgbClr val="000099"/>
                </a:solidFill>
              </a:endParaRPr>
            </a:p>
          </p:txBody>
        </p:sp>
        <p:sp>
          <p:nvSpPr>
            <p:cNvPr id="245119" name="Line 13"/>
            <p:cNvSpPr>
              <a:spLocks noChangeShapeType="1"/>
            </p:cNvSpPr>
            <p:nvPr/>
          </p:nvSpPr>
          <p:spPr bwMode="auto">
            <a:xfrm rot="10800000">
              <a:off x="2351" y="3321"/>
              <a:ext cx="48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5120" name="Line 14"/>
            <p:cNvSpPr>
              <a:spLocks noChangeShapeType="1"/>
            </p:cNvSpPr>
            <p:nvPr/>
          </p:nvSpPr>
          <p:spPr bwMode="auto">
            <a:xfrm rot="10800000">
              <a:off x="2351" y="3234"/>
              <a:ext cx="48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5121" name="Line 15"/>
            <p:cNvSpPr>
              <a:spLocks noChangeShapeType="1"/>
            </p:cNvSpPr>
            <p:nvPr/>
          </p:nvSpPr>
          <p:spPr bwMode="auto">
            <a:xfrm rot="10800000">
              <a:off x="2351" y="3148"/>
              <a:ext cx="48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5122" name="Line 16"/>
            <p:cNvSpPr>
              <a:spLocks noChangeShapeType="1"/>
            </p:cNvSpPr>
            <p:nvPr/>
          </p:nvSpPr>
          <p:spPr bwMode="auto">
            <a:xfrm rot="10800000">
              <a:off x="2351" y="3061"/>
              <a:ext cx="48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5123" name="Line 17"/>
            <p:cNvSpPr>
              <a:spLocks noChangeShapeType="1"/>
            </p:cNvSpPr>
            <p:nvPr/>
          </p:nvSpPr>
          <p:spPr bwMode="auto">
            <a:xfrm rot="5400000">
              <a:off x="2519" y="3191"/>
              <a:ext cx="43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5124" name="Line 18"/>
            <p:cNvSpPr>
              <a:spLocks noChangeShapeType="1"/>
            </p:cNvSpPr>
            <p:nvPr/>
          </p:nvSpPr>
          <p:spPr bwMode="auto">
            <a:xfrm rot="5400000">
              <a:off x="2423" y="3191"/>
              <a:ext cx="43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5125" name="Line 19"/>
            <p:cNvSpPr>
              <a:spLocks noChangeShapeType="1"/>
            </p:cNvSpPr>
            <p:nvPr/>
          </p:nvSpPr>
          <p:spPr bwMode="auto">
            <a:xfrm rot="5400000">
              <a:off x="2327" y="3191"/>
              <a:ext cx="43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5126" name="Line 20"/>
            <p:cNvSpPr>
              <a:spLocks noChangeShapeType="1"/>
            </p:cNvSpPr>
            <p:nvPr/>
          </p:nvSpPr>
          <p:spPr bwMode="auto">
            <a:xfrm rot="5400000">
              <a:off x="2231" y="3191"/>
              <a:ext cx="43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grpSp>
      <p:grpSp>
        <p:nvGrpSpPr>
          <p:cNvPr id="244750" name="Group 21"/>
          <p:cNvGrpSpPr>
            <a:grpSpLocks/>
          </p:cNvGrpSpPr>
          <p:nvPr/>
        </p:nvGrpSpPr>
        <p:grpSpPr bwMode="auto">
          <a:xfrm>
            <a:off x="7258528" y="5013325"/>
            <a:ext cx="791104" cy="457200"/>
            <a:chOff x="1296" y="768"/>
            <a:chExt cx="556" cy="336"/>
          </a:xfrm>
        </p:grpSpPr>
        <p:sp>
          <p:nvSpPr>
            <p:cNvPr id="245095" name="Rectangle 22"/>
            <p:cNvSpPr>
              <a:spLocks noChangeArrowheads="1"/>
            </p:cNvSpPr>
            <p:nvPr/>
          </p:nvSpPr>
          <p:spPr bwMode="auto">
            <a:xfrm>
              <a:off x="1296" y="768"/>
              <a:ext cx="556" cy="336"/>
            </a:xfrm>
            <a:prstGeom prst="rect">
              <a:avLst/>
            </a:prstGeom>
            <a:solidFill>
              <a:srgbClr val="FFFF99"/>
            </a:solidFill>
            <a:ln w="12700">
              <a:solidFill>
                <a:schemeClr val="tx1"/>
              </a:solidFill>
              <a:miter lim="800000"/>
              <a:headEnd/>
              <a:tailEnd/>
            </a:ln>
            <a:effectLst>
              <a:outerShdw dist="35921" dir="2700000" algn="ctr" rotWithShape="0">
                <a:schemeClr val="bg2"/>
              </a:outerShdw>
            </a:effectLst>
          </p:spPr>
          <p:txBody>
            <a:bodyPr wrap="none" anchor="ctr"/>
            <a:lstStyle/>
            <a:p>
              <a:pPr algn="ctr" eaLnBrk="1" hangingPunct="1"/>
              <a:endParaRPr kumimoji="1" lang="zh-CN" altLang="zh-CN" sz="1800" b="1">
                <a:solidFill>
                  <a:srgbClr val="000099"/>
                </a:solidFill>
                <a:latin typeface="Arial" charset="0"/>
                <a:ea typeface="黑体" pitchFamily="49" charset="-122"/>
              </a:endParaRPr>
            </a:p>
          </p:txBody>
        </p:sp>
        <p:grpSp>
          <p:nvGrpSpPr>
            <p:cNvPr id="245096" name="Group 23"/>
            <p:cNvGrpSpPr>
              <a:grpSpLocks/>
            </p:cNvGrpSpPr>
            <p:nvPr/>
          </p:nvGrpSpPr>
          <p:grpSpPr bwMode="auto">
            <a:xfrm>
              <a:off x="1367" y="829"/>
              <a:ext cx="393" cy="214"/>
              <a:chOff x="2928" y="3744"/>
              <a:chExt cx="528" cy="336"/>
            </a:xfrm>
          </p:grpSpPr>
          <p:grpSp>
            <p:nvGrpSpPr>
              <p:cNvPr id="245097" name="Group 24"/>
              <p:cNvGrpSpPr>
                <a:grpSpLocks/>
              </p:cNvGrpSpPr>
              <p:nvPr/>
            </p:nvGrpSpPr>
            <p:grpSpPr bwMode="auto">
              <a:xfrm>
                <a:off x="3024" y="3744"/>
                <a:ext cx="432" cy="240"/>
                <a:chOff x="2736" y="3648"/>
                <a:chExt cx="432" cy="240"/>
              </a:xfrm>
            </p:grpSpPr>
            <p:grpSp>
              <p:nvGrpSpPr>
                <p:cNvPr id="245112" name="Group 25"/>
                <p:cNvGrpSpPr>
                  <a:grpSpLocks/>
                </p:cNvGrpSpPr>
                <p:nvPr/>
              </p:nvGrpSpPr>
              <p:grpSpPr bwMode="auto">
                <a:xfrm>
                  <a:off x="2736" y="3648"/>
                  <a:ext cx="432" cy="240"/>
                  <a:chOff x="2592" y="3504"/>
                  <a:chExt cx="576" cy="384"/>
                </a:xfrm>
              </p:grpSpPr>
              <p:sp>
                <p:nvSpPr>
                  <p:cNvPr id="245114" name="Rectangle 26"/>
                  <p:cNvSpPr>
                    <a:spLocks noChangeArrowheads="1"/>
                  </p:cNvSpPr>
                  <p:nvPr/>
                </p:nvSpPr>
                <p:spPr bwMode="auto">
                  <a:xfrm>
                    <a:off x="2592" y="3504"/>
                    <a:ext cx="576" cy="384"/>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245115" name="Freeform 27"/>
                  <p:cNvSpPr>
                    <a:spLocks/>
                  </p:cNvSpPr>
                  <p:nvPr/>
                </p:nvSpPr>
                <p:spPr bwMode="auto">
                  <a:xfrm>
                    <a:off x="2592" y="3504"/>
                    <a:ext cx="576" cy="240"/>
                  </a:xfrm>
                  <a:custGeom>
                    <a:avLst/>
                    <a:gdLst>
                      <a:gd name="T0" fmla="*/ 0 w 576"/>
                      <a:gd name="T1" fmla="*/ 0 h 240"/>
                      <a:gd name="T2" fmla="*/ 288 w 576"/>
                      <a:gd name="T3" fmla="*/ 240 h 240"/>
                      <a:gd name="T4" fmla="*/ 576 w 576"/>
                      <a:gd name="T5" fmla="*/ 0 h 240"/>
                      <a:gd name="T6" fmla="*/ 0 60000 65536"/>
                      <a:gd name="T7" fmla="*/ 0 60000 65536"/>
                      <a:gd name="T8" fmla="*/ 0 60000 65536"/>
                    </a:gdLst>
                    <a:ahLst/>
                    <a:cxnLst>
                      <a:cxn ang="T6">
                        <a:pos x="T0" y="T1"/>
                      </a:cxn>
                      <a:cxn ang="T7">
                        <a:pos x="T2" y="T3"/>
                      </a:cxn>
                      <a:cxn ang="T8">
                        <a:pos x="T4" y="T5"/>
                      </a:cxn>
                    </a:cxnLst>
                    <a:rect l="0" t="0" r="r" b="b"/>
                    <a:pathLst>
                      <a:path w="576" h="240">
                        <a:moveTo>
                          <a:pt x="0" y="0"/>
                        </a:moveTo>
                        <a:lnTo>
                          <a:pt x="288" y="240"/>
                        </a:lnTo>
                        <a:lnTo>
                          <a:pt x="576" y="0"/>
                        </a:lnTo>
                      </a:path>
                    </a:pathLst>
                  </a:cu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5116" name="Line 28"/>
                  <p:cNvSpPr>
                    <a:spLocks noChangeShapeType="1"/>
                  </p:cNvSpPr>
                  <p:nvPr/>
                </p:nvSpPr>
                <p:spPr bwMode="auto">
                  <a:xfrm flipV="1">
                    <a:off x="2592" y="3704"/>
                    <a:ext cx="232" cy="1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5117" name="Line 29"/>
                  <p:cNvSpPr>
                    <a:spLocks noChangeShapeType="1"/>
                  </p:cNvSpPr>
                  <p:nvPr/>
                </p:nvSpPr>
                <p:spPr bwMode="auto">
                  <a:xfrm flipH="1" flipV="1">
                    <a:off x="2936" y="3704"/>
                    <a:ext cx="232" cy="1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grpSp>
            <p:sp>
              <p:nvSpPr>
                <p:cNvPr id="245113" name="Line 30"/>
                <p:cNvSpPr>
                  <a:spLocks noChangeShapeType="1"/>
                </p:cNvSpPr>
                <p:nvPr/>
              </p:nvSpPr>
              <p:spPr bwMode="auto">
                <a:xfrm>
                  <a:off x="2736" y="3648"/>
                  <a:ext cx="42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grpSp>
          <p:grpSp>
            <p:nvGrpSpPr>
              <p:cNvPr id="245098" name="Group 31"/>
              <p:cNvGrpSpPr>
                <a:grpSpLocks/>
              </p:cNvGrpSpPr>
              <p:nvPr/>
            </p:nvGrpSpPr>
            <p:grpSpPr bwMode="auto">
              <a:xfrm>
                <a:off x="2976" y="3792"/>
                <a:ext cx="432" cy="240"/>
                <a:chOff x="2736" y="3648"/>
                <a:chExt cx="432" cy="240"/>
              </a:xfrm>
            </p:grpSpPr>
            <p:grpSp>
              <p:nvGrpSpPr>
                <p:cNvPr id="245106" name="Group 32"/>
                <p:cNvGrpSpPr>
                  <a:grpSpLocks/>
                </p:cNvGrpSpPr>
                <p:nvPr/>
              </p:nvGrpSpPr>
              <p:grpSpPr bwMode="auto">
                <a:xfrm>
                  <a:off x="2736" y="3648"/>
                  <a:ext cx="432" cy="240"/>
                  <a:chOff x="2592" y="3504"/>
                  <a:chExt cx="576" cy="384"/>
                </a:xfrm>
              </p:grpSpPr>
              <p:sp>
                <p:nvSpPr>
                  <p:cNvPr id="245108" name="Rectangle 33"/>
                  <p:cNvSpPr>
                    <a:spLocks noChangeArrowheads="1"/>
                  </p:cNvSpPr>
                  <p:nvPr/>
                </p:nvSpPr>
                <p:spPr bwMode="auto">
                  <a:xfrm>
                    <a:off x="2592" y="3504"/>
                    <a:ext cx="576" cy="384"/>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245109" name="Freeform 34"/>
                  <p:cNvSpPr>
                    <a:spLocks/>
                  </p:cNvSpPr>
                  <p:nvPr/>
                </p:nvSpPr>
                <p:spPr bwMode="auto">
                  <a:xfrm>
                    <a:off x="2592" y="3504"/>
                    <a:ext cx="576" cy="240"/>
                  </a:xfrm>
                  <a:custGeom>
                    <a:avLst/>
                    <a:gdLst>
                      <a:gd name="T0" fmla="*/ 0 w 576"/>
                      <a:gd name="T1" fmla="*/ 0 h 240"/>
                      <a:gd name="T2" fmla="*/ 288 w 576"/>
                      <a:gd name="T3" fmla="*/ 240 h 240"/>
                      <a:gd name="T4" fmla="*/ 576 w 576"/>
                      <a:gd name="T5" fmla="*/ 0 h 240"/>
                      <a:gd name="T6" fmla="*/ 0 60000 65536"/>
                      <a:gd name="T7" fmla="*/ 0 60000 65536"/>
                      <a:gd name="T8" fmla="*/ 0 60000 65536"/>
                    </a:gdLst>
                    <a:ahLst/>
                    <a:cxnLst>
                      <a:cxn ang="T6">
                        <a:pos x="T0" y="T1"/>
                      </a:cxn>
                      <a:cxn ang="T7">
                        <a:pos x="T2" y="T3"/>
                      </a:cxn>
                      <a:cxn ang="T8">
                        <a:pos x="T4" y="T5"/>
                      </a:cxn>
                    </a:cxnLst>
                    <a:rect l="0" t="0" r="r" b="b"/>
                    <a:pathLst>
                      <a:path w="576" h="240">
                        <a:moveTo>
                          <a:pt x="0" y="0"/>
                        </a:moveTo>
                        <a:lnTo>
                          <a:pt x="288" y="240"/>
                        </a:lnTo>
                        <a:lnTo>
                          <a:pt x="576" y="0"/>
                        </a:lnTo>
                      </a:path>
                    </a:pathLst>
                  </a:cu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5110" name="Line 35"/>
                  <p:cNvSpPr>
                    <a:spLocks noChangeShapeType="1"/>
                  </p:cNvSpPr>
                  <p:nvPr/>
                </p:nvSpPr>
                <p:spPr bwMode="auto">
                  <a:xfrm flipV="1">
                    <a:off x="2592" y="3704"/>
                    <a:ext cx="232" cy="1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5111" name="Line 36"/>
                  <p:cNvSpPr>
                    <a:spLocks noChangeShapeType="1"/>
                  </p:cNvSpPr>
                  <p:nvPr/>
                </p:nvSpPr>
                <p:spPr bwMode="auto">
                  <a:xfrm flipH="1" flipV="1">
                    <a:off x="2936" y="3704"/>
                    <a:ext cx="232" cy="1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grpSp>
            <p:sp>
              <p:nvSpPr>
                <p:cNvPr id="245107" name="Line 37"/>
                <p:cNvSpPr>
                  <a:spLocks noChangeShapeType="1"/>
                </p:cNvSpPr>
                <p:nvPr/>
              </p:nvSpPr>
              <p:spPr bwMode="auto">
                <a:xfrm>
                  <a:off x="2736" y="3648"/>
                  <a:ext cx="42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grpSp>
          <p:grpSp>
            <p:nvGrpSpPr>
              <p:cNvPr id="245099" name="Group 38"/>
              <p:cNvGrpSpPr>
                <a:grpSpLocks/>
              </p:cNvGrpSpPr>
              <p:nvPr/>
            </p:nvGrpSpPr>
            <p:grpSpPr bwMode="auto">
              <a:xfrm>
                <a:off x="2928" y="3840"/>
                <a:ext cx="432" cy="240"/>
                <a:chOff x="2736" y="3648"/>
                <a:chExt cx="432" cy="240"/>
              </a:xfrm>
            </p:grpSpPr>
            <p:grpSp>
              <p:nvGrpSpPr>
                <p:cNvPr id="245100" name="Group 39"/>
                <p:cNvGrpSpPr>
                  <a:grpSpLocks/>
                </p:cNvGrpSpPr>
                <p:nvPr/>
              </p:nvGrpSpPr>
              <p:grpSpPr bwMode="auto">
                <a:xfrm>
                  <a:off x="2736" y="3648"/>
                  <a:ext cx="432" cy="240"/>
                  <a:chOff x="2592" y="3504"/>
                  <a:chExt cx="576" cy="384"/>
                </a:xfrm>
              </p:grpSpPr>
              <p:sp>
                <p:nvSpPr>
                  <p:cNvPr id="245102" name="Rectangle 40"/>
                  <p:cNvSpPr>
                    <a:spLocks noChangeArrowheads="1"/>
                  </p:cNvSpPr>
                  <p:nvPr/>
                </p:nvSpPr>
                <p:spPr bwMode="auto">
                  <a:xfrm>
                    <a:off x="2592" y="3504"/>
                    <a:ext cx="576" cy="384"/>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245103" name="Freeform 41"/>
                  <p:cNvSpPr>
                    <a:spLocks/>
                  </p:cNvSpPr>
                  <p:nvPr/>
                </p:nvSpPr>
                <p:spPr bwMode="auto">
                  <a:xfrm>
                    <a:off x="2592" y="3504"/>
                    <a:ext cx="576" cy="240"/>
                  </a:xfrm>
                  <a:custGeom>
                    <a:avLst/>
                    <a:gdLst>
                      <a:gd name="T0" fmla="*/ 0 w 576"/>
                      <a:gd name="T1" fmla="*/ 0 h 240"/>
                      <a:gd name="T2" fmla="*/ 288 w 576"/>
                      <a:gd name="T3" fmla="*/ 240 h 240"/>
                      <a:gd name="T4" fmla="*/ 576 w 576"/>
                      <a:gd name="T5" fmla="*/ 0 h 240"/>
                      <a:gd name="T6" fmla="*/ 0 60000 65536"/>
                      <a:gd name="T7" fmla="*/ 0 60000 65536"/>
                      <a:gd name="T8" fmla="*/ 0 60000 65536"/>
                    </a:gdLst>
                    <a:ahLst/>
                    <a:cxnLst>
                      <a:cxn ang="T6">
                        <a:pos x="T0" y="T1"/>
                      </a:cxn>
                      <a:cxn ang="T7">
                        <a:pos x="T2" y="T3"/>
                      </a:cxn>
                      <a:cxn ang="T8">
                        <a:pos x="T4" y="T5"/>
                      </a:cxn>
                    </a:cxnLst>
                    <a:rect l="0" t="0" r="r" b="b"/>
                    <a:pathLst>
                      <a:path w="576" h="240">
                        <a:moveTo>
                          <a:pt x="0" y="0"/>
                        </a:moveTo>
                        <a:lnTo>
                          <a:pt x="288" y="240"/>
                        </a:lnTo>
                        <a:lnTo>
                          <a:pt x="576" y="0"/>
                        </a:lnTo>
                      </a:path>
                    </a:pathLst>
                  </a:cu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5104" name="Line 42"/>
                  <p:cNvSpPr>
                    <a:spLocks noChangeShapeType="1"/>
                  </p:cNvSpPr>
                  <p:nvPr/>
                </p:nvSpPr>
                <p:spPr bwMode="auto">
                  <a:xfrm flipV="1">
                    <a:off x="2592" y="3704"/>
                    <a:ext cx="232" cy="1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5105" name="Line 43"/>
                  <p:cNvSpPr>
                    <a:spLocks noChangeShapeType="1"/>
                  </p:cNvSpPr>
                  <p:nvPr/>
                </p:nvSpPr>
                <p:spPr bwMode="auto">
                  <a:xfrm flipH="1" flipV="1">
                    <a:off x="2936" y="3704"/>
                    <a:ext cx="232" cy="1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grpSp>
            <p:sp>
              <p:nvSpPr>
                <p:cNvPr id="245101" name="Line 44"/>
                <p:cNvSpPr>
                  <a:spLocks noChangeShapeType="1"/>
                </p:cNvSpPr>
                <p:nvPr/>
              </p:nvSpPr>
              <p:spPr bwMode="auto">
                <a:xfrm>
                  <a:off x="2736" y="3648"/>
                  <a:ext cx="42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grpSp>
        </p:grpSp>
      </p:grpSp>
      <p:grpSp>
        <p:nvGrpSpPr>
          <p:cNvPr id="244751" name="Group 45"/>
          <p:cNvGrpSpPr>
            <a:grpSpLocks/>
          </p:cNvGrpSpPr>
          <p:nvPr/>
        </p:nvGrpSpPr>
        <p:grpSpPr bwMode="auto">
          <a:xfrm>
            <a:off x="528982" y="4567238"/>
            <a:ext cx="957925" cy="1014412"/>
            <a:chOff x="246" y="1767"/>
            <a:chExt cx="557" cy="639"/>
          </a:xfrm>
        </p:grpSpPr>
        <p:grpSp>
          <p:nvGrpSpPr>
            <p:cNvPr id="245036" name="Group 46"/>
            <p:cNvGrpSpPr>
              <a:grpSpLocks/>
            </p:cNvGrpSpPr>
            <p:nvPr/>
          </p:nvGrpSpPr>
          <p:grpSpPr bwMode="auto">
            <a:xfrm>
              <a:off x="246" y="1943"/>
              <a:ext cx="557" cy="463"/>
              <a:chOff x="246" y="1943"/>
              <a:chExt cx="557" cy="463"/>
            </a:xfrm>
          </p:grpSpPr>
          <p:sp>
            <p:nvSpPr>
              <p:cNvPr id="245089" name="Freeform 47"/>
              <p:cNvSpPr>
                <a:spLocks/>
              </p:cNvSpPr>
              <p:nvPr/>
            </p:nvSpPr>
            <p:spPr bwMode="auto">
              <a:xfrm>
                <a:off x="373" y="2005"/>
                <a:ext cx="196" cy="295"/>
              </a:xfrm>
              <a:custGeom>
                <a:avLst/>
                <a:gdLst>
                  <a:gd name="T0" fmla="*/ 0 w 982"/>
                  <a:gd name="T1" fmla="*/ 0 h 1477"/>
                  <a:gd name="T2" fmla="*/ 0 w 982"/>
                  <a:gd name="T3" fmla="*/ 0 h 1477"/>
                  <a:gd name="T4" fmla="*/ 0 w 982"/>
                  <a:gd name="T5" fmla="*/ 0 h 1477"/>
                  <a:gd name="T6" fmla="*/ 0 w 982"/>
                  <a:gd name="T7" fmla="*/ 0 h 147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82" h="1477">
                    <a:moveTo>
                      <a:pt x="652" y="26"/>
                    </a:moveTo>
                    <a:lnTo>
                      <a:pt x="982" y="1347"/>
                    </a:lnTo>
                    <a:lnTo>
                      <a:pt x="0" y="1477"/>
                    </a:lnTo>
                    <a:lnTo>
                      <a:pt x="252" y="0"/>
                    </a:lnTo>
                  </a:path>
                </a:pathLst>
              </a:custGeom>
              <a:noFill/>
              <a:ln w="1746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b="1">
                  <a:solidFill>
                    <a:srgbClr val="000099"/>
                  </a:solidFill>
                </a:endParaRPr>
              </a:p>
            </p:txBody>
          </p:sp>
          <p:grpSp>
            <p:nvGrpSpPr>
              <p:cNvPr id="245090" name="Group 48"/>
              <p:cNvGrpSpPr>
                <a:grpSpLocks/>
              </p:cNvGrpSpPr>
              <p:nvPr/>
            </p:nvGrpSpPr>
            <p:grpSpPr bwMode="auto">
              <a:xfrm>
                <a:off x="246" y="1943"/>
                <a:ext cx="551" cy="121"/>
                <a:chOff x="246" y="1943"/>
                <a:chExt cx="551" cy="121"/>
              </a:xfrm>
            </p:grpSpPr>
            <p:sp>
              <p:nvSpPr>
                <p:cNvPr id="245092" name="Freeform 49"/>
                <p:cNvSpPr>
                  <a:spLocks/>
                </p:cNvSpPr>
                <p:nvPr/>
              </p:nvSpPr>
              <p:spPr bwMode="auto">
                <a:xfrm>
                  <a:off x="246" y="1943"/>
                  <a:ext cx="551" cy="104"/>
                </a:xfrm>
                <a:custGeom>
                  <a:avLst/>
                  <a:gdLst>
                    <a:gd name="T0" fmla="*/ 0 w 2751"/>
                    <a:gd name="T1" fmla="*/ 0 h 522"/>
                    <a:gd name="T2" fmla="*/ 0 w 2751"/>
                    <a:gd name="T3" fmla="*/ 0 h 522"/>
                    <a:gd name="T4" fmla="*/ 0 w 2751"/>
                    <a:gd name="T5" fmla="*/ 0 h 522"/>
                    <a:gd name="T6" fmla="*/ 0 w 2751"/>
                    <a:gd name="T7" fmla="*/ 0 h 522"/>
                    <a:gd name="T8" fmla="*/ 0 w 2751"/>
                    <a:gd name="T9" fmla="*/ 0 h 52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1" h="522">
                      <a:moveTo>
                        <a:pt x="2751" y="270"/>
                      </a:moveTo>
                      <a:lnTo>
                        <a:pt x="1016" y="522"/>
                      </a:lnTo>
                      <a:lnTo>
                        <a:pt x="0" y="132"/>
                      </a:lnTo>
                      <a:lnTo>
                        <a:pt x="1302" y="0"/>
                      </a:lnTo>
                      <a:lnTo>
                        <a:pt x="2751" y="270"/>
                      </a:lnTo>
                      <a:close/>
                    </a:path>
                  </a:pathLst>
                </a:custGeom>
                <a:solidFill>
                  <a:srgbClr val="FFFFFF"/>
                </a:solidFill>
                <a:ln w="3175">
                  <a:solidFill>
                    <a:srgbClr val="000000"/>
                  </a:solidFill>
                  <a:prstDash val="solid"/>
                  <a:round/>
                  <a:headEnd/>
                  <a:tailEnd/>
                </a:ln>
              </p:spPr>
              <p:txBody>
                <a:bodyPr/>
                <a:lstStyle/>
                <a:p>
                  <a:endParaRPr lang="zh-CN" altLang="en-US" b="1">
                    <a:solidFill>
                      <a:srgbClr val="000099"/>
                    </a:solidFill>
                  </a:endParaRPr>
                </a:p>
              </p:txBody>
            </p:sp>
            <p:sp>
              <p:nvSpPr>
                <p:cNvPr id="245093" name="Freeform 50"/>
                <p:cNvSpPr>
                  <a:spLocks/>
                </p:cNvSpPr>
                <p:nvPr/>
              </p:nvSpPr>
              <p:spPr bwMode="auto">
                <a:xfrm>
                  <a:off x="450" y="1997"/>
                  <a:ext cx="345" cy="67"/>
                </a:xfrm>
                <a:custGeom>
                  <a:avLst/>
                  <a:gdLst>
                    <a:gd name="T0" fmla="*/ 0 w 1728"/>
                    <a:gd name="T1" fmla="*/ 0 h 337"/>
                    <a:gd name="T2" fmla="*/ 0 w 1728"/>
                    <a:gd name="T3" fmla="*/ 0 h 337"/>
                    <a:gd name="T4" fmla="*/ 0 w 1728"/>
                    <a:gd name="T5" fmla="*/ 0 h 337"/>
                    <a:gd name="T6" fmla="*/ 0 w 1728"/>
                    <a:gd name="T7" fmla="*/ 0 h 337"/>
                    <a:gd name="T8" fmla="*/ 0 w 1728"/>
                    <a:gd name="T9" fmla="*/ 0 h 3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28" h="337">
                      <a:moveTo>
                        <a:pt x="1728" y="0"/>
                      </a:moveTo>
                      <a:lnTo>
                        <a:pt x="0" y="251"/>
                      </a:lnTo>
                      <a:lnTo>
                        <a:pt x="0" y="337"/>
                      </a:lnTo>
                      <a:lnTo>
                        <a:pt x="1728" y="88"/>
                      </a:lnTo>
                      <a:lnTo>
                        <a:pt x="1728" y="0"/>
                      </a:lnTo>
                      <a:close/>
                    </a:path>
                  </a:pathLst>
                </a:custGeom>
                <a:solidFill>
                  <a:srgbClr val="E0E0E0"/>
                </a:solidFill>
                <a:ln w="3175">
                  <a:solidFill>
                    <a:srgbClr val="000000"/>
                  </a:solidFill>
                  <a:prstDash val="solid"/>
                  <a:round/>
                  <a:headEnd/>
                  <a:tailEnd/>
                </a:ln>
              </p:spPr>
              <p:txBody>
                <a:bodyPr/>
                <a:lstStyle/>
                <a:p>
                  <a:endParaRPr lang="zh-CN" altLang="en-US" b="1">
                    <a:solidFill>
                      <a:srgbClr val="000099"/>
                    </a:solidFill>
                  </a:endParaRPr>
                </a:p>
              </p:txBody>
            </p:sp>
            <p:sp>
              <p:nvSpPr>
                <p:cNvPr id="245094" name="Freeform 51"/>
                <p:cNvSpPr>
                  <a:spLocks/>
                </p:cNvSpPr>
                <p:nvPr/>
              </p:nvSpPr>
              <p:spPr bwMode="auto">
                <a:xfrm>
                  <a:off x="246" y="1969"/>
                  <a:ext cx="204" cy="95"/>
                </a:xfrm>
                <a:custGeom>
                  <a:avLst/>
                  <a:gdLst>
                    <a:gd name="T0" fmla="*/ 0 w 1016"/>
                    <a:gd name="T1" fmla="*/ 0 h 476"/>
                    <a:gd name="T2" fmla="*/ 0 w 1016"/>
                    <a:gd name="T3" fmla="*/ 0 h 476"/>
                    <a:gd name="T4" fmla="*/ 0 w 1016"/>
                    <a:gd name="T5" fmla="*/ 0 h 476"/>
                    <a:gd name="T6" fmla="*/ 0 w 1016"/>
                    <a:gd name="T7" fmla="*/ 0 h 476"/>
                    <a:gd name="T8" fmla="*/ 0 w 1016"/>
                    <a:gd name="T9" fmla="*/ 0 h 47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16" h="476">
                      <a:moveTo>
                        <a:pt x="1016" y="476"/>
                      </a:moveTo>
                      <a:lnTo>
                        <a:pt x="1016" y="390"/>
                      </a:lnTo>
                      <a:lnTo>
                        <a:pt x="0" y="0"/>
                      </a:lnTo>
                      <a:lnTo>
                        <a:pt x="0" y="60"/>
                      </a:lnTo>
                      <a:lnTo>
                        <a:pt x="1016" y="476"/>
                      </a:lnTo>
                      <a:close/>
                    </a:path>
                  </a:pathLst>
                </a:custGeom>
                <a:solidFill>
                  <a:srgbClr val="C0C0C0"/>
                </a:solidFill>
                <a:ln w="3175">
                  <a:solidFill>
                    <a:srgbClr val="000000"/>
                  </a:solidFill>
                  <a:prstDash val="solid"/>
                  <a:round/>
                  <a:headEnd/>
                  <a:tailEnd/>
                </a:ln>
              </p:spPr>
              <p:txBody>
                <a:bodyPr/>
                <a:lstStyle/>
                <a:p>
                  <a:endParaRPr lang="zh-CN" altLang="en-US" b="1">
                    <a:solidFill>
                      <a:srgbClr val="000099"/>
                    </a:solidFill>
                  </a:endParaRPr>
                </a:p>
              </p:txBody>
            </p:sp>
          </p:grpSp>
          <p:sp>
            <p:nvSpPr>
              <p:cNvPr id="245091" name="Freeform 52"/>
              <p:cNvSpPr>
                <a:spLocks/>
              </p:cNvSpPr>
              <p:nvPr/>
            </p:nvSpPr>
            <p:spPr bwMode="auto">
              <a:xfrm>
                <a:off x="564" y="2028"/>
                <a:ext cx="239" cy="378"/>
              </a:xfrm>
              <a:custGeom>
                <a:avLst/>
                <a:gdLst>
                  <a:gd name="T0" fmla="*/ 0 w 1195"/>
                  <a:gd name="T1" fmla="*/ 0 h 1893"/>
                  <a:gd name="T2" fmla="*/ 0 w 1195"/>
                  <a:gd name="T3" fmla="*/ 0 h 1893"/>
                  <a:gd name="T4" fmla="*/ 0 w 1195"/>
                  <a:gd name="T5" fmla="*/ 0 h 1893"/>
                  <a:gd name="T6" fmla="*/ 0 w 1195"/>
                  <a:gd name="T7" fmla="*/ 0 h 189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95" h="1893">
                    <a:moveTo>
                      <a:pt x="660" y="0"/>
                    </a:moveTo>
                    <a:lnTo>
                      <a:pt x="1195" y="1747"/>
                    </a:lnTo>
                    <a:lnTo>
                      <a:pt x="0" y="1893"/>
                    </a:lnTo>
                    <a:lnTo>
                      <a:pt x="191" y="35"/>
                    </a:lnTo>
                  </a:path>
                </a:pathLst>
              </a:custGeom>
              <a:noFill/>
              <a:ln w="1746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b="1">
                  <a:solidFill>
                    <a:srgbClr val="000099"/>
                  </a:solidFill>
                </a:endParaRPr>
              </a:p>
            </p:txBody>
          </p:sp>
        </p:grpSp>
        <p:grpSp>
          <p:nvGrpSpPr>
            <p:cNvPr id="245037" name="Group 53"/>
            <p:cNvGrpSpPr>
              <a:grpSpLocks/>
            </p:cNvGrpSpPr>
            <p:nvPr/>
          </p:nvGrpSpPr>
          <p:grpSpPr bwMode="auto">
            <a:xfrm>
              <a:off x="325" y="1767"/>
              <a:ext cx="383" cy="268"/>
              <a:chOff x="325" y="1767"/>
              <a:chExt cx="383" cy="268"/>
            </a:xfrm>
          </p:grpSpPr>
          <p:grpSp>
            <p:nvGrpSpPr>
              <p:cNvPr id="245038" name="Group 54"/>
              <p:cNvGrpSpPr>
                <a:grpSpLocks/>
              </p:cNvGrpSpPr>
              <p:nvPr/>
            </p:nvGrpSpPr>
            <p:grpSpPr bwMode="auto">
              <a:xfrm>
                <a:off x="412" y="1767"/>
                <a:ext cx="296" cy="243"/>
                <a:chOff x="412" y="1767"/>
                <a:chExt cx="296" cy="243"/>
              </a:xfrm>
            </p:grpSpPr>
            <p:grpSp>
              <p:nvGrpSpPr>
                <p:cNvPr id="245071" name="Group 55"/>
                <p:cNvGrpSpPr>
                  <a:grpSpLocks/>
                </p:cNvGrpSpPr>
                <p:nvPr/>
              </p:nvGrpSpPr>
              <p:grpSpPr bwMode="auto">
                <a:xfrm>
                  <a:off x="412" y="1767"/>
                  <a:ext cx="296" cy="243"/>
                  <a:chOff x="412" y="1767"/>
                  <a:chExt cx="296" cy="243"/>
                </a:xfrm>
              </p:grpSpPr>
              <p:grpSp>
                <p:nvGrpSpPr>
                  <p:cNvPr id="245080" name="Group 56"/>
                  <p:cNvGrpSpPr>
                    <a:grpSpLocks/>
                  </p:cNvGrpSpPr>
                  <p:nvPr/>
                </p:nvGrpSpPr>
                <p:grpSpPr bwMode="auto">
                  <a:xfrm>
                    <a:off x="412" y="1904"/>
                    <a:ext cx="296" cy="106"/>
                    <a:chOff x="412" y="1904"/>
                    <a:chExt cx="296" cy="106"/>
                  </a:xfrm>
                </p:grpSpPr>
                <p:sp>
                  <p:nvSpPr>
                    <p:cNvPr id="245086" name="Freeform 57"/>
                    <p:cNvSpPr>
                      <a:spLocks/>
                    </p:cNvSpPr>
                    <p:nvPr/>
                  </p:nvSpPr>
                  <p:spPr bwMode="auto">
                    <a:xfrm>
                      <a:off x="412" y="1904"/>
                      <a:ext cx="170" cy="106"/>
                    </a:xfrm>
                    <a:custGeom>
                      <a:avLst/>
                      <a:gdLst>
                        <a:gd name="T0" fmla="*/ 0 w 848"/>
                        <a:gd name="T1" fmla="*/ 0 h 530"/>
                        <a:gd name="T2" fmla="*/ 0 w 848"/>
                        <a:gd name="T3" fmla="*/ 0 h 530"/>
                        <a:gd name="T4" fmla="*/ 0 w 848"/>
                        <a:gd name="T5" fmla="*/ 0 h 530"/>
                        <a:gd name="T6" fmla="*/ 0 w 848"/>
                        <a:gd name="T7" fmla="*/ 0 h 530"/>
                        <a:gd name="T8" fmla="*/ 0 w 848"/>
                        <a:gd name="T9" fmla="*/ 0 h 5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48" h="530">
                          <a:moveTo>
                            <a:pt x="848" y="162"/>
                          </a:moveTo>
                          <a:lnTo>
                            <a:pt x="848" y="530"/>
                          </a:lnTo>
                          <a:lnTo>
                            <a:pt x="0" y="258"/>
                          </a:lnTo>
                          <a:lnTo>
                            <a:pt x="0" y="0"/>
                          </a:lnTo>
                          <a:lnTo>
                            <a:pt x="848" y="162"/>
                          </a:lnTo>
                          <a:close/>
                        </a:path>
                      </a:pathLst>
                    </a:custGeom>
                    <a:solidFill>
                      <a:srgbClr val="A0A0A0"/>
                    </a:solidFill>
                    <a:ln w="3175">
                      <a:solidFill>
                        <a:srgbClr val="000000"/>
                      </a:solidFill>
                      <a:prstDash val="solid"/>
                      <a:round/>
                      <a:headEnd/>
                      <a:tailEnd/>
                    </a:ln>
                  </p:spPr>
                  <p:txBody>
                    <a:bodyPr/>
                    <a:lstStyle/>
                    <a:p>
                      <a:endParaRPr lang="zh-CN" altLang="en-US" b="1">
                        <a:solidFill>
                          <a:srgbClr val="000099"/>
                        </a:solidFill>
                      </a:endParaRPr>
                    </a:p>
                  </p:txBody>
                </p:sp>
                <p:sp>
                  <p:nvSpPr>
                    <p:cNvPr id="245087" name="Freeform 58"/>
                    <p:cNvSpPr>
                      <a:spLocks/>
                    </p:cNvSpPr>
                    <p:nvPr/>
                  </p:nvSpPr>
                  <p:spPr bwMode="auto">
                    <a:xfrm>
                      <a:off x="582" y="1929"/>
                      <a:ext cx="126" cy="81"/>
                    </a:xfrm>
                    <a:custGeom>
                      <a:avLst/>
                      <a:gdLst>
                        <a:gd name="T0" fmla="*/ 0 w 631"/>
                        <a:gd name="T1" fmla="*/ 0 h 404"/>
                        <a:gd name="T2" fmla="*/ 0 w 631"/>
                        <a:gd name="T3" fmla="*/ 0 h 404"/>
                        <a:gd name="T4" fmla="*/ 0 w 631"/>
                        <a:gd name="T5" fmla="*/ 0 h 404"/>
                        <a:gd name="T6" fmla="*/ 0 w 631"/>
                        <a:gd name="T7" fmla="*/ 0 h 404"/>
                        <a:gd name="T8" fmla="*/ 0 w 631"/>
                        <a:gd name="T9" fmla="*/ 0 h 40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1" h="404">
                          <a:moveTo>
                            <a:pt x="0" y="36"/>
                          </a:moveTo>
                          <a:lnTo>
                            <a:pt x="0" y="404"/>
                          </a:lnTo>
                          <a:lnTo>
                            <a:pt x="631" y="312"/>
                          </a:lnTo>
                          <a:lnTo>
                            <a:pt x="631" y="0"/>
                          </a:lnTo>
                          <a:lnTo>
                            <a:pt x="0" y="36"/>
                          </a:lnTo>
                          <a:close/>
                        </a:path>
                      </a:pathLst>
                    </a:custGeom>
                    <a:solidFill>
                      <a:srgbClr val="808080"/>
                    </a:solidFill>
                    <a:ln w="3175">
                      <a:solidFill>
                        <a:srgbClr val="000000"/>
                      </a:solidFill>
                      <a:prstDash val="solid"/>
                      <a:round/>
                      <a:headEnd/>
                      <a:tailEnd/>
                    </a:ln>
                  </p:spPr>
                  <p:txBody>
                    <a:bodyPr/>
                    <a:lstStyle/>
                    <a:p>
                      <a:endParaRPr lang="zh-CN" altLang="en-US" b="1">
                        <a:solidFill>
                          <a:srgbClr val="000099"/>
                        </a:solidFill>
                      </a:endParaRPr>
                    </a:p>
                  </p:txBody>
                </p:sp>
                <p:sp>
                  <p:nvSpPr>
                    <p:cNvPr id="245088" name="Freeform 59"/>
                    <p:cNvSpPr>
                      <a:spLocks/>
                    </p:cNvSpPr>
                    <p:nvPr/>
                  </p:nvSpPr>
                  <p:spPr bwMode="auto">
                    <a:xfrm>
                      <a:off x="412" y="1904"/>
                      <a:ext cx="296" cy="32"/>
                    </a:xfrm>
                    <a:custGeom>
                      <a:avLst/>
                      <a:gdLst>
                        <a:gd name="T0" fmla="*/ 0 w 1479"/>
                        <a:gd name="T1" fmla="*/ 0 h 162"/>
                        <a:gd name="T2" fmla="*/ 0 w 1479"/>
                        <a:gd name="T3" fmla="*/ 0 h 162"/>
                        <a:gd name="T4" fmla="*/ 0 w 1479"/>
                        <a:gd name="T5" fmla="*/ 0 h 162"/>
                        <a:gd name="T6" fmla="*/ 0 w 1479"/>
                        <a:gd name="T7" fmla="*/ 0 h 162"/>
                        <a:gd name="T8" fmla="*/ 0 w 1479"/>
                        <a:gd name="T9" fmla="*/ 0 h 1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79" h="162">
                          <a:moveTo>
                            <a:pt x="1479" y="126"/>
                          </a:moveTo>
                          <a:lnTo>
                            <a:pt x="842" y="162"/>
                          </a:lnTo>
                          <a:lnTo>
                            <a:pt x="0" y="0"/>
                          </a:lnTo>
                          <a:lnTo>
                            <a:pt x="619" y="0"/>
                          </a:lnTo>
                          <a:lnTo>
                            <a:pt x="1479" y="126"/>
                          </a:lnTo>
                          <a:close/>
                        </a:path>
                      </a:pathLst>
                    </a:custGeom>
                    <a:solidFill>
                      <a:srgbClr val="C0C0C0"/>
                    </a:solidFill>
                    <a:ln w="3175">
                      <a:solidFill>
                        <a:srgbClr val="000000"/>
                      </a:solidFill>
                      <a:prstDash val="solid"/>
                      <a:round/>
                      <a:headEnd/>
                      <a:tailEnd/>
                    </a:ln>
                  </p:spPr>
                  <p:txBody>
                    <a:bodyPr/>
                    <a:lstStyle/>
                    <a:p>
                      <a:endParaRPr lang="zh-CN" altLang="en-US" b="1">
                        <a:solidFill>
                          <a:srgbClr val="000099"/>
                        </a:solidFill>
                      </a:endParaRPr>
                    </a:p>
                  </p:txBody>
                </p:sp>
              </p:grpSp>
              <p:sp>
                <p:nvSpPr>
                  <p:cNvPr id="245081" name="Freeform 60"/>
                  <p:cNvSpPr>
                    <a:spLocks/>
                  </p:cNvSpPr>
                  <p:nvPr/>
                </p:nvSpPr>
                <p:spPr bwMode="auto">
                  <a:xfrm>
                    <a:off x="504" y="1895"/>
                    <a:ext cx="108" cy="30"/>
                  </a:xfrm>
                  <a:custGeom>
                    <a:avLst/>
                    <a:gdLst>
                      <a:gd name="T0" fmla="*/ 0 w 538"/>
                      <a:gd name="T1" fmla="*/ 0 h 151"/>
                      <a:gd name="T2" fmla="*/ 0 w 538"/>
                      <a:gd name="T3" fmla="*/ 0 h 151"/>
                      <a:gd name="T4" fmla="*/ 0 w 538"/>
                      <a:gd name="T5" fmla="*/ 0 h 151"/>
                      <a:gd name="T6" fmla="*/ 0 w 538"/>
                      <a:gd name="T7" fmla="*/ 0 h 151"/>
                      <a:gd name="T8" fmla="*/ 0 w 538"/>
                      <a:gd name="T9" fmla="*/ 0 h 151"/>
                      <a:gd name="T10" fmla="*/ 0 w 538"/>
                      <a:gd name="T11" fmla="*/ 0 h 15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38" h="151">
                        <a:moveTo>
                          <a:pt x="538" y="86"/>
                        </a:moveTo>
                        <a:lnTo>
                          <a:pt x="538" y="135"/>
                        </a:lnTo>
                        <a:lnTo>
                          <a:pt x="287" y="151"/>
                        </a:lnTo>
                        <a:lnTo>
                          <a:pt x="0" y="97"/>
                        </a:lnTo>
                        <a:lnTo>
                          <a:pt x="0" y="0"/>
                        </a:lnTo>
                        <a:lnTo>
                          <a:pt x="538" y="86"/>
                        </a:lnTo>
                        <a:close/>
                      </a:path>
                    </a:pathLst>
                  </a:custGeom>
                  <a:solidFill>
                    <a:srgbClr val="606060"/>
                  </a:solidFill>
                  <a:ln w="3175">
                    <a:solidFill>
                      <a:srgbClr val="000000"/>
                    </a:solidFill>
                    <a:prstDash val="solid"/>
                    <a:round/>
                    <a:headEnd/>
                    <a:tailEnd/>
                  </a:ln>
                </p:spPr>
                <p:txBody>
                  <a:bodyPr/>
                  <a:lstStyle/>
                  <a:p>
                    <a:endParaRPr lang="zh-CN" altLang="en-US" b="1">
                      <a:solidFill>
                        <a:srgbClr val="000099"/>
                      </a:solidFill>
                    </a:endParaRPr>
                  </a:p>
                </p:txBody>
              </p:sp>
              <p:grpSp>
                <p:nvGrpSpPr>
                  <p:cNvPr id="245082" name="Group 61"/>
                  <p:cNvGrpSpPr>
                    <a:grpSpLocks/>
                  </p:cNvGrpSpPr>
                  <p:nvPr/>
                </p:nvGrpSpPr>
                <p:grpSpPr bwMode="auto">
                  <a:xfrm>
                    <a:off x="446" y="1767"/>
                    <a:ext cx="239" cy="151"/>
                    <a:chOff x="446" y="1767"/>
                    <a:chExt cx="239" cy="151"/>
                  </a:xfrm>
                </p:grpSpPr>
                <p:sp>
                  <p:nvSpPr>
                    <p:cNvPr id="245083" name="Freeform 62"/>
                    <p:cNvSpPr>
                      <a:spLocks/>
                    </p:cNvSpPr>
                    <p:nvPr/>
                  </p:nvSpPr>
                  <p:spPr bwMode="auto">
                    <a:xfrm>
                      <a:off x="446" y="1767"/>
                      <a:ext cx="137" cy="148"/>
                    </a:xfrm>
                    <a:custGeom>
                      <a:avLst/>
                      <a:gdLst>
                        <a:gd name="T0" fmla="*/ 0 w 686"/>
                        <a:gd name="T1" fmla="*/ 0 h 740"/>
                        <a:gd name="T2" fmla="*/ 0 w 686"/>
                        <a:gd name="T3" fmla="*/ 0 h 740"/>
                        <a:gd name="T4" fmla="*/ 0 w 686"/>
                        <a:gd name="T5" fmla="*/ 0 h 740"/>
                        <a:gd name="T6" fmla="*/ 0 w 686"/>
                        <a:gd name="T7" fmla="*/ 0 h 740"/>
                        <a:gd name="T8" fmla="*/ 0 w 686"/>
                        <a:gd name="T9" fmla="*/ 0 h 7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6" h="740">
                          <a:moveTo>
                            <a:pt x="589" y="740"/>
                          </a:moveTo>
                          <a:lnTo>
                            <a:pt x="686" y="24"/>
                          </a:lnTo>
                          <a:lnTo>
                            <a:pt x="95" y="0"/>
                          </a:lnTo>
                          <a:lnTo>
                            <a:pt x="0" y="638"/>
                          </a:lnTo>
                          <a:lnTo>
                            <a:pt x="589" y="740"/>
                          </a:lnTo>
                          <a:close/>
                        </a:path>
                      </a:pathLst>
                    </a:custGeom>
                    <a:solidFill>
                      <a:srgbClr val="A0A0A0"/>
                    </a:solidFill>
                    <a:ln w="3175">
                      <a:solidFill>
                        <a:srgbClr val="000000"/>
                      </a:solidFill>
                      <a:prstDash val="solid"/>
                      <a:round/>
                      <a:headEnd/>
                      <a:tailEnd/>
                    </a:ln>
                  </p:spPr>
                  <p:txBody>
                    <a:bodyPr/>
                    <a:lstStyle/>
                    <a:p>
                      <a:endParaRPr lang="zh-CN" altLang="en-US" b="1">
                        <a:solidFill>
                          <a:srgbClr val="000099"/>
                        </a:solidFill>
                      </a:endParaRPr>
                    </a:p>
                  </p:txBody>
                </p:sp>
                <p:sp>
                  <p:nvSpPr>
                    <p:cNvPr id="245084" name="Freeform 63"/>
                    <p:cNvSpPr>
                      <a:spLocks/>
                    </p:cNvSpPr>
                    <p:nvPr/>
                  </p:nvSpPr>
                  <p:spPr bwMode="auto">
                    <a:xfrm>
                      <a:off x="564" y="1771"/>
                      <a:ext cx="121" cy="147"/>
                    </a:xfrm>
                    <a:custGeom>
                      <a:avLst/>
                      <a:gdLst>
                        <a:gd name="T0" fmla="*/ 0 w 608"/>
                        <a:gd name="T1" fmla="*/ 0 h 735"/>
                        <a:gd name="T2" fmla="*/ 0 w 608"/>
                        <a:gd name="T3" fmla="*/ 0 h 735"/>
                        <a:gd name="T4" fmla="*/ 0 w 608"/>
                        <a:gd name="T5" fmla="*/ 0 h 735"/>
                        <a:gd name="T6" fmla="*/ 0 w 608"/>
                        <a:gd name="T7" fmla="*/ 0 h 735"/>
                        <a:gd name="T8" fmla="*/ 0 w 608"/>
                        <a:gd name="T9" fmla="*/ 0 h 7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8" h="735">
                          <a:moveTo>
                            <a:pt x="97" y="0"/>
                          </a:moveTo>
                          <a:lnTo>
                            <a:pt x="608" y="163"/>
                          </a:lnTo>
                          <a:lnTo>
                            <a:pt x="536" y="735"/>
                          </a:lnTo>
                          <a:lnTo>
                            <a:pt x="0" y="717"/>
                          </a:lnTo>
                          <a:lnTo>
                            <a:pt x="97" y="0"/>
                          </a:lnTo>
                          <a:close/>
                        </a:path>
                      </a:pathLst>
                    </a:custGeom>
                    <a:solidFill>
                      <a:srgbClr val="808080"/>
                    </a:solidFill>
                    <a:ln w="3175">
                      <a:solidFill>
                        <a:srgbClr val="000000"/>
                      </a:solidFill>
                      <a:prstDash val="solid"/>
                      <a:round/>
                      <a:headEnd/>
                      <a:tailEnd/>
                    </a:ln>
                  </p:spPr>
                  <p:txBody>
                    <a:bodyPr/>
                    <a:lstStyle/>
                    <a:p>
                      <a:endParaRPr lang="zh-CN" altLang="en-US" b="1">
                        <a:solidFill>
                          <a:srgbClr val="000099"/>
                        </a:solidFill>
                      </a:endParaRPr>
                    </a:p>
                  </p:txBody>
                </p:sp>
                <p:sp>
                  <p:nvSpPr>
                    <p:cNvPr id="245085" name="Freeform 64"/>
                    <p:cNvSpPr>
                      <a:spLocks/>
                    </p:cNvSpPr>
                    <p:nvPr/>
                  </p:nvSpPr>
                  <p:spPr bwMode="auto">
                    <a:xfrm>
                      <a:off x="462" y="1781"/>
                      <a:ext cx="98" cy="112"/>
                    </a:xfrm>
                    <a:custGeom>
                      <a:avLst/>
                      <a:gdLst>
                        <a:gd name="T0" fmla="*/ 0 w 493"/>
                        <a:gd name="T1" fmla="*/ 0 h 557"/>
                        <a:gd name="T2" fmla="*/ 0 w 493"/>
                        <a:gd name="T3" fmla="*/ 0 h 557"/>
                        <a:gd name="T4" fmla="*/ 0 w 493"/>
                        <a:gd name="T5" fmla="*/ 0 h 557"/>
                        <a:gd name="T6" fmla="*/ 0 w 493"/>
                        <a:gd name="T7" fmla="*/ 0 h 557"/>
                        <a:gd name="T8" fmla="*/ 0 w 493"/>
                        <a:gd name="T9" fmla="*/ 0 h 5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3" h="557">
                          <a:moveTo>
                            <a:pt x="493" y="25"/>
                          </a:moveTo>
                          <a:lnTo>
                            <a:pt x="423" y="557"/>
                          </a:lnTo>
                          <a:lnTo>
                            <a:pt x="0" y="494"/>
                          </a:lnTo>
                          <a:lnTo>
                            <a:pt x="73" y="0"/>
                          </a:lnTo>
                          <a:lnTo>
                            <a:pt x="493" y="25"/>
                          </a:lnTo>
                          <a:close/>
                        </a:path>
                      </a:pathLst>
                    </a:custGeom>
                    <a:solidFill>
                      <a:srgbClr val="00C0C0"/>
                    </a:solidFill>
                    <a:ln w="3175">
                      <a:solidFill>
                        <a:srgbClr val="000000"/>
                      </a:solidFill>
                      <a:prstDash val="solid"/>
                      <a:round/>
                      <a:headEnd/>
                      <a:tailEnd/>
                    </a:ln>
                  </p:spPr>
                  <p:txBody>
                    <a:bodyPr/>
                    <a:lstStyle/>
                    <a:p>
                      <a:endParaRPr lang="zh-CN" altLang="en-US" b="1">
                        <a:solidFill>
                          <a:srgbClr val="000099"/>
                        </a:solidFill>
                      </a:endParaRPr>
                    </a:p>
                  </p:txBody>
                </p:sp>
              </p:grpSp>
            </p:grpSp>
            <p:grpSp>
              <p:nvGrpSpPr>
                <p:cNvPr id="245072" name="Group 65"/>
                <p:cNvGrpSpPr>
                  <a:grpSpLocks/>
                </p:cNvGrpSpPr>
                <p:nvPr/>
              </p:nvGrpSpPr>
              <p:grpSpPr bwMode="auto">
                <a:xfrm>
                  <a:off x="424" y="1915"/>
                  <a:ext cx="97" cy="69"/>
                  <a:chOff x="424" y="1915"/>
                  <a:chExt cx="97" cy="69"/>
                </a:xfrm>
              </p:grpSpPr>
              <p:sp>
                <p:nvSpPr>
                  <p:cNvPr id="245073" name="Freeform 66"/>
                  <p:cNvSpPr>
                    <a:spLocks/>
                  </p:cNvSpPr>
                  <p:nvPr/>
                </p:nvSpPr>
                <p:spPr bwMode="auto">
                  <a:xfrm>
                    <a:off x="424" y="1915"/>
                    <a:ext cx="97" cy="69"/>
                  </a:xfrm>
                  <a:custGeom>
                    <a:avLst/>
                    <a:gdLst>
                      <a:gd name="T0" fmla="*/ 0 w 483"/>
                      <a:gd name="T1" fmla="*/ 0 h 346"/>
                      <a:gd name="T2" fmla="*/ 0 w 483"/>
                      <a:gd name="T3" fmla="*/ 0 h 346"/>
                      <a:gd name="T4" fmla="*/ 0 w 483"/>
                      <a:gd name="T5" fmla="*/ 0 h 346"/>
                      <a:gd name="T6" fmla="*/ 0 w 483"/>
                      <a:gd name="T7" fmla="*/ 0 h 346"/>
                      <a:gd name="T8" fmla="*/ 0 w 483"/>
                      <a:gd name="T9" fmla="*/ 0 h 34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83" h="346">
                        <a:moveTo>
                          <a:pt x="0" y="0"/>
                        </a:moveTo>
                        <a:lnTo>
                          <a:pt x="483" y="104"/>
                        </a:lnTo>
                        <a:lnTo>
                          <a:pt x="483" y="346"/>
                        </a:lnTo>
                        <a:lnTo>
                          <a:pt x="0" y="195"/>
                        </a:lnTo>
                        <a:lnTo>
                          <a:pt x="0" y="0"/>
                        </a:lnTo>
                        <a:close/>
                      </a:path>
                    </a:pathLst>
                  </a:custGeom>
                  <a:solidFill>
                    <a:srgbClr val="404040"/>
                  </a:solidFill>
                  <a:ln w="3175">
                    <a:solidFill>
                      <a:srgbClr val="000000"/>
                    </a:solidFill>
                    <a:prstDash val="solid"/>
                    <a:round/>
                    <a:headEnd/>
                    <a:tailEnd/>
                  </a:ln>
                </p:spPr>
                <p:txBody>
                  <a:bodyPr/>
                  <a:lstStyle/>
                  <a:p>
                    <a:endParaRPr lang="zh-CN" altLang="en-US" b="1">
                      <a:solidFill>
                        <a:srgbClr val="000099"/>
                      </a:solidFill>
                    </a:endParaRPr>
                  </a:p>
                </p:txBody>
              </p:sp>
              <p:sp>
                <p:nvSpPr>
                  <p:cNvPr id="245074" name="Line 67"/>
                  <p:cNvSpPr>
                    <a:spLocks noChangeShapeType="1"/>
                  </p:cNvSpPr>
                  <p:nvPr/>
                </p:nvSpPr>
                <p:spPr bwMode="auto">
                  <a:xfrm flipH="1" flipV="1">
                    <a:off x="433" y="1933"/>
                    <a:ext cx="26" cy="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5075" name="Line 68"/>
                  <p:cNvSpPr>
                    <a:spLocks noChangeShapeType="1"/>
                  </p:cNvSpPr>
                  <p:nvPr/>
                </p:nvSpPr>
                <p:spPr bwMode="auto">
                  <a:xfrm>
                    <a:off x="472" y="1941"/>
                    <a:ext cx="34" cy="7"/>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5076" name="Line 69"/>
                  <p:cNvSpPr>
                    <a:spLocks noChangeShapeType="1"/>
                  </p:cNvSpPr>
                  <p:nvPr/>
                </p:nvSpPr>
                <p:spPr bwMode="auto">
                  <a:xfrm>
                    <a:off x="465" y="1924"/>
                    <a:ext cx="1" cy="45"/>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5077" name="Line 70"/>
                  <p:cNvSpPr>
                    <a:spLocks noChangeShapeType="1"/>
                  </p:cNvSpPr>
                  <p:nvPr/>
                </p:nvSpPr>
                <p:spPr bwMode="auto">
                  <a:xfrm>
                    <a:off x="511" y="1934"/>
                    <a:ext cx="1" cy="49"/>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5078" name="Line 71"/>
                  <p:cNvSpPr>
                    <a:spLocks noChangeShapeType="1"/>
                  </p:cNvSpPr>
                  <p:nvPr/>
                </p:nvSpPr>
                <p:spPr bwMode="auto">
                  <a:xfrm>
                    <a:off x="425" y="1933"/>
                    <a:ext cx="88" cy="22"/>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5079" name="Line 72"/>
                  <p:cNvSpPr>
                    <a:spLocks noChangeShapeType="1"/>
                  </p:cNvSpPr>
                  <p:nvPr/>
                </p:nvSpPr>
                <p:spPr bwMode="auto">
                  <a:xfrm flipH="1" flipV="1">
                    <a:off x="424" y="1926"/>
                    <a:ext cx="89" cy="2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grpSp>
            <p:nvGrpSpPr>
              <p:cNvPr id="245039" name="Group 73"/>
              <p:cNvGrpSpPr>
                <a:grpSpLocks/>
              </p:cNvGrpSpPr>
              <p:nvPr/>
            </p:nvGrpSpPr>
            <p:grpSpPr bwMode="auto">
              <a:xfrm>
                <a:off x="325" y="1917"/>
                <a:ext cx="231" cy="118"/>
                <a:chOff x="325" y="1917"/>
                <a:chExt cx="231" cy="118"/>
              </a:xfrm>
            </p:grpSpPr>
            <p:grpSp>
              <p:nvGrpSpPr>
                <p:cNvPr id="245040" name="Group 74"/>
                <p:cNvGrpSpPr>
                  <a:grpSpLocks/>
                </p:cNvGrpSpPr>
                <p:nvPr/>
              </p:nvGrpSpPr>
              <p:grpSpPr bwMode="auto">
                <a:xfrm>
                  <a:off x="504" y="1981"/>
                  <a:ext cx="37" cy="28"/>
                  <a:chOff x="504" y="1981"/>
                  <a:chExt cx="37" cy="28"/>
                </a:xfrm>
              </p:grpSpPr>
              <p:sp>
                <p:nvSpPr>
                  <p:cNvPr id="245069" name="Freeform 75"/>
                  <p:cNvSpPr>
                    <a:spLocks/>
                  </p:cNvSpPr>
                  <p:nvPr/>
                </p:nvSpPr>
                <p:spPr bwMode="auto">
                  <a:xfrm>
                    <a:off x="531" y="1981"/>
                    <a:ext cx="10" cy="28"/>
                  </a:xfrm>
                  <a:custGeom>
                    <a:avLst/>
                    <a:gdLst>
                      <a:gd name="T0" fmla="*/ 0 w 53"/>
                      <a:gd name="T1" fmla="*/ 0 h 140"/>
                      <a:gd name="T2" fmla="*/ 0 w 53"/>
                      <a:gd name="T3" fmla="*/ 0 h 140"/>
                      <a:gd name="T4" fmla="*/ 0 w 53"/>
                      <a:gd name="T5" fmla="*/ 0 h 140"/>
                      <a:gd name="T6" fmla="*/ 0 w 53"/>
                      <a:gd name="T7" fmla="*/ 0 h 140"/>
                      <a:gd name="T8" fmla="*/ 0 w 53"/>
                      <a:gd name="T9" fmla="*/ 0 h 1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40">
                        <a:moveTo>
                          <a:pt x="37" y="0"/>
                        </a:moveTo>
                        <a:lnTo>
                          <a:pt x="53" y="131"/>
                        </a:lnTo>
                        <a:lnTo>
                          <a:pt x="14" y="140"/>
                        </a:lnTo>
                        <a:lnTo>
                          <a:pt x="0" y="6"/>
                        </a:lnTo>
                        <a:lnTo>
                          <a:pt x="37" y="0"/>
                        </a:lnTo>
                        <a:close/>
                      </a:path>
                    </a:pathLst>
                  </a:custGeom>
                  <a:solidFill>
                    <a:srgbClr val="606060"/>
                  </a:solidFill>
                  <a:ln w="3175">
                    <a:solidFill>
                      <a:srgbClr val="000000"/>
                    </a:solidFill>
                    <a:prstDash val="solid"/>
                    <a:round/>
                    <a:headEnd/>
                    <a:tailEnd/>
                  </a:ln>
                </p:spPr>
                <p:txBody>
                  <a:bodyPr/>
                  <a:lstStyle/>
                  <a:p>
                    <a:endParaRPr lang="zh-CN" altLang="en-US" b="1">
                      <a:solidFill>
                        <a:srgbClr val="000099"/>
                      </a:solidFill>
                    </a:endParaRPr>
                  </a:p>
                </p:txBody>
              </p:sp>
              <p:sp>
                <p:nvSpPr>
                  <p:cNvPr id="245070" name="Freeform 76"/>
                  <p:cNvSpPr>
                    <a:spLocks/>
                  </p:cNvSpPr>
                  <p:nvPr/>
                </p:nvSpPr>
                <p:spPr bwMode="auto">
                  <a:xfrm>
                    <a:off x="504" y="1985"/>
                    <a:ext cx="29" cy="24"/>
                  </a:xfrm>
                  <a:custGeom>
                    <a:avLst/>
                    <a:gdLst>
                      <a:gd name="T0" fmla="*/ 0 w 148"/>
                      <a:gd name="T1" fmla="*/ 0 h 122"/>
                      <a:gd name="T2" fmla="*/ 0 w 148"/>
                      <a:gd name="T3" fmla="*/ 0 h 122"/>
                      <a:gd name="T4" fmla="*/ 0 w 148"/>
                      <a:gd name="T5" fmla="*/ 0 h 122"/>
                      <a:gd name="T6" fmla="*/ 0 w 148"/>
                      <a:gd name="T7" fmla="*/ 0 h 122"/>
                      <a:gd name="T8" fmla="*/ 0 w 148"/>
                      <a:gd name="T9" fmla="*/ 0 h 122"/>
                      <a:gd name="T10" fmla="*/ 0 w 148"/>
                      <a:gd name="T11" fmla="*/ 0 h 122"/>
                      <a:gd name="T12" fmla="*/ 0 w 148"/>
                      <a:gd name="T13" fmla="*/ 0 h 12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48" h="122">
                        <a:moveTo>
                          <a:pt x="136" y="5"/>
                        </a:moveTo>
                        <a:lnTo>
                          <a:pt x="148" y="122"/>
                        </a:lnTo>
                        <a:lnTo>
                          <a:pt x="0" y="61"/>
                        </a:lnTo>
                        <a:lnTo>
                          <a:pt x="58" y="43"/>
                        </a:lnTo>
                        <a:lnTo>
                          <a:pt x="111" y="70"/>
                        </a:lnTo>
                        <a:lnTo>
                          <a:pt x="94" y="0"/>
                        </a:lnTo>
                        <a:lnTo>
                          <a:pt x="136" y="5"/>
                        </a:lnTo>
                        <a:close/>
                      </a:path>
                    </a:pathLst>
                  </a:custGeom>
                  <a:solidFill>
                    <a:srgbClr val="404040"/>
                  </a:solidFill>
                  <a:ln w="3175">
                    <a:solidFill>
                      <a:srgbClr val="000000"/>
                    </a:solidFill>
                    <a:prstDash val="solid"/>
                    <a:round/>
                    <a:headEnd/>
                    <a:tailEnd/>
                  </a:ln>
                </p:spPr>
                <p:txBody>
                  <a:bodyPr/>
                  <a:lstStyle/>
                  <a:p>
                    <a:endParaRPr lang="zh-CN" altLang="en-US" b="1">
                      <a:solidFill>
                        <a:srgbClr val="000099"/>
                      </a:solidFill>
                    </a:endParaRPr>
                  </a:p>
                </p:txBody>
              </p:sp>
            </p:grpSp>
            <p:grpSp>
              <p:nvGrpSpPr>
                <p:cNvPr id="245041" name="Group 77"/>
                <p:cNvGrpSpPr>
                  <a:grpSpLocks/>
                </p:cNvGrpSpPr>
                <p:nvPr/>
              </p:nvGrpSpPr>
              <p:grpSpPr bwMode="auto">
                <a:xfrm>
                  <a:off x="325" y="1917"/>
                  <a:ext cx="231" cy="118"/>
                  <a:chOff x="325" y="1917"/>
                  <a:chExt cx="231" cy="118"/>
                </a:xfrm>
              </p:grpSpPr>
              <p:sp>
                <p:nvSpPr>
                  <p:cNvPr id="245042" name="Freeform 78"/>
                  <p:cNvSpPr>
                    <a:spLocks/>
                  </p:cNvSpPr>
                  <p:nvPr/>
                </p:nvSpPr>
                <p:spPr bwMode="auto">
                  <a:xfrm>
                    <a:off x="326" y="1917"/>
                    <a:ext cx="226" cy="105"/>
                  </a:xfrm>
                  <a:custGeom>
                    <a:avLst/>
                    <a:gdLst>
                      <a:gd name="T0" fmla="*/ 0 w 1132"/>
                      <a:gd name="T1" fmla="*/ 0 h 525"/>
                      <a:gd name="T2" fmla="*/ 0 w 1132"/>
                      <a:gd name="T3" fmla="*/ 0 h 525"/>
                      <a:gd name="T4" fmla="*/ 0 w 1132"/>
                      <a:gd name="T5" fmla="*/ 0 h 525"/>
                      <a:gd name="T6" fmla="*/ 0 w 1132"/>
                      <a:gd name="T7" fmla="*/ 0 h 525"/>
                      <a:gd name="T8" fmla="*/ 0 w 1132"/>
                      <a:gd name="T9" fmla="*/ 0 h 5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32" h="525">
                        <a:moveTo>
                          <a:pt x="1132" y="223"/>
                        </a:moveTo>
                        <a:lnTo>
                          <a:pt x="589" y="525"/>
                        </a:lnTo>
                        <a:lnTo>
                          <a:pt x="0" y="230"/>
                        </a:lnTo>
                        <a:lnTo>
                          <a:pt x="452" y="0"/>
                        </a:lnTo>
                        <a:lnTo>
                          <a:pt x="1132" y="223"/>
                        </a:lnTo>
                        <a:close/>
                      </a:path>
                    </a:pathLst>
                  </a:custGeom>
                  <a:solidFill>
                    <a:srgbClr val="808080"/>
                  </a:solidFill>
                  <a:ln w="3175">
                    <a:solidFill>
                      <a:srgbClr val="000000"/>
                    </a:solidFill>
                    <a:prstDash val="solid"/>
                    <a:round/>
                    <a:headEnd/>
                    <a:tailEnd/>
                  </a:ln>
                </p:spPr>
                <p:txBody>
                  <a:bodyPr/>
                  <a:lstStyle/>
                  <a:p>
                    <a:endParaRPr lang="zh-CN" altLang="en-US" b="1">
                      <a:solidFill>
                        <a:srgbClr val="000099"/>
                      </a:solidFill>
                    </a:endParaRPr>
                  </a:p>
                </p:txBody>
              </p:sp>
              <p:sp>
                <p:nvSpPr>
                  <p:cNvPr id="245043" name="Freeform 79"/>
                  <p:cNvSpPr>
                    <a:spLocks/>
                  </p:cNvSpPr>
                  <p:nvPr/>
                </p:nvSpPr>
                <p:spPr bwMode="auto">
                  <a:xfrm>
                    <a:off x="443" y="1961"/>
                    <a:ext cx="113" cy="74"/>
                  </a:xfrm>
                  <a:custGeom>
                    <a:avLst/>
                    <a:gdLst>
                      <a:gd name="T0" fmla="*/ 0 w 566"/>
                      <a:gd name="T1" fmla="*/ 0 h 371"/>
                      <a:gd name="T2" fmla="*/ 0 w 566"/>
                      <a:gd name="T3" fmla="*/ 0 h 371"/>
                      <a:gd name="T4" fmla="*/ 0 w 566"/>
                      <a:gd name="T5" fmla="*/ 0 h 371"/>
                      <a:gd name="T6" fmla="*/ 0 w 566"/>
                      <a:gd name="T7" fmla="*/ 0 h 371"/>
                      <a:gd name="T8" fmla="*/ 0 w 566"/>
                      <a:gd name="T9" fmla="*/ 0 h 37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66" h="371">
                        <a:moveTo>
                          <a:pt x="547" y="0"/>
                        </a:moveTo>
                        <a:lnTo>
                          <a:pt x="0" y="307"/>
                        </a:lnTo>
                        <a:lnTo>
                          <a:pt x="16" y="371"/>
                        </a:lnTo>
                        <a:lnTo>
                          <a:pt x="566" y="60"/>
                        </a:lnTo>
                        <a:lnTo>
                          <a:pt x="547" y="0"/>
                        </a:lnTo>
                        <a:close/>
                      </a:path>
                    </a:pathLst>
                  </a:custGeom>
                  <a:solidFill>
                    <a:srgbClr val="606060"/>
                  </a:solidFill>
                  <a:ln w="3175">
                    <a:solidFill>
                      <a:srgbClr val="000000"/>
                    </a:solidFill>
                    <a:prstDash val="solid"/>
                    <a:round/>
                    <a:headEnd/>
                    <a:tailEnd/>
                  </a:ln>
                </p:spPr>
                <p:txBody>
                  <a:bodyPr/>
                  <a:lstStyle/>
                  <a:p>
                    <a:endParaRPr lang="zh-CN" altLang="en-US" b="1">
                      <a:solidFill>
                        <a:srgbClr val="000099"/>
                      </a:solidFill>
                    </a:endParaRPr>
                  </a:p>
                </p:txBody>
              </p:sp>
              <p:sp>
                <p:nvSpPr>
                  <p:cNvPr id="245044" name="Freeform 80"/>
                  <p:cNvSpPr>
                    <a:spLocks/>
                  </p:cNvSpPr>
                  <p:nvPr/>
                </p:nvSpPr>
                <p:spPr bwMode="auto">
                  <a:xfrm>
                    <a:off x="325" y="1963"/>
                    <a:ext cx="121" cy="72"/>
                  </a:xfrm>
                  <a:custGeom>
                    <a:avLst/>
                    <a:gdLst>
                      <a:gd name="T0" fmla="*/ 0 w 605"/>
                      <a:gd name="T1" fmla="*/ 0 h 363"/>
                      <a:gd name="T2" fmla="*/ 0 w 605"/>
                      <a:gd name="T3" fmla="*/ 0 h 363"/>
                      <a:gd name="T4" fmla="*/ 0 w 605"/>
                      <a:gd name="T5" fmla="*/ 0 h 363"/>
                      <a:gd name="T6" fmla="*/ 0 w 605"/>
                      <a:gd name="T7" fmla="*/ 0 h 363"/>
                      <a:gd name="T8" fmla="*/ 0 w 605"/>
                      <a:gd name="T9" fmla="*/ 0 h 3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5" h="363">
                        <a:moveTo>
                          <a:pt x="605" y="363"/>
                        </a:moveTo>
                        <a:lnTo>
                          <a:pt x="587" y="295"/>
                        </a:lnTo>
                        <a:lnTo>
                          <a:pt x="0" y="0"/>
                        </a:lnTo>
                        <a:lnTo>
                          <a:pt x="21" y="53"/>
                        </a:lnTo>
                        <a:lnTo>
                          <a:pt x="605" y="363"/>
                        </a:lnTo>
                        <a:close/>
                      </a:path>
                    </a:pathLst>
                  </a:custGeom>
                  <a:solidFill>
                    <a:srgbClr val="404040"/>
                  </a:solidFill>
                  <a:ln w="3175">
                    <a:solidFill>
                      <a:srgbClr val="000000"/>
                    </a:solidFill>
                    <a:prstDash val="solid"/>
                    <a:round/>
                    <a:headEnd/>
                    <a:tailEnd/>
                  </a:ln>
                </p:spPr>
                <p:txBody>
                  <a:bodyPr/>
                  <a:lstStyle/>
                  <a:p>
                    <a:endParaRPr lang="zh-CN" altLang="en-US" b="1">
                      <a:solidFill>
                        <a:srgbClr val="000099"/>
                      </a:solidFill>
                    </a:endParaRPr>
                  </a:p>
                </p:txBody>
              </p:sp>
              <p:sp>
                <p:nvSpPr>
                  <p:cNvPr id="245045" name="Freeform 81"/>
                  <p:cNvSpPr>
                    <a:spLocks/>
                  </p:cNvSpPr>
                  <p:nvPr/>
                </p:nvSpPr>
                <p:spPr bwMode="auto">
                  <a:xfrm>
                    <a:off x="417" y="1966"/>
                    <a:ext cx="90" cy="46"/>
                  </a:xfrm>
                  <a:custGeom>
                    <a:avLst/>
                    <a:gdLst>
                      <a:gd name="T0" fmla="*/ 0 w 454"/>
                      <a:gd name="T1" fmla="*/ 0 h 230"/>
                      <a:gd name="T2" fmla="*/ 0 w 454"/>
                      <a:gd name="T3" fmla="*/ 0 h 230"/>
                      <a:gd name="T4" fmla="*/ 0 w 454"/>
                      <a:gd name="T5" fmla="*/ 0 h 230"/>
                      <a:gd name="T6" fmla="*/ 0 w 454"/>
                      <a:gd name="T7" fmla="*/ 0 h 230"/>
                      <a:gd name="T8" fmla="*/ 0 w 454"/>
                      <a:gd name="T9" fmla="*/ 0 h 2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54" h="230">
                        <a:moveTo>
                          <a:pt x="454" y="59"/>
                        </a:moveTo>
                        <a:lnTo>
                          <a:pt x="297" y="0"/>
                        </a:lnTo>
                        <a:lnTo>
                          <a:pt x="0" y="161"/>
                        </a:lnTo>
                        <a:lnTo>
                          <a:pt x="151" y="230"/>
                        </a:lnTo>
                        <a:lnTo>
                          <a:pt x="454" y="5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5046" name="Freeform 82"/>
                  <p:cNvSpPr>
                    <a:spLocks/>
                  </p:cNvSpPr>
                  <p:nvPr/>
                </p:nvSpPr>
                <p:spPr bwMode="auto">
                  <a:xfrm>
                    <a:off x="336" y="1934"/>
                    <a:ext cx="134" cy="61"/>
                  </a:xfrm>
                  <a:custGeom>
                    <a:avLst/>
                    <a:gdLst>
                      <a:gd name="T0" fmla="*/ 0 w 669"/>
                      <a:gd name="T1" fmla="*/ 0 h 309"/>
                      <a:gd name="T2" fmla="*/ 0 w 669"/>
                      <a:gd name="T3" fmla="*/ 0 h 309"/>
                      <a:gd name="T4" fmla="*/ 0 w 669"/>
                      <a:gd name="T5" fmla="*/ 0 h 309"/>
                      <a:gd name="T6" fmla="*/ 0 w 669"/>
                      <a:gd name="T7" fmla="*/ 0 h 309"/>
                      <a:gd name="T8" fmla="*/ 0 w 669"/>
                      <a:gd name="T9" fmla="*/ 0 h 30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9" h="309">
                        <a:moveTo>
                          <a:pt x="669" y="150"/>
                        </a:moveTo>
                        <a:lnTo>
                          <a:pt x="377" y="309"/>
                        </a:lnTo>
                        <a:lnTo>
                          <a:pt x="0" y="132"/>
                        </a:lnTo>
                        <a:lnTo>
                          <a:pt x="273" y="0"/>
                        </a:lnTo>
                        <a:lnTo>
                          <a:pt x="669" y="15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5047" name="Freeform 83"/>
                  <p:cNvSpPr>
                    <a:spLocks/>
                  </p:cNvSpPr>
                  <p:nvPr/>
                </p:nvSpPr>
                <p:spPr bwMode="auto">
                  <a:xfrm>
                    <a:off x="393" y="1920"/>
                    <a:ext cx="148" cy="57"/>
                  </a:xfrm>
                  <a:custGeom>
                    <a:avLst/>
                    <a:gdLst>
                      <a:gd name="T0" fmla="*/ 0 w 738"/>
                      <a:gd name="T1" fmla="*/ 0 h 283"/>
                      <a:gd name="T2" fmla="*/ 0 w 738"/>
                      <a:gd name="T3" fmla="*/ 0 h 283"/>
                      <a:gd name="T4" fmla="*/ 0 w 738"/>
                      <a:gd name="T5" fmla="*/ 0 h 283"/>
                      <a:gd name="T6" fmla="*/ 0 w 738"/>
                      <a:gd name="T7" fmla="*/ 0 h 283"/>
                      <a:gd name="T8" fmla="*/ 0 w 738"/>
                      <a:gd name="T9" fmla="*/ 0 h 28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38" h="283">
                        <a:moveTo>
                          <a:pt x="584" y="283"/>
                        </a:moveTo>
                        <a:lnTo>
                          <a:pt x="738" y="205"/>
                        </a:lnTo>
                        <a:lnTo>
                          <a:pt x="118" y="0"/>
                        </a:lnTo>
                        <a:lnTo>
                          <a:pt x="0" y="60"/>
                        </a:lnTo>
                        <a:lnTo>
                          <a:pt x="584" y="283"/>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5048" name="Line 84"/>
                  <p:cNvSpPr>
                    <a:spLocks noChangeShapeType="1"/>
                  </p:cNvSpPr>
                  <p:nvPr/>
                </p:nvSpPr>
                <p:spPr bwMode="auto">
                  <a:xfrm flipH="1" flipV="1">
                    <a:off x="411" y="1923"/>
                    <a:ext cx="128" cy="44"/>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5049" name="Line 85"/>
                  <p:cNvSpPr>
                    <a:spLocks noChangeShapeType="1"/>
                  </p:cNvSpPr>
                  <p:nvPr/>
                </p:nvSpPr>
                <p:spPr bwMode="auto">
                  <a:xfrm flipH="1" flipV="1">
                    <a:off x="404" y="1925"/>
                    <a:ext cx="124" cy="45"/>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5050" name="Line 86"/>
                  <p:cNvSpPr>
                    <a:spLocks noChangeShapeType="1"/>
                  </p:cNvSpPr>
                  <p:nvPr/>
                </p:nvSpPr>
                <p:spPr bwMode="auto">
                  <a:xfrm flipH="1" flipV="1">
                    <a:off x="399" y="1930"/>
                    <a:ext cx="121" cy="46"/>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5051" name="Line 87"/>
                  <p:cNvSpPr>
                    <a:spLocks noChangeShapeType="1"/>
                  </p:cNvSpPr>
                  <p:nvPr/>
                </p:nvSpPr>
                <p:spPr bwMode="auto">
                  <a:xfrm flipH="1" flipV="1">
                    <a:off x="384" y="1937"/>
                    <a:ext cx="119" cy="48"/>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5052" name="Line 88"/>
                  <p:cNvSpPr>
                    <a:spLocks noChangeShapeType="1"/>
                  </p:cNvSpPr>
                  <p:nvPr/>
                </p:nvSpPr>
                <p:spPr bwMode="auto">
                  <a:xfrm flipH="1" flipV="1">
                    <a:off x="375" y="1942"/>
                    <a:ext cx="118" cy="48"/>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5053" name="Line 89"/>
                  <p:cNvSpPr>
                    <a:spLocks noChangeShapeType="1"/>
                  </p:cNvSpPr>
                  <p:nvPr/>
                </p:nvSpPr>
                <p:spPr bwMode="auto">
                  <a:xfrm flipH="1" flipV="1">
                    <a:off x="365" y="1946"/>
                    <a:ext cx="119" cy="51"/>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5054" name="Line 90"/>
                  <p:cNvSpPr>
                    <a:spLocks noChangeShapeType="1"/>
                  </p:cNvSpPr>
                  <p:nvPr/>
                </p:nvSpPr>
                <p:spPr bwMode="auto">
                  <a:xfrm flipH="1" flipV="1">
                    <a:off x="358" y="1951"/>
                    <a:ext cx="114" cy="50"/>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5055" name="Line 91"/>
                  <p:cNvSpPr>
                    <a:spLocks noChangeShapeType="1"/>
                  </p:cNvSpPr>
                  <p:nvPr/>
                </p:nvSpPr>
                <p:spPr bwMode="auto">
                  <a:xfrm flipH="1" flipV="1">
                    <a:off x="347" y="1956"/>
                    <a:ext cx="114" cy="51"/>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5056" name="Line 92"/>
                  <p:cNvSpPr>
                    <a:spLocks noChangeShapeType="1"/>
                  </p:cNvSpPr>
                  <p:nvPr/>
                </p:nvSpPr>
                <p:spPr bwMode="auto">
                  <a:xfrm flipH="1">
                    <a:off x="437" y="1974"/>
                    <a:ext cx="61" cy="34"/>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5057" name="Line 93"/>
                  <p:cNvSpPr>
                    <a:spLocks noChangeShapeType="1"/>
                  </p:cNvSpPr>
                  <p:nvPr/>
                </p:nvSpPr>
                <p:spPr bwMode="auto">
                  <a:xfrm flipH="1">
                    <a:off x="426" y="1970"/>
                    <a:ext cx="58" cy="32"/>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5058" name="Line 94"/>
                  <p:cNvSpPr>
                    <a:spLocks noChangeShapeType="1"/>
                  </p:cNvSpPr>
                  <p:nvPr/>
                </p:nvSpPr>
                <p:spPr bwMode="auto">
                  <a:xfrm flipH="1">
                    <a:off x="401" y="1959"/>
                    <a:ext cx="58" cy="31"/>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5059" name="Line 95"/>
                  <p:cNvSpPr>
                    <a:spLocks noChangeShapeType="1"/>
                  </p:cNvSpPr>
                  <p:nvPr/>
                </p:nvSpPr>
                <p:spPr bwMode="auto">
                  <a:xfrm flipH="1">
                    <a:off x="387" y="1954"/>
                    <a:ext cx="58" cy="31"/>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5060" name="Line 96"/>
                  <p:cNvSpPr>
                    <a:spLocks noChangeShapeType="1"/>
                  </p:cNvSpPr>
                  <p:nvPr/>
                </p:nvSpPr>
                <p:spPr bwMode="auto">
                  <a:xfrm flipH="1">
                    <a:off x="375" y="1949"/>
                    <a:ext cx="56" cy="31"/>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5061" name="Line 97"/>
                  <p:cNvSpPr>
                    <a:spLocks noChangeShapeType="1"/>
                  </p:cNvSpPr>
                  <p:nvPr/>
                </p:nvSpPr>
                <p:spPr bwMode="auto">
                  <a:xfrm flipH="1">
                    <a:off x="364" y="1944"/>
                    <a:ext cx="53" cy="28"/>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5062" name="Line 98"/>
                  <p:cNvSpPr>
                    <a:spLocks noChangeShapeType="1"/>
                  </p:cNvSpPr>
                  <p:nvPr/>
                </p:nvSpPr>
                <p:spPr bwMode="auto">
                  <a:xfrm flipH="1">
                    <a:off x="352" y="1939"/>
                    <a:ext cx="55" cy="28"/>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5063" name="Line 99"/>
                  <p:cNvSpPr>
                    <a:spLocks noChangeShapeType="1"/>
                  </p:cNvSpPr>
                  <p:nvPr/>
                </p:nvSpPr>
                <p:spPr bwMode="auto">
                  <a:xfrm flipH="1">
                    <a:off x="494" y="1955"/>
                    <a:ext cx="28" cy="14"/>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5064" name="Line 100"/>
                  <p:cNvSpPr>
                    <a:spLocks noChangeShapeType="1"/>
                  </p:cNvSpPr>
                  <p:nvPr/>
                </p:nvSpPr>
                <p:spPr bwMode="auto">
                  <a:xfrm flipH="1">
                    <a:off x="477" y="1949"/>
                    <a:ext cx="26" cy="14"/>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5065" name="Line 101"/>
                  <p:cNvSpPr>
                    <a:spLocks noChangeShapeType="1"/>
                  </p:cNvSpPr>
                  <p:nvPr/>
                </p:nvSpPr>
                <p:spPr bwMode="auto">
                  <a:xfrm flipH="1">
                    <a:off x="460" y="1943"/>
                    <a:ext cx="28" cy="14"/>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5066" name="Line 102"/>
                  <p:cNvSpPr>
                    <a:spLocks noChangeShapeType="1"/>
                  </p:cNvSpPr>
                  <p:nvPr/>
                </p:nvSpPr>
                <p:spPr bwMode="auto">
                  <a:xfrm flipH="1">
                    <a:off x="443" y="1937"/>
                    <a:ext cx="27" cy="13"/>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5067" name="Line 103"/>
                  <p:cNvSpPr>
                    <a:spLocks noChangeShapeType="1"/>
                  </p:cNvSpPr>
                  <p:nvPr/>
                </p:nvSpPr>
                <p:spPr bwMode="auto">
                  <a:xfrm flipH="1">
                    <a:off x="427" y="1931"/>
                    <a:ext cx="26" cy="14"/>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5068" name="Line 104"/>
                  <p:cNvSpPr>
                    <a:spLocks noChangeShapeType="1"/>
                  </p:cNvSpPr>
                  <p:nvPr/>
                </p:nvSpPr>
                <p:spPr bwMode="auto">
                  <a:xfrm flipH="1">
                    <a:off x="408" y="1925"/>
                    <a:ext cx="24" cy="13"/>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grpSp>
      </p:grpSp>
      <p:grpSp>
        <p:nvGrpSpPr>
          <p:cNvPr id="244752" name="Group 105"/>
          <p:cNvGrpSpPr>
            <a:grpSpLocks/>
          </p:cNvGrpSpPr>
          <p:nvPr/>
        </p:nvGrpSpPr>
        <p:grpSpPr bwMode="auto">
          <a:xfrm>
            <a:off x="599495" y="4733925"/>
            <a:ext cx="94588" cy="171450"/>
            <a:chOff x="287" y="1872"/>
            <a:chExt cx="55" cy="108"/>
          </a:xfrm>
        </p:grpSpPr>
        <p:sp>
          <p:nvSpPr>
            <p:cNvPr id="245034" name="Freeform 106"/>
            <p:cNvSpPr>
              <a:spLocks/>
            </p:cNvSpPr>
            <p:nvPr/>
          </p:nvSpPr>
          <p:spPr bwMode="auto">
            <a:xfrm>
              <a:off x="287" y="1872"/>
              <a:ext cx="55" cy="108"/>
            </a:xfrm>
            <a:custGeom>
              <a:avLst/>
              <a:gdLst>
                <a:gd name="T0" fmla="*/ 0 w 276"/>
                <a:gd name="T1" fmla="*/ 0 h 540"/>
                <a:gd name="T2" fmla="*/ 0 w 276"/>
                <a:gd name="T3" fmla="*/ 0 h 540"/>
                <a:gd name="T4" fmla="*/ 0 w 276"/>
                <a:gd name="T5" fmla="*/ 0 h 540"/>
                <a:gd name="T6" fmla="*/ 0 w 276"/>
                <a:gd name="T7" fmla="*/ 0 h 540"/>
                <a:gd name="T8" fmla="*/ 0 w 276"/>
                <a:gd name="T9" fmla="*/ 0 h 540"/>
                <a:gd name="T10" fmla="*/ 0 w 276"/>
                <a:gd name="T11" fmla="*/ 0 h 540"/>
                <a:gd name="T12" fmla="*/ 0 w 276"/>
                <a:gd name="T13" fmla="*/ 0 h 540"/>
                <a:gd name="T14" fmla="*/ 0 w 276"/>
                <a:gd name="T15" fmla="*/ 0 h 540"/>
                <a:gd name="T16" fmla="*/ 0 w 276"/>
                <a:gd name="T17" fmla="*/ 0 h 540"/>
                <a:gd name="T18" fmla="*/ 0 w 276"/>
                <a:gd name="T19" fmla="*/ 0 h 540"/>
                <a:gd name="T20" fmla="*/ 0 w 276"/>
                <a:gd name="T21" fmla="*/ 0 h 540"/>
                <a:gd name="T22" fmla="*/ 0 w 276"/>
                <a:gd name="T23" fmla="*/ 0 h 54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76" h="540">
                  <a:moveTo>
                    <a:pt x="0" y="192"/>
                  </a:moveTo>
                  <a:lnTo>
                    <a:pt x="53" y="121"/>
                  </a:lnTo>
                  <a:lnTo>
                    <a:pt x="104" y="84"/>
                  </a:lnTo>
                  <a:lnTo>
                    <a:pt x="125" y="30"/>
                  </a:lnTo>
                  <a:lnTo>
                    <a:pt x="137" y="6"/>
                  </a:lnTo>
                  <a:lnTo>
                    <a:pt x="195" y="0"/>
                  </a:lnTo>
                  <a:lnTo>
                    <a:pt x="276" y="45"/>
                  </a:lnTo>
                  <a:lnTo>
                    <a:pt x="255" y="143"/>
                  </a:lnTo>
                  <a:lnTo>
                    <a:pt x="232" y="198"/>
                  </a:lnTo>
                  <a:lnTo>
                    <a:pt x="179" y="365"/>
                  </a:lnTo>
                  <a:lnTo>
                    <a:pt x="92" y="540"/>
                  </a:lnTo>
                  <a:lnTo>
                    <a:pt x="0" y="192"/>
                  </a:lnTo>
                  <a:close/>
                </a:path>
              </a:pathLst>
            </a:custGeom>
            <a:solidFill>
              <a:srgbClr val="C0C0C0"/>
            </a:solidFill>
            <a:ln w="3175">
              <a:solidFill>
                <a:srgbClr val="000000"/>
              </a:solidFill>
              <a:prstDash val="solid"/>
              <a:round/>
              <a:headEnd/>
              <a:tailEnd/>
            </a:ln>
          </p:spPr>
          <p:txBody>
            <a:bodyPr/>
            <a:lstStyle/>
            <a:p>
              <a:endParaRPr lang="zh-CN" altLang="en-US" b="1">
                <a:solidFill>
                  <a:srgbClr val="000099"/>
                </a:solidFill>
              </a:endParaRPr>
            </a:p>
          </p:txBody>
        </p:sp>
        <p:sp>
          <p:nvSpPr>
            <p:cNvPr id="245035" name="Freeform 107"/>
            <p:cNvSpPr>
              <a:spLocks/>
            </p:cNvSpPr>
            <p:nvPr/>
          </p:nvSpPr>
          <p:spPr bwMode="auto">
            <a:xfrm>
              <a:off x="296" y="1880"/>
              <a:ext cx="43" cy="77"/>
            </a:xfrm>
            <a:custGeom>
              <a:avLst/>
              <a:gdLst>
                <a:gd name="T0" fmla="*/ 0 w 216"/>
                <a:gd name="T1" fmla="*/ 0 h 385"/>
                <a:gd name="T2" fmla="*/ 0 w 216"/>
                <a:gd name="T3" fmla="*/ 0 h 385"/>
                <a:gd name="T4" fmla="*/ 0 w 216"/>
                <a:gd name="T5" fmla="*/ 0 h 385"/>
                <a:gd name="T6" fmla="*/ 0 w 216"/>
                <a:gd name="T7" fmla="*/ 0 h 385"/>
                <a:gd name="T8" fmla="*/ 0 w 216"/>
                <a:gd name="T9" fmla="*/ 0 h 385"/>
                <a:gd name="T10" fmla="*/ 0 w 216"/>
                <a:gd name="T11" fmla="*/ 0 h 385"/>
                <a:gd name="T12" fmla="*/ 0 w 216"/>
                <a:gd name="T13" fmla="*/ 0 h 385"/>
                <a:gd name="T14" fmla="*/ 0 w 216"/>
                <a:gd name="T15" fmla="*/ 0 h 385"/>
                <a:gd name="T16" fmla="*/ 0 w 216"/>
                <a:gd name="T17" fmla="*/ 0 h 385"/>
                <a:gd name="T18" fmla="*/ 0 w 216"/>
                <a:gd name="T19" fmla="*/ 0 h 385"/>
                <a:gd name="T20" fmla="*/ 0 w 216"/>
                <a:gd name="T21" fmla="*/ 0 h 385"/>
                <a:gd name="T22" fmla="*/ 0 w 216"/>
                <a:gd name="T23" fmla="*/ 0 h 385"/>
                <a:gd name="T24" fmla="*/ 0 w 216"/>
                <a:gd name="T25" fmla="*/ 0 h 385"/>
                <a:gd name="T26" fmla="*/ 0 w 216"/>
                <a:gd name="T27" fmla="*/ 0 h 385"/>
                <a:gd name="T28" fmla="*/ 0 w 216"/>
                <a:gd name="T29" fmla="*/ 0 h 385"/>
                <a:gd name="T30" fmla="*/ 0 w 216"/>
                <a:gd name="T31" fmla="*/ 0 h 385"/>
                <a:gd name="T32" fmla="*/ 0 w 216"/>
                <a:gd name="T33" fmla="*/ 0 h 385"/>
                <a:gd name="T34" fmla="*/ 0 w 216"/>
                <a:gd name="T35" fmla="*/ 0 h 385"/>
                <a:gd name="T36" fmla="*/ 0 w 216"/>
                <a:gd name="T37" fmla="*/ 0 h 385"/>
                <a:gd name="T38" fmla="*/ 0 w 216"/>
                <a:gd name="T39" fmla="*/ 0 h 385"/>
                <a:gd name="T40" fmla="*/ 0 w 216"/>
                <a:gd name="T41" fmla="*/ 0 h 385"/>
                <a:gd name="T42" fmla="*/ 0 w 216"/>
                <a:gd name="T43" fmla="*/ 0 h 385"/>
                <a:gd name="T44" fmla="*/ 0 w 216"/>
                <a:gd name="T45" fmla="*/ 0 h 385"/>
                <a:gd name="T46" fmla="*/ 0 w 216"/>
                <a:gd name="T47" fmla="*/ 0 h 385"/>
                <a:gd name="T48" fmla="*/ 0 w 216"/>
                <a:gd name="T49" fmla="*/ 0 h 385"/>
                <a:gd name="T50" fmla="*/ 0 w 216"/>
                <a:gd name="T51" fmla="*/ 0 h 385"/>
                <a:gd name="T52" fmla="*/ 0 w 216"/>
                <a:gd name="T53" fmla="*/ 0 h 385"/>
                <a:gd name="T54" fmla="*/ 0 w 216"/>
                <a:gd name="T55" fmla="*/ 0 h 385"/>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216" h="385">
                  <a:moveTo>
                    <a:pt x="91" y="0"/>
                  </a:moveTo>
                  <a:lnTo>
                    <a:pt x="115" y="25"/>
                  </a:lnTo>
                  <a:lnTo>
                    <a:pt x="165" y="46"/>
                  </a:lnTo>
                  <a:lnTo>
                    <a:pt x="216" y="44"/>
                  </a:lnTo>
                  <a:lnTo>
                    <a:pt x="185" y="132"/>
                  </a:lnTo>
                  <a:lnTo>
                    <a:pt x="147" y="128"/>
                  </a:lnTo>
                  <a:lnTo>
                    <a:pt x="118" y="112"/>
                  </a:lnTo>
                  <a:lnTo>
                    <a:pt x="134" y="138"/>
                  </a:lnTo>
                  <a:lnTo>
                    <a:pt x="177" y="146"/>
                  </a:lnTo>
                  <a:lnTo>
                    <a:pt x="145" y="242"/>
                  </a:lnTo>
                  <a:lnTo>
                    <a:pt x="124" y="312"/>
                  </a:lnTo>
                  <a:lnTo>
                    <a:pt x="115" y="271"/>
                  </a:lnTo>
                  <a:lnTo>
                    <a:pt x="103" y="197"/>
                  </a:lnTo>
                  <a:lnTo>
                    <a:pt x="102" y="155"/>
                  </a:lnTo>
                  <a:lnTo>
                    <a:pt x="94" y="173"/>
                  </a:lnTo>
                  <a:lnTo>
                    <a:pt x="94" y="222"/>
                  </a:lnTo>
                  <a:lnTo>
                    <a:pt x="103" y="290"/>
                  </a:lnTo>
                  <a:lnTo>
                    <a:pt x="110" y="333"/>
                  </a:lnTo>
                  <a:lnTo>
                    <a:pt x="91" y="385"/>
                  </a:lnTo>
                  <a:lnTo>
                    <a:pt x="55" y="250"/>
                  </a:lnTo>
                  <a:lnTo>
                    <a:pt x="39" y="204"/>
                  </a:lnTo>
                  <a:lnTo>
                    <a:pt x="12" y="135"/>
                  </a:lnTo>
                  <a:lnTo>
                    <a:pt x="0" y="115"/>
                  </a:lnTo>
                  <a:lnTo>
                    <a:pt x="16" y="88"/>
                  </a:lnTo>
                  <a:lnTo>
                    <a:pt x="64" y="64"/>
                  </a:lnTo>
                  <a:lnTo>
                    <a:pt x="81" y="87"/>
                  </a:lnTo>
                  <a:lnTo>
                    <a:pt x="71" y="46"/>
                  </a:lnTo>
                  <a:lnTo>
                    <a:pt x="9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grpSp>
      <p:grpSp>
        <p:nvGrpSpPr>
          <p:cNvPr id="244753" name="Group 108"/>
          <p:cNvGrpSpPr>
            <a:grpSpLocks/>
          </p:cNvGrpSpPr>
          <p:nvPr/>
        </p:nvGrpSpPr>
        <p:grpSpPr bwMode="auto">
          <a:xfrm>
            <a:off x="584017" y="4635500"/>
            <a:ext cx="120385" cy="120650"/>
            <a:chOff x="278" y="1810"/>
            <a:chExt cx="70" cy="76"/>
          </a:xfrm>
        </p:grpSpPr>
        <p:sp>
          <p:nvSpPr>
            <p:cNvPr id="245019" name="Freeform 109"/>
            <p:cNvSpPr>
              <a:spLocks/>
            </p:cNvSpPr>
            <p:nvPr/>
          </p:nvSpPr>
          <p:spPr bwMode="auto">
            <a:xfrm>
              <a:off x="297" y="1815"/>
              <a:ext cx="51" cy="71"/>
            </a:xfrm>
            <a:custGeom>
              <a:avLst/>
              <a:gdLst>
                <a:gd name="T0" fmla="*/ 0 w 256"/>
                <a:gd name="T1" fmla="*/ 0 h 356"/>
                <a:gd name="T2" fmla="*/ 0 w 256"/>
                <a:gd name="T3" fmla="*/ 0 h 356"/>
                <a:gd name="T4" fmla="*/ 0 w 256"/>
                <a:gd name="T5" fmla="*/ 0 h 356"/>
                <a:gd name="T6" fmla="*/ 0 w 256"/>
                <a:gd name="T7" fmla="*/ 0 h 356"/>
                <a:gd name="T8" fmla="*/ 0 w 256"/>
                <a:gd name="T9" fmla="*/ 0 h 356"/>
                <a:gd name="T10" fmla="*/ 0 w 256"/>
                <a:gd name="T11" fmla="*/ 0 h 356"/>
                <a:gd name="T12" fmla="*/ 0 w 256"/>
                <a:gd name="T13" fmla="*/ 0 h 356"/>
                <a:gd name="T14" fmla="*/ 0 w 256"/>
                <a:gd name="T15" fmla="*/ 0 h 356"/>
                <a:gd name="T16" fmla="*/ 0 w 256"/>
                <a:gd name="T17" fmla="*/ 0 h 356"/>
                <a:gd name="T18" fmla="*/ 0 w 256"/>
                <a:gd name="T19" fmla="*/ 0 h 356"/>
                <a:gd name="T20" fmla="*/ 0 w 256"/>
                <a:gd name="T21" fmla="*/ 0 h 356"/>
                <a:gd name="T22" fmla="*/ 0 w 256"/>
                <a:gd name="T23" fmla="*/ 0 h 356"/>
                <a:gd name="T24" fmla="*/ 0 w 256"/>
                <a:gd name="T25" fmla="*/ 0 h 356"/>
                <a:gd name="T26" fmla="*/ 0 w 256"/>
                <a:gd name="T27" fmla="*/ 0 h 356"/>
                <a:gd name="T28" fmla="*/ 0 w 256"/>
                <a:gd name="T29" fmla="*/ 0 h 356"/>
                <a:gd name="T30" fmla="*/ 0 w 256"/>
                <a:gd name="T31" fmla="*/ 0 h 356"/>
                <a:gd name="T32" fmla="*/ 0 w 256"/>
                <a:gd name="T33" fmla="*/ 0 h 356"/>
                <a:gd name="T34" fmla="*/ 0 w 256"/>
                <a:gd name="T35" fmla="*/ 0 h 356"/>
                <a:gd name="T36" fmla="*/ 0 w 256"/>
                <a:gd name="T37" fmla="*/ 0 h 356"/>
                <a:gd name="T38" fmla="*/ 0 w 256"/>
                <a:gd name="T39" fmla="*/ 0 h 356"/>
                <a:gd name="T40" fmla="*/ 0 w 256"/>
                <a:gd name="T41" fmla="*/ 0 h 356"/>
                <a:gd name="T42" fmla="*/ 0 w 256"/>
                <a:gd name="T43" fmla="*/ 0 h 356"/>
                <a:gd name="T44" fmla="*/ 0 w 256"/>
                <a:gd name="T45" fmla="*/ 0 h 356"/>
                <a:gd name="T46" fmla="*/ 0 w 256"/>
                <a:gd name="T47" fmla="*/ 0 h 356"/>
                <a:gd name="T48" fmla="*/ 0 w 256"/>
                <a:gd name="T49" fmla="*/ 0 h 356"/>
                <a:gd name="T50" fmla="*/ 0 w 256"/>
                <a:gd name="T51" fmla="*/ 0 h 356"/>
                <a:gd name="T52" fmla="*/ 0 w 256"/>
                <a:gd name="T53" fmla="*/ 0 h 356"/>
                <a:gd name="T54" fmla="*/ 0 w 256"/>
                <a:gd name="T55" fmla="*/ 0 h 356"/>
                <a:gd name="T56" fmla="*/ 0 w 256"/>
                <a:gd name="T57" fmla="*/ 0 h 356"/>
                <a:gd name="T58" fmla="*/ 0 w 256"/>
                <a:gd name="T59" fmla="*/ 0 h 356"/>
                <a:gd name="T60" fmla="*/ 0 w 256"/>
                <a:gd name="T61" fmla="*/ 0 h 356"/>
                <a:gd name="T62" fmla="*/ 0 w 256"/>
                <a:gd name="T63" fmla="*/ 0 h 356"/>
                <a:gd name="T64" fmla="*/ 0 w 256"/>
                <a:gd name="T65" fmla="*/ 0 h 356"/>
                <a:gd name="T66" fmla="*/ 0 w 256"/>
                <a:gd name="T67" fmla="*/ 0 h 356"/>
                <a:gd name="T68" fmla="*/ 0 w 256"/>
                <a:gd name="T69" fmla="*/ 0 h 356"/>
                <a:gd name="T70" fmla="*/ 0 w 256"/>
                <a:gd name="T71" fmla="*/ 0 h 356"/>
                <a:gd name="T72" fmla="*/ 0 w 256"/>
                <a:gd name="T73" fmla="*/ 0 h 356"/>
                <a:gd name="T74" fmla="*/ 0 w 256"/>
                <a:gd name="T75" fmla="*/ 0 h 356"/>
                <a:gd name="T76" fmla="*/ 0 w 256"/>
                <a:gd name="T77" fmla="*/ 0 h 356"/>
                <a:gd name="T78" fmla="*/ 0 w 256"/>
                <a:gd name="T79" fmla="*/ 0 h 356"/>
                <a:gd name="T80" fmla="*/ 0 w 256"/>
                <a:gd name="T81" fmla="*/ 0 h 356"/>
                <a:gd name="T82" fmla="*/ 0 w 256"/>
                <a:gd name="T83" fmla="*/ 0 h 356"/>
                <a:gd name="T84" fmla="*/ 0 w 256"/>
                <a:gd name="T85" fmla="*/ 0 h 356"/>
                <a:gd name="T86" fmla="*/ 0 w 256"/>
                <a:gd name="T87" fmla="*/ 0 h 356"/>
                <a:gd name="T88" fmla="*/ 0 w 256"/>
                <a:gd name="T89" fmla="*/ 0 h 356"/>
                <a:gd name="T90" fmla="*/ 0 w 256"/>
                <a:gd name="T91" fmla="*/ 0 h 356"/>
                <a:gd name="T92" fmla="*/ 0 w 256"/>
                <a:gd name="T93" fmla="*/ 0 h 356"/>
                <a:gd name="T94" fmla="*/ 0 w 256"/>
                <a:gd name="T95" fmla="*/ 0 h 35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256" h="356">
                  <a:moveTo>
                    <a:pt x="3" y="130"/>
                  </a:moveTo>
                  <a:lnTo>
                    <a:pt x="11" y="155"/>
                  </a:lnTo>
                  <a:lnTo>
                    <a:pt x="26" y="167"/>
                  </a:lnTo>
                  <a:lnTo>
                    <a:pt x="35" y="187"/>
                  </a:lnTo>
                  <a:lnTo>
                    <a:pt x="45" y="203"/>
                  </a:lnTo>
                  <a:lnTo>
                    <a:pt x="61" y="218"/>
                  </a:lnTo>
                  <a:lnTo>
                    <a:pt x="73" y="227"/>
                  </a:lnTo>
                  <a:lnTo>
                    <a:pt x="93" y="238"/>
                  </a:lnTo>
                  <a:lnTo>
                    <a:pt x="96" y="252"/>
                  </a:lnTo>
                  <a:lnTo>
                    <a:pt x="96" y="270"/>
                  </a:lnTo>
                  <a:lnTo>
                    <a:pt x="91" y="315"/>
                  </a:lnTo>
                  <a:lnTo>
                    <a:pt x="127" y="341"/>
                  </a:lnTo>
                  <a:lnTo>
                    <a:pt x="157" y="354"/>
                  </a:lnTo>
                  <a:lnTo>
                    <a:pt x="182" y="356"/>
                  </a:lnTo>
                  <a:lnTo>
                    <a:pt x="207" y="354"/>
                  </a:lnTo>
                  <a:lnTo>
                    <a:pt x="216" y="325"/>
                  </a:lnTo>
                  <a:lnTo>
                    <a:pt x="222" y="260"/>
                  </a:lnTo>
                  <a:lnTo>
                    <a:pt x="237" y="237"/>
                  </a:lnTo>
                  <a:lnTo>
                    <a:pt x="248" y="204"/>
                  </a:lnTo>
                  <a:lnTo>
                    <a:pt x="250" y="173"/>
                  </a:lnTo>
                  <a:lnTo>
                    <a:pt x="255" y="131"/>
                  </a:lnTo>
                  <a:lnTo>
                    <a:pt x="256" y="107"/>
                  </a:lnTo>
                  <a:lnTo>
                    <a:pt x="255" y="92"/>
                  </a:lnTo>
                  <a:lnTo>
                    <a:pt x="248" y="66"/>
                  </a:lnTo>
                  <a:lnTo>
                    <a:pt x="234" y="52"/>
                  </a:lnTo>
                  <a:lnTo>
                    <a:pt x="215" y="48"/>
                  </a:lnTo>
                  <a:lnTo>
                    <a:pt x="208" y="33"/>
                  </a:lnTo>
                  <a:lnTo>
                    <a:pt x="191" y="23"/>
                  </a:lnTo>
                  <a:lnTo>
                    <a:pt x="173" y="33"/>
                  </a:lnTo>
                  <a:lnTo>
                    <a:pt x="160" y="12"/>
                  </a:lnTo>
                  <a:lnTo>
                    <a:pt x="140" y="5"/>
                  </a:lnTo>
                  <a:lnTo>
                    <a:pt x="118" y="24"/>
                  </a:lnTo>
                  <a:lnTo>
                    <a:pt x="108" y="0"/>
                  </a:lnTo>
                  <a:lnTo>
                    <a:pt x="78" y="3"/>
                  </a:lnTo>
                  <a:lnTo>
                    <a:pt x="63" y="42"/>
                  </a:lnTo>
                  <a:lnTo>
                    <a:pt x="60" y="64"/>
                  </a:lnTo>
                  <a:lnTo>
                    <a:pt x="57" y="93"/>
                  </a:lnTo>
                  <a:lnTo>
                    <a:pt x="51" y="131"/>
                  </a:lnTo>
                  <a:lnTo>
                    <a:pt x="43" y="116"/>
                  </a:lnTo>
                  <a:lnTo>
                    <a:pt x="39" y="89"/>
                  </a:lnTo>
                  <a:lnTo>
                    <a:pt x="34" y="70"/>
                  </a:lnTo>
                  <a:lnTo>
                    <a:pt x="27" y="61"/>
                  </a:lnTo>
                  <a:lnTo>
                    <a:pt x="12" y="54"/>
                  </a:lnTo>
                  <a:lnTo>
                    <a:pt x="4" y="57"/>
                  </a:lnTo>
                  <a:lnTo>
                    <a:pt x="0" y="66"/>
                  </a:lnTo>
                  <a:lnTo>
                    <a:pt x="5" y="80"/>
                  </a:lnTo>
                  <a:lnTo>
                    <a:pt x="7" y="107"/>
                  </a:lnTo>
                  <a:lnTo>
                    <a:pt x="3" y="130"/>
                  </a:lnTo>
                  <a:close/>
                </a:path>
              </a:pathLst>
            </a:custGeom>
            <a:solidFill>
              <a:srgbClr val="FFC080"/>
            </a:solidFill>
            <a:ln w="3175">
              <a:solidFill>
                <a:srgbClr val="402000"/>
              </a:solidFill>
              <a:prstDash val="solid"/>
              <a:round/>
              <a:headEnd/>
              <a:tailEnd/>
            </a:ln>
          </p:spPr>
          <p:txBody>
            <a:bodyPr/>
            <a:lstStyle/>
            <a:p>
              <a:endParaRPr lang="zh-CN" altLang="en-US" b="1">
                <a:solidFill>
                  <a:srgbClr val="000099"/>
                </a:solidFill>
              </a:endParaRPr>
            </a:p>
          </p:txBody>
        </p:sp>
        <p:sp>
          <p:nvSpPr>
            <p:cNvPr id="245020" name="Freeform 110"/>
            <p:cNvSpPr>
              <a:spLocks/>
            </p:cNvSpPr>
            <p:nvPr/>
          </p:nvSpPr>
          <p:spPr bwMode="auto">
            <a:xfrm>
              <a:off x="320" y="1820"/>
              <a:ext cx="26" cy="27"/>
            </a:xfrm>
            <a:custGeom>
              <a:avLst/>
              <a:gdLst>
                <a:gd name="T0" fmla="*/ 0 w 129"/>
                <a:gd name="T1" fmla="*/ 0 h 134"/>
                <a:gd name="T2" fmla="*/ 0 w 129"/>
                <a:gd name="T3" fmla="*/ 0 h 134"/>
                <a:gd name="T4" fmla="*/ 0 w 129"/>
                <a:gd name="T5" fmla="*/ 0 h 134"/>
                <a:gd name="T6" fmla="*/ 0 w 129"/>
                <a:gd name="T7" fmla="*/ 0 h 134"/>
                <a:gd name="T8" fmla="*/ 0 w 129"/>
                <a:gd name="T9" fmla="*/ 0 h 134"/>
                <a:gd name="T10" fmla="*/ 0 w 129"/>
                <a:gd name="T11" fmla="*/ 0 h 134"/>
                <a:gd name="T12" fmla="*/ 0 w 129"/>
                <a:gd name="T13" fmla="*/ 0 h 134"/>
                <a:gd name="T14" fmla="*/ 0 w 129"/>
                <a:gd name="T15" fmla="*/ 0 h 134"/>
                <a:gd name="T16" fmla="*/ 0 w 129"/>
                <a:gd name="T17" fmla="*/ 0 h 134"/>
                <a:gd name="T18" fmla="*/ 0 w 129"/>
                <a:gd name="T19" fmla="*/ 0 h 134"/>
                <a:gd name="T20" fmla="*/ 0 w 129"/>
                <a:gd name="T21" fmla="*/ 0 h 134"/>
                <a:gd name="T22" fmla="*/ 0 w 129"/>
                <a:gd name="T23" fmla="*/ 0 h 134"/>
                <a:gd name="T24" fmla="*/ 0 w 129"/>
                <a:gd name="T25" fmla="*/ 0 h 134"/>
                <a:gd name="T26" fmla="*/ 0 w 129"/>
                <a:gd name="T27" fmla="*/ 0 h 134"/>
                <a:gd name="T28" fmla="*/ 0 w 129"/>
                <a:gd name="T29" fmla="*/ 0 h 134"/>
                <a:gd name="T30" fmla="*/ 0 w 129"/>
                <a:gd name="T31" fmla="*/ 0 h 134"/>
                <a:gd name="T32" fmla="*/ 0 w 129"/>
                <a:gd name="T33" fmla="*/ 0 h 134"/>
                <a:gd name="T34" fmla="*/ 0 w 129"/>
                <a:gd name="T35" fmla="*/ 0 h 134"/>
                <a:gd name="T36" fmla="*/ 0 w 129"/>
                <a:gd name="T37" fmla="*/ 0 h 134"/>
                <a:gd name="T38" fmla="*/ 0 w 129"/>
                <a:gd name="T39" fmla="*/ 0 h 134"/>
                <a:gd name="T40" fmla="*/ 0 w 129"/>
                <a:gd name="T41" fmla="*/ 0 h 134"/>
                <a:gd name="T42" fmla="*/ 0 w 129"/>
                <a:gd name="T43" fmla="*/ 0 h 134"/>
                <a:gd name="T44" fmla="*/ 0 w 129"/>
                <a:gd name="T45" fmla="*/ 0 h 134"/>
                <a:gd name="T46" fmla="*/ 0 w 129"/>
                <a:gd name="T47" fmla="*/ 0 h 134"/>
                <a:gd name="T48" fmla="*/ 0 w 129"/>
                <a:gd name="T49" fmla="*/ 0 h 134"/>
                <a:gd name="T50" fmla="*/ 0 w 129"/>
                <a:gd name="T51" fmla="*/ 0 h 134"/>
                <a:gd name="T52" fmla="*/ 0 w 129"/>
                <a:gd name="T53" fmla="*/ 0 h 134"/>
                <a:gd name="T54" fmla="*/ 0 w 129"/>
                <a:gd name="T55" fmla="*/ 0 h 134"/>
                <a:gd name="T56" fmla="*/ 0 w 129"/>
                <a:gd name="T57" fmla="*/ 0 h 134"/>
                <a:gd name="T58" fmla="*/ 0 w 129"/>
                <a:gd name="T59" fmla="*/ 0 h 134"/>
                <a:gd name="T60" fmla="*/ 0 w 129"/>
                <a:gd name="T61" fmla="*/ 0 h 134"/>
                <a:gd name="T62" fmla="*/ 0 w 129"/>
                <a:gd name="T63" fmla="*/ 0 h 134"/>
                <a:gd name="T64" fmla="*/ 0 w 129"/>
                <a:gd name="T65" fmla="*/ 0 h 134"/>
                <a:gd name="T66" fmla="*/ 0 w 129"/>
                <a:gd name="T67" fmla="*/ 0 h 134"/>
                <a:gd name="T68" fmla="*/ 0 w 129"/>
                <a:gd name="T69" fmla="*/ 0 h 134"/>
                <a:gd name="T70" fmla="*/ 0 w 129"/>
                <a:gd name="T71" fmla="*/ 0 h 134"/>
                <a:gd name="T72" fmla="*/ 0 w 129"/>
                <a:gd name="T73" fmla="*/ 0 h 134"/>
                <a:gd name="T74" fmla="*/ 0 w 129"/>
                <a:gd name="T75" fmla="*/ 0 h 134"/>
                <a:gd name="T76" fmla="*/ 0 w 129"/>
                <a:gd name="T77" fmla="*/ 0 h 134"/>
                <a:gd name="T78" fmla="*/ 0 w 129"/>
                <a:gd name="T79" fmla="*/ 0 h 134"/>
                <a:gd name="T80" fmla="*/ 0 w 129"/>
                <a:gd name="T81" fmla="*/ 0 h 134"/>
                <a:gd name="T82" fmla="*/ 0 w 129"/>
                <a:gd name="T83" fmla="*/ 0 h 134"/>
                <a:gd name="T84" fmla="*/ 0 w 129"/>
                <a:gd name="T85" fmla="*/ 0 h 134"/>
                <a:gd name="T86" fmla="*/ 0 w 129"/>
                <a:gd name="T87" fmla="*/ 0 h 134"/>
                <a:gd name="T88" fmla="*/ 0 w 129"/>
                <a:gd name="T89" fmla="*/ 0 h 134"/>
                <a:gd name="T90" fmla="*/ 0 w 129"/>
                <a:gd name="T91" fmla="*/ 0 h 134"/>
                <a:gd name="T92" fmla="*/ 0 w 129"/>
                <a:gd name="T93" fmla="*/ 0 h 134"/>
                <a:gd name="T94" fmla="*/ 0 w 129"/>
                <a:gd name="T95" fmla="*/ 0 h 134"/>
                <a:gd name="T96" fmla="*/ 0 w 129"/>
                <a:gd name="T97" fmla="*/ 0 h 134"/>
                <a:gd name="T98" fmla="*/ 0 w 129"/>
                <a:gd name="T99" fmla="*/ 0 h 134"/>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129" h="134">
                  <a:moveTo>
                    <a:pt x="6" y="2"/>
                  </a:moveTo>
                  <a:lnTo>
                    <a:pt x="13" y="30"/>
                  </a:lnTo>
                  <a:lnTo>
                    <a:pt x="22" y="49"/>
                  </a:lnTo>
                  <a:lnTo>
                    <a:pt x="11" y="91"/>
                  </a:lnTo>
                  <a:lnTo>
                    <a:pt x="18" y="100"/>
                  </a:lnTo>
                  <a:lnTo>
                    <a:pt x="28" y="104"/>
                  </a:lnTo>
                  <a:lnTo>
                    <a:pt x="41" y="102"/>
                  </a:lnTo>
                  <a:lnTo>
                    <a:pt x="51" y="79"/>
                  </a:lnTo>
                  <a:lnTo>
                    <a:pt x="60" y="61"/>
                  </a:lnTo>
                  <a:lnTo>
                    <a:pt x="55" y="36"/>
                  </a:lnTo>
                  <a:lnTo>
                    <a:pt x="53" y="9"/>
                  </a:lnTo>
                  <a:lnTo>
                    <a:pt x="60" y="12"/>
                  </a:lnTo>
                  <a:lnTo>
                    <a:pt x="62" y="37"/>
                  </a:lnTo>
                  <a:lnTo>
                    <a:pt x="65" y="54"/>
                  </a:lnTo>
                  <a:lnTo>
                    <a:pt x="65" y="68"/>
                  </a:lnTo>
                  <a:lnTo>
                    <a:pt x="56" y="83"/>
                  </a:lnTo>
                  <a:lnTo>
                    <a:pt x="47" y="100"/>
                  </a:lnTo>
                  <a:lnTo>
                    <a:pt x="46" y="116"/>
                  </a:lnTo>
                  <a:lnTo>
                    <a:pt x="56" y="123"/>
                  </a:lnTo>
                  <a:lnTo>
                    <a:pt x="75" y="120"/>
                  </a:lnTo>
                  <a:lnTo>
                    <a:pt x="86" y="106"/>
                  </a:lnTo>
                  <a:lnTo>
                    <a:pt x="104" y="84"/>
                  </a:lnTo>
                  <a:lnTo>
                    <a:pt x="103" y="70"/>
                  </a:lnTo>
                  <a:lnTo>
                    <a:pt x="101" y="45"/>
                  </a:lnTo>
                  <a:lnTo>
                    <a:pt x="107" y="65"/>
                  </a:lnTo>
                  <a:lnTo>
                    <a:pt x="108" y="84"/>
                  </a:lnTo>
                  <a:lnTo>
                    <a:pt x="94" y="103"/>
                  </a:lnTo>
                  <a:lnTo>
                    <a:pt x="93" y="117"/>
                  </a:lnTo>
                  <a:lnTo>
                    <a:pt x="96" y="128"/>
                  </a:lnTo>
                  <a:lnTo>
                    <a:pt x="104" y="131"/>
                  </a:lnTo>
                  <a:lnTo>
                    <a:pt x="113" y="125"/>
                  </a:lnTo>
                  <a:lnTo>
                    <a:pt x="129" y="109"/>
                  </a:lnTo>
                  <a:lnTo>
                    <a:pt x="116" y="127"/>
                  </a:lnTo>
                  <a:lnTo>
                    <a:pt x="111" y="134"/>
                  </a:lnTo>
                  <a:lnTo>
                    <a:pt x="97" y="134"/>
                  </a:lnTo>
                  <a:lnTo>
                    <a:pt x="91" y="126"/>
                  </a:lnTo>
                  <a:lnTo>
                    <a:pt x="87" y="114"/>
                  </a:lnTo>
                  <a:lnTo>
                    <a:pt x="79" y="125"/>
                  </a:lnTo>
                  <a:lnTo>
                    <a:pt x="63" y="127"/>
                  </a:lnTo>
                  <a:lnTo>
                    <a:pt x="49" y="127"/>
                  </a:lnTo>
                  <a:lnTo>
                    <a:pt x="43" y="116"/>
                  </a:lnTo>
                  <a:lnTo>
                    <a:pt x="41" y="106"/>
                  </a:lnTo>
                  <a:lnTo>
                    <a:pt x="35" y="109"/>
                  </a:lnTo>
                  <a:lnTo>
                    <a:pt x="24" y="109"/>
                  </a:lnTo>
                  <a:lnTo>
                    <a:pt x="11" y="101"/>
                  </a:lnTo>
                  <a:lnTo>
                    <a:pt x="8" y="86"/>
                  </a:lnTo>
                  <a:lnTo>
                    <a:pt x="18" y="51"/>
                  </a:lnTo>
                  <a:lnTo>
                    <a:pt x="7" y="29"/>
                  </a:lnTo>
                  <a:lnTo>
                    <a:pt x="0" y="0"/>
                  </a:lnTo>
                  <a:lnTo>
                    <a:pt x="6" y="2"/>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5021" name="Freeform 111"/>
            <p:cNvSpPr>
              <a:spLocks/>
            </p:cNvSpPr>
            <p:nvPr/>
          </p:nvSpPr>
          <p:spPr bwMode="auto">
            <a:xfrm>
              <a:off x="325" y="1834"/>
              <a:ext cx="4" cy="1"/>
            </a:xfrm>
            <a:custGeom>
              <a:avLst/>
              <a:gdLst>
                <a:gd name="T0" fmla="*/ 0 w 20"/>
                <a:gd name="T1" fmla="*/ 0 h 5"/>
                <a:gd name="T2" fmla="*/ 0 w 20"/>
                <a:gd name="T3" fmla="*/ 0 h 5"/>
                <a:gd name="T4" fmla="*/ 0 w 20"/>
                <a:gd name="T5" fmla="*/ 0 h 5"/>
                <a:gd name="T6" fmla="*/ 0 w 20"/>
                <a:gd name="T7" fmla="*/ 0 h 5"/>
                <a:gd name="T8" fmla="*/ 0 w 20"/>
                <a:gd name="T9" fmla="*/ 0 h 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 h="5">
                  <a:moveTo>
                    <a:pt x="0" y="5"/>
                  </a:moveTo>
                  <a:lnTo>
                    <a:pt x="6" y="4"/>
                  </a:lnTo>
                  <a:lnTo>
                    <a:pt x="20" y="4"/>
                  </a:lnTo>
                  <a:lnTo>
                    <a:pt x="5" y="0"/>
                  </a:lnTo>
                  <a:lnTo>
                    <a:pt x="0" y="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5022" name="Freeform 112"/>
            <p:cNvSpPr>
              <a:spLocks/>
            </p:cNvSpPr>
            <p:nvPr/>
          </p:nvSpPr>
          <p:spPr bwMode="auto">
            <a:xfrm>
              <a:off x="330" y="1838"/>
              <a:ext cx="6" cy="2"/>
            </a:xfrm>
            <a:custGeom>
              <a:avLst/>
              <a:gdLst>
                <a:gd name="T0" fmla="*/ 0 w 27"/>
                <a:gd name="T1" fmla="*/ 0 h 9"/>
                <a:gd name="T2" fmla="*/ 0 w 27"/>
                <a:gd name="T3" fmla="*/ 0 h 9"/>
                <a:gd name="T4" fmla="*/ 0 w 27"/>
                <a:gd name="T5" fmla="*/ 0 h 9"/>
                <a:gd name="T6" fmla="*/ 0 w 27"/>
                <a:gd name="T7" fmla="*/ 0 h 9"/>
                <a:gd name="T8" fmla="*/ 0 w 27"/>
                <a:gd name="T9" fmla="*/ 0 h 9"/>
                <a:gd name="T10" fmla="*/ 0 w 27"/>
                <a:gd name="T11" fmla="*/ 0 h 9"/>
                <a:gd name="T12" fmla="*/ 0 w 27"/>
                <a:gd name="T13" fmla="*/ 0 h 9"/>
                <a:gd name="T14" fmla="*/ 0 w 27"/>
                <a:gd name="T15" fmla="*/ 0 h 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 h="9">
                  <a:moveTo>
                    <a:pt x="27" y="7"/>
                  </a:moveTo>
                  <a:lnTo>
                    <a:pt x="23" y="3"/>
                  </a:lnTo>
                  <a:lnTo>
                    <a:pt x="17" y="1"/>
                  </a:lnTo>
                  <a:lnTo>
                    <a:pt x="6" y="0"/>
                  </a:lnTo>
                  <a:lnTo>
                    <a:pt x="0" y="9"/>
                  </a:lnTo>
                  <a:lnTo>
                    <a:pt x="8" y="3"/>
                  </a:lnTo>
                  <a:lnTo>
                    <a:pt x="15" y="2"/>
                  </a:lnTo>
                  <a:lnTo>
                    <a:pt x="27" y="7"/>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5023" name="Freeform 113"/>
            <p:cNvSpPr>
              <a:spLocks/>
            </p:cNvSpPr>
            <p:nvPr/>
          </p:nvSpPr>
          <p:spPr bwMode="auto">
            <a:xfrm>
              <a:off x="340" y="1841"/>
              <a:ext cx="4" cy="1"/>
            </a:xfrm>
            <a:custGeom>
              <a:avLst/>
              <a:gdLst>
                <a:gd name="T0" fmla="*/ 0 w 20"/>
                <a:gd name="T1" fmla="*/ 0 h 4"/>
                <a:gd name="T2" fmla="*/ 0 w 20"/>
                <a:gd name="T3" fmla="*/ 0 h 4"/>
                <a:gd name="T4" fmla="*/ 0 w 20"/>
                <a:gd name="T5" fmla="*/ 0 h 4"/>
                <a:gd name="T6" fmla="*/ 0 w 20"/>
                <a:gd name="T7" fmla="*/ 0 h 4"/>
                <a:gd name="T8" fmla="*/ 0 w 20"/>
                <a:gd name="T9" fmla="*/ 0 h 4"/>
                <a:gd name="T10" fmla="*/ 0 w 20"/>
                <a:gd name="T11" fmla="*/ 0 h 4"/>
                <a:gd name="T12" fmla="*/ 0 w 20"/>
                <a:gd name="T13" fmla="*/ 0 h 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 h="4">
                  <a:moveTo>
                    <a:pt x="0" y="2"/>
                  </a:moveTo>
                  <a:lnTo>
                    <a:pt x="4" y="0"/>
                  </a:lnTo>
                  <a:lnTo>
                    <a:pt x="11" y="0"/>
                  </a:lnTo>
                  <a:lnTo>
                    <a:pt x="20" y="4"/>
                  </a:lnTo>
                  <a:lnTo>
                    <a:pt x="15" y="3"/>
                  </a:lnTo>
                  <a:lnTo>
                    <a:pt x="11" y="1"/>
                  </a:lnTo>
                  <a:lnTo>
                    <a:pt x="0" y="2"/>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5024" name="Freeform 114"/>
            <p:cNvSpPr>
              <a:spLocks/>
            </p:cNvSpPr>
            <p:nvPr/>
          </p:nvSpPr>
          <p:spPr bwMode="auto">
            <a:xfrm>
              <a:off x="323" y="1845"/>
              <a:ext cx="6" cy="15"/>
            </a:xfrm>
            <a:custGeom>
              <a:avLst/>
              <a:gdLst>
                <a:gd name="T0" fmla="*/ 0 w 31"/>
                <a:gd name="T1" fmla="*/ 0 h 74"/>
                <a:gd name="T2" fmla="*/ 0 w 31"/>
                <a:gd name="T3" fmla="*/ 0 h 74"/>
                <a:gd name="T4" fmla="*/ 0 w 31"/>
                <a:gd name="T5" fmla="*/ 0 h 74"/>
                <a:gd name="T6" fmla="*/ 0 w 31"/>
                <a:gd name="T7" fmla="*/ 0 h 74"/>
                <a:gd name="T8" fmla="*/ 0 w 31"/>
                <a:gd name="T9" fmla="*/ 0 h 74"/>
                <a:gd name="T10" fmla="*/ 0 w 31"/>
                <a:gd name="T11" fmla="*/ 0 h 74"/>
                <a:gd name="T12" fmla="*/ 0 w 31"/>
                <a:gd name="T13" fmla="*/ 0 h 74"/>
                <a:gd name="T14" fmla="*/ 0 w 31"/>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1" h="74">
                  <a:moveTo>
                    <a:pt x="0" y="0"/>
                  </a:moveTo>
                  <a:lnTo>
                    <a:pt x="17" y="19"/>
                  </a:lnTo>
                  <a:lnTo>
                    <a:pt x="25" y="42"/>
                  </a:lnTo>
                  <a:lnTo>
                    <a:pt x="26" y="74"/>
                  </a:lnTo>
                  <a:lnTo>
                    <a:pt x="31" y="49"/>
                  </a:lnTo>
                  <a:lnTo>
                    <a:pt x="29" y="29"/>
                  </a:lnTo>
                  <a:lnTo>
                    <a:pt x="24" y="20"/>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5025" name="Freeform 115"/>
            <p:cNvSpPr>
              <a:spLocks/>
            </p:cNvSpPr>
            <p:nvPr/>
          </p:nvSpPr>
          <p:spPr bwMode="auto">
            <a:xfrm>
              <a:off x="308" y="1839"/>
              <a:ext cx="10" cy="5"/>
            </a:xfrm>
            <a:custGeom>
              <a:avLst/>
              <a:gdLst>
                <a:gd name="T0" fmla="*/ 0 w 50"/>
                <a:gd name="T1" fmla="*/ 0 h 25"/>
                <a:gd name="T2" fmla="*/ 0 w 50"/>
                <a:gd name="T3" fmla="*/ 0 h 25"/>
                <a:gd name="T4" fmla="*/ 0 w 50"/>
                <a:gd name="T5" fmla="*/ 0 h 25"/>
                <a:gd name="T6" fmla="*/ 0 w 50"/>
                <a:gd name="T7" fmla="*/ 0 h 25"/>
                <a:gd name="T8" fmla="*/ 0 w 50"/>
                <a:gd name="T9" fmla="*/ 0 h 25"/>
                <a:gd name="T10" fmla="*/ 0 w 50"/>
                <a:gd name="T11" fmla="*/ 0 h 2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0" h="25">
                  <a:moveTo>
                    <a:pt x="0" y="11"/>
                  </a:moveTo>
                  <a:lnTo>
                    <a:pt x="19" y="13"/>
                  </a:lnTo>
                  <a:lnTo>
                    <a:pt x="50" y="25"/>
                  </a:lnTo>
                  <a:lnTo>
                    <a:pt x="28" y="9"/>
                  </a:lnTo>
                  <a:lnTo>
                    <a:pt x="1" y="0"/>
                  </a:lnTo>
                  <a:lnTo>
                    <a:pt x="0" y="11"/>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5026" name="Freeform 116"/>
            <p:cNvSpPr>
              <a:spLocks/>
            </p:cNvSpPr>
            <p:nvPr/>
          </p:nvSpPr>
          <p:spPr bwMode="auto">
            <a:xfrm>
              <a:off x="321" y="1862"/>
              <a:ext cx="7" cy="7"/>
            </a:xfrm>
            <a:custGeom>
              <a:avLst/>
              <a:gdLst>
                <a:gd name="T0" fmla="*/ 0 w 39"/>
                <a:gd name="T1" fmla="*/ 0 h 33"/>
                <a:gd name="T2" fmla="*/ 0 w 39"/>
                <a:gd name="T3" fmla="*/ 0 h 33"/>
                <a:gd name="T4" fmla="*/ 0 w 39"/>
                <a:gd name="T5" fmla="*/ 0 h 33"/>
                <a:gd name="T6" fmla="*/ 0 w 39"/>
                <a:gd name="T7" fmla="*/ 0 h 33"/>
                <a:gd name="T8" fmla="*/ 0 w 39"/>
                <a:gd name="T9" fmla="*/ 0 h 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33">
                  <a:moveTo>
                    <a:pt x="39" y="0"/>
                  </a:moveTo>
                  <a:lnTo>
                    <a:pt x="20" y="21"/>
                  </a:lnTo>
                  <a:lnTo>
                    <a:pt x="0" y="33"/>
                  </a:lnTo>
                  <a:lnTo>
                    <a:pt x="26" y="25"/>
                  </a:lnTo>
                  <a:lnTo>
                    <a:pt x="39"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5027" name="Freeform 117"/>
            <p:cNvSpPr>
              <a:spLocks/>
            </p:cNvSpPr>
            <p:nvPr/>
          </p:nvSpPr>
          <p:spPr bwMode="auto">
            <a:xfrm>
              <a:off x="332" y="1858"/>
              <a:ext cx="7" cy="7"/>
            </a:xfrm>
            <a:custGeom>
              <a:avLst/>
              <a:gdLst>
                <a:gd name="T0" fmla="*/ 0 w 38"/>
                <a:gd name="T1" fmla="*/ 0 h 35"/>
                <a:gd name="T2" fmla="*/ 0 w 38"/>
                <a:gd name="T3" fmla="*/ 0 h 35"/>
                <a:gd name="T4" fmla="*/ 0 w 38"/>
                <a:gd name="T5" fmla="*/ 0 h 35"/>
                <a:gd name="T6" fmla="*/ 0 w 38"/>
                <a:gd name="T7" fmla="*/ 0 h 35"/>
                <a:gd name="T8" fmla="*/ 0 w 38"/>
                <a:gd name="T9" fmla="*/ 0 h 35"/>
                <a:gd name="T10" fmla="*/ 0 w 38"/>
                <a:gd name="T11" fmla="*/ 0 h 35"/>
                <a:gd name="T12" fmla="*/ 0 w 38"/>
                <a:gd name="T13" fmla="*/ 0 h 35"/>
                <a:gd name="T14" fmla="*/ 0 w 38"/>
                <a:gd name="T15" fmla="*/ 0 h 3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8" h="35">
                  <a:moveTo>
                    <a:pt x="0" y="0"/>
                  </a:moveTo>
                  <a:lnTo>
                    <a:pt x="3" y="13"/>
                  </a:lnTo>
                  <a:lnTo>
                    <a:pt x="22" y="29"/>
                  </a:lnTo>
                  <a:lnTo>
                    <a:pt x="38" y="35"/>
                  </a:lnTo>
                  <a:lnTo>
                    <a:pt x="12" y="32"/>
                  </a:lnTo>
                  <a:lnTo>
                    <a:pt x="3" y="21"/>
                  </a:lnTo>
                  <a:lnTo>
                    <a:pt x="2" y="9"/>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5028" name="Freeform 118"/>
            <p:cNvSpPr>
              <a:spLocks/>
            </p:cNvSpPr>
            <p:nvPr/>
          </p:nvSpPr>
          <p:spPr bwMode="auto">
            <a:xfrm>
              <a:off x="278" y="1810"/>
              <a:ext cx="41" cy="31"/>
            </a:xfrm>
            <a:custGeom>
              <a:avLst/>
              <a:gdLst>
                <a:gd name="T0" fmla="*/ 0 w 201"/>
                <a:gd name="T1" fmla="*/ 0 h 158"/>
                <a:gd name="T2" fmla="*/ 0 w 201"/>
                <a:gd name="T3" fmla="*/ 0 h 158"/>
                <a:gd name="T4" fmla="*/ 0 w 201"/>
                <a:gd name="T5" fmla="*/ 0 h 158"/>
                <a:gd name="T6" fmla="*/ 0 w 201"/>
                <a:gd name="T7" fmla="*/ 0 h 158"/>
                <a:gd name="T8" fmla="*/ 0 w 201"/>
                <a:gd name="T9" fmla="*/ 0 h 158"/>
                <a:gd name="T10" fmla="*/ 0 w 201"/>
                <a:gd name="T11" fmla="*/ 0 h 158"/>
                <a:gd name="T12" fmla="*/ 0 w 201"/>
                <a:gd name="T13" fmla="*/ 0 h 15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1" h="158">
                  <a:moveTo>
                    <a:pt x="165" y="158"/>
                  </a:moveTo>
                  <a:lnTo>
                    <a:pt x="201" y="76"/>
                  </a:lnTo>
                  <a:lnTo>
                    <a:pt x="132" y="31"/>
                  </a:lnTo>
                  <a:lnTo>
                    <a:pt x="29" y="0"/>
                  </a:lnTo>
                  <a:lnTo>
                    <a:pt x="0" y="87"/>
                  </a:lnTo>
                  <a:lnTo>
                    <a:pt x="94" y="114"/>
                  </a:lnTo>
                  <a:lnTo>
                    <a:pt x="165" y="158"/>
                  </a:lnTo>
                  <a:close/>
                </a:path>
              </a:pathLst>
            </a:custGeom>
            <a:solidFill>
              <a:srgbClr val="FFFFFF"/>
            </a:solidFill>
            <a:ln w="3175">
              <a:solidFill>
                <a:srgbClr val="000000"/>
              </a:solidFill>
              <a:prstDash val="solid"/>
              <a:round/>
              <a:headEnd/>
              <a:tailEnd/>
            </a:ln>
          </p:spPr>
          <p:txBody>
            <a:bodyPr/>
            <a:lstStyle/>
            <a:p>
              <a:endParaRPr lang="zh-CN" altLang="en-US" b="1">
                <a:solidFill>
                  <a:srgbClr val="000099"/>
                </a:solidFill>
              </a:endParaRPr>
            </a:p>
          </p:txBody>
        </p:sp>
        <p:sp>
          <p:nvSpPr>
            <p:cNvPr id="245029" name="Oval 119"/>
            <p:cNvSpPr>
              <a:spLocks noChangeArrowheads="1"/>
            </p:cNvSpPr>
            <p:nvPr/>
          </p:nvSpPr>
          <p:spPr bwMode="auto">
            <a:xfrm>
              <a:off x="304" y="1824"/>
              <a:ext cx="7" cy="9"/>
            </a:xfrm>
            <a:prstGeom prst="ellipse">
              <a:avLst/>
            </a:prstGeom>
            <a:solidFill>
              <a:srgbClr val="FFFFFF"/>
            </a:solidFill>
            <a:ln w="3175">
              <a:solidFill>
                <a:srgbClr val="000000"/>
              </a:solidFill>
              <a:round/>
              <a:headEnd/>
              <a:tailEnd/>
            </a:ln>
          </p:spPr>
          <p:txBody>
            <a:bodyPr/>
            <a:lstStyle/>
            <a:p>
              <a:pPr eaLnBrk="1" hangingPunct="1"/>
              <a:endParaRPr lang="zh-CN" altLang="en-US" b="1">
                <a:solidFill>
                  <a:srgbClr val="000099"/>
                </a:solidFill>
              </a:endParaRPr>
            </a:p>
          </p:txBody>
        </p:sp>
        <p:sp>
          <p:nvSpPr>
            <p:cNvPr id="245030" name="Freeform 120"/>
            <p:cNvSpPr>
              <a:spLocks/>
            </p:cNvSpPr>
            <p:nvPr/>
          </p:nvSpPr>
          <p:spPr bwMode="auto">
            <a:xfrm>
              <a:off x="297" y="1826"/>
              <a:ext cx="10" cy="22"/>
            </a:xfrm>
            <a:custGeom>
              <a:avLst/>
              <a:gdLst>
                <a:gd name="T0" fmla="*/ 0 w 52"/>
                <a:gd name="T1" fmla="*/ 0 h 111"/>
                <a:gd name="T2" fmla="*/ 0 w 52"/>
                <a:gd name="T3" fmla="*/ 0 h 111"/>
                <a:gd name="T4" fmla="*/ 0 w 52"/>
                <a:gd name="T5" fmla="*/ 0 h 111"/>
                <a:gd name="T6" fmla="*/ 0 w 52"/>
                <a:gd name="T7" fmla="*/ 0 h 111"/>
                <a:gd name="T8" fmla="*/ 0 w 52"/>
                <a:gd name="T9" fmla="*/ 0 h 111"/>
                <a:gd name="T10" fmla="*/ 0 w 52"/>
                <a:gd name="T11" fmla="*/ 0 h 111"/>
                <a:gd name="T12" fmla="*/ 0 w 52"/>
                <a:gd name="T13" fmla="*/ 0 h 111"/>
                <a:gd name="T14" fmla="*/ 0 w 52"/>
                <a:gd name="T15" fmla="*/ 0 h 111"/>
                <a:gd name="T16" fmla="*/ 0 w 52"/>
                <a:gd name="T17" fmla="*/ 0 h 111"/>
                <a:gd name="T18" fmla="*/ 0 w 52"/>
                <a:gd name="T19" fmla="*/ 0 h 111"/>
                <a:gd name="T20" fmla="*/ 0 w 52"/>
                <a:gd name="T21" fmla="*/ 0 h 111"/>
                <a:gd name="T22" fmla="*/ 0 w 52"/>
                <a:gd name="T23" fmla="*/ 0 h 111"/>
                <a:gd name="T24" fmla="*/ 0 w 52"/>
                <a:gd name="T25" fmla="*/ 0 h 111"/>
                <a:gd name="T26" fmla="*/ 0 w 52"/>
                <a:gd name="T27" fmla="*/ 0 h 111"/>
                <a:gd name="T28" fmla="*/ 0 w 52"/>
                <a:gd name="T29" fmla="*/ 0 h 111"/>
                <a:gd name="T30" fmla="*/ 0 w 52"/>
                <a:gd name="T31" fmla="*/ 0 h 11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52" h="111">
                  <a:moveTo>
                    <a:pt x="4" y="74"/>
                  </a:moveTo>
                  <a:lnTo>
                    <a:pt x="7" y="55"/>
                  </a:lnTo>
                  <a:lnTo>
                    <a:pt x="5" y="36"/>
                  </a:lnTo>
                  <a:lnTo>
                    <a:pt x="4" y="23"/>
                  </a:lnTo>
                  <a:lnTo>
                    <a:pt x="0" y="13"/>
                  </a:lnTo>
                  <a:lnTo>
                    <a:pt x="4" y="4"/>
                  </a:lnTo>
                  <a:lnTo>
                    <a:pt x="11" y="0"/>
                  </a:lnTo>
                  <a:lnTo>
                    <a:pt x="27" y="6"/>
                  </a:lnTo>
                  <a:lnTo>
                    <a:pt x="33" y="16"/>
                  </a:lnTo>
                  <a:lnTo>
                    <a:pt x="37" y="27"/>
                  </a:lnTo>
                  <a:lnTo>
                    <a:pt x="39" y="39"/>
                  </a:lnTo>
                  <a:lnTo>
                    <a:pt x="40" y="59"/>
                  </a:lnTo>
                  <a:lnTo>
                    <a:pt x="52" y="79"/>
                  </a:lnTo>
                  <a:lnTo>
                    <a:pt x="23" y="111"/>
                  </a:lnTo>
                  <a:lnTo>
                    <a:pt x="11" y="103"/>
                  </a:lnTo>
                  <a:lnTo>
                    <a:pt x="4" y="74"/>
                  </a:lnTo>
                  <a:close/>
                </a:path>
              </a:pathLst>
            </a:custGeom>
            <a:solidFill>
              <a:srgbClr val="FFC080"/>
            </a:solidFill>
            <a:ln w="3175">
              <a:solidFill>
                <a:srgbClr val="402000"/>
              </a:solidFill>
              <a:prstDash val="solid"/>
              <a:round/>
              <a:headEnd/>
              <a:tailEnd/>
            </a:ln>
          </p:spPr>
          <p:txBody>
            <a:bodyPr/>
            <a:lstStyle/>
            <a:p>
              <a:endParaRPr lang="zh-CN" altLang="en-US" b="1">
                <a:solidFill>
                  <a:srgbClr val="000099"/>
                </a:solidFill>
              </a:endParaRPr>
            </a:p>
          </p:txBody>
        </p:sp>
        <p:sp>
          <p:nvSpPr>
            <p:cNvPr id="245031" name="Freeform 121"/>
            <p:cNvSpPr>
              <a:spLocks/>
            </p:cNvSpPr>
            <p:nvPr/>
          </p:nvSpPr>
          <p:spPr bwMode="auto">
            <a:xfrm>
              <a:off x="301" y="1841"/>
              <a:ext cx="7" cy="7"/>
            </a:xfrm>
            <a:custGeom>
              <a:avLst/>
              <a:gdLst>
                <a:gd name="T0" fmla="*/ 0 w 35"/>
                <a:gd name="T1" fmla="*/ 0 h 34"/>
                <a:gd name="T2" fmla="*/ 0 w 35"/>
                <a:gd name="T3" fmla="*/ 0 h 34"/>
                <a:gd name="T4" fmla="*/ 0 w 35"/>
                <a:gd name="T5" fmla="*/ 0 h 34"/>
                <a:gd name="T6" fmla="*/ 0 w 35"/>
                <a:gd name="T7" fmla="*/ 0 h 34"/>
                <a:gd name="T8" fmla="*/ 0 w 35"/>
                <a:gd name="T9" fmla="*/ 0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34">
                  <a:moveTo>
                    <a:pt x="24" y="0"/>
                  </a:moveTo>
                  <a:lnTo>
                    <a:pt x="35" y="4"/>
                  </a:lnTo>
                  <a:lnTo>
                    <a:pt x="9" y="34"/>
                  </a:lnTo>
                  <a:lnTo>
                    <a:pt x="0" y="26"/>
                  </a:lnTo>
                  <a:lnTo>
                    <a:pt x="24" y="0"/>
                  </a:lnTo>
                  <a:close/>
                </a:path>
              </a:pathLst>
            </a:custGeom>
            <a:solidFill>
              <a:srgbClr val="FFC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5032" name="Freeform 122"/>
            <p:cNvSpPr>
              <a:spLocks/>
            </p:cNvSpPr>
            <p:nvPr/>
          </p:nvSpPr>
          <p:spPr bwMode="auto">
            <a:xfrm>
              <a:off x="312" y="1815"/>
              <a:ext cx="9" cy="20"/>
            </a:xfrm>
            <a:custGeom>
              <a:avLst/>
              <a:gdLst>
                <a:gd name="T0" fmla="*/ 0 w 48"/>
                <a:gd name="T1" fmla="*/ 0 h 97"/>
                <a:gd name="T2" fmla="*/ 0 w 48"/>
                <a:gd name="T3" fmla="*/ 0 h 97"/>
                <a:gd name="T4" fmla="*/ 0 w 48"/>
                <a:gd name="T5" fmla="*/ 0 h 97"/>
                <a:gd name="T6" fmla="*/ 0 w 48"/>
                <a:gd name="T7" fmla="*/ 0 h 97"/>
                <a:gd name="T8" fmla="*/ 0 w 48"/>
                <a:gd name="T9" fmla="*/ 0 h 97"/>
                <a:gd name="T10" fmla="*/ 0 w 48"/>
                <a:gd name="T11" fmla="*/ 0 h 97"/>
                <a:gd name="T12" fmla="*/ 0 w 48"/>
                <a:gd name="T13" fmla="*/ 0 h 97"/>
                <a:gd name="T14" fmla="*/ 0 w 48"/>
                <a:gd name="T15" fmla="*/ 0 h 97"/>
                <a:gd name="T16" fmla="*/ 0 w 48"/>
                <a:gd name="T17" fmla="*/ 0 h 97"/>
                <a:gd name="T18" fmla="*/ 0 w 48"/>
                <a:gd name="T19" fmla="*/ 0 h 97"/>
                <a:gd name="T20" fmla="*/ 0 w 48"/>
                <a:gd name="T21" fmla="*/ 0 h 97"/>
                <a:gd name="T22" fmla="*/ 0 w 48"/>
                <a:gd name="T23" fmla="*/ 0 h 97"/>
                <a:gd name="T24" fmla="*/ 0 w 48"/>
                <a:gd name="T25" fmla="*/ 0 h 97"/>
                <a:gd name="T26" fmla="*/ 0 w 48"/>
                <a:gd name="T27" fmla="*/ 0 h 97"/>
                <a:gd name="T28" fmla="*/ 0 w 48"/>
                <a:gd name="T29" fmla="*/ 0 h 97"/>
                <a:gd name="T30" fmla="*/ 0 w 48"/>
                <a:gd name="T31" fmla="*/ 0 h 97"/>
                <a:gd name="T32" fmla="*/ 0 w 48"/>
                <a:gd name="T33" fmla="*/ 0 h 97"/>
                <a:gd name="T34" fmla="*/ 0 w 48"/>
                <a:gd name="T35" fmla="*/ 0 h 97"/>
                <a:gd name="T36" fmla="*/ 0 w 48"/>
                <a:gd name="T37" fmla="*/ 0 h 9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48" h="97">
                  <a:moveTo>
                    <a:pt x="0" y="23"/>
                  </a:moveTo>
                  <a:lnTo>
                    <a:pt x="4" y="43"/>
                  </a:lnTo>
                  <a:lnTo>
                    <a:pt x="6" y="51"/>
                  </a:lnTo>
                  <a:lnTo>
                    <a:pt x="7" y="64"/>
                  </a:lnTo>
                  <a:lnTo>
                    <a:pt x="5" y="73"/>
                  </a:lnTo>
                  <a:lnTo>
                    <a:pt x="7" y="84"/>
                  </a:lnTo>
                  <a:lnTo>
                    <a:pt x="14" y="95"/>
                  </a:lnTo>
                  <a:lnTo>
                    <a:pt x="21" y="96"/>
                  </a:lnTo>
                  <a:lnTo>
                    <a:pt x="34" y="97"/>
                  </a:lnTo>
                  <a:lnTo>
                    <a:pt x="43" y="91"/>
                  </a:lnTo>
                  <a:lnTo>
                    <a:pt x="46" y="88"/>
                  </a:lnTo>
                  <a:lnTo>
                    <a:pt x="48" y="77"/>
                  </a:lnTo>
                  <a:lnTo>
                    <a:pt x="48" y="59"/>
                  </a:lnTo>
                  <a:lnTo>
                    <a:pt x="48" y="48"/>
                  </a:lnTo>
                  <a:lnTo>
                    <a:pt x="46" y="32"/>
                  </a:lnTo>
                  <a:lnTo>
                    <a:pt x="44" y="22"/>
                  </a:lnTo>
                  <a:lnTo>
                    <a:pt x="36" y="0"/>
                  </a:lnTo>
                  <a:lnTo>
                    <a:pt x="7" y="1"/>
                  </a:lnTo>
                  <a:lnTo>
                    <a:pt x="0" y="23"/>
                  </a:lnTo>
                  <a:close/>
                </a:path>
              </a:pathLst>
            </a:custGeom>
            <a:solidFill>
              <a:srgbClr val="FFC080"/>
            </a:solidFill>
            <a:ln w="3175">
              <a:solidFill>
                <a:srgbClr val="402000"/>
              </a:solidFill>
              <a:prstDash val="solid"/>
              <a:round/>
              <a:headEnd/>
              <a:tailEnd/>
            </a:ln>
          </p:spPr>
          <p:txBody>
            <a:bodyPr/>
            <a:lstStyle/>
            <a:p>
              <a:endParaRPr lang="zh-CN" altLang="en-US" b="1">
                <a:solidFill>
                  <a:srgbClr val="000099"/>
                </a:solidFill>
              </a:endParaRPr>
            </a:p>
          </p:txBody>
        </p:sp>
        <p:sp>
          <p:nvSpPr>
            <p:cNvPr id="245033" name="Freeform 123"/>
            <p:cNvSpPr>
              <a:spLocks/>
            </p:cNvSpPr>
            <p:nvPr/>
          </p:nvSpPr>
          <p:spPr bwMode="auto">
            <a:xfrm>
              <a:off x="315" y="1828"/>
              <a:ext cx="5" cy="4"/>
            </a:xfrm>
            <a:custGeom>
              <a:avLst/>
              <a:gdLst>
                <a:gd name="T0" fmla="*/ 0 w 24"/>
                <a:gd name="T1" fmla="*/ 0 h 20"/>
                <a:gd name="T2" fmla="*/ 0 w 24"/>
                <a:gd name="T3" fmla="*/ 0 h 20"/>
                <a:gd name="T4" fmla="*/ 0 w 24"/>
                <a:gd name="T5" fmla="*/ 0 h 20"/>
                <a:gd name="T6" fmla="*/ 0 w 24"/>
                <a:gd name="T7" fmla="*/ 0 h 20"/>
                <a:gd name="T8" fmla="*/ 0 w 24"/>
                <a:gd name="T9" fmla="*/ 0 h 20"/>
                <a:gd name="T10" fmla="*/ 0 w 24"/>
                <a:gd name="T11" fmla="*/ 0 h 20"/>
                <a:gd name="T12" fmla="*/ 0 w 24"/>
                <a:gd name="T13" fmla="*/ 0 h 20"/>
                <a:gd name="T14" fmla="*/ 0 w 24"/>
                <a:gd name="T15" fmla="*/ 0 h 2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 h="20">
                  <a:moveTo>
                    <a:pt x="24" y="5"/>
                  </a:moveTo>
                  <a:lnTo>
                    <a:pt x="12" y="0"/>
                  </a:lnTo>
                  <a:lnTo>
                    <a:pt x="3" y="1"/>
                  </a:lnTo>
                  <a:lnTo>
                    <a:pt x="0" y="5"/>
                  </a:lnTo>
                  <a:lnTo>
                    <a:pt x="1" y="20"/>
                  </a:lnTo>
                  <a:lnTo>
                    <a:pt x="3" y="8"/>
                  </a:lnTo>
                  <a:lnTo>
                    <a:pt x="5" y="4"/>
                  </a:lnTo>
                  <a:lnTo>
                    <a:pt x="24" y="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grpSp>
      <p:grpSp>
        <p:nvGrpSpPr>
          <p:cNvPr id="244754" name="Group 124"/>
          <p:cNvGrpSpPr>
            <a:grpSpLocks/>
          </p:cNvGrpSpPr>
          <p:nvPr/>
        </p:nvGrpSpPr>
        <p:grpSpPr bwMode="auto">
          <a:xfrm>
            <a:off x="750836" y="5437188"/>
            <a:ext cx="239051" cy="112712"/>
            <a:chOff x="375" y="2315"/>
            <a:chExt cx="139" cy="71"/>
          </a:xfrm>
        </p:grpSpPr>
        <p:sp>
          <p:nvSpPr>
            <p:cNvPr id="245014" name="Freeform 125"/>
            <p:cNvSpPr>
              <a:spLocks/>
            </p:cNvSpPr>
            <p:nvPr/>
          </p:nvSpPr>
          <p:spPr bwMode="auto">
            <a:xfrm>
              <a:off x="375" y="2315"/>
              <a:ext cx="139" cy="71"/>
            </a:xfrm>
            <a:custGeom>
              <a:avLst/>
              <a:gdLst>
                <a:gd name="T0" fmla="*/ 0 w 691"/>
                <a:gd name="T1" fmla="*/ 0 h 355"/>
                <a:gd name="T2" fmla="*/ 0 w 691"/>
                <a:gd name="T3" fmla="*/ 0 h 355"/>
                <a:gd name="T4" fmla="*/ 0 w 691"/>
                <a:gd name="T5" fmla="*/ 0 h 355"/>
                <a:gd name="T6" fmla="*/ 0 w 691"/>
                <a:gd name="T7" fmla="*/ 0 h 355"/>
                <a:gd name="T8" fmla="*/ 0 w 691"/>
                <a:gd name="T9" fmla="*/ 0 h 355"/>
                <a:gd name="T10" fmla="*/ 0 w 691"/>
                <a:gd name="T11" fmla="*/ 0 h 355"/>
                <a:gd name="T12" fmla="*/ 0 w 691"/>
                <a:gd name="T13" fmla="*/ 0 h 355"/>
                <a:gd name="T14" fmla="*/ 0 w 691"/>
                <a:gd name="T15" fmla="*/ 0 h 355"/>
                <a:gd name="T16" fmla="*/ 0 w 691"/>
                <a:gd name="T17" fmla="*/ 0 h 355"/>
                <a:gd name="T18" fmla="*/ 0 w 691"/>
                <a:gd name="T19" fmla="*/ 0 h 355"/>
                <a:gd name="T20" fmla="*/ 0 w 691"/>
                <a:gd name="T21" fmla="*/ 0 h 355"/>
                <a:gd name="T22" fmla="*/ 0 w 691"/>
                <a:gd name="T23" fmla="*/ 0 h 355"/>
                <a:gd name="T24" fmla="*/ 0 w 691"/>
                <a:gd name="T25" fmla="*/ 0 h 355"/>
                <a:gd name="T26" fmla="*/ 0 w 691"/>
                <a:gd name="T27" fmla="*/ 0 h 355"/>
                <a:gd name="T28" fmla="*/ 0 w 691"/>
                <a:gd name="T29" fmla="*/ 0 h 355"/>
                <a:gd name="T30" fmla="*/ 0 w 691"/>
                <a:gd name="T31" fmla="*/ 0 h 355"/>
                <a:gd name="T32" fmla="*/ 0 w 691"/>
                <a:gd name="T33" fmla="*/ 0 h 355"/>
                <a:gd name="T34" fmla="*/ 0 w 691"/>
                <a:gd name="T35" fmla="*/ 0 h 355"/>
                <a:gd name="T36" fmla="*/ 0 w 691"/>
                <a:gd name="T37" fmla="*/ 0 h 355"/>
                <a:gd name="T38" fmla="*/ 0 w 691"/>
                <a:gd name="T39" fmla="*/ 0 h 35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91" h="355">
                  <a:moveTo>
                    <a:pt x="279" y="11"/>
                  </a:moveTo>
                  <a:lnTo>
                    <a:pt x="274" y="104"/>
                  </a:lnTo>
                  <a:lnTo>
                    <a:pt x="455" y="189"/>
                  </a:lnTo>
                  <a:lnTo>
                    <a:pt x="607" y="226"/>
                  </a:lnTo>
                  <a:lnTo>
                    <a:pt x="691" y="263"/>
                  </a:lnTo>
                  <a:lnTo>
                    <a:pt x="687" y="313"/>
                  </a:lnTo>
                  <a:lnTo>
                    <a:pt x="577" y="343"/>
                  </a:lnTo>
                  <a:lnTo>
                    <a:pt x="413" y="355"/>
                  </a:lnTo>
                  <a:lnTo>
                    <a:pt x="274" y="331"/>
                  </a:lnTo>
                  <a:lnTo>
                    <a:pt x="188" y="307"/>
                  </a:lnTo>
                  <a:lnTo>
                    <a:pt x="183" y="334"/>
                  </a:lnTo>
                  <a:lnTo>
                    <a:pt x="74" y="331"/>
                  </a:lnTo>
                  <a:lnTo>
                    <a:pt x="7" y="318"/>
                  </a:lnTo>
                  <a:lnTo>
                    <a:pt x="7" y="270"/>
                  </a:lnTo>
                  <a:lnTo>
                    <a:pt x="0" y="242"/>
                  </a:lnTo>
                  <a:lnTo>
                    <a:pt x="0" y="173"/>
                  </a:lnTo>
                  <a:lnTo>
                    <a:pt x="18" y="135"/>
                  </a:lnTo>
                  <a:lnTo>
                    <a:pt x="53" y="91"/>
                  </a:lnTo>
                  <a:lnTo>
                    <a:pt x="60" y="0"/>
                  </a:lnTo>
                  <a:lnTo>
                    <a:pt x="279" y="11"/>
                  </a:lnTo>
                  <a:close/>
                </a:path>
              </a:pathLst>
            </a:custGeom>
            <a:solidFill>
              <a:srgbClr val="606060"/>
            </a:solidFill>
            <a:ln w="3175">
              <a:solidFill>
                <a:srgbClr val="000000"/>
              </a:solidFill>
              <a:prstDash val="solid"/>
              <a:round/>
              <a:headEnd/>
              <a:tailEnd/>
            </a:ln>
          </p:spPr>
          <p:txBody>
            <a:bodyPr/>
            <a:lstStyle/>
            <a:p>
              <a:endParaRPr lang="zh-CN" altLang="en-US" b="1">
                <a:solidFill>
                  <a:srgbClr val="000099"/>
                </a:solidFill>
              </a:endParaRPr>
            </a:p>
          </p:txBody>
        </p:sp>
        <p:sp>
          <p:nvSpPr>
            <p:cNvPr id="245015" name="Freeform 126"/>
            <p:cNvSpPr>
              <a:spLocks/>
            </p:cNvSpPr>
            <p:nvPr/>
          </p:nvSpPr>
          <p:spPr bwMode="auto">
            <a:xfrm>
              <a:off x="421" y="2341"/>
              <a:ext cx="42" cy="22"/>
            </a:xfrm>
            <a:custGeom>
              <a:avLst/>
              <a:gdLst>
                <a:gd name="T0" fmla="*/ 0 w 208"/>
                <a:gd name="T1" fmla="*/ 0 h 110"/>
                <a:gd name="T2" fmla="*/ 0 w 208"/>
                <a:gd name="T3" fmla="*/ 0 h 110"/>
                <a:gd name="T4" fmla="*/ 0 w 208"/>
                <a:gd name="T5" fmla="*/ 0 h 110"/>
                <a:gd name="T6" fmla="*/ 0 w 208"/>
                <a:gd name="T7" fmla="*/ 0 h 110"/>
                <a:gd name="T8" fmla="*/ 0 w 208"/>
                <a:gd name="T9" fmla="*/ 0 h 1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8" h="110">
                  <a:moveTo>
                    <a:pt x="53" y="0"/>
                  </a:moveTo>
                  <a:lnTo>
                    <a:pt x="0" y="58"/>
                  </a:lnTo>
                  <a:lnTo>
                    <a:pt x="186" y="110"/>
                  </a:lnTo>
                  <a:lnTo>
                    <a:pt x="208" y="70"/>
                  </a:lnTo>
                  <a:lnTo>
                    <a:pt x="53"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5016" name="Freeform 127"/>
            <p:cNvSpPr>
              <a:spLocks/>
            </p:cNvSpPr>
            <p:nvPr/>
          </p:nvSpPr>
          <p:spPr bwMode="auto">
            <a:xfrm>
              <a:off x="463" y="2356"/>
              <a:ext cx="46" cy="13"/>
            </a:xfrm>
            <a:custGeom>
              <a:avLst/>
              <a:gdLst>
                <a:gd name="T0" fmla="*/ 0 w 233"/>
                <a:gd name="T1" fmla="*/ 0 h 67"/>
                <a:gd name="T2" fmla="*/ 0 w 233"/>
                <a:gd name="T3" fmla="*/ 0 h 67"/>
                <a:gd name="T4" fmla="*/ 0 w 233"/>
                <a:gd name="T5" fmla="*/ 0 h 67"/>
                <a:gd name="T6" fmla="*/ 0 w 233"/>
                <a:gd name="T7" fmla="*/ 0 h 67"/>
                <a:gd name="T8" fmla="*/ 0 w 233"/>
                <a:gd name="T9" fmla="*/ 0 h 67"/>
                <a:gd name="T10" fmla="*/ 0 w 233"/>
                <a:gd name="T11" fmla="*/ 0 h 67"/>
                <a:gd name="T12" fmla="*/ 0 w 233"/>
                <a:gd name="T13" fmla="*/ 0 h 6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33" h="67">
                  <a:moveTo>
                    <a:pt x="27" y="0"/>
                  </a:moveTo>
                  <a:lnTo>
                    <a:pt x="0" y="32"/>
                  </a:lnTo>
                  <a:lnTo>
                    <a:pt x="115" y="62"/>
                  </a:lnTo>
                  <a:lnTo>
                    <a:pt x="168" y="67"/>
                  </a:lnTo>
                  <a:lnTo>
                    <a:pt x="233" y="64"/>
                  </a:lnTo>
                  <a:lnTo>
                    <a:pt x="165" y="30"/>
                  </a:lnTo>
                  <a:lnTo>
                    <a:pt x="27"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5017" name="Freeform 128"/>
            <p:cNvSpPr>
              <a:spLocks/>
            </p:cNvSpPr>
            <p:nvPr/>
          </p:nvSpPr>
          <p:spPr bwMode="auto">
            <a:xfrm>
              <a:off x="376" y="2341"/>
              <a:ext cx="134" cy="41"/>
            </a:xfrm>
            <a:custGeom>
              <a:avLst/>
              <a:gdLst>
                <a:gd name="T0" fmla="*/ 0 w 670"/>
                <a:gd name="T1" fmla="*/ 0 h 209"/>
                <a:gd name="T2" fmla="*/ 0 w 670"/>
                <a:gd name="T3" fmla="*/ 0 h 209"/>
                <a:gd name="T4" fmla="*/ 0 w 670"/>
                <a:gd name="T5" fmla="*/ 0 h 209"/>
                <a:gd name="T6" fmla="*/ 0 w 670"/>
                <a:gd name="T7" fmla="*/ 0 h 209"/>
                <a:gd name="T8" fmla="*/ 0 w 670"/>
                <a:gd name="T9" fmla="*/ 0 h 209"/>
                <a:gd name="T10" fmla="*/ 0 w 670"/>
                <a:gd name="T11" fmla="*/ 0 h 209"/>
                <a:gd name="T12" fmla="*/ 0 w 670"/>
                <a:gd name="T13" fmla="*/ 0 h 209"/>
                <a:gd name="T14" fmla="*/ 0 w 670"/>
                <a:gd name="T15" fmla="*/ 0 h 209"/>
                <a:gd name="T16" fmla="*/ 0 w 670"/>
                <a:gd name="T17" fmla="*/ 0 h 209"/>
                <a:gd name="T18" fmla="*/ 0 w 670"/>
                <a:gd name="T19" fmla="*/ 0 h 209"/>
                <a:gd name="T20" fmla="*/ 0 w 670"/>
                <a:gd name="T21" fmla="*/ 0 h 209"/>
                <a:gd name="T22" fmla="*/ 0 w 670"/>
                <a:gd name="T23" fmla="*/ 0 h 209"/>
                <a:gd name="T24" fmla="*/ 0 w 670"/>
                <a:gd name="T25" fmla="*/ 0 h 209"/>
                <a:gd name="T26" fmla="*/ 0 w 670"/>
                <a:gd name="T27" fmla="*/ 0 h 209"/>
                <a:gd name="T28" fmla="*/ 0 w 670"/>
                <a:gd name="T29" fmla="*/ 0 h 209"/>
                <a:gd name="T30" fmla="*/ 0 w 670"/>
                <a:gd name="T31" fmla="*/ 0 h 209"/>
                <a:gd name="T32" fmla="*/ 0 w 670"/>
                <a:gd name="T33" fmla="*/ 0 h 209"/>
                <a:gd name="T34" fmla="*/ 0 w 670"/>
                <a:gd name="T35" fmla="*/ 0 h 209"/>
                <a:gd name="T36" fmla="*/ 0 w 670"/>
                <a:gd name="T37" fmla="*/ 0 h 20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670" h="209">
                  <a:moveTo>
                    <a:pt x="670" y="178"/>
                  </a:moveTo>
                  <a:lnTo>
                    <a:pt x="670" y="146"/>
                  </a:lnTo>
                  <a:lnTo>
                    <a:pt x="582" y="155"/>
                  </a:lnTo>
                  <a:lnTo>
                    <a:pt x="442" y="134"/>
                  </a:lnTo>
                  <a:lnTo>
                    <a:pt x="361" y="116"/>
                  </a:lnTo>
                  <a:lnTo>
                    <a:pt x="206" y="66"/>
                  </a:lnTo>
                  <a:lnTo>
                    <a:pt x="140" y="58"/>
                  </a:lnTo>
                  <a:lnTo>
                    <a:pt x="73" y="34"/>
                  </a:lnTo>
                  <a:lnTo>
                    <a:pt x="40" y="0"/>
                  </a:lnTo>
                  <a:lnTo>
                    <a:pt x="0" y="43"/>
                  </a:lnTo>
                  <a:lnTo>
                    <a:pt x="0" y="132"/>
                  </a:lnTo>
                  <a:lnTo>
                    <a:pt x="49" y="146"/>
                  </a:lnTo>
                  <a:lnTo>
                    <a:pt x="170" y="162"/>
                  </a:lnTo>
                  <a:lnTo>
                    <a:pt x="218" y="167"/>
                  </a:lnTo>
                  <a:lnTo>
                    <a:pt x="298" y="196"/>
                  </a:lnTo>
                  <a:lnTo>
                    <a:pt x="388" y="209"/>
                  </a:lnTo>
                  <a:lnTo>
                    <a:pt x="452" y="209"/>
                  </a:lnTo>
                  <a:lnTo>
                    <a:pt x="553" y="209"/>
                  </a:lnTo>
                  <a:lnTo>
                    <a:pt x="670" y="17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5018" name="Freeform 129"/>
            <p:cNvSpPr>
              <a:spLocks/>
            </p:cNvSpPr>
            <p:nvPr/>
          </p:nvSpPr>
          <p:spPr bwMode="auto">
            <a:xfrm>
              <a:off x="386" y="2317"/>
              <a:ext cx="44" cy="34"/>
            </a:xfrm>
            <a:custGeom>
              <a:avLst/>
              <a:gdLst>
                <a:gd name="T0" fmla="*/ 0 w 219"/>
                <a:gd name="T1" fmla="*/ 0 h 171"/>
                <a:gd name="T2" fmla="*/ 0 w 219"/>
                <a:gd name="T3" fmla="*/ 0 h 171"/>
                <a:gd name="T4" fmla="*/ 0 w 219"/>
                <a:gd name="T5" fmla="*/ 0 h 171"/>
                <a:gd name="T6" fmla="*/ 0 w 219"/>
                <a:gd name="T7" fmla="*/ 0 h 171"/>
                <a:gd name="T8" fmla="*/ 0 w 219"/>
                <a:gd name="T9" fmla="*/ 0 h 171"/>
                <a:gd name="T10" fmla="*/ 0 w 219"/>
                <a:gd name="T11" fmla="*/ 0 h 171"/>
                <a:gd name="T12" fmla="*/ 0 w 219"/>
                <a:gd name="T13" fmla="*/ 0 h 171"/>
                <a:gd name="T14" fmla="*/ 0 w 219"/>
                <a:gd name="T15" fmla="*/ 0 h 171"/>
                <a:gd name="T16" fmla="*/ 0 w 219"/>
                <a:gd name="T17" fmla="*/ 0 h 171"/>
                <a:gd name="T18" fmla="*/ 0 w 219"/>
                <a:gd name="T19" fmla="*/ 0 h 17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9" h="171">
                  <a:moveTo>
                    <a:pt x="214" y="11"/>
                  </a:moveTo>
                  <a:lnTo>
                    <a:pt x="207" y="96"/>
                  </a:lnTo>
                  <a:lnTo>
                    <a:pt x="219" y="114"/>
                  </a:lnTo>
                  <a:lnTo>
                    <a:pt x="170" y="171"/>
                  </a:lnTo>
                  <a:lnTo>
                    <a:pt x="103" y="171"/>
                  </a:lnTo>
                  <a:lnTo>
                    <a:pt x="26" y="146"/>
                  </a:lnTo>
                  <a:lnTo>
                    <a:pt x="0" y="112"/>
                  </a:lnTo>
                  <a:lnTo>
                    <a:pt x="15" y="89"/>
                  </a:lnTo>
                  <a:lnTo>
                    <a:pt x="20" y="0"/>
                  </a:lnTo>
                  <a:lnTo>
                    <a:pt x="214" y="11"/>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grpSp>
      <p:grpSp>
        <p:nvGrpSpPr>
          <p:cNvPr id="244755" name="Group 130"/>
          <p:cNvGrpSpPr>
            <a:grpSpLocks/>
          </p:cNvGrpSpPr>
          <p:nvPr/>
        </p:nvGrpSpPr>
        <p:grpSpPr bwMode="auto">
          <a:xfrm>
            <a:off x="755996" y="5240339"/>
            <a:ext cx="99748" cy="225425"/>
            <a:chOff x="378" y="2191"/>
            <a:chExt cx="58" cy="142"/>
          </a:xfrm>
        </p:grpSpPr>
        <p:sp>
          <p:nvSpPr>
            <p:cNvPr id="245012" name="Freeform 131"/>
            <p:cNvSpPr>
              <a:spLocks/>
            </p:cNvSpPr>
            <p:nvPr/>
          </p:nvSpPr>
          <p:spPr bwMode="auto">
            <a:xfrm>
              <a:off x="378" y="2191"/>
              <a:ext cx="58" cy="142"/>
            </a:xfrm>
            <a:custGeom>
              <a:avLst/>
              <a:gdLst>
                <a:gd name="T0" fmla="*/ 0 w 292"/>
                <a:gd name="T1" fmla="*/ 0 h 710"/>
                <a:gd name="T2" fmla="*/ 0 w 292"/>
                <a:gd name="T3" fmla="*/ 0 h 710"/>
                <a:gd name="T4" fmla="*/ 0 w 292"/>
                <a:gd name="T5" fmla="*/ 0 h 710"/>
                <a:gd name="T6" fmla="*/ 0 w 292"/>
                <a:gd name="T7" fmla="*/ 0 h 710"/>
                <a:gd name="T8" fmla="*/ 0 w 292"/>
                <a:gd name="T9" fmla="*/ 0 h 710"/>
                <a:gd name="T10" fmla="*/ 0 w 292"/>
                <a:gd name="T11" fmla="*/ 0 h 710"/>
                <a:gd name="T12" fmla="*/ 0 w 292"/>
                <a:gd name="T13" fmla="*/ 0 h 710"/>
                <a:gd name="T14" fmla="*/ 0 w 292"/>
                <a:gd name="T15" fmla="*/ 0 h 71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92" h="710">
                  <a:moveTo>
                    <a:pt x="24" y="15"/>
                  </a:moveTo>
                  <a:lnTo>
                    <a:pt x="6" y="256"/>
                  </a:lnTo>
                  <a:lnTo>
                    <a:pt x="10" y="454"/>
                  </a:lnTo>
                  <a:lnTo>
                    <a:pt x="0" y="678"/>
                  </a:lnTo>
                  <a:lnTo>
                    <a:pt x="144" y="710"/>
                  </a:lnTo>
                  <a:lnTo>
                    <a:pt x="283" y="710"/>
                  </a:lnTo>
                  <a:lnTo>
                    <a:pt x="292" y="0"/>
                  </a:lnTo>
                  <a:lnTo>
                    <a:pt x="24" y="15"/>
                  </a:lnTo>
                  <a:close/>
                </a:path>
              </a:pathLst>
            </a:custGeom>
            <a:solidFill>
              <a:srgbClr val="606060"/>
            </a:solidFill>
            <a:ln w="3175">
              <a:solidFill>
                <a:srgbClr val="000000"/>
              </a:solidFill>
              <a:prstDash val="solid"/>
              <a:round/>
              <a:headEnd/>
              <a:tailEnd/>
            </a:ln>
          </p:spPr>
          <p:txBody>
            <a:bodyPr/>
            <a:lstStyle/>
            <a:p>
              <a:endParaRPr lang="zh-CN" altLang="en-US" b="1">
                <a:solidFill>
                  <a:srgbClr val="000099"/>
                </a:solidFill>
              </a:endParaRPr>
            </a:p>
          </p:txBody>
        </p:sp>
        <p:sp>
          <p:nvSpPr>
            <p:cNvPr id="245013" name="Freeform 132"/>
            <p:cNvSpPr>
              <a:spLocks/>
            </p:cNvSpPr>
            <p:nvPr/>
          </p:nvSpPr>
          <p:spPr bwMode="auto">
            <a:xfrm>
              <a:off x="383" y="2193"/>
              <a:ext cx="50" cy="136"/>
            </a:xfrm>
            <a:custGeom>
              <a:avLst/>
              <a:gdLst>
                <a:gd name="T0" fmla="*/ 0 w 252"/>
                <a:gd name="T1" fmla="*/ 0 h 681"/>
                <a:gd name="T2" fmla="*/ 0 w 252"/>
                <a:gd name="T3" fmla="*/ 0 h 681"/>
                <a:gd name="T4" fmla="*/ 0 w 252"/>
                <a:gd name="T5" fmla="*/ 0 h 681"/>
                <a:gd name="T6" fmla="*/ 0 w 252"/>
                <a:gd name="T7" fmla="*/ 0 h 681"/>
                <a:gd name="T8" fmla="*/ 0 w 252"/>
                <a:gd name="T9" fmla="*/ 0 h 681"/>
                <a:gd name="T10" fmla="*/ 0 w 252"/>
                <a:gd name="T11" fmla="*/ 0 h 681"/>
                <a:gd name="T12" fmla="*/ 0 w 252"/>
                <a:gd name="T13" fmla="*/ 0 h 681"/>
                <a:gd name="T14" fmla="*/ 0 w 252"/>
                <a:gd name="T15" fmla="*/ 0 h 68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52" h="681">
                  <a:moveTo>
                    <a:pt x="23" y="21"/>
                  </a:moveTo>
                  <a:lnTo>
                    <a:pt x="0" y="223"/>
                  </a:lnTo>
                  <a:lnTo>
                    <a:pt x="5" y="385"/>
                  </a:lnTo>
                  <a:lnTo>
                    <a:pt x="5" y="633"/>
                  </a:lnTo>
                  <a:lnTo>
                    <a:pt x="128" y="681"/>
                  </a:lnTo>
                  <a:lnTo>
                    <a:pt x="238" y="681"/>
                  </a:lnTo>
                  <a:lnTo>
                    <a:pt x="252" y="0"/>
                  </a:lnTo>
                  <a:lnTo>
                    <a:pt x="23" y="2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grpSp>
      <p:grpSp>
        <p:nvGrpSpPr>
          <p:cNvPr id="244756" name="Group 133"/>
          <p:cNvGrpSpPr>
            <a:grpSpLocks/>
          </p:cNvGrpSpPr>
          <p:nvPr/>
        </p:nvGrpSpPr>
        <p:grpSpPr bwMode="auto">
          <a:xfrm>
            <a:off x="807589" y="5468938"/>
            <a:ext cx="242491" cy="112712"/>
            <a:chOff x="408" y="2335"/>
            <a:chExt cx="141" cy="71"/>
          </a:xfrm>
        </p:grpSpPr>
        <p:sp>
          <p:nvSpPr>
            <p:cNvPr id="245007" name="Freeform 134"/>
            <p:cNvSpPr>
              <a:spLocks/>
            </p:cNvSpPr>
            <p:nvPr/>
          </p:nvSpPr>
          <p:spPr bwMode="auto">
            <a:xfrm>
              <a:off x="408" y="2335"/>
              <a:ext cx="141" cy="71"/>
            </a:xfrm>
            <a:custGeom>
              <a:avLst/>
              <a:gdLst>
                <a:gd name="T0" fmla="*/ 0 w 703"/>
                <a:gd name="T1" fmla="*/ 0 h 356"/>
                <a:gd name="T2" fmla="*/ 0 w 703"/>
                <a:gd name="T3" fmla="*/ 0 h 356"/>
                <a:gd name="T4" fmla="*/ 0 w 703"/>
                <a:gd name="T5" fmla="*/ 0 h 356"/>
                <a:gd name="T6" fmla="*/ 0 w 703"/>
                <a:gd name="T7" fmla="*/ 0 h 356"/>
                <a:gd name="T8" fmla="*/ 0 w 703"/>
                <a:gd name="T9" fmla="*/ 0 h 356"/>
                <a:gd name="T10" fmla="*/ 0 w 703"/>
                <a:gd name="T11" fmla="*/ 0 h 356"/>
                <a:gd name="T12" fmla="*/ 0 w 703"/>
                <a:gd name="T13" fmla="*/ 0 h 356"/>
                <a:gd name="T14" fmla="*/ 0 w 703"/>
                <a:gd name="T15" fmla="*/ 0 h 356"/>
                <a:gd name="T16" fmla="*/ 0 w 703"/>
                <a:gd name="T17" fmla="*/ 0 h 356"/>
                <a:gd name="T18" fmla="*/ 0 w 703"/>
                <a:gd name="T19" fmla="*/ 0 h 356"/>
                <a:gd name="T20" fmla="*/ 0 w 703"/>
                <a:gd name="T21" fmla="*/ 0 h 356"/>
                <a:gd name="T22" fmla="*/ 0 w 703"/>
                <a:gd name="T23" fmla="*/ 0 h 356"/>
                <a:gd name="T24" fmla="*/ 0 w 703"/>
                <a:gd name="T25" fmla="*/ 0 h 356"/>
                <a:gd name="T26" fmla="*/ 0 w 703"/>
                <a:gd name="T27" fmla="*/ 0 h 356"/>
                <a:gd name="T28" fmla="*/ 0 w 703"/>
                <a:gd name="T29" fmla="*/ 0 h 356"/>
                <a:gd name="T30" fmla="*/ 0 w 703"/>
                <a:gd name="T31" fmla="*/ 0 h 356"/>
                <a:gd name="T32" fmla="*/ 0 w 703"/>
                <a:gd name="T33" fmla="*/ 0 h 356"/>
                <a:gd name="T34" fmla="*/ 0 w 703"/>
                <a:gd name="T35" fmla="*/ 0 h 356"/>
                <a:gd name="T36" fmla="*/ 0 w 703"/>
                <a:gd name="T37" fmla="*/ 0 h 356"/>
                <a:gd name="T38" fmla="*/ 0 w 703"/>
                <a:gd name="T39" fmla="*/ 0 h 35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703" h="356">
                  <a:moveTo>
                    <a:pt x="285" y="13"/>
                  </a:moveTo>
                  <a:lnTo>
                    <a:pt x="280" y="104"/>
                  </a:lnTo>
                  <a:lnTo>
                    <a:pt x="463" y="191"/>
                  </a:lnTo>
                  <a:lnTo>
                    <a:pt x="617" y="227"/>
                  </a:lnTo>
                  <a:lnTo>
                    <a:pt x="703" y="264"/>
                  </a:lnTo>
                  <a:lnTo>
                    <a:pt x="698" y="314"/>
                  </a:lnTo>
                  <a:lnTo>
                    <a:pt x="588" y="345"/>
                  </a:lnTo>
                  <a:lnTo>
                    <a:pt x="420" y="356"/>
                  </a:lnTo>
                  <a:lnTo>
                    <a:pt x="280" y="332"/>
                  </a:lnTo>
                  <a:lnTo>
                    <a:pt x="194" y="307"/>
                  </a:lnTo>
                  <a:lnTo>
                    <a:pt x="188" y="335"/>
                  </a:lnTo>
                  <a:lnTo>
                    <a:pt x="76" y="332"/>
                  </a:lnTo>
                  <a:lnTo>
                    <a:pt x="8" y="320"/>
                  </a:lnTo>
                  <a:lnTo>
                    <a:pt x="8" y="271"/>
                  </a:lnTo>
                  <a:lnTo>
                    <a:pt x="0" y="243"/>
                  </a:lnTo>
                  <a:lnTo>
                    <a:pt x="0" y="174"/>
                  </a:lnTo>
                  <a:lnTo>
                    <a:pt x="22" y="136"/>
                  </a:lnTo>
                  <a:lnTo>
                    <a:pt x="56" y="94"/>
                  </a:lnTo>
                  <a:lnTo>
                    <a:pt x="64" y="0"/>
                  </a:lnTo>
                  <a:lnTo>
                    <a:pt x="285" y="13"/>
                  </a:lnTo>
                  <a:close/>
                </a:path>
              </a:pathLst>
            </a:custGeom>
            <a:solidFill>
              <a:srgbClr val="606060"/>
            </a:solidFill>
            <a:ln w="3175">
              <a:solidFill>
                <a:srgbClr val="000000"/>
              </a:solidFill>
              <a:prstDash val="solid"/>
              <a:round/>
              <a:headEnd/>
              <a:tailEnd/>
            </a:ln>
          </p:spPr>
          <p:txBody>
            <a:bodyPr/>
            <a:lstStyle/>
            <a:p>
              <a:endParaRPr lang="zh-CN" altLang="en-US" b="1">
                <a:solidFill>
                  <a:srgbClr val="000099"/>
                </a:solidFill>
              </a:endParaRPr>
            </a:p>
          </p:txBody>
        </p:sp>
        <p:sp>
          <p:nvSpPr>
            <p:cNvPr id="245008" name="Freeform 135"/>
            <p:cNvSpPr>
              <a:spLocks/>
            </p:cNvSpPr>
            <p:nvPr/>
          </p:nvSpPr>
          <p:spPr bwMode="auto">
            <a:xfrm>
              <a:off x="455" y="2361"/>
              <a:ext cx="42" cy="22"/>
            </a:xfrm>
            <a:custGeom>
              <a:avLst/>
              <a:gdLst>
                <a:gd name="T0" fmla="*/ 0 w 210"/>
                <a:gd name="T1" fmla="*/ 0 h 111"/>
                <a:gd name="T2" fmla="*/ 0 w 210"/>
                <a:gd name="T3" fmla="*/ 0 h 111"/>
                <a:gd name="T4" fmla="*/ 0 w 210"/>
                <a:gd name="T5" fmla="*/ 0 h 111"/>
                <a:gd name="T6" fmla="*/ 0 w 210"/>
                <a:gd name="T7" fmla="*/ 0 h 111"/>
                <a:gd name="T8" fmla="*/ 0 w 210"/>
                <a:gd name="T9" fmla="*/ 0 h 11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0" h="111">
                  <a:moveTo>
                    <a:pt x="53" y="0"/>
                  </a:moveTo>
                  <a:lnTo>
                    <a:pt x="0" y="60"/>
                  </a:lnTo>
                  <a:lnTo>
                    <a:pt x="187" y="111"/>
                  </a:lnTo>
                  <a:lnTo>
                    <a:pt x="210" y="71"/>
                  </a:lnTo>
                  <a:lnTo>
                    <a:pt x="53"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5009" name="Freeform 136"/>
            <p:cNvSpPr>
              <a:spLocks/>
            </p:cNvSpPr>
            <p:nvPr/>
          </p:nvSpPr>
          <p:spPr bwMode="auto">
            <a:xfrm>
              <a:off x="497" y="2377"/>
              <a:ext cx="47" cy="13"/>
            </a:xfrm>
            <a:custGeom>
              <a:avLst/>
              <a:gdLst>
                <a:gd name="T0" fmla="*/ 0 w 237"/>
                <a:gd name="T1" fmla="*/ 0 h 66"/>
                <a:gd name="T2" fmla="*/ 0 w 237"/>
                <a:gd name="T3" fmla="*/ 0 h 66"/>
                <a:gd name="T4" fmla="*/ 0 w 237"/>
                <a:gd name="T5" fmla="*/ 0 h 66"/>
                <a:gd name="T6" fmla="*/ 0 w 237"/>
                <a:gd name="T7" fmla="*/ 0 h 66"/>
                <a:gd name="T8" fmla="*/ 0 w 237"/>
                <a:gd name="T9" fmla="*/ 0 h 66"/>
                <a:gd name="T10" fmla="*/ 0 w 237"/>
                <a:gd name="T11" fmla="*/ 0 h 66"/>
                <a:gd name="T12" fmla="*/ 0 w 237"/>
                <a:gd name="T13" fmla="*/ 0 h 6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37" h="66">
                  <a:moveTo>
                    <a:pt x="27" y="0"/>
                  </a:moveTo>
                  <a:lnTo>
                    <a:pt x="0" y="31"/>
                  </a:lnTo>
                  <a:lnTo>
                    <a:pt x="116" y="59"/>
                  </a:lnTo>
                  <a:lnTo>
                    <a:pt x="171" y="66"/>
                  </a:lnTo>
                  <a:lnTo>
                    <a:pt x="237" y="61"/>
                  </a:lnTo>
                  <a:lnTo>
                    <a:pt x="168" y="28"/>
                  </a:lnTo>
                  <a:lnTo>
                    <a:pt x="27"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5010" name="Freeform 137"/>
            <p:cNvSpPr>
              <a:spLocks/>
            </p:cNvSpPr>
            <p:nvPr/>
          </p:nvSpPr>
          <p:spPr bwMode="auto">
            <a:xfrm>
              <a:off x="410" y="2361"/>
              <a:ext cx="135" cy="42"/>
            </a:xfrm>
            <a:custGeom>
              <a:avLst/>
              <a:gdLst>
                <a:gd name="T0" fmla="*/ 0 w 678"/>
                <a:gd name="T1" fmla="*/ 0 h 211"/>
                <a:gd name="T2" fmla="*/ 0 w 678"/>
                <a:gd name="T3" fmla="*/ 0 h 211"/>
                <a:gd name="T4" fmla="*/ 0 w 678"/>
                <a:gd name="T5" fmla="*/ 0 h 211"/>
                <a:gd name="T6" fmla="*/ 0 w 678"/>
                <a:gd name="T7" fmla="*/ 0 h 211"/>
                <a:gd name="T8" fmla="*/ 0 w 678"/>
                <a:gd name="T9" fmla="*/ 0 h 211"/>
                <a:gd name="T10" fmla="*/ 0 w 678"/>
                <a:gd name="T11" fmla="*/ 0 h 211"/>
                <a:gd name="T12" fmla="*/ 0 w 678"/>
                <a:gd name="T13" fmla="*/ 0 h 211"/>
                <a:gd name="T14" fmla="*/ 0 w 678"/>
                <a:gd name="T15" fmla="*/ 0 h 211"/>
                <a:gd name="T16" fmla="*/ 0 w 678"/>
                <a:gd name="T17" fmla="*/ 0 h 211"/>
                <a:gd name="T18" fmla="*/ 0 w 678"/>
                <a:gd name="T19" fmla="*/ 0 h 211"/>
                <a:gd name="T20" fmla="*/ 0 w 678"/>
                <a:gd name="T21" fmla="*/ 0 h 211"/>
                <a:gd name="T22" fmla="*/ 0 w 678"/>
                <a:gd name="T23" fmla="*/ 0 h 211"/>
                <a:gd name="T24" fmla="*/ 0 w 678"/>
                <a:gd name="T25" fmla="*/ 0 h 211"/>
                <a:gd name="T26" fmla="*/ 0 w 678"/>
                <a:gd name="T27" fmla="*/ 0 h 211"/>
                <a:gd name="T28" fmla="*/ 0 w 678"/>
                <a:gd name="T29" fmla="*/ 0 h 211"/>
                <a:gd name="T30" fmla="*/ 0 w 678"/>
                <a:gd name="T31" fmla="*/ 0 h 211"/>
                <a:gd name="T32" fmla="*/ 0 w 678"/>
                <a:gd name="T33" fmla="*/ 0 h 211"/>
                <a:gd name="T34" fmla="*/ 0 w 678"/>
                <a:gd name="T35" fmla="*/ 0 h 211"/>
                <a:gd name="T36" fmla="*/ 0 w 678"/>
                <a:gd name="T37" fmla="*/ 0 h 2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678" h="211">
                  <a:moveTo>
                    <a:pt x="678" y="178"/>
                  </a:moveTo>
                  <a:lnTo>
                    <a:pt x="678" y="147"/>
                  </a:lnTo>
                  <a:lnTo>
                    <a:pt x="590" y="156"/>
                  </a:lnTo>
                  <a:lnTo>
                    <a:pt x="446" y="136"/>
                  </a:lnTo>
                  <a:lnTo>
                    <a:pt x="365" y="117"/>
                  </a:lnTo>
                  <a:lnTo>
                    <a:pt x="209" y="66"/>
                  </a:lnTo>
                  <a:lnTo>
                    <a:pt x="140" y="60"/>
                  </a:lnTo>
                  <a:lnTo>
                    <a:pt x="74" y="35"/>
                  </a:lnTo>
                  <a:lnTo>
                    <a:pt x="39" y="0"/>
                  </a:lnTo>
                  <a:lnTo>
                    <a:pt x="0" y="44"/>
                  </a:lnTo>
                  <a:lnTo>
                    <a:pt x="0" y="133"/>
                  </a:lnTo>
                  <a:lnTo>
                    <a:pt x="50" y="147"/>
                  </a:lnTo>
                  <a:lnTo>
                    <a:pt x="171" y="162"/>
                  </a:lnTo>
                  <a:lnTo>
                    <a:pt x="220" y="170"/>
                  </a:lnTo>
                  <a:lnTo>
                    <a:pt x="300" y="197"/>
                  </a:lnTo>
                  <a:lnTo>
                    <a:pt x="392" y="211"/>
                  </a:lnTo>
                  <a:lnTo>
                    <a:pt x="458" y="211"/>
                  </a:lnTo>
                  <a:lnTo>
                    <a:pt x="560" y="211"/>
                  </a:lnTo>
                  <a:lnTo>
                    <a:pt x="678" y="17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5011" name="Freeform 138"/>
            <p:cNvSpPr>
              <a:spLocks/>
            </p:cNvSpPr>
            <p:nvPr/>
          </p:nvSpPr>
          <p:spPr bwMode="auto">
            <a:xfrm>
              <a:off x="419" y="2337"/>
              <a:ext cx="45" cy="34"/>
            </a:xfrm>
            <a:custGeom>
              <a:avLst/>
              <a:gdLst>
                <a:gd name="T0" fmla="*/ 0 w 224"/>
                <a:gd name="T1" fmla="*/ 0 h 170"/>
                <a:gd name="T2" fmla="*/ 0 w 224"/>
                <a:gd name="T3" fmla="*/ 0 h 170"/>
                <a:gd name="T4" fmla="*/ 0 w 224"/>
                <a:gd name="T5" fmla="*/ 0 h 170"/>
                <a:gd name="T6" fmla="*/ 0 w 224"/>
                <a:gd name="T7" fmla="*/ 0 h 170"/>
                <a:gd name="T8" fmla="*/ 0 w 224"/>
                <a:gd name="T9" fmla="*/ 0 h 170"/>
                <a:gd name="T10" fmla="*/ 0 w 224"/>
                <a:gd name="T11" fmla="*/ 0 h 170"/>
                <a:gd name="T12" fmla="*/ 0 w 224"/>
                <a:gd name="T13" fmla="*/ 0 h 170"/>
                <a:gd name="T14" fmla="*/ 0 w 224"/>
                <a:gd name="T15" fmla="*/ 0 h 170"/>
                <a:gd name="T16" fmla="*/ 0 w 224"/>
                <a:gd name="T17" fmla="*/ 0 h 170"/>
                <a:gd name="T18" fmla="*/ 0 w 224"/>
                <a:gd name="T19" fmla="*/ 0 h 17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24" h="170">
                  <a:moveTo>
                    <a:pt x="216" y="12"/>
                  </a:moveTo>
                  <a:lnTo>
                    <a:pt x="210" y="95"/>
                  </a:lnTo>
                  <a:lnTo>
                    <a:pt x="224" y="114"/>
                  </a:lnTo>
                  <a:lnTo>
                    <a:pt x="173" y="170"/>
                  </a:lnTo>
                  <a:lnTo>
                    <a:pt x="105" y="170"/>
                  </a:lnTo>
                  <a:lnTo>
                    <a:pt x="28" y="145"/>
                  </a:lnTo>
                  <a:lnTo>
                    <a:pt x="0" y="112"/>
                  </a:lnTo>
                  <a:lnTo>
                    <a:pt x="16" y="89"/>
                  </a:lnTo>
                  <a:lnTo>
                    <a:pt x="20" y="0"/>
                  </a:lnTo>
                  <a:lnTo>
                    <a:pt x="216" y="12"/>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grpSp>
      <p:sp>
        <p:nvSpPr>
          <p:cNvPr id="244757" name="Oval 139"/>
          <p:cNvSpPr>
            <a:spLocks noChangeArrowheads="1"/>
          </p:cNvSpPr>
          <p:nvPr/>
        </p:nvSpPr>
        <p:spPr bwMode="auto">
          <a:xfrm>
            <a:off x="446433" y="5470525"/>
            <a:ext cx="287206" cy="103188"/>
          </a:xfrm>
          <a:prstGeom prst="ellipse">
            <a:avLst/>
          </a:prstGeom>
          <a:solidFill>
            <a:srgbClr val="606060"/>
          </a:solidFill>
          <a:ln w="3175">
            <a:solidFill>
              <a:srgbClr val="000000"/>
            </a:solidFill>
            <a:round/>
            <a:headEnd/>
            <a:tailEnd/>
          </a:ln>
        </p:spPr>
        <p:txBody>
          <a:bodyPr/>
          <a:lstStyle/>
          <a:p>
            <a:pPr eaLnBrk="1" hangingPunct="1"/>
            <a:endParaRPr lang="zh-CN" altLang="en-US" b="1">
              <a:solidFill>
                <a:srgbClr val="000099"/>
              </a:solidFill>
            </a:endParaRPr>
          </a:p>
        </p:txBody>
      </p:sp>
      <p:sp>
        <p:nvSpPr>
          <p:cNvPr id="244758" name="Rectangle 140"/>
          <p:cNvSpPr>
            <a:spLocks noChangeArrowheads="1"/>
          </p:cNvSpPr>
          <p:nvPr/>
        </p:nvSpPr>
        <p:spPr bwMode="auto">
          <a:xfrm>
            <a:off x="551340" y="5265738"/>
            <a:ext cx="75671" cy="234950"/>
          </a:xfrm>
          <a:prstGeom prst="rect">
            <a:avLst/>
          </a:prstGeom>
          <a:solidFill>
            <a:srgbClr val="606060"/>
          </a:solidFill>
          <a:ln w="3175">
            <a:solidFill>
              <a:srgbClr val="000000"/>
            </a:solidFill>
            <a:miter lim="800000"/>
            <a:headEnd/>
            <a:tailEnd/>
          </a:ln>
        </p:spPr>
        <p:txBody>
          <a:bodyPr/>
          <a:lstStyle/>
          <a:p>
            <a:pPr eaLnBrk="1" hangingPunct="1"/>
            <a:endParaRPr lang="zh-CN" altLang="en-US" b="1">
              <a:solidFill>
                <a:srgbClr val="000099"/>
              </a:solidFill>
            </a:endParaRPr>
          </a:p>
        </p:txBody>
      </p:sp>
      <p:grpSp>
        <p:nvGrpSpPr>
          <p:cNvPr id="244759" name="Group 141"/>
          <p:cNvGrpSpPr>
            <a:grpSpLocks/>
          </p:cNvGrpSpPr>
          <p:nvPr/>
        </p:nvGrpSpPr>
        <p:grpSpPr bwMode="auto">
          <a:xfrm>
            <a:off x="418916" y="5176839"/>
            <a:ext cx="380075" cy="122237"/>
            <a:chOff x="182" y="2151"/>
            <a:chExt cx="221" cy="77"/>
          </a:xfrm>
        </p:grpSpPr>
        <p:sp>
          <p:nvSpPr>
            <p:cNvPr id="245005" name="Freeform 142"/>
            <p:cNvSpPr>
              <a:spLocks/>
            </p:cNvSpPr>
            <p:nvPr/>
          </p:nvSpPr>
          <p:spPr bwMode="auto">
            <a:xfrm>
              <a:off x="182" y="2151"/>
              <a:ext cx="221" cy="77"/>
            </a:xfrm>
            <a:custGeom>
              <a:avLst/>
              <a:gdLst>
                <a:gd name="T0" fmla="*/ 0 w 1106"/>
                <a:gd name="T1" fmla="*/ 0 h 386"/>
                <a:gd name="T2" fmla="*/ 0 w 1106"/>
                <a:gd name="T3" fmla="*/ 0 h 386"/>
                <a:gd name="T4" fmla="*/ 0 w 1106"/>
                <a:gd name="T5" fmla="*/ 0 h 386"/>
                <a:gd name="T6" fmla="*/ 0 w 1106"/>
                <a:gd name="T7" fmla="*/ 0 h 386"/>
                <a:gd name="T8" fmla="*/ 0 w 1106"/>
                <a:gd name="T9" fmla="*/ 0 h 386"/>
                <a:gd name="T10" fmla="*/ 0 w 1106"/>
                <a:gd name="T11" fmla="*/ 0 h 386"/>
                <a:gd name="T12" fmla="*/ 0 w 1106"/>
                <a:gd name="T13" fmla="*/ 0 h 386"/>
                <a:gd name="T14" fmla="*/ 0 w 1106"/>
                <a:gd name="T15" fmla="*/ 0 h 38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106" h="386">
                  <a:moveTo>
                    <a:pt x="1106" y="202"/>
                  </a:moveTo>
                  <a:lnTo>
                    <a:pt x="1099" y="321"/>
                  </a:lnTo>
                  <a:lnTo>
                    <a:pt x="735" y="386"/>
                  </a:lnTo>
                  <a:lnTo>
                    <a:pt x="334" y="386"/>
                  </a:lnTo>
                  <a:lnTo>
                    <a:pt x="19" y="288"/>
                  </a:lnTo>
                  <a:lnTo>
                    <a:pt x="0" y="10"/>
                  </a:lnTo>
                  <a:lnTo>
                    <a:pt x="625" y="0"/>
                  </a:lnTo>
                  <a:lnTo>
                    <a:pt x="1106" y="202"/>
                  </a:lnTo>
                  <a:close/>
                </a:path>
              </a:pathLst>
            </a:custGeom>
            <a:solidFill>
              <a:srgbClr val="404040"/>
            </a:solidFill>
            <a:ln w="3175">
              <a:solidFill>
                <a:srgbClr val="000000"/>
              </a:solidFill>
              <a:prstDash val="solid"/>
              <a:round/>
              <a:headEnd/>
              <a:tailEnd/>
            </a:ln>
          </p:spPr>
          <p:txBody>
            <a:bodyPr/>
            <a:lstStyle/>
            <a:p>
              <a:endParaRPr lang="zh-CN" altLang="en-US" b="1">
                <a:solidFill>
                  <a:srgbClr val="000099"/>
                </a:solidFill>
              </a:endParaRPr>
            </a:p>
          </p:txBody>
        </p:sp>
        <p:sp>
          <p:nvSpPr>
            <p:cNvPr id="245006" name="Freeform 143"/>
            <p:cNvSpPr>
              <a:spLocks/>
            </p:cNvSpPr>
            <p:nvPr/>
          </p:nvSpPr>
          <p:spPr bwMode="auto">
            <a:xfrm>
              <a:off x="187" y="2180"/>
              <a:ext cx="211" cy="45"/>
            </a:xfrm>
            <a:custGeom>
              <a:avLst/>
              <a:gdLst>
                <a:gd name="T0" fmla="*/ 0 w 1055"/>
                <a:gd name="T1" fmla="*/ 0 h 221"/>
                <a:gd name="T2" fmla="*/ 0 w 1055"/>
                <a:gd name="T3" fmla="*/ 0 h 221"/>
                <a:gd name="T4" fmla="*/ 0 w 1055"/>
                <a:gd name="T5" fmla="*/ 0 h 221"/>
                <a:gd name="T6" fmla="*/ 0 w 1055"/>
                <a:gd name="T7" fmla="*/ 0 h 221"/>
                <a:gd name="T8" fmla="*/ 0 w 1055"/>
                <a:gd name="T9" fmla="*/ 0 h 221"/>
                <a:gd name="T10" fmla="*/ 0 w 1055"/>
                <a:gd name="T11" fmla="*/ 0 h 221"/>
                <a:gd name="T12" fmla="*/ 0 w 1055"/>
                <a:gd name="T13" fmla="*/ 0 h 221"/>
                <a:gd name="T14" fmla="*/ 0 w 1055"/>
                <a:gd name="T15" fmla="*/ 0 h 221"/>
                <a:gd name="T16" fmla="*/ 0 w 1055"/>
                <a:gd name="T17" fmla="*/ 0 h 22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055" h="221">
                  <a:moveTo>
                    <a:pt x="1055" y="75"/>
                  </a:moveTo>
                  <a:lnTo>
                    <a:pt x="1049" y="162"/>
                  </a:lnTo>
                  <a:lnTo>
                    <a:pt x="721" y="221"/>
                  </a:lnTo>
                  <a:lnTo>
                    <a:pt x="296" y="221"/>
                  </a:lnTo>
                  <a:lnTo>
                    <a:pt x="0" y="119"/>
                  </a:lnTo>
                  <a:lnTo>
                    <a:pt x="0" y="0"/>
                  </a:lnTo>
                  <a:lnTo>
                    <a:pt x="283" y="119"/>
                  </a:lnTo>
                  <a:lnTo>
                    <a:pt x="716" y="124"/>
                  </a:lnTo>
                  <a:lnTo>
                    <a:pt x="1055" y="75"/>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grpSp>
      <p:sp>
        <p:nvSpPr>
          <p:cNvPr id="244760" name="Freeform 144"/>
          <p:cNvSpPr>
            <a:spLocks/>
          </p:cNvSpPr>
          <p:nvPr/>
        </p:nvSpPr>
        <p:spPr bwMode="auto">
          <a:xfrm>
            <a:off x="406879" y="5048250"/>
            <a:ext cx="519377" cy="444500"/>
          </a:xfrm>
          <a:custGeom>
            <a:avLst/>
            <a:gdLst>
              <a:gd name="T0" fmla="*/ 2147483646 w 1507"/>
              <a:gd name="T1" fmla="*/ 2147483646 h 1401"/>
              <a:gd name="T2" fmla="*/ 2147483646 w 1507"/>
              <a:gd name="T3" fmla="*/ 2147483646 h 1401"/>
              <a:gd name="T4" fmla="*/ 2147483646 w 1507"/>
              <a:gd name="T5" fmla="*/ 2147483646 h 1401"/>
              <a:gd name="T6" fmla="*/ 2147483646 w 1507"/>
              <a:gd name="T7" fmla="*/ 2147483646 h 1401"/>
              <a:gd name="T8" fmla="*/ 2147483646 w 1507"/>
              <a:gd name="T9" fmla="*/ 2147483646 h 1401"/>
              <a:gd name="T10" fmla="*/ 2147483646 w 1507"/>
              <a:gd name="T11" fmla="*/ 2147483646 h 1401"/>
              <a:gd name="T12" fmla="*/ 2147483646 w 1507"/>
              <a:gd name="T13" fmla="*/ 2147483646 h 1401"/>
              <a:gd name="T14" fmla="*/ 2147483646 w 1507"/>
              <a:gd name="T15" fmla="*/ 2147483646 h 1401"/>
              <a:gd name="T16" fmla="*/ 2147483646 w 1507"/>
              <a:gd name="T17" fmla="*/ 2147483646 h 1401"/>
              <a:gd name="T18" fmla="*/ 2147483646 w 1507"/>
              <a:gd name="T19" fmla="*/ 2147483646 h 1401"/>
              <a:gd name="T20" fmla="*/ 2147483646 w 1507"/>
              <a:gd name="T21" fmla="*/ 2147483646 h 1401"/>
              <a:gd name="T22" fmla="*/ 2147483646 w 1507"/>
              <a:gd name="T23" fmla="*/ 2147483646 h 1401"/>
              <a:gd name="T24" fmla="*/ 2147483646 w 1507"/>
              <a:gd name="T25" fmla="*/ 2147483646 h 1401"/>
              <a:gd name="T26" fmla="*/ 2147483646 w 1507"/>
              <a:gd name="T27" fmla="*/ 2147483646 h 1401"/>
              <a:gd name="T28" fmla="*/ 2147483646 w 1507"/>
              <a:gd name="T29" fmla="*/ 2147483646 h 1401"/>
              <a:gd name="T30" fmla="*/ 2147483646 w 1507"/>
              <a:gd name="T31" fmla="*/ 2147483646 h 1401"/>
              <a:gd name="T32" fmla="*/ 2147483646 w 1507"/>
              <a:gd name="T33" fmla="*/ 2147483646 h 1401"/>
              <a:gd name="T34" fmla="*/ 2147483646 w 1507"/>
              <a:gd name="T35" fmla="*/ 2147483646 h 1401"/>
              <a:gd name="T36" fmla="*/ 2147483646 w 1507"/>
              <a:gd name="T37" fmla="*/ 2147483646 h 1401"/>
              <a:gd name="T38" fmla="*/ 2147483646 w 1507"/>
              <a:gd name="T39" fmla="*/ 0 h 1401"/>
              <a:gd name="T40" fmla="*/ 2147483646 w 1507"/>
              <a:gd name="T41" fmla="*/ 2147483646 h 1401"/>
              <a:gd name="T42" fmla="*/ 2147483646 w 1507"/>
              <a:gd name="T43" fmla="*/ 2147483646 h 1401"/>
              <a:gd name="T44" fmla="*/ 2147483646 w 1507"/>
              <a:gd name="T45" fmla="*/ 2147483646 h 1401"/>
              <a:gd name="T46" fmla="*/ 2147483646 w 1507"/>
              <a:gd name="T47" fmla="*/ 2147483646 h 1401"/>
              <a:gd name="T48" fmla="*/ 2147483646 w 1507"/>
              <a:gd name="T49" fmla="*/ 2147483646 h 1401"/>
              <a:gd name="T50" fmla="*/ 0 w 1507"/>
              <a:gd name="T51" fmla="*/ 2147483646 h 1401"/>
              <a:gd name="T52" fmla="*/ 2147483646 w 1507"/>
              <a:gd name="T53" fmla="*/ 2147483646 h 1401"/>
              <a:gd name="T54" fmla="*/ 2147483646 w 1507"/>
              <a:gd name="T55" fmla="*/ 2147483646 h 1401"/>
              <a:gd name="T56" fmla="*/ 2147483646 w 1507"/>
              <a:gd name="T57" fmla="*/ 2147483646 h 1401"/>
              <a:gd name="T58" fmla="*/ 2147483646 w 1507"/>
              <a:gd name="T59" fmla="*/ 2147483646 h 1401"/>
              <a:gd name="T60" fmla="*/ 2147483646 w 1507"/>
              <a:gd name="T61" fmla="*/ 2147483646 h 1401"/>
              <a:gd name="T62" fmla="*/ 2147483646 w 1507"/>
              <a:gd name="T63" fmla="*/ 2147483646 h 1401"/>
              <a:gd name="T64" fmla="*/ 2147483646 w 1507"/>
              <a:gd name="T65" fmla="*/ 2147483646 h 1401"/>
              <a:gd name="T66" fmla="*/ 2147483646 w 1507"/>
              <a:gd name="T67" fmla="*/ 2147483646 h 1401"/>
              <a:gd name="T68" fmla="*/ 2147483646 w 1507"/>
              <a:gd name="T69" fmla="*/ 2147483646 h 1401"/>
              <a:gd name="T70" fmla="*/ 2147483646 w 1507"/>
              <a:gd name="T71" fmla="*/ 2147483646 h 1401"/>
              <a:gd name="T72" fmla="*/ 2147483646 w 1507"/>
              <a:gd name="T73" fmla="*/ 2147483646 h 1401"/>
              <a:gd name="T74" fmla="*/ 2147483646 w 1507"/>
              <a:gd name="T75" fmla="*/ 2147483646 h 1401"/>
              <a:gd name="T76" fmla="*/ 2147483646 w 1507"/>
              <a:gd name="T77" fmla="*/ 2147483646 h 1401"/>
              <a:gd name="T78" fmla="*/ 2147483646 w 1507"/>
              <a:gd name="T79" fmla="*/ 2147483646 h 1401"/>
              <a:gd name="T80" fmla="*/ 2147483646 w 1507"/>
              <a:gd name="T81" fmla="*/ 2147483646 h 1401"/>
              <a:gd name="T82" fmla="*/ 2147483646 w 1507"/>
              <a:gd name="T83" fmla="*/ 2147483646 h 1401"/>
              <a:gd name="T84" fmla="*/ 2147483646 w 1507"/>
              <a:gd name="T85" fmla="*/ 2147483646 h 1401"/>
              <a:gd name="T86" fmla="*/ 2147483646 w 1507"/>
              <a:gd name="T87" fmla="*/ 2147483646 h 1401"/>
              <a:gd name="T88" fmla="*/ 2147483646 w 1507"/>
              <a:gd name="T89" fmla="*/ 2147483646 h 1401"/>
              <a:gd name="T90" fmla="*/ 2147483646 w 1507"/>
              <a:gd name="T91" fmla="*/ 2147483646 h 1401"/>
              <a:gd name="T92" fmla="*/ 2147483646 w 1507"/>
              <a:gd name="T93" fmla="*/ 2147483646 h 1401"/>
              <a:gd name="T94" fmla="*/ 2147483646 w 1507"/>
              <a:gd name="T95" fmla="*/ 2147483646 h 1401"/>
              <a:gd name="T96" fmla="*/ 2147483646 w 1507"/>
              <a:gd name="T97" fmla="*/ 2147483646 h 1401"/>
              <a:gd name="T98" fmla="*/ 2147483646 w 1507"/>
              <a:gd name="T99" fmla="*/ 2147483646 h 1401"/>
              <a:gd name="T100" fmla="*/ 2147483646 w 1507"/>
              <a:gd name="T101" fmla="*/ 2147483646 h 1401"/>
              <a:gd name="T102" fmla="*/ 2147483646 w 1507"/>
              <a:gd name="T103" fmla="*/ 2147483646 h 1401"/>
              <a:gd name="T104" fmla="*/ 2147483646 w 1507"/>
              <a:gd name="T105" fmla="*/ 2147483646 h 1401"/>
              <a:gd name="T106" fmla="*/ 2147483646 w 1507"/>
              <a:gd name="T107" fmla="*/ 2147483646 h 1401"/>
              <a:gd name="T108" fmla="*/ 2147483646 w 1507"/>
              <a:gd name="T109" fmla="*/ 2147483646 h 1401"/>
              <a:gd name="T110" fmla="*/ 2147483646 w 1507"/>
              <a:gd name="T111" fmla="*/ 2147483646 h 1401"/>
              <a:gd name="T112" fmla="*/ 2147483646 w 1507"/>
              <a:gd name="T113" fmla="*/ 2147483646 h 1401"/>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1507" h="1401">
                <a:moveTo>
                  <a:pt x="1501" y="789"/>
                </a:moveTo>
                <a:lnTo>
                  <a:pt x="1493" y="649"/>
                </a:lnTo>
                <a:lnTo>
                  <a:pt x="1495" y="499"/>
                </a:lnTo>
                <a:lnTo>
                  <a:pt x="1489" y="385"/>
                </a:lnTo>
                <a:lnTo>
                  <a:pt x="1424" y="317"/>
                </a:lnTo>
                <a:lnTo>
                  <a:pt x="1345" y="278"/>
                </a:lnTo>
                <a:lnTo>
                  <a:pt x="1166" y="213"/>
                </a:lnTo>
                <a:lnTo>
                  <a:pt x="903" y="149"/>
                </a:lnTo>
                <a:lnTo>
                  <a:pt x="852" y="144"/>
                </a:lnTo>
                <a:lnTo>
                  <a:pt x="817" y="149"/>
                </a:lnTo>
                <a:lnTo>
                  <a:pt x="809" y="135"/>
                </a:lnTo>
                <a:lnTo>
                  <a:pt x="794" y="122"/>
                </a:lnTo>
                <a:lnTo>
                  <a:pt x="777" y="125"/>
                </a:lnTo>
                <a:lnTo>
                  <a:pt x="754" y="126"/>
                </a:lnTo>
                <a:lnTo>
                  <a:pt x="745" y="100"/>
                </a:lnTo>
                <a:lnTo>
                  <a:pt x="726" y="85"/>
                </a:lnTo>
                <a:lnTo>
                  <a:pt x="704" y="82"/>
                </a:lnTo>
                <a:lnTo>
                  <a:pt x="678" y="82"/>
                </a:lnTo>
                <a:lnTo>
                  <a:pt x="681" y="59"/>
                </a:lnTo>
                <a:lnTo>
                  <a:pt x="651" y="0"/>
                </a:lnTo>
                <a:lnTo>
                  <a:pt x="37" y="16"/>
                </a:lnTo>
                <a:lnTo>
                  <a:pt x="39" y="79"/>
                </a:lnTo>
                <a:lnTo>
                  <a:pt x="28" y="135"/>
                </a:lnTo>
                <a:lnTo>
                  <a:pt x="18" y="175"/>
                </a:lnTo>
                <a:lnTo>
                  <a:pt x="8" y="225"/>
                </a:lnTo>
                <a:lnTo>
                  <a:pt x="0" y="306"/>
                </a:lnTo>
                <a:lnTo>
                  <a:pt x="9" y="354"/>
                </a:lnTo>
                <a:lnTo>
                  <a:pt x="28" y="399"/>
                </a:lnTo>
                <a:lnTo>
                  <a:pt x="49" y="438"/>
                </a:lnTo>
                <a:lnTo>
                  <a:pt x="78" y="451"/>
                </a:lnTo>
                <a:lnTo>
                  <a:pt x="122" y="464"/>
                </a:lnTo>
                <a:lnTo>
                  <a:pt x="180" y="483"/>
                </a:lnTo>
                <a:lnTo>
                  <a:pt x="208" y="514"/>
                </a:lnTo>
                <a:lnTo>
                  <a:pt x="240" y="541"/>
                </a:lnTo>
                <a:lnTo>
                  <a:pt x="289" y="564"/>
                </a:lnTo>
                <a:lnTo>
                  <a:pt x="348" y="582"/>
                </a:lnTo>
                <a:lnTo>
                  <a:pt x="441" y="594"/>
                </a:lnTo>
                <a:lnTo>
                  <a:pt x="520" y="594"/>
                </a:lnTo>
                <a:lnTo>
                  <a:pt x="581" y="587"/>
                </a:lnTo>
                <a:lnTo>
                  <a:pt x="637" y="582"/>
                </a:lnTo>
                <a:lnTo>
                  <a:pt x="678" y="604"/>
                </a:lnTo>
                <a:lnTo>
                  <a:pt x="758" y="600"/>
                </a:lnTo>
                <a:lnTo>
                  <a:pt x="1078" y="645"/>
                </a:lnTo>
                <a:lnTo>
                  <a:pt x="1165" y="655"/>
                </a:lnTo>
                <a:lnTo>
                  <a:pt x="1133" y="845"/>
                </a:lnTo>
                <a:lnTo>
                  <a:pt x="1130" y="942"/>
                </a:lnTo>
                <a:lnTo>
                  <a:pt x="1149" y="1066"/>
                </a:lnTo>
                <a:lnTo>
                  <a:pt x="1169" y="1212"/>
                </a:lnTo>
                <a:lnTo>
                  <a:pt x="1169" y="1363"/>
                </a:lnTo>
                <a:lnTo>
                  <a:pt x="1244" y="1385"/>
                </a:lnTo>
                <a:lnTo>
                  <a:pt x="1339" y="1395"/>
                </a:lnTo>
                <a:lnTo>
                  <a:pt x="1420" y="1401"/>
                </a:lnTo>
                <a:lnTo>
                  <a:pt x="1507" y="1391"/>
                </a:lnTo>
                <a:lnTo>
                  <a:pt x="1501" y="1252"/>
                </a:lnTo>
                <a:lnTo>
                  <a:pt x="1501" y="1024"/>
                </a:lnTo>
                <a:lnTo>
                  <a:pt x="1501" y="824"/>
                </a:lnTo>
                <a:lnTo>
                  <a:pt x="1501" y="789"/>
                </a:lnTo>
                <a:close/>
              </a:path>
            </a:pathLst>
          </a:custGeom>
          <a:solidFill>
            <a:srgbClr val="606060"/>
          </a:solidFill>
          <a:ln w="3175">
            <a:solidFill>
              <a:srgbClr val="000000"/>
            </a:solidFill>
            <a:prstDash val="solid"/>
            <a:round/>
            <a:headEnd/>
            <a:tailEnd/>
          </a:ln>
        </p:spPr>
        <p:txBody>
          <a:bodyPr/>
          <a:lstStyle/>
          <a:p>
            <a:endParaRPr lang="zh-CN" altLang="en-US" b="1">
              <a:solidFill>
                <a:srgbClr val="000099"/>
              </a:solidFill>
            </a:endParaRPr>
          </a:p>
        </p:txBody>
      </p:sp>
      <p:sp>
        <p:nvSpPr>
          <p:cNvPr id="244761" name="Freeform 145"/>
          <p:cNvSpPr>
            <a:spLocks/>
          </p:cNvSpPr>
          <p:nvPr/>
        </p:nvSpPr>
        <p:spPr bwMode="auto">
          <a:xfrm>
            <a:off x="413757" y="5065714"/>
            <a:ext cx="507338" cy="420687"/>
          </a:xfrm>
          <a:custGeom>
            <a:avLst/>
            <a:gdLst>
              <a:gd name="T0" fmla="*/ 2147483646 w 1473"/>
              <a:gd name="T1" fmla="*/ 2147483646 h 1324"/>
              <a:gd name="T2" fmla="*/ 2147483646 w 1473"/>
              <a:gd name="T3" fmla="*/ 2147483646 h 1324"/>
              <a:gd name="T4" fmla="*/ 2147483646 w 1473"/>
              <a:gd name="T5" fmla="*/ 2147483646 h 1324"/>
              <a:gd name="T6" fmla="*/ 2147483646 w 1473"/>
              <a:gd name="T7" fmla="*/ 2147483646 h 1324"/>
              <a:gd name="T8" fmla="*/ 2147483646 w 1473"/>
              <a:gd name="T9" fmla="*/ 2147483646 h 1324"/>
              <a:gd name="T10" fmla="*/ 2147483646 w 1473"/>
              <a:gd name="T11" fmla="*/ 2147483646 h 1324"/>
              <a:gd name="T12" fmla="*/ 2147483646 w 1473"/>
              <a:gd name="T13" fmla="*/ 2147483646 h 1324"/>
              <a:gd name="T14" fmla="*/ 2147483646 w 1473"/>
              <a:gd name="T15" fmla="*/ 2147483646 h 1324"/>
              <a:gd name="T16" fmla="*/ 2147483646 w 1473"/>
              <a:gd name="T17" fmla="*/ 2147483646 h 1324"/>
              <a:gd name="T18" fmla="*/ 2147483646 w 1473"/>
              <a:gd name="T19" fmla="*/ 2147483646 h 1324"/>
              <a:gd name="T20" fmla="*/ 2147483646 w 1473"/>
              <a:gd name="T21" fmla="*/ 2147483646 h 1324"/>
              <a:gd name="T22" fmla="*/ 2147483646 w 1473"/>
              <a:gd name="T23" fmla="*/ 2147483646 h 1324"/>
              <a:gd name="T24" fmla="*/ 2147483646 w 1473"/>
              <a:gd name="T25" fmla="*/ 2147483646 h 1324"/>
              <a:gd name="T26" fmla="*/ 2147483646 w 1473"/>
              <a:gd name="T27" fmla="*/ 2147483646 h 1324"/>
              <a:gd name="T28" fmla="*/ 2147483646 w 1473"/>
              <a:gd name="T29" fmla="*/ 2147483646 h 1324"/>
              <a:gd name="T30" fmla="*/ 2147483646 w 1473"/>
              <a:gd name="T31" fmla="*/ 2147483646 h 1324"/>
              <a:gd name="T32" fmla="*/ 2147483646 w 1473"/>
              <a:gd name="T33" fmla="*/ 2147483646 h 1324"/>
              <a:gd name="T34" fmla="*/ 2147483646 w 1473"/>
              <a:gd name="T35" fmla="*/ 2147483646 h 1324"/>
              <a:gd name="T36" fmla="*/ 2147483646 w 1473"/>
              <a:gd name="T37" fmla="*/ 2147483646 h 1324"/>
              <a:gd name="T38" fmla="*/ 2147483646 w 1473"/>
              <a:gd name="T39" fmla="*/ 2147483646 h 1324"/>
              <a:gd name="T40" fmla="*/ 2147483646 w 1473"/>
              <a:gd name="T41" fmla="*/ 2147483646 h 1324"/>
              <a:gd name="T42" fmla="*/ 2147483646 w 1473"/>
              <a:gd name="T43" fmla="*/ 2147483646 h 1324"/>
              <a:gd name="T44" fmla="*/ 2147483646 w 1473"/>
              <a:gd name="T45" fmla="*/ 2147483646 h 1324"/>
              <a:gd name="T46" fmla="*/ 2147483646 w 1473"/>
              <a:gd name="T47" fmla="*/ 2147483646 h 1324"/>
              <a:gd name="T48" fmla="*/ 2147483646 w 1473"/>
              <a:gd name="T49" fmla="*/ 2147483646 h 1324"/>
              <a:gd name="T50" fmla="*/ 2147483646 w 1473"/>
              <a:gd name="T51" fmla="*/ 2147483646 h 1324"/>
              <a:gd name="T52" fmla="*/ 2147483646 w 1473"/>
              <a:gd name="T53" fmla="*/ 2147483646 h 1324"/>
              <a:gd name="T54" fmla="*/ 2147483646 w 1473"/>
              <a:gd name="T55" fmla="*/ 2147483646 h 1324"/>
              <a:gd name="T56" fmla="*/ 2147483646 w 1473"/>
              <a:gd name="T57" fmla="*/ 2147483646 h 1324"/>
              <a:gd name="T58" fmla="*/ 2147483646 w 1473"/>
              <a:gd name="T59" fmla="*/ 2147483646 h 1324"/>
              <a:gd name="T60" fmla="*/ 2147483646 w 1473"/>
              <a:gd name="T61" fmla="*/ 2147483646 h 1324"/>
              <a:gd name="T62" fmla="*/ 2147483646 w 1473"/>
              <a:gd name="T63" fmla="*/ 2147483646 h 1324"/>
              <a:gd name="T64" fmla="*/ 2147483646 w 1473"/>
              <a:gd name="T65" fmla="*/ 2147483646 h 1324"/>
              <a:gd name="T66" fmla="*/ 2147483646 w 1473"/>
              <a:gd name="T67" fmla="*/ 2147483646 h 1324"/>
              <a:gd name="T68" fmla="*/ 2147483646 w 1473"/>
              <a:gd name="T69" fmla="*/ 2147483646 h 1324"/>
              <a:gd name="T70" fmla="*/ 2147483646 w 1473"/>
              <a:gd name="T71" fmla="*/ 2147483646 h 1324"/>
              <a:gd name="T72" fmla="*/ 2147483646 w 1473"/>
              <a:gd name="T73" fmla="*/ 2147483646 h 1324"/>
              <a:gd name="T74" fmla="*/ 2147483646 w 1473"/>
              <a:gd name="T75" fmla="*/ 2147483646 h 1324"/>
              <a:gd name="T76" fmla="*/ 2147483646 w 1473"/>
              <a:gd name="T77" fmla="*/ 2147483646 h 1324"/>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1473" h="1324">
                <a:moveTo>
                  <a:pt x="49" y="23"/>
                </a:moveTo>
                <a:lnTo>
                  <a:pt x="46" y="66"/>
                </a:lnTo>
                <a:lnTo>
                  <a:pt x="29" y="49"/>
                </a:lnTo>
                <a:lnTo>
                  <a:pt x="10" y="144"/>
                </a:lnTo>
                <a:lnTo>
                  <a:pt x="0" y="254"/>
                </a:lnTo>
                <a:lnTo>
                  <a:pt x="39" y="367"/>
                </a:lnTo>
                <a:lnTo>
                  <a:pt x="130" y="393"/>
                </a:lnTo>
                <a:lnTo>
                  <a:pt x="120" y="367"/>
                </a:lnTo>
                <a:lnTo>
                  <a:pt x="169" y="406"/>
                </a:lnTo>
                <a:lnTo>
                  <a:pt x="211" y="449"/>
                </a:lnTo>
                <a:lnTo>
                  <a:pt x="306" y="494"/>
                </a:lnTo>
                <a:lnTo>
                  <a:pt x="421" y="504"/>
                </a:lnTo>
                <a:lnTo>
                  <a:pt x="562" y="511"/>
                </a:lnTo>
                <a:lnTo>
                  <a:pt x="620" y="504"/>
                </a:lnTo>
                <a:lnTo>
                  <a:pt x="569" y="481"/>
                </a:lnTo>
                <a:lnTo>
                  <a:pt x="546" y="423"/>
                </a:lnTo>
                <a:lnTo>
                  <a:pt x="588" y="471"/>
                </a:lnTo>
                <a:lnTo>
                  <a:pt x="641" y="501"/>
                </a:lnTo>
                <a:lnTo>
                  <a:pt x="688" y="527"/>
                </a:lnTo>
                <a:lnTo>
                  <a:pt x="737" y="520"/>
                </a:lnTo>
                <a:lnTo>
                  <a:pt x="706" y="497"/>
                </a:lnTo>
                <a:lnTo>
                  <a:pt x="672" y="469"/>
                </a:lnTo>
                <a:lnTo>
                  <a:pt x="725" y="488"/>
                </a:lnTo>
                <a:lnTo>
                  <a:pt x="776" y="527"/>
                </a:lnTo>
                <a:lnTo>
                  <a:pt x="946" y="546"/>
                </a:lnTo>
                <a:lnTo>
                  <a:pt x="1114" y="572"/>
                </a:lnTo>
                <a:lnTo>
                  <a:pt x="1165" y="585"/>
                </a:lnTo>
                <a:lnTo>
                  <a:pt x="1122" y="833"/>
                </a:lnTo>
                <a:lnTo>
                  <a:pt x="1155" y="1063"/>
                </a:lnTo>
                <a:lnTo>
                  <a:pt x="1159" y="1288"/>
                </a:lnTo>
                <a:lnTo>
                  <a:pt x="1266" y="1310"/>
                </a:lnTo>
                <a:lnTo>
                  <a:pt x="1360" y="1324"/>
                </a:lnTo>
                <a:lnTo>
                  <a:pt x="1473" y="1321"/>
                </a:lnTo>
                <a:lnTo>
                  <a:pt x="1468" y="998"/>
                </a:lnTo>
                <a:lnTo>
                  <a:pt x="1468" y="729"/>
                </a:lnTo>
                <a:lnTo>
                  <a:pt x="1451" y="579"/>
                </a:lnTo>
                <a:lnTo>
                  <a:pt x="1465" y="485"/>
                </a:lnTo>
                <a:lnTo>
                  <a:pt x="1455" y="381"/>
                </a:lnTo>
                <a:lnTo>
                  <a:pt x="1436" y="314"/>
                </a:lnTo>
                <a:lnTo>
                  <a:pt x="1355" y="261"/>
                </a:lnTo>
                <a:lnTo>
                  <a:pt x="1253" y="215"/>
                </a:lnTo>
                <a:lnTo>
                  <a:pt x="1057" y="150"/>
                </a:lnTo>
                <a:lnTo>
                  <a:pt x="897" y="105"/>
                </a:lnTo>
                <a:lnTo>
                  <a:pt x="809" y="98"/>
                </a:lnTo>
                <a:lnTo>
                  <a:pt x="773" y="150"/>
                </a:lnTo>
                <a:lnTo>
                  <a:pt x="662" y="205"/>
                </a:lnTo>
                <a:lnTo>
                  <a:pt x="722" y="157"/>
                </a:lnTo>
                <a:lnTo>
                  <a:pt x="767" y="131"/>
                </a:lnTo>
                <a:lnTo>
                  <a:pt x="783" y="95"/>
                </a:lnTo>
                <a:lnTo>
                  <a:pt x="776" y="79"/>
                </a:lnTo>
                <a:lnTo>
                  <a:pt x="744" y="79"/>
                </a:lnTo>
                <a:lnTo>
                  <a:pt x="725" y="98"/>
                </a:lnTo>
                <a:lnTo>
                  <a:pt x="706" y="117"/>
                </a:lnTo>
                <a:lnTo>
                  <a:pt x="656" y="137"/>
                </a:lnTo>
                <a:lnTo>
                  <a:pt x="702" y="98"/>
                </a:lnTo>
                <a:lnTo>
                  <a:pt x="722" y="68"/>
                </a:lnTo>
                <a:lnTo>
                  <a:pt x="708" y="49"/>
                </a:lnTo>
                <a:lnTo>
                  <a:pt x="669" y="36"/>
                </a:lnTo>
                <a:lnTo>
                  <a:pt x="618" y="82"/>
                </a:lnTo>
                <a:lnTo>
                  <a:pt x="569" y="112"/>
                </a:lnTo>
                <a:lnTo>
                  <a:pt x="627" y="45"/>
                </a:lnTo>
                <a:lnTo>
                  <a:pt x="646" y="20"/>
                </a:lnTo>
                <a:lnTo>
                  <a:pt x="646" y="0"/>
                </a:lnTo>
                <a:lnTo>
                  <a:pt x="597" y="7"/>
                </a:lnTo>
                <a:lnTo>
                  <a:pt x="553" y="40"/>
                </a:lnTo>
                <a:lnTo>
                  <a:pt x="523" y="63"/>
                </a:lnTo>
                <a:lnTo>
                  <a:pt x="383" y="75"/>
                </a:lnTo>
                <a:lnTo>
                  <a:pt x="386" y="40"/>
                </a:lnTo>
                <a:lnTo>
                  <a:pt x="345" y="26"/>
                </a:lnTo>
                <a:lnTo>
                  <a:pt x="345" y="72"/>
                </a:lnTo>
                <a:lnTo>
                  <a:pt x="303" y="82"/>
                </a:lnTo>
                <a:lnTo>
                  <a:pt x="211" y="95"/>
                </a:lnTo>
                <a:lnTo>
                  <a:pt x="218" y="45"/>
                </a:lnTo>
                <a:lnTo>
                  <a:pt x="185" y="45"/>
                </a:lnTo>
                <a:lnTo>
                  <a:pt x="182" y="95"/>
                </a:lnTo>
                <a:lnTo>
                  <a:pt x="130" y="91"/>
                </a:lnTo>
                <a:lnTo>
                  <a:pt x="75" y="79"/>
                </a:lnTo>
                <a:lnTo>
                  <a:pt x="72" y="40"/>
                </a:lnTo>
                <a:lnTo>
                  <a:pt x="49" y="23"/>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4762" name="Freeform 146"/>
          <p:cNvSpPr>
            <a:spLocks/>
          </p:cNvSpPr>
          <p:nvPr/>
        </p:nvSpPr>
        <p:spPr bwMode="auto">
          <a:xfrm>
            <a:off x="484268" y="5135563"/>
            <a:ext cx="68792" cy="11112"/>
          </a:xfrm>
          <a:custGeom>
            <a:avLst/>
            <a:gdLst>
              <a:gd name="T0" fmla="*/ 0 w 199"/>
              <a:gd name="T1" fmla="*/ 0 h 33"/>
              <a:gd name="T2" fmla="*/ 2147483646 w 199"/>
              <a:gd name="T3" fmla="*/ 2147483646 h 33"/>
              <a:gd name="T4" fmla="*/ 2147483646 w 199"/>
              <a:gd name="T5" fmla="*/ 2147483646 h 33"/>
              <a:gd name="T6" fmla="*/ 0 w 199"/>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9" h="33">
                <a:moveTo>
                  <a:pt x="0" y="0"/>
                </a:moveTo>
                <a:lnTo>
                  <a:pt x="93" y="33"/>
                </a:lnTo>
                <a:lnTo>
                  <a:pt x="199" y="2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4763" name="Freeform 147"/>
          <p:cNvSpPr>
            <a:spLocks/>
          </p:cNvSpPr>
          <p:nvPr/>
        </p:nvSpPr>
        <p:spPr bwMode="auto">
          <a:xfrm>
            <a:off x="415477" y="5118100"/>
            <a:ext cx="42995" cy="12700"/>
          </a:xfrm>
          <a:custGeom>
            <a:avLst/>
            <a:gdLst>
              <a:gd name="T0" fmla="*/ 0 w 122"/>
              <a:gd name="T1" fmla="*/ 0 h 40"/>
              <a:gd name="T2" fmla="*/ 2147483646 w 122"/>
              <a:gd name="T3" fmla="*/ 2147483646 h 40"/>
              <a:gd name="T4" fmla="*/ 2147483646 w 122"/>
              <a:gd name="T5" fmla="*/ 2147483646 h 40"/>
              <a:gd name="T6" fmla="*/ 2147483646 w 122"/>
              <a:gd name="T7" fmla="*/ 2147483646 h 40"/>
              <a:gd name="T8" fmla="*/ 0 w 122"/>
              <a:gd name="T9" fmla="*/ 0 h 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2" h="40">
                <a:moveTo>
                  <a:pt x="0" y="0"/>
                </a:moveTo>
                <a:lnTo>
                  <a:pt x="32" y="25"/>
                </a:lnTo>
                <a:lnTo>
                  <a:pt x="122" y="38"/>
                </a:lnTo>
                <a:lnTo>
                  <a:pt x="30" y="40"/>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4764" name="Freeform 148"/>
          <p:cNvSpPr>
            <a:spLocks/>
          </p:cNvSpPr>
          <p:nvPr/>
        </p:nvSpPr>
        <p:spPr bwMode="auto">
          <a:xfrm>
            <a:off x="590896" y="5108575"/>
            <a:ext cx="65352" cy="31750"/>
          </a:xfrm>
          <a:custGeom>
            <a:avLst/>
            <a:gdLst>
              <a:gd name="T0" fmla="*/ 0 w 187"/>
              <a:gd name="T1" fmla="*/ 0 h 102"/>
              <a:gd name="T2" fmla="*/ 2147483646 w 187"/>
              <a:gd name="T3" fmla="*/ 2147483646 h 102"/>
              <a:gd name="T4" fmla="*/ 2147483646 w 187"/>
              <a:gd name="T5" fmla="*/ 2147483646 h 102"/>
              <a:gd name="T6" fmla="*/ 2147483646 w 187"/>
              <a:gd name="T7" fmla="*/ 2147483646 h 102"/>
              <a:gd name="T8" fmla="*/ 2147483646 w 187"/>
              <a:gd name="T9" fmla="*/ 2147483646 h 102"/>
              <a:gd name="T10" fmla="*/ 2147483646 w 187"/>
              <a:gd name="T11" fmla="*/ 2147483646 h 102"/>
              <a:gd name="T12" fmla="*/ 2147483646 w 187"/>
              <a:gd name="T13" fmla="*/ 2147483646 h 102"/>
              <a:gd name="T14" fmla="*/ 2147483646 w 187"/>
              <a:gd name="T15" fmla="*/ 2147483646 h 102"/>
              <a:gd name="T16" fmla="*/ 0 w 187"/>
              <a:gd name="T17" fmla="*/ 0 h 10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87" h="102">
                <a:moveTo>
                  <a:pt x="0" y="0"/>
                </a:moveTo>
                <a:lnTo>
                  <a:pt x="84" y="9"/>
                </a:lnTo>
                <a:lnTo>
                  <a:pt x="101" y="23"/>
                </a:lnTo>
                <a:lnTo>
                  <a:pt x="101" y="54"/>
                </a:lnTo>
                <a:lnTo>
                  <a:pt x="106" y="89"/>
                </a:lnTo>
                <a:lnTo>
                  <a:pt x="187" y="102"/>
                </a:lnTo>
                <a:lnTo>
                  <a:pt x="90" y="98"/>
                </a:lnTo>
                <a:lnTo>
                  <a:pt x="74"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4765" name="Freeform 149"/>
          <p:cNvSpPr>
            <a:spLocks/>
          </p:cNvSpPr>
          <p:nvPr/>
        </p:nvSpPr>
        <p:spPr bwMode="auto">
          <a:xfrm>
            <a:off x="656248" y="5181601"/>
            <a:ext cx="209815" cy="47625"/>
          </a:xfrm>
          <a:custGeom>
            <a:avLst/>
            <a:gdLst>
              <a:gd name="T0" fmla="*/ 0 w 609"/>
              <a:gd name="T1" fmla="*/ 0 h 150"/>
              <a:gd name="T2" fmla="*/ 2147483646 w 609"/>
              <a:gd name="T3" fmla="*/ 2147483646 h 150"/>
              <a:gd name="T4" fmla="*/ 2147483646 w 609"/>
              <a:gd name="T5" fmla="*/ 2147483646 h 150"/>
              <a:gd name="T6" fmla="*/ 2147483646 w 609"/>
              <a:gd name="T7" fmla="*/ 2147483646 h 150"/>
              <a:gd name="T8" fmla="*/ 2147483646 w 609"/>
              <a:gd name="T9" fmla="*/ 2147483646 h 150"/>
              <a:gd name="T10" fmla="*/ 2147483646 w 609"/>
              <a:gd name="T11" fmla="*/ 2147483646 h 150"/>
              <a:gd name="T12" fmla="*/ 2147483646 w 609"/>
              <a:gd name="T13" fmla="*/ 2147483646 h 150"/>
              <a:gd name="T14" fmla="*/ 2147483646 w 609"/>
              <a:gd name="T15" fmla="*/ 2147483646 h 150"/>
              <a:gd name="T16" fmla="*/ 2147483646 w 609"/>
              <a:gd name="T17" fmla="*/ 2147483646 h 150"/>
              <a:gd name="T18" fmla="*/ 2147483646 w 609"/>
              <a:gd name="T19" fmla="*/ 2147483646 h 150"/>
              <a:gd name="T20" fmla="*/ 2147483646 w 609"/>
              <a:gd name="T21" fmla="*/ 2147483646 h 150"/>
              <a:gd name="T22" fmla="*/ 2147483646 w 609"/>
              <a:gd name="T23" fmla="*/ 2147483646 h 150"/>
              <a:gd name="T24" fmla="*/ 2147483646 w 609"/>
              <a:gd name="T25" fmla="*/ 2147483646 h 150"/>
              <a:gd name="T26" fmla="*/ 0 w 609"/>
              <a:gd name="T27" fmla="*/ 0 h 15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09" h="150">
                <a:moveTo>
                  <a:pt x="0" y="0"/>
                </a:moveTo>
                <a:lnTo>
                  <a:pt x="154" y="7"/>
                </a:lnTo>
                <a:lnTo>
                  <a:pt x="313" y="44"/>
                </a:lnTo>
                <a:lnTo>
                  <a:pt x="431" y="51"/>
                </a:lnTo>
                <a:lnTo>
                  <a:pt x="527" y="71"/>
                </a:lnTo>
                <a:lnTo>
                  <a:pt x="563" y="122"/>
                </a:lnTo>
                <a:lnTo>
                  <a:pt x="609" y="150"/>
                </a:lnTo>
                <a:lnTo>
                  <a:pt x="563" y="141"/>
                </a:lnTo>
                <a:lnTo>
                  <a:pt x="521" y="84"/>
                </a:lnTo>
                <a:lnTo>
                  <a:pt x="392" y="58"/>
                </a:lnTo>
                <a:lnTo>
                  <a:pt x="313" y="58"/>
                </a:lnTo>
                <a:lnTo>
                  <a:pt x="252" y="44"/>
                </a:lnTo>
                <a:lnTo>
                  <a:pt x="146" y="17"/>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4766" name="Freeform 150"/>
          <p:cNvSpPr>
            <a:spLocks/>
          </p:cNvSpPr>
          <p:nvPr/>
        </p:nvSpPr>
        <p:spPr bwMode="auto">
          <a:xfrm>
            <a:off x="446433" y="4530725"/>
            <a:ext cx="182298" cy="184150"/>
          </a:xfrm>
          <a:custGeom>
            <a:avLst/>
            <a:gdLst>
              <a:gd name="T0" fmla="*/ 2147483646 w 529"/>
              <a:gd name="T1" fmla="*/ 2147483646 h 580"/>
              <a:gd name="T2" fmla="*/ 2147483646 w 529"/>
              <a:gd name="T3" fmla="*/ 2147483646 h 580"/>
              <a:gd name="T4" fmla="*/ 2147483646 w 529"/>
              <a:gd name="T5" fmla="*/ 2147483646 h 580"/>
              <a:gd name="T6" fmla="*/ 2147483646 w 529"/>
              <a:gd name="T7" fmla="*/ 2147483646 h 580"/>
              <a:gd name="T8" fmla="*/ 2147483646 w 529"/>
              <a:gd name="T9" fmla="*/ 2147483646 h 580"/>
              <a:gd name="T10" fmla="*/ 2147483646 w 529"/>
              <a:gd name="T11" fmla="*/ 2147483646 h 580"/>
              <a:gd name="T12" fmla="*/ 2147483646 w 529"/>
              <a:gd name="T13" fmla="*/ 2147483646 h 580"/>
              <a:gd name="T14" fmla="*/ 2147483646 w 529"/>
              <a:gd name="T15" fmla="*/ 2147483646 h 580"/>
              <a:gd name="T16" fmla="*/ 2147483646 w 529"/>
              <a:gd name="T17" fmla="*/ 2147483646 h 580"/>
              <a:gd name="T18" fmla="*/ 2147483646 w 529"/>
              <a:gd name="T19" fmla="*/ 2147483646 h 580"/>
              <a:gd name="T20" fmla="*/ 2147483646 w 529"/>
              <a:gd name="T21" fmla="*/ 2147483646 h 580"/>
              <a:gd name="T22" fmla="*/ 2147483646 w 529"/>
              <a:gd name="T23" fmla="*/ 2147483646 h 580"/>
              <a:gd name="T24" fmla="*/ 2147483646 w 529"/>
              <a:gd name="T25" fmla="*/ 2147483646 h 580"/>
              <a:gd name="T26" fmla="*/ 2147483646 w 529"/>
              <a:gd name="T27" fmla="*/ 2147483646 h 580"/>
              <a:gd name="T28" fmla="*/ 2147483646 w 529"/>
              <a:gd name="T29" fmla="*/ 2147483646 h 580"/>
              <a:gd name="T30" fmla="*/ 2147483646 w 529"/>
              <a:gd name="T31" fmla="*/ 2147483646 h 580"/>
              <a:gd name="T32" fmla="*/ 2147483646 w 529"/>
              <a:gd name="T33" fmla="*/ 2147483646 h 580"/>
              <a:gd name="T34" fmla="*/ 2147483646 w 529"/>
              <a:gd name="T35" fmla="*/ 2147483646 h 580"/>
              <a:gd name="T36" fmla="*/ 2147483646 w 529"/>
              <a:gd name="T37" fmla="*/ 2147483646 h 580"/>
              <a:gd name="T38" fmla="*/ 2147483646 w 529"/>
              <a:gd name="T39" fmla="*/ 2147483646 h 580"/>
              <a:gd name="T40" fmla="*/ 2147483646 w 529"/>
              <a:gd name="T41" fmla="*/ 2147483646 h 580"/>
              <a:gd name="T42" fmla="*/ 2147483646 w 529"/>
              <a:gd name="T43" fmla="*/ 2147483646 h 580"/>
              <a:gd name="T44" fmla="*/ 2147483646 w 529"/>
              <a:gd name="T45" fmla="*/ 2147483646 h 580"/>
              <a:gd name="T46" fmla="*/ 2147483646 w 529"/>
              <a:gd name="T47" fmla="*/ 2147483646 h 580"/>
              <a:gd name="T48" fmla="*/ 2147483646 w 529"/>
              <a:gd name="T49" fmla="*/ 2147483646 h 580"/>
              <a:gd name="T50" fmla="*/ 2147483646 w 529"/>
              <a:gd name="T51" fmla="*/ 2147483646 h 580"/>
              <a:gd name="T52" fmla="*/ 2147483646 w 529"/>
              <a:gd name="T53" fmla="*/ 2147483646 h 580"/>
              <a:gd name="T54" fmla="*/ 2147483646 w 529"/>
              <a:gd name="T55" fmla="*/ 2147483646 h 580"/>
              <a:gd name="T56" fmla="*/ 2147483646 w 529"/>
              <a:gd name="T57" fmla="*/ 2147483646 h 580"/>
              <a:gd name="T58" fmla="*/ 0 w 529"/>
              <a:gd name="T59" fmla="*/ 2147483646 h 580"/>
              <a:gd name="T60" fmla="*/ 0 w 529"/>
              <a:gd name="T61" fmla="*/ 2147483646 h 580"/>
              <a:gd name="T62" fmla="*/ 2147483646 w 529"/>
              <a:gd name="T63" fmla="*/ 2147483646 h 580"/>
              <a:gd name="T64" fmla="*/ 2147483646 w 529"/>
              <a:gd name="T65" fmla="*/ 2147483646 h 580"/>
              <a:gd name="T66" fmla="*/ 2147483646 w 529"/>
              <a:gd name="T67" fmla="*/ 0 h 580"/>
              <a:gd name="T68" fmla="*/ 2147483646 w 529"/>
              <a:gd name="T69" fmla="*/ 2147483646 h 580"/>
              <a:gd name="T70" fmla="*/ 2147483646 w 529"/>
              <a:gd name="T71" fmla="*/ 2147483646 h 58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529" h="580">
                <a:moveTo>
                  <a:pt x="357" y="20"/>
                </a:moveTo>
                <a:lnTo>
                  <a:pt x="403" y="53"/>
                </a:lnTo>
                <a:lnTo>
                  <a:pt x="428" y="94"/>
                </a:lnTo>
                <a:lnTo>
                  <a:pt x="451" y="138"/>
                </a:lnTo>
                <a:lnTo>
                  <a:pt x="464" y="161"/>
                </a:lnTo>
                <a:lnTo>
                  <a:pt x="464" y="186"/>
                </a:lnTo>
                <a:lnTo>
                  <a:pt x="453" y="216"/>
                </a:lnTo>
                <a:lnTo>
                  <a:pt x="476" y="239"/>
                </a:lnTo>
                <a:lnTo>
                  <a:pt x="511" y="301"/>
                </a:lnTo>
                <a:lnTo>
                  <a:pt x="529" y="334"/>
                </a:lnTo>
                <a:lnTo>
                  <a:pt x="529" y="346"/>
                </a:lnTo>
                <a:lnTo>
                  <a:pt x="526" y="357"/>
                </a:lnTo>
                <a:lnTo>
                  <a:pt x="510" y="361"/>
                </a:lnTo>
                <a:lnTo>
                  <a:pt x="487" y="362"/>
                </a:lnTo>
                <a:lnTo>
                  <a:pt x="475" y="366"/>
                </a:lnTo>
                <a:lnTo>
                  <a:pt x="476" y="391"/>
                </a:lnTo>
                <a:lnTo>
                  <a:pt x="483" y="421"/>
                </a:lnTo>
                <a:lnTo>
                  <a:pt x="469" y="437"/>
                </a:lnTo>
                <a:lnTo>
                  <a:pt x="473" y="459"/>
                </a:lnTo>
                <a:lnTo>
                  <a:pt x="462" y="472"/>
                </a:lnTo>
                <a:lnTo>
                  <a:pt x="452" y="511"/>
                </a:lnTo>
                <a:lnTo>
                  <a:pt x="436" y="523"/>
                </a:lnTo>
                <a:lnTo>
                  <a:pt x="411" y="523"/>
                </a:lnTo>
                <a:lnTo>
                  <a:pt x="375" y="517"/>
                </a:lnTo>
                <a:lnTo>
                  <a:pt x="339" y="511"/>
                </a:lnTo>
                <a:lnTo>
                  <a:pt x="342" y="580"/>
                </a:lnTo>
                <a:lnTo>
                  <a:pt x="60" y="488"/>
                </a:lnTo>
                <a:lnTo>
                  <a:pt x="83" y="435"/>
                </a:lnTo>
                <a:lnTo>
                  <a:pt x="78" y="394"/>
                </a:lnTo>
                <a:lnTo>
                  <a:pt x="0" y="316"/>
                </a:lnTo>
                <a:lnTo>
                  <a:pt x="0" y="111"/>
                </a:lnTo>
                <a:lnTo>
                  <a:pt x="52" y="55"/>
                </a:lnTo>
                <a:lnTo>
                  <a:pt x="117" y="25"/>
                </a:lnTo>
                <a:lnTo>
                  <a:pt x="186" y="0"/>
                </a:lnTo>
                <a:lnTo>
                  <a:pt x="276" y="13"/>
                </a:lnTo>
                <a:lnTo>
                  <a:pt x="357" y="20"/>
                </a:lnTo>
                <a:close/>
              </a:path>
            </a:pathLst>
          </a:custGeom>
          <a:solidFill>
            <a:srgbClr val="FFC080"/>
          </a:solidFill>
          <a:ln w="3175">
            <a:solidFill>
              <a:srgbClr val="402000"/>
            </a:solidFill>
            <a:prstDash val="solid"/>
            <a:round/>
            <a:headEnd/>
            <a:tailEnd/>
          </a:ln>
        </p:spPr>
        <p:txBody>
          <a:bodyPr/>
          <a:lstStyle/>
          <a:p>
            <a:endParaRPr lang="zh-CN" altLang="en-US" b="1">
              <a:solidFill>
                <a:srgbClr val="000099"/>
              </a:solidFill>
            </a:endParaRPr>
          </a:p>
        </p:txBody>
      </p:sp>
      <p:sp>
        <p:nvSpPr>
          <p:cNvPr id="244767" name="Freeform 151"/>
          <p:cNvSpPr>
            <a:spLocks/>
          </p:cNvSpPr>
          <p:nvPr/>
        </p:nvSpPr>
        <p:spPr bwMode="auto">
          <a:xfrm>
            <a:off x="608093" y="4641850"/>
            <a:ext cx="10319" cy="1588"/>
          </a:xfrm>
          <a:custGeom>
            <a:avLst/>
            <a:gdLst>
              <a:gd name="T0" fmla="*/ 2147483646 w 30"/>
              <a:gd name="T1" fmla="*/ 2147483646 h 6"/>
              <a:gd name="T2" fmla="*/ 2147483646 w 30"/>
              <a:gd name="T3" fmla="*/ 2147483646 h 6"/>
              <a:gd name="T4" fmla="*/ 2147483646 w 30"/>
              <a:gd name="T5" fmla="*/ 2147483646 h 6"/>
              <a:gd name="T6" fmla="*/ 2147483646 w 30"/>
              <a:gd name="T7" fmla="*/ 2147483646 h 6"/>
              <a:gd name="T8" fmla="*/ 0 w 30"/>
              <a:gd name="T9" fmla="*/ 2147483646 h 6"/>
              <a:gd name="T10" fmla="*/ 2147483646 w 30"/>
              <a:gd name="T11" fmla="*/ 0 h 6"/>
              <a:gd name="T12" fmla="*/ 2147483646 w 30"/>
              <a:gd name="T13" fmla="*/ 2147483646 h 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6">
                <a:moveTo>
                  <a:pt x="30" y="2"/>
                </a:moveTo>
                <a:lnTo>
                  <a:pt x="23" y="6"/>
                </a:lnTo>
                <a:lnTo>
                  <a:pt x="8" y="5"/>
                </a:lnTo>
                <a:lnTo>
                  <a:pt x="2" y="6"/>
                </a:lnTo>
                <a:lnTo>
                  <a:pt x="0" y="1"/>
                </a:lnTo>
                <a:lnTo>
                  <a:pt x="9" y="0"/>
                </a:lnTo>
                <a:lnTo>
                  <a:pt x="30" y="2"/>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4768" name="Freeform 152"/>
          <p:cNvSpPr>
            <a:spLocks/>
          </p:cNvSpPr>
          <p:nvPr/>
        </p:nvSpPr>
        <p:spPr bwMode="auto">
          <a:xfrm>
            <a:off x="604654" y="4635500"/>
            <a:ext cx="3440" cy="6350"/>
          </a:xfrm>
          <a:custGeom>
            <a:avLst/>
            <a:gdLst>
              <a:gd name="T0" fmla="*/ 2147483646 w 11"/>
              <a:gd name="T1" fmla="*/ 0 h 22"/>
              <a:gd name="T2" fmla="*/ 2147483646 w 11"/>
              <a:gd name="T3" fmla="*/ 2147483646 h 22"/>
              <a:gd name="T4" fmla="*/ 2147483646 w 11"/>
              <a:gd name="T5" fmla="*/ 2147483646 h 22"/>
              <a:gd name="T6" fmla="*/ 2147483646 w 11"/>
              <a:gd name="T7" fmla="*/ 2147483646 h 22"/>
              <a:gd name="T8" fmla="*/ 0 w 11"/>
              <a:gd name="T9" fmla="*/ 2147483646 h 22"/>
              <a:gd name="T10" fmla="*/ 0 w 11"/>
              <a:gd name="T11" fmla="*/ 2147483646 h 22"/>
              <a:gd name="T12" fmla="*/ 2147483646 w 11"/>
              <a:gd name="T13" fmla="*/ 0 h 2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 h="22">
                <a:moveTo>
                  <a:pt x="11" y="0"/>
                </a:moveTo>
                <a:lnTo>
                  <a:pt x="3" y="6"/>
                </a:lnTo>
                <a:lnTo>
                  <a:pt x="3" y="12"/>
                </a:lnTo>
                <a:lnTo>
                  <a:pt x="2" y="22"/>
                </a:lnTo>
                <a:lnTo>
                  <a:pt x="0" y="8"/>
                </a:lnTo>
                <a:lnTo>
                  <a:pt x="0" y="1"/>
                </a:lnTo>
                <a:lnTo>
                  <a:pt x="11"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4769" name="Freeform 153"/>
          <p:cNvSpPr>
            <a:spLocks/>
          </p:cNvSpPr>
          <p:nvPr/>
        </p:nvSpPr>
        <p:spPr bwMode="auto">
          <a:xfrm>
            <a:off x="596055" y="4613275"/>
            <a:ext cx="5159" cy="12700"/>
          </a:xfrm>
          <a:custGeom>
            <a:avLst/>
            <a:gdLst>
              <a:gd name="T0" fmla="*/ 0 w 13"/>
              <a:gd name="T1" fmla="*/ 0 h 42"/>
              <a:gd name="T2" fmla="*/ 2147483646 w 13"/>
              <a:gd name="T3" fmla="*/ 2147483646 h 42"/>
              <a:gd name="T4" fmla="*/ 2147483646 w 13"/>
              <a:gd name="T5" fmla="*/ 2147483646 h 42"/>
              <a:gd name="T6" fmla="*/ 2147483646 w 13"/>
              <a:gd name="T7" fmla="*/ 2147483646 h 42"/>
              <a:gd name="T8" fmla="*/ 0 w 13"/>
              <a:gd name="T9" fmla="*/ 0 h 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 h="42">
                <a:moveTo>
                  <a:pt x="0" y="0"/>
                </a:moveTo>
                <a:lnTo>
                  <a:pt x="9" y="24"/>
                </a:lnTo>
                <a:lnTo>
                  <a:pt x="13" y="42"/>
                </a:lnTo>
                <a:lnTo>
                  <a:pt x="6" y="30"/>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4770" name="Freeform 154"/>
          <p:cNvSpPr>
            <a:spLocks/>
          </p:cNvSpPr>
          <p:nvPr/>
        </p:nvSpPr>
        <p:spPr bwMode="auto">
          <a:xfrm>
            <a:off x="577137" y="4598988"/>
            <a:ext cx="20638" cy="11112"/>
          </a:xfrm>
          <a:custGeom>
            <a:avLst/>
            <a:gdLst>
              <a:gd name="T0" fmla="*/ 2147483646 w 56"/>
              <a:gd name="T1" fmla="*/ 0 h 36"/>
              <a:gd name="T2" fmla="*/ 2147483646 w 56"/>
              <a:gd name="T3" fmla="*/ 2147483646 h 36"/>
              <a:gd name="T4" fmla="*/ 2147483646 w 56"/>
              <a:gd name="T5" fmla="*/ 2147483646 h 36"/>
              <a:gd name="T6" fmla="*/ 2147483646 w 56"/>
              <a:gd name="T7" fmla="*/ 2147483646 h 36"/>
              <a:gd name="T8" fmla="*/ 2147483646 w 56"/>
              <a:gd name="T9" fmla="*/ 2147483646 h 36"/>
              <a:gd name="T10" fmla="*/ 2147483646 w 56"/>
              <a:gd name="T11" fmla="*/ 2147483646 h 36"/>
              <a:gd name="T12" fmla="*/ 2147483646 w 56"/>
              <a:gd name="T13" fmla="*/ 2147483646 h 36"/>
              <a:gd name="T14" fmla="*/ 2147483646 w 56"/>
              <a:gd name="T15" fmla="*/ 2147483646 h 36"/>
              <a:gd name="T16" fmla="*/ 0 w 56"/>
              <a:gd name="T17" fmla="*/ 2147483646 h 36"/>
              <a:gd name="T18" fmla="*/ 2147483646 w 56"/>
              <a:gd name="T19" fmla="*/ 2147483646 h 36"/>
              <a:gd name="T20" fmla="*/ 2147483646 w 56"/>
              <a:gd name="T21" fmla="*/ 0 h 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56" h="36">
                <a:moveTo>
                  <a:pt x="56" y="0"/>
                </a:moveTo>
                <a:lnTo>
                  <a:pt x="45" y="20"/>
                </a:lnTo>
                <a:lnTo>
                  <a:pt x="47" y="26"/>
                </a:lnTo>
                <a:lnTo>
                  <a:pt x="47" y="29"/>
                </a:lnTo>
                <a:lnTo>
                  <a:pt x="51" y="36"/>
                </a:lnTo>
                <a:lnTo>
                  <a:pt x="43" y="24"/>
                </a:lnTo>
                <a:lnTo>
                  <a:pt x="32" y="24"/>
                </a:lnTo>
                <a:lnTo>
                  <a:pt x="20" y="20"/>
                </a:lnTo>
                <a:lnTo>
                  <a:pt x="0" y="19"/>
                </a:lnTo>
                <a:lnTo>
                  <a:pt x="20" y="7"/>
                </a:lnTo>
                <a:lnTo>
                  <a:pt x="56"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4771" name="Freeform 155"/>
          <p:cNvSpPr>
            <a:spLocks/>
          </p:cNvSpPr>
          <p:nvPr/>
        </p:nvSpPr>
        <p:spPr bwMode="auto">
          <a:xfrm>
            <a:off x="568538" y="4581526"/>
            <a:ext cx="34396" cy="11113"/>
          </a:xfrm>
          <a:custGeom>
            <a:avLst/>
            <a:gdLst>
              <a:gd name="T0" fmla="*/ 2147483646 w 96"/>
              <a:gd name="T1" fmla="*/ 2147483646 h 34"/>
              <a:gd name="T2" fmla="*/ 2147483646 w 96"/>
              <a:gd name="T3" fmla="*/ 2147483646 h 34"/>
              <a:gd name="T4" fmla="*/ 2147483646 w 96"/>
              <a:gd name="T5" fmla="*/ 2147483646 h 34"/>
              <a:gd name="T6" fmla="*/ 2147483646 w 96"/>
              <a:gd name="T7" fmla="*/ 2147483646 h 34"/>
              <a:gd name="T8" fmla="*/ 2147483646 w 96"/>
              <a:gd name="T9" fmla="*/ 2147483646 h 34"/>
              <a:gd name="T10" fmla="*/ 2147483646 w 96"/>
              <a:gd name="T11" fmla="*/ 2147483646 h 34"/>
              <a:gd name="T12" fmla="*/ 0 w 96"/>
              <a:gd name="T13" fmla="*/ 2147483646 h 34"/>
              <a:gd name="T14" fmla="*/ 2147483646 w 96"/>
              <a:gd name="T15" fmla="*/ 2147483646 h 34"/>
              <a:gd name="T16" fmla="*/ 2147483646 w 96"/>
              <a:gd name="T17" fmla="*/ 2147483646 h 34"/>
              <a:gd name="T18" fmla="*/ 2147483646 w 96"/>
              <a:gd name="T19" fmla="*/ 0 h 34"/>
              <a:gd name="T20" fmla="*/ 2147483646 w 96"/>
              <a:gd name="T21" fmla="*/ 2147483646 h 34"/>
              <a:gd name="T22" fmla="*/ 2147483646 w 96"/>
              <a:gd name="T23" fmla="*/ 2147483646 h 34"/>
              <a:gd name="T24" fmla="*/ 2147483646 w 96"/>
              <a:gd name="T25" fmla="*/ 2147483646 h 34"/>
              <a:gd name="T26" fmla="*/ 2147483646 w 96"/>
              <a:gd name="T27" fmla="*/ 2147483646 h 34"/>
              <a:gd name="T28" fmla="*/ 2147483646 w 96"/>
              <a:gd name="T29" fmla="*/ 2147483646 h 3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96" h="34">
                <a:moveTo>
                  <a:pt x="96" y="17"/>
                </a:moveTo>
                <a:lnTo>
                  <a:pt x="92" y="29"/>
                </a:lnTo>
                <a:lnTo>
                  <a:pt x="81" y="34"/>
                </a:lnTo>
                <a:lnTo>
                  <a:pt x="66" y="24"/>
                </a:lnTo>
                <a:lnTo>
                  <a:pt x="47" y="17"/>
                </a:lnTo>
                <a:lnTo>
                  <a:pt x="15" y="17"/>
                </a:lnTo>
                <a:lnTo>
                  <a:pt x="0" y="18"/>
                </a:lnTo>
                <a:lnTo>
                  <a:pt x="24" y="9"/>
                </a:lnTo>
                <a:lnTo>
                  <a:pt x="41" y="4"/>
                </a:lnTo>
                <a:lnTo>
                  <a:pt x="39" y="0"/>
                </a:lnTo>
                <a:lnTo>
                  <a:pt x="56" y="7"/>
                </a:lnTo>
                <a:lnTo>
                  <a:pt x="54" y="2"/>
                </a:lnTo>
                <a:lnTo>
                  <a:pt x="68" y="9"/>
                </a:lnTo>
                <a:lnTo>
                  <a:pt x="79" y="9"/>
                </a:lnTo>
                <a:lnTo>
                  <a:pt x="96" y="17"/>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4772" name="Freeform 156"/>
          <p:cNvSpPr>
            <a:spLocks/>
          </p:cNvSpPr>
          <p:nvPr/>
        </p:nvSpPr>
        <p:spPr bwMode="auto">
          <a:xfrm>
            <a:off x="508346" y="4597401"/>
            <a:ext cx="18918" cy="34925"/>
          </a:xfrm>
          <a:custGeom>
            <a:avLst/>
            <a:gdLst>
              <a:gd name="T0" fmla="*/ 2147483646 w 56"/>
              <a:gd name="T1" fmla="*/ 2147483646 h 113"/>
              <a:gd name="T2" fmla="*/ 2147483646 w 56"/>
              <a:gd name="T3" fmla="*/ 2147483646 h 113"/>
              <a:gd name="T4" fmla="*/ 2147483646 w 56"/>
              <a:gd name="T5" fmla="*/ 2147483646 h 113"/>
              <a:gd name="T6" fmla="*/ 2147483646 w 56"/>
              <a:gd name="T7" fmla="*/ 2147483646 h 113"/>
              <a:gd name="T8" fmla="*/ 2147483646 w 56"/>
              <a:gd name="T9" fmla="*/ 2147483646 h 113"/>
              <a:gd name="T10" fmla="*/ 2147483646 w 56"/>
              <a:gd name="T11" fmla="*/ 2147483646 h 113"/>
              <a:gd name="T12" fmla="*/ 2147483646 w 56"/>
              <a:gd name="T13" fmla="*/ 2147483646 h 113"/>
              <a:gd name="T14" fmla="*/ 2147483646 w 56"/>
              <a:gd name="T15" fmla="*/ 2147483646 h 113"/>
              <a:gd name="T16" fmla="*/ 2147483646 w 56"/>
              <a:gd name="T17" fmla="*/ 2147483646 h 113"/>
              <a:gd name="T18" fmla="*/ 2147483646 w 56"/>
              <a:gd name="T19" fmla="*/ 2147483646 h 113"/>
              <a:gd name="T20" fmla="*/ 2147483646 w 56"/>
              <a:gd name="T21" fmla="*/ 2147483646 h 113"/>
              <a:gd name="T22" fmla="*/ 2147483646 w 56"/>
              <a:gd name="T23" fmla="*/ 2147483646 h 113"/>
              <a:gd name="T24" fmla="*/ 2147483646 w 56"/>
              <a:gd name="T25" fmla="*/ 2147483646 h 113"/>
              <a:gd name="T26" fmla="*/ 2147483646 w 56"/>
              <a:gd name="T27" fmla="*/ 2147483646 h 113"/>
              <a:gd name="T28" fmla="*/ 2147483646 w 56"/>
              <a:gd name="T29" fmla="*/ 2147483646 h 113"/>
              <a:gd name="T30" fmla="*/ 2147483646 w 56"/>
              <a:gd name="T31" fmla="*/ 2147483646 h 113"/>
              <a:gd name="T32" fmla="*/ 2147483646 w 56"/>
              <a:gd name="T33" fmla="*/ 2147483646 h 113"/>
              <a:gd name="T34" fmla="*/ 0 w 56"/>
              <a:gd name="T35" fmla="*/ 2147483646 h 113"/>
              <a:gd name="T36" fmla="*/ 2147483646 w 56"/>
              <a:gd name="T37" fmla="*/ 2147483646 h 113"/>
              <a:gd name="T38" fmla="*/ 2147483646 w 56"/>
              <a:gd name="T39" fmla="*/ 2147483646 h 113"/>
              <a:gd name="T40" fmla="*/ 2147483646 w 56"/>
              <a:gd name="T41" fmla="*/ 0 h 113"/>
              <a:gd name="T42" fmla="*/ 2147483646 w 56"/>
              <a:gd name="T43" fmla="*/ 2147483646 h 113"/>
              <a:gd name="T44" fmla="*/ 2147483646 w 56"/>
              <a:gd name="T45" fmla="*/ 2147483646 h 11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56" h="113">
                <a:moveTo>
                  <a:pt x="56" y="21"/>
                </a:moveTo>
                <a:lnTo>
                  <a:pt x="39" y="8"/>
                </a:lnTo>
                <a:lnTo>
                  <a:pt x="19" y="11"/>
                </a:lnTo>
                <a:lnTo>
                  <a:pt x="8" y="29"/>
                </a:lnTo>
                <a:lnTo>
                  <a:pt x="6" y="55"/>
                </a:lnTo>
                <a:lnTo>
                  <a:pt x="8" y="75"/>
                </a:lnTo>
                <a:lnTo>
                  <a:pt x="15" y="91"/>
                </a:lnTo>
                <a:lnTo>
                  <a:pt x="24" y="66"/>
                </a:lnTo>
                <a:lnTo>
                  <a:pt x="35" y="52"/>
                </a:lnTo>
                <a:lnTo>
                  <a:pt x="53" y="42"/>
                </a:lnTo>
                <a:lnTo>
                  <a:pt x="38" y="62"/>
                </a:lnTo>
                <a:lnTo>
                  <a:pt x="22" y="79"/>
                </a:lnTo>
                <a:lnTo>
                  <a:pt x="21" y="95"/>
                </a:lnTo>
                <a:lnTo>
                  <a:pt x="28" y="110"/>
                </a:lnTo>
                <a:lnTo>
                  <a:pt x="37" y="113"/>
                </a:lnTo>
                <a:lnTo>
                  <a:pt x="14" y="107"/>
                </a:lnTo>
                <a:lnTo>
                  <a:pt x="2" y="83"/>
                </a:lnTo>
                <a:lnTo>
                  <a:pt x="0" y="52"/>
                </a:lnTo>
                <a:lnTo>
                  <a:pt x="2" y="24"/>
                </a:lnTo>
                <a:lnTo>
                  <a:pt x="15" y="5"/>
                </a:lnTo>
                <a:lnTo>
                  <a:pt x="32" y="0"/>
                </a:lnTo>
                <a:lnTo>
                  <a:pt x="48" y="3"/>
                </a:lnTo>
                <a:lnTo>
                  <a:pt x="56" y="21"/>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4773" name="Freeform 157"/>
          <p:cNvSpPr>
            <a:spLocks/>
          </p:cNvSpPr>
          <p:nvPr/>
        </p:nvSpPr>
        <p:spPr bwMode="auto">
          <a:xfrm>
            <a:off x="501467" y="4591051"/>
            <a:ext cx="30956" cy="49213"/>
          </a:xfrm>
          <a:custGeom>
            <a:avLst/>
            <a:gdLst>
              <a:gd name="T0" fmla="*/ 2147483646 w 91"/>
              <a:gd name="T1" fmla="*/ 2147483646 h 153"/>
              <a:gd name="T2" fmla="*/ 2147483646 w 91"/>
              <a:gd name="T3" fmla="*/ 2147483646 h 153"/>
              <a:gd name="T4" fmla="*/ 2147483646 w 91"/>
              <a:gd name="T5" fmla="*/ 2147483646 h 153"/>
              <a:gd name="T6" fmla="*/ 2147483646 w 91"/>
              <a:gd name="T7" fmla="*/ 2147483646 h 153"/>
              <a:gd name="T8" fmla="*/ 2147483646 w 91"/>
              <a:gd name="T9" fmla="*/ 2147483646 h 153"/>
              <a:gd name="T10" fmla="*/ 2147483646 w 91"/>
              <a:gd name="T11" fmla="*/ 2147483646 h 153"/>
              <a:gd name="T12" fmla="*/ 2147483646 w 91"/>
              <a:gd name="T13" fmla="*/ 2147483646 h 153"/>
              <a:gd name="T14" fmla="*/ 2147483646 w 91"/>
              <a:gd name="T15" fmla="*/ 2147483646 h 153"/>
              <a:gd name="T16" fmla="*/ 2147483646 w 91"/>
              <a:gd name="T17" fmla="*/ 2147483646 h 153"/>
              <a:gd name="T18" fmla="*/ 2147483646 w 91"/>
              <a:gd name="T19" fmla="*/ 2147483646 h 153"/>
              <a:gd name="T20" fmla="*/ 2147483646 w 91"/>
              <a:gd name="T21" fmla="*/ 2147483646 h 153"/>
              <a:gd name="T22" fmla="*/ 2147483646 w 91"/>
              <a:gd name="T23" fmla="*/ 2147483646 h 153"/>
              <a:gd name="T24" fmla="*/ 2147483646 w 91"/>
              <a:gd name="T25" fmla="*/ 2147483646 h 153"/>
              <a:gd name="T26" fmla="*/ 2147483646 w 91"/>
              <a:gd name="T27" fmla="*/ 2147483646 h 153"/>
              <a:gd name="T28" fmla="*/ 2147483646 w 91"/>
              <a:gd name="T29" fmla="*/ 2147483646 h 153"/>
              <a:gd name="T30" fmla="*/ 2147483646 w 91"/>
              <a:gd name="T31" fmla="*/ 2147483646 h 153"/>
              <a:gd name="T32" fmla="*/ 2147483646 w 91"/>
              <a:gd name="T33" fmla="*/ 2147483646 h 153"/>
              <a:gd name="T34" fmla="*/ 2147483646 w 91"/>
              <a:gd name="T35" fmla="*/ 2147483646 h 153"/>
              <a:gd name="T36" fmla="*/ 2147483646 w 91"/>
              <a:gd name="T37" fmla="*/ 2147483646 h 153"/>
              <a:gd name="T38" fmla="*/ 0 w 91"/>
              <a:gd name="T39" fmla="*/ 2147483646 h 153"/>
              <a:gd name="T40" fmla="*/ 0 w 91"/>
              <a:gd name="T41" fmla="*/ 2147483646 h 153"/>
              <a:gd name="T42" fmla="*/ 2147483646 w 91"/>
              <a:gd name="T43" fmla="*/ 2147483646 h 153"/>
              <a:gd name="T44" fmla="*/ 2147483646 w 91"/>
              <a:gd name="T45" fmla="*/ 2147483646 h 153"/>
              <a:gd name="T46" fmla="*/ 2147483646 w 91"/>
              <a:gd name="T47" fmla="*/ 0 h 153"/>
              <a:gd name="T48" fmla="*/ 2147483646 w 91"/>
              <a:gd name="T49" fmla="*/ 2147483646 h 153"/>
              <a:gd name="T50" fmla="*/ 2147483646 w 91"/>
              <a:gd name="T51" fmla="*/ 2147483646 h 153"/>
              <a:gd name="T52" fmla="*/ 2147483646 w 91"/>
              <a:gd name="T53" fmla="*/ 2147483646 h 153"/>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91" h="153">
                <a:moveTo>
                  <a:pt x="91" y="38"/>
                </a:moveTo>
                <a:lnTo>
                  <a:pt x="76" y="13"/>
                </a:lnTo>
                <a:lnTo>
                  <a:pt x="54" y="7"/>
                </a:lnTo>
                <a:lnTo>
                  <a:pt x="24" y="12"/>
                </a:lnTo>
                <a:lnTo>
                  <a:pt x="14" y="25"/>
                </a:lnTo>
                <a:lnTo>
                  <a:pt x="7" y="48"/>
                </a:lnTo>
                <a:lnTo>
                  <a:pt x="7" y="66"/>
                </a:lnTo>
                <a:lnTo>
                  <a:pt x="11" y="79"/>
                </a:lnTo>
                <a:lnTo>
                  <a:pt x="11" y="98"/>
                </a:lnTo>
                <a:lnTo>
                  <a:pt x="15" y="120"/>
                </a:lnTo>
                <a:lnTo>
                  <a:pt x="34" y="142"/>
                </a:lnTo>
                <a:lnTo>
                  <a:pt x="47" y="142"/>
                </a:lnTo>
                <a:lnTo>
                  <a:pt x="63" y="142"/>
                </a:lnTo>
                <a:lnTo>
                  <a:pt x="63" y="144"/>
                </a:lnTo>
                <a:lnTo>
                  <a:pt x="51" y="153"/>
                </a:lnTo>
                <a:lnTo>
                  <a:pt x="36" y="151"/>
                </a:lnTo>
                <a:lnTo>
                  <a:pt x="19" y="144"/>
                </a:lnTo>
                <a:lnTo>
                  <a:pt x="6" y="121"/>
                </a:lnTo>
                <a:lnTo>
                  <a:pt x="5" y="86"/>
                </a:lnTo>
                <a:lnTo>
                  <a:pt x="0" y="62"/>
                </a:lnTo>
                <a:lnTo>
                  <a:pt x="0" y="41"/>
                </a:lnTo>
                <a:lnTo>
                  <a:pt x="9" y="23"/>
                </a:lnTo>
                <a:lnTo>
                  <a:pt x="18" y="7"/>
                </a:lnTo>
                <a:lnTo>
                  <a:pt x="42" y="0"/>
                </a:lnTo>
                <a:lnTo>
                  <a:pt x="76" y="5"/>
                </a:lnTo>
                <a:lnTo>
                  <a:pt x="89" y="13"/>
                </a:lnTo>
                <a:lnTo>
                  <a:pt x="91" y="38"/>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4774" name="Freeform 158"/>
          <p:cNvSpPr>
            <a:spLocks/>
          </p:cNvSpPr>
          <p:nvPr/>
        </p:nvSpPr>
        <p:spPr bwMode="auto">
          <a:xfrm>
            <a:off x="520385" y="4643439"/>
            <a:ext cx="29236" cy="41275"/>
          </a:xfrm>
          <a:custGeom>
            <a:avLst/>
            <a:gdLst>
              <a:gd name="T0" fmla="*/ 0 w 83"/>
              <a:gd name="T1" fmla="*/ 0 h 127"/>
              <a:gd name="T2" fmla="*/ 2147483646 w 83"/>
              <a:gd name="T3" fmla="*/ 2147483646 h 127"/>
              <a:gd name="T4" fmla="*/ 2147483646 w 83"/>
              <a:gd name="T5" fmla="*/ 2147483646 h 127"/>
              <a:gd name="T6" fmla="*/ 2147483646 w 83"/>
              <a:gd name="T7" fmla="*/ 2147483646 h 127"/>
              <a:gd name="T8" fmla="*/ 2147483646 w 83"/>
              <a:gd name="T9" fmla="*/ 2147483646 h 127"/>
              <a:gd name="T10" fmla="*/ 2147483646 w 83"/>
              <a:gd name="T11" fmla="*/ 2147483646 h 127"/>
              <a:gd name="T12" fmla="*/ 2147483646 w 83"/>
              <a:gd name="T13" fmla="*/ 2147483646 h 127"/>
              <a:gd name="T14" fmla="*/ 2147483646 w 83"/>
              <a:gd name="T15" fmla="*/ 2147483646 h 127"/>
              <a:gd name="T16" fmla="*/ 2147483646 w 83"/>
              <a:gd name="T17" fmla="*/ 2147483646 h 127"/>
              <a:gd name="T18" fmla="*/ 0 w 83"/>
              <a:gd name="T19" fmla="*/ 0 h 12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83" h="127">
                <a:moveTo>
                  <a:pt x="0" y="0"/>
                </a:moveTo>
                <a:lnTo>
                  <a:pt x="10" y="27"/>
                </a:lnTo>
                <a:lnTo>
                  <a:pt x="27" y="57"/>
                </a:lnTo>
                <a:lnTo>
                  <a:pt x="45" y="83"/>
                </a:lnTo>
                <a:lnTo>
                  <a:pt x="70" y="116"/>
                </a:lnTo>
                <a:lnTo>
                  <a:pt x="83" y="127"/>
                </a:lnTo>
                <a:lnTo>
                  <a:pt x="55" y="113"/>
                </a:lnTo>
                <a:lnTo>
                  <a:pt x="33" y="82"/>
                </a:lnTo>
                <a:lnTo>
                  <a:pt x="12" y="46"/>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4775" name="Freeform 159"/>
          <p:cNvSpPr>
            <a:spLocks/>
          </p:cNvSpPr>
          <p:nvPr/>
        </p:nvSpPr>
        <p:spPr bwMode="auto">
          <a:xfrm>
            <a:off x="432675" y="4505325"/>
            <a:ext cx="163381" cy="152400"/>
          </a:xfrm>
          <a:custGeom>
            <a:avLst/>
            <a:gdLst>
              <a:gd name="T0" fmla="*/ 2147483646 w 478"/>
              <a:gd name="T1" fmla="*/ 2147483646 h 480"/>
              <a:gd name="T2" fmla="*/ 2147483646 w 478"/>
              <a:gd name="T3" fmla="*/ 2147483646 h 480"/>
              <a:gd name="T4" fmla="*/ 2147483646 w 478"/>
              <a:gd name="T5" fmla="*/ 2147483646 h 480"/>
              <a:gd name="T6" fmla="*/ 2147483646 w 478"/>
              <a:gd name="T7" fmla="*/ 2147483646 h 480"/>
              <a:gd name="T8" fmla="*/ 2147483646 w 478"/>
              <a:gd name="T9" fmla="*/ 2147483646 h 480"/>
              <a:gd name="T10" fmla="*/ 2147483646 w 478"/>
              <a:gd name="T11" fmla="*/ 2147483646 h 480"/>
              <a:gd name="T12" fmla="*/ 2147483646 w 478"/>
              <a:gd name="T13" fmla="*/ 2147483646 h 480"/>
              <a:gd name="T14" fmla="*/ 2147483646 w 478"/>
              <a:gd name="T15" fmla="*/ 2147483646 h 480"/>
              <a:gd name="T16" fmla="*/ 2147483646 w 478"/>
              <a:gd name="T17" fmla="*/ 2147483646 h 480"/>
              <a:gd name="T18" fmla="*/ 2147483646 w 478"/>
              <a:gd name="T19" fmla="*/ 2147483646 h 480"/>
              <a:gd name="T20" fmla="*/ 2147483646 w 478"/>
              <a:gd name="T21" fmla="*/ 2147483646 h 480"/>
              <a:gd name="T22" fmla="*/ 2147483646 w 478"/>
              <a:gd name="T23" fmla="*/ 2147483646 h 480"/>
              <a:gd name="T24" fmla="*/ 2147483646 w 478"/>
              <a:gd name="T25" fmla="*/ 2147483646 h 480"/>
              <a:gd name="T26" fmla="*/ 2147483646 w 478"/>
              <a:gd name="T27" fmla="*/ 2147483646 h 480"/>
              <a:gd name="T28" fmla="*/ 2147483646 w 478"/>
              <a:gd name="T29" fmla="*/ 2147483646 h 480"/>
              <a:gd name="T30" fmla="*/ 2147483646 w 478"/>
              <a:gd name="T31" fmla="*/ 2147483646 h 480"/>
              <a:gd name="T32" fmla="*/ 2147483646 w 478"/>
              <a:gd name="T33" fmla="*/ 2147483646 h 480"/>
              <a:gd name="T34" fmla="*/ 2147483646 w 478"/>
              <a:gd name="T35" fmla="*/ 2147483646 h 480"/>
              <a:gd name="T36" fmla="*/ 2147483646 w 478"/>
              <a:gd name="T37" fmla="*/ 2147483646 h 480"/>
              <a:gd name="T38" fmla="*/ 2147483646 w 478"/>
              <a:gd name="T39" fmla="*/ 2147483646 h 480"/>
              <a:gd name="T40" fmla="*/ 2147483646 w 478"/>
              <a:gd name="T41" fmla="*/ 2147483646 h 480"/>
              <a:gd name="T42" fmla="*/ 2147483646 w 478"/>
              <a:gd name="T43" fmla="*/ 2147483646 h 480"/>
              <a:gd name="T44" fmla="*/ 2147483646 w 478"/>
              <a:gd name="T45" fmla="*/ 2147483646 h 480"/>
              <a:gd name="T46" fmla="*/ 2147483646 w 478"/>
              <a:gd name="T47" fmla="*/ 2147483646 h 480"/>
              <a:gd name="T48" fmla="*/ 2147483646 w 478"/>
              <a:gd name="T49" fmla="*/ 2147483646 h 480"/>
              <a:gd name="T50" fmla="*/ 0 w 478"/>
              <a:gd name="T51" fmla="*/ 2147483646 h 480"/>
              <a:gd name="T52" fmla="*/ 2147483646 w 478"/>
              <a:gd name="T53" fmla="*/ 2147483646 h 480"/>
              <a:gd name="T54" fmla="*/ 2147483646 w 478"/>
              <a:gd name="T55" fmla="*/ 2147483646 h 480"/>
              <a:gd name="T56" fmla="*/ 2147483646 w 478"/>
              <a:gd name="T57" fmla="*/ 2147483646 h 480"/>
              <a:gd name="T58" fmla="*/ 2147483646 w 478"/>
              <a:gd name="T59" fmla="*/ 2147483646 h 480"/>
              <a:gd name="T60" fmla="*/ 2147483646 w 478"/>
              <a:gd name="T61" fmla="*/ 0 h 480"/>
              <a:gd name="T62" fmla="*/ 2147483646 w 478"/>
              <a:gd name="T63" fmla="*/ 2147483646 h 480"/>
              <a:gd name="T64" fmla="*/ 2147483646 w 478"/>
              <a:gd name="T65" fmla="*/ 2147483646 h 480"/>
              <a:gd name="T66" fmla="*/ 2147483646 w 478"/>
              <a:gd name="T67" fmla="*/ 2147483646 h 480"/>
              <a:gd name="T68" fmla="*/ 2147483646 w 478"/>
              <a:gd name="T69" fmla="*/ 2147483646 h 480"/>
              <a:gd name="T70" fmla="*/ 2147483646 w 478"/>
              <a:gd name="T71" fmla="*/ 2147483646 h 480"/>
              <a:gd name="T72" fmla="*/ 2147483646 w 478"/>
              <a:gd name="T73" fmla="*/ 2147483646 h 480"/>
              <a:gd name="T74" fmla="*/ 2147483646 w 478"/>
              <a:gd name="T75" fmla="*/ 2147483646 h 4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78" h="480">
                <a:moveTo>
                  <a:pt x="440" y="138"/>
                </a:moveTo>
                <a:lnTo>
                  <a:pt x="367" y="127"/>
                </a:lnTo>
                <a:lnTo>
                  <a:pt x="320" y="133"/>
                </a:lnTo>
                <a:lnTo>
                  <a:pt x="290" y="168"/>
                </a:lnTo>
                <a:lnTo>
                  <a:pt x="308" y="209"/>
                </a:lnTo>
                <a:lnTo>
                  <a:pt x="331" y="224"/>
                </a:lnTo>
                <a:lnTo>
                  <a:pt x="338" y="262"/>
                </a:lnTo>
                <a:lnTo>
                  <a:pt x="324" y="287"/>
                </a:lnTo>
                <a:lnTo>
                  <a:pt x="335" y="325"/>
                </a:lnTo>
                <a:lnTo>
                  <a:pt x="306" y="325"/>
                </a:lnTo>
                <a:lnTo>
                  <a:pt x="298" y="282"/>
                </a:lnTo>
                <a:lnTo>
                  <a:pt x="280" y="262"/>
                </a:lnTo>
                <a:lnTo>
                  <a:pt x="243" y="262"/>
                </a:lnTo>
                <a:lnTo>
                  <a:pt x="209" y="271"/>
                </a:lnTo>
                <a:lnTo>
                  <a:pt x="197" y="301"/>
                </a:lnTo>
                <a:lnTo>
                  <a:pt x="193" y="341"/>
                </a:lnTo>
                <a:lnTo>
                  <a:pt x="197" y="370"/>
                </a:lnTo>
                <a:lnTo>
                  <a:pt x="197" y="391"/>
                </a:lnTo>
                <a:lnTo>
                  <a:pt x="195" y="416"/>
                </a:lnTo>
                <a:lnTo>
                  <a:pt x="172" y="439"/>
                </a:lnTo>
                <a:lnTo>
                  <a:pt x="156" y="453"/>
                </a:lnTo>
                <a:lnTo>
                  <a:pt x="115" y="480"/>
                </a:lnTo>
                <a:lnTo>
                  <a:pt x="37" y="399"/>
                </a:lnTo>
                <a:lnTo>
                  <a:pt x="14" y="334"/>
                </a:lnTo>
                <a:lnTo>
                  <a:pt x="5" y="229"/>
                </a:lnTo>
                <a:lnTo>
                  <a:pt x="0" y="154"/>
                </a:lnTo>
                <a:lnTo>
                  <a:pt x="9" y="82"/>
                </a:lnTo>
                <a:lnTo>
                  <a:pt x="30" y="42"/>
                </a:lnTo>
                <a:lnTo>
                  <a:pt x="78" y="15"/>
                </a:lnTo>
                <a:lnTo>
                  <a:pt x="121" y="7"/>
                </a:lnTo>
                <a:lnTo>
                  <a:pt x="204" y="0"/>
                </a:lnTo>
                <a:lnTo>
                  <a:pt x="285" y="5"/>
                </a:lnTo>
                <a:lnTo>
                  <a:pt x="387" y="22"/>
                </a:lnTo>
                <a:lnTo>
                  <a:pt x="432" y="44"/>
                </a:lnTo>
                <a:lnTo>
                  <a:pt x="455" y="67"/>
                </a:lnTo>
                <a:lnTo>
                  <a:pt x="478" y="102"/>
                </a:lnTo>
                <a:lnTo>
                  <a:pt x="475" y="120"/>
                </a:lnTo>
                <a:lnTo>
                  <a:pt x="440" y="138"/>
                </a:lnTo>
                <a:close/>
              </a:path>
            </a:pathLst>
          </a:custGeom>
          <a:solidFill>
            <a:srgbClr val="603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4776" name="Freeform 160"/>
          <p:cNvSpPr>
            <a:spLocks/>
          </p:cNvSpPr>
          <p:nvPr/>
        </p:nvSpPr>
        <p:spPr bwMode="auto">
          <a:xfrm>
            <a:off x="436114" y="4506913"/>
            <a:ext cx="156502" cy="146050"/>
          </a:xfrm>
          <a:custGeom>
            <a:avLst/>
            <a:gdLst>
              <a:gd name="T0" fmla="*/ 2147483646 w 455"/>
              <a:gd name="T1" fmla="*/ 2147483646 h 460"/>
              <a:gd name="T2" fmla="*/ 2147483646 w 455"/>
              <a:gd name="T3" fmla="*/ 2147483646 h 460"/>
              <a:gd name="T4" fmla="*/ 2147483646 w 455"/>
              <a:gd name="T5" fmla="*/ 2147483646 h 460"/>
              <a:gd name="T6" fmla="*/ 2147483646 w 455"/>
              <a:gd name="T7" fmla="*/ 2147483646 h 460"/>
              <a:gd name="T8" fmla="*/ 2147483646 w 455"/>
              <a:gd name="T9" fmla="*/ 2147483646 h 460"/>
              <a:gd name="T10" fmla="*/ 2147483646 w 455"/>
              <a:gd name="T11" fmla="*/ 2147483646 h 460"/>
              <a:gd name="T12" fmla="*/ 2147483646 w 455"/>
              <a:gd name="T13" fmla="*/ 2147483646 h 460"/>
              <a:gd name="T14" fmla="*/ 2147483646 w 455"/>
              <a:gd name="T15" fmla="*/ 2147483646 h 460"/>
              <a:gd name="T16" fmla="*/ 2147483646 w 455"/>
              <a:gd name="T17" fmla="*/ 2147483646 h 460"/>
              <a:gd name="T18" fmla="*/ 2147483646 w 455"/>
              <a:gd name="T19" fmla="*/ 2147483646 h 460"/>
              <a:gd name="T20" fmla="*/ 2147483646 w 455"/>
              <a:gd name="T21" fmla="*/ 2147483646 h 460"/>
              <a:gd name="T22" fmla="*/ 2147483646 w 455"/>
              <a:gd name="T23" fmla="*/ 2147483646 h 460"/>
              <a:gd name="T24" fmla="*/ 2147483646 w 455"/>
              <a:gd name="T25" fmla="*/ 2147483646 h 460"/>
              <a:gd name="T26" fmla="*/ 2147483646 w 455"/>
              <a:gd name="T27" fmla="*/ 2147483646 h 460"/>
              <a:gd name="T28" fmla="*/ 2147483646 w 455"/>
              <a:gd name="T29" fmla="*/ 2147483646 h 460"/>
              <a:gd name="T30" fmla="*/ 2147483646 w 455"/>
              <a:gd name="T31" fmla="*/ 2147483646 h 460"/>
              <a:gd name="T32" fmla="*/ 2147483646 w 455"/>
              <a:gd name="T33" fmla="*/ 2147483646 h 460"/>
              <a:gd name="T34" fmla="*/ 2147483646 w 455"/>
              <a:gd name="T35" fmla="*/ 2147483646 h 460"/>
              <a:gd name="T36" fmla="*/ 2147483646 w 455"/>
              <a:gd name="T37" fmla="*/ 2147483646 h 460"/>
              <a:gd name="T38" fmla="*/ 2147483646 w 455"/>
              <a:gd name="T39" fmla="*/ 2147483646 h 460"/>
              <a:gd name="T40" fmla="*/ 2147483646 w 455"/>
              <a:gd name="T41" fmla="*/ 2147483646 h 460"/>
              <a:gd name="T42" fmla="*/ 2147483646 w 455"/>
              <a:gd name="T43" fmla="*/ 2147483646 h 460"/>
              <a:gd name="T44" fmla="*/ 2147483646 w 455"/>
              <a:gd name="T45" fmla="*/ 2147483646 h 460"/>
              <a:gd name="T46" fmla="*/ 2147483646 w 455"/>
              <a:gd name="T47" fmla="*/ 2147483646 h 460"/>
              <a:gd name="T48" fmla="*/ 2147483646 w 455"/>
              <a:gd name="T49" fmla="*/ 2147483646 h 460"/>
              <a:gd name="T50" fmla="*/ 2147483646 w 455"/>
              <a:gd name="T51" fmla="*/ 2147483646 h 460"/>
              <a:gd name="T52" fmla="*/ 2147483646 w 455"/>
              <a:gd name="T53" fmla="*/ 2147483646 h 460"/>
              <a:gd name="T54" fmla="*/ 2147483646 w 455"/>
              <a:gd name="T55" fmla="*/ 2147483646 h 460"/>
              <a:gd name="T56" fmla="*/ 2147483646 w 455"/>
              <a:gd name="T57" fmla="*/ 2147483646 h 460"/>
              <a:gd name="T58" fmla="*/ 2147483646 w 455"/>
              <a:gd name="T59" fmla="*/ 2147483646 h 460"/>
              <a:gd name="T60" fmla="*/ 2147483646 w 455"/>
              <a:gd name="T61" fmla="*/ 2147483646 h 460"/>
              <a:gd name="T62" fmla="*/ 2147483646 w 455"/>
              <a:gd name="T63" fmla="*/ 2147483646 h 460"/>
              <a:gd name="T64" fmla="*/ 2147483646 w 455"/>
              <a:gd name="T65" fmla="*/ 2147483646 h 460"/>
              <a:gd name="T66" fmla="*/ 2147483646 w 455"/>
              <a:gd name="T67" fmla="*/ 2147483646 h 460"/>
              <a:gd name="T68" fmla="*/ 2147483646 w 455"/>
              <a:gd name="T69" fmla="*/ 2147483646 h 460"/>
              <a:gd name="T70" fmla="*/ 2147483646 w 455"/>
              <a:gd name="T71" fmla="*/ 2147483646 h 460"/>
              <a:gd name="T72" fmla="*/ 2147483646 w 455"/>
              <a:gd name="T73" fmla="*/ 2147483646 h 460"/>
              <a:gd name="T74" fmla="*/ 2147483646 w 455"/>
              <a:gd name="T75" fmla="*/ 2147483646 h 460"/>
              <a:gd name="T76" fmla="*/ 2147483646 w 455"/>
              <a:gd name="T77" fmla="*/ 2147483646 h 460"/>
              <a:gd name="T78" fmla="*/ 2147483646 w 455"/>
              <a:gd name="T79" fmla="*/ 2147483646 h 460"/>
              <a:gd name="T80" fmla="*/ 2147483646 w 455"/>
              <a:gd name="T81" fmla="*/ 2147483646 h 460"/>
              <a:gd name="T82" fmla="*/ 2147483646 w 455"/>
              <a:gd name="T83" fmla="*/ 2147483646 h 460"/>
              <a:gd name="T84" fmla="*/ 2147483646 w 455"/>
              <a:gd name="T85" fmla="*/ 2147483646 h 460"/>
              <a:gd name="T86" fmla="*/ 2147483646 w 455"/>
              <a:gd name="T87" fmla="*/ 2147483646 h 460"/>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455" h="460">
                <a:moveTo>
                  <a:pt x="379" y="28"/>
                </a:moveTo>
                <a:lnTo>
                  <a:pt x="418" y="44"/>
                </a:lnTo>
                <a:lnTo>
                  <a:pt x="436" y="69"/>
                </a:lnTo>
                <a:lnTo>
                  <a:pt x="447" y="85"/>
                </a:lnTo>
                <a:lnTo>
                  <a:pt x="455" y="98"/>
                </a:lnTo>
                <a:lnTo>
                  <a:pt x="444" y="108"/>
                </a:lnTo>
                <a:lnTo>
                  <a:pt x="425" y="120"/>
                </a:lnTo>
                <a:lnTo>
                  <a:pt x="376" y="113"/>
                </a:lnTo>
                <a:lnTo>
                  <a:pt x="339" y="113"/>
                </a:lnTo>
                <a:lnTo>
                  <a:pt x="315" y="100"/>
                </a:lnTo>
                <a:lnTo>
                  <a:pt x="279" y="92"/>
                </a:lnTo>
                <a:lnTo>
                  <a:pt x="247" y="90"/>
                </a:lnTo>
                <a:lnTo>
                  <a:pt x="209" y="92"/>
                </a:lnTo>
                <a:lnTo>
                  <a:pt x="264" y="98"/>
                </a:lnTo>
                <a:lnTo>
                  <a:pt x="291" y="105"/>
                </a:lnTo>
                <a:lnTo>
                  <a:pt x="311" y="113"/>
                </a:lnTo>
                <a:lnTo>
                  <a:pt x="315" y="115"/>
                </a:lnTo>
                <a:lnTo>
                  <a:pt x="302" y="120"/>
                </a:lnTo>
                <a:lnTo>
                  <a:pt x="291" y="131"/>
                </a:lnTo>
                <a:lnTo>
                  <a:pt x="272" y="120"/>
                </a:lnTo>
                <a:lnTo>
                  <a:pt x="256" y="116"/>
                </a:lnTo>
                <a:lnTo>
                  <a:pt x="223" y="110"/>
                </a:lnTo>
                <a:lnTo>
                  <a:pt x="212" y="110"/>
                </a:lnTo>
                <a:lnTo>
                  <a:pt x="246" y="122"/>
                </a:lnTo>
                <a:lnTo>
                  <a:pt x="270" y="133"/>
                </a:lnTo>
                <a:lnTo>
                  <a:pt x="283" y="142"/>
                </a:lnTo>
                <a:lnTo>
                  <a:pt x="272" y="154"/>
                </a:lnTo>
                <a:lnTo>
                  <a:pt x="246" y="145"/>
                </a:lnTo>
                <a:lnTo>
                  <a:pt x="223" y="140"/>
                </a:lnTo>
                <a:lnTo>
                  <a:pt x="264" y="161"/>
                </a:lnTo>
                <a:lnTo>
                  <a:pt x="277" y="170"/>
                </a:lnTo>
                <a:lnTo>
                  <a:pt x="281" y="189"/>
                </a:lnTo>
                <a:lnTo>
                  <a:pt x="289" y="199"/>
                </a:lnTo>
                <a:lnTo>
                  <a:pt x="264" y="187"/>
                </a:lnTo>
                <a:lnTo>
                  <a:pt x="241" y="183"/>
                </a:lnTo>
                <a:lnTo>
                  <a:pt x="205" y="181"/>
                </a:lnTo>
                <a:lnTo>
                  <a:pt x="259" y="197"/>
                </a:lnTo>
                <a:lnTo>
                  <a:pt x="293" y="210"/>
                </a:lnTo>
                <a:lnTo>
                  <a:pt x="315" y="222"/>
                </a:lnTo>
                <a:lnTo>
                  <a:pt x="318" y="239"/>
                </a:lnTo>
                <a:lnTo>
                  <a:pt x="291" y="227"/>
                </a:lnTo>
                <a:lnTo>
                  <a:pt x="254" y="214"/>
                </a:lnTo>
                <a:lnTo>
                  <a:pt x="237" y="214"/>
                </a:lnTo>
                <a:lnTo>
                  <a:pt x="277" y="228"/>
                </a:lnTo>
                <a:lnTo>
                  <a:pt x="309" y="242"/>
                </a:lnTo>
                <a:lnTo>
                  <a:pt x="320" y="253"/>
                </a:lnTo>
                <a:lnTo>
                  <a:pt x="315" y="264"/>
                </a:lnTo>
                <a:lnTo>
                  <a:pt x="291" y="255"/>
                </a:lnTo>
                <a:lnTo>
                  <a:pt x="269" y="246"/>
                </a:lnTo>
                <a:lnTo>
                  <a:pt x="221" y="244"/>
                </a:lnTo>
                <a:lnTo>
                  <a:pt x="202" y="246"/>
                </a:lnTo>
                <a:lnTo>
                  <a:pt x="158" y="249"/>
                </a:lnTo>
                <a:lnTo>
                  <a:pt x="107" y="242"/>
                </a:lnTo>
                <a:lnTo>
                  <a:pt x="137" y="253"/>
                </a:lnTo>
                <a:lnTo>
                  <a:pt x="191" y="262"/>
                </a:lnTo>
                <a:lnTo>
                  <a:pt x="181" y="280"/>
                </a:lnTo>
                <a:lnTo>
                  <a:pt x="141" y="271"/>
                </a:lnTo>
                <a:lnTo>
                  <a:pt x="104" y="258"/>
                </a:lnTo>
                <a:lnTo>
                  <a:pt x="79" y="246"/>
                </a:lnTo>
                <a:lnTo>
                  <a:pt x="126" y="280"/>
                </a:lnTo>
                <a:lnTo>
                  <a:pt x="156" y="290"/>
                </a:lnTo>
                <a:lnTo>
                  <a:pt x="181" y="298"/>
                </a:lnTo>
                <a:lnTo>
                  <a:pt x="178" y="317"/>
                </a:lnTo>
                <a:lnTo>
                  <a:pt x="141" y="310"/>
                </a:lnTo>
                <a:lnTo>
                  <a:pt x="113" y="302"/>
                </a:lnTo>
                <a:lnTo>
                  <a:pt x="131" y="315"/>
                </a:lnTo>
                <a:lnTo>
                  <a:pt x="161" y="323"/>
                </a:lnTo>
                <a:lnTo>
                  <a:pt x="178" y="325"/>
                </a:lnTo>
                <a:lnTo>
                  <a:pt x="178" y="365"/>
                </a:lnTo>
                <a:lnTo>
                  <a:pt x="143" y="351"/>
                </a:lnTo>
                <a:lnTo>
                  <a:pt x="116" y="341"/>
                </a:lnTo>
                <a:lnTo>
                  <a:pt x="145" y="363"/>
                </a:lnTo>
                <a:lnTo>
                  <a:pt x="182" y="379"/>
                </a:lnTo>
                <a:lnTo>
                  <a:pt x="181" y="397"/>
                </a:lnTo>
                <a:lnTo>
                  <a:pt x="159" y="418"/>
                </a:lnTo>
                <a:lnTo>
                  <a:pt x="141" y="395"/>
                </a:lnTo>
                <a:lnTo>
                  <a:pt x="116" y="365"/>
                </a:lnTo>
                <a:lnTo>
                  <a:pt x="100" y="337"/>
                </a:lnTo>
                <a:lnTo>
                  <a:pt x="116" y="381"/>
                </a:lnTo>
                <a:lnTo>
                  <a:pt x="131" y="397"/>
                </a:lnTo>
                <a:lnTo>
                  <a:pt x="156" y="429"/>
                </a:lnTo>
                <a:lnTo>
                  <a:pt x="137" y="449"/>
                </a:lnTo>
                <a:lnTo>
                  <a:pt x="109" y="424"/>
                </a:lnTo>
                <a:lnTo>
                  <a:pt x="88" y="395"/>
                </a:lnTo>
                <a:lnTo>
                  <a:pt x="69" y="363"/>
                </a:lnTo>
                <a:lnTo>
                  <a:pt x="86" y="409"/>
                </a:lnTo>
                <a:lnTo>
                  <a:pt x="104" y="430"/>
                </a:lnTo>
                <a:lnTo>
                  <a:pt x="121" y="452"/>
                </a:lnTo>
                <a:lnTo>
                  <a:pt x="107" y="460"/>
                </a:lnTo>
                <a:lnTo>
                  <a:pt x="69" y="429"/>
                </a:lnTo>
                <a:lnTo>
                  <a:pt x="34" y="379"/>
                </a:lnTo>
                <a:lnTo>
                  <a:pt x="21" y="341"/>
                </a:lnTo>
                <a:lnTo>
                  <a:pt x="12" y="275"/>
                </a:lnTo>
                <a:lnTo>
                  <a:pt x="7" y="227"/>
                </a:lnTo>
                <a:lnTo>
                  <a:pt x="0" y="170"/>
                </a:lnTo>
                <a:lnTo>
                  <a:pt x="39" y="181"/>
                </a:lnTo>
                <a:lnTo>
                  <a:pt x="81" y="197"/>
                </a:lnTo>
                <a:lnTo>
                  <a:pt x="145" y="212"/>
                </a:lnTo>
                <a:lnTo>
                  <a:pt x="88" y="189"/>
                </a:lnTo>
                <a:lnTo>
                  <a:pt x="67" y="177"/>
                </a:lnTo>
                <a:lnTo>
                  <a:pt x="26" y="162"/>
                </a:lnTo>
                <a:lnTo>
                  <a:pt x="5" y="158"/>
                </a:lnTo>
                <a:lnTo>
                  <a:pt x="5" y="129"/>
                </a:lnTo>
                <a:lnTo>
                  <a:pt x="10" y="92"/>
                </a:lnTo>
                <a:lnTo>
                  <a:pt x="61" y="100"/>
                </a:lnTo>
                <a:lnTo>
                  <a:pt x="94" y="110"/>
                </a:lnTo>
                <a:lnTo>
                  <a:pt x="135" y="129"/>
                </a:lnTo>
                <a:lnTo>
                  <a:pt x="97" y="100"/>
                </a:lnTo>
                <a:lnTo>
                  <a:pt x="54" y="88"/>
                </a:lnTo>
                <a:lnTo>
                  <a:pt x="12" y="77"/>
                </a:lnTo>
                <a:lnTo>
                  <a:pt x="21" y="49"/>
                </a:lnTo>
                <a:lnTo>
                  <a:pt x="34" y="31"/>
                </a:lnTo>
                <a:lnTo>
                  <a:pt x="73" y="19"/>
                </a:lnTo>
                <a:lnTo>
                  <a:pt x="111" y="28"/>
                </a:lnTo>
                <a:lnTo>
                  <a:pt x="145" y="53"/>
                </a:lnTo>
                <a:lnTo>
                  <a:pt x="121" y="25"/>
                </a:lnTo>
                <a:lnTo>
                  <a:pt x="86" y="10"/>
                </a:lnTo>
                <a:lnTo>
                  <a:pt x="126" y="4"/>
                </a:lnTo>
                <a:lnTo>
                  <a:pt x="156" y="2"/>
                </a:lnTo>
                <a:lnTo>
                  <a:pt x="198" y="8"/>
                </a:lnTo>
                <a:lnTo>
                  <a:pt x="226" y="27"/>
                </a:lnTo>
                <a:lnTo>
                  <a:pt x="272" y="35"/>
                </a:lnTo>
                <a:lnTo>
                  <a:pt x="241" y="23"/>
                </a:lnTo>
                <a:lnTo>
                  <a:pt x="218" y="8"/>
                </a:lnTo>
                <a:lnTo>
                  <a:pt x="205" y="0"/>
                </a:lnTo>
                <a:lnTo>
                  <a:pt x="249" y="2"/>
                </a:lnTo>
                <a:lnTo>
                  <a:pt x="289" y="4"/>
                </a:lnTo>
                <a:lnTo>
                  <a:pt x="313" y="15"/>
                </a:lnTo>
                <a:lnTo>
                  <a:pt x="337" y="37"/>
                </a:lnTo>
                <a:lnTo>
                  <a:pt x="356" y="67"/>
                </a:lnTo>
                <a:lnTo>
                  <a:pt x="346" y="33"/>
                </a:lnTo>
                <a:lnTo>
                  <a:pt x="322" y="10"/>
                </a:lnTo>
                <a:lnTo>
                  <a:pt x="379" y="28"/>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grpSp>
        <p:nvGrpSpPr>
          <p:cNvPr id="244777" name="Group 161"/>
          <p:cNvGrpSpPr>
            <a:grpSpLocks/>
          </p:cNvGrpSpPr>
          <p:nvPr/>
        </p:nvGrpSpPr>
        <p:grpSpPr bwMode="auto">
          <a:xfrm>
            <a:off x="754276" y="4876800"/>
            <a:ext cx="170259" cy="96838"/>
            <a:chOff x="377" y="1962"/>
            <a:chExt cx="99" cy="61"/>
          </a:xfrm>
        </p:grpSpPr>
        <p:sp>
          <p:nvSpPr>
            <p:cNvPr id="244995" name="Freeform 162"/>
            <p:cNvSpPr>
              <a:spLocks/>
            </p:cNvSpPr>
            <p:nvPr/>
          </p:nvSpPr>
          <p:spPr bwMode="auto">
            <a:xfrm>
              <a:off x="377" y="1962"/>
              <a:ext cx="99" cy="61"/>
            </a:xfrm>
            <a:custGeom>
              <a:avLst/>
              <a:gdLst>
                <a:gd name="T0" fmla="*/ 0 w 497"/>
                <a:gd name="T1" fmla="*/ 0 h 305"/>
                <a:gd name="T2" fmla="*/ 0 w 497"/>
                <a:gd name="T3" fmla="*/ 0 h 305"/>
                <a:gd name="T4" fmla="*/ 0 w 497"/>
                <a:gd name="T5" fmla="*/ 0 h 305"/>
                <a:gd name="T6" fmla="*/ 0 w 497"/>
                <a:gd name="T7" fmla="*/ 0 h 305"/>
                <a:gd name="T8" fmla="*/ 0 w 497"/>
                <a:gd name="T9" fmla="*/ 0 h 305"/>
                <a:gd name="T10" fmla="*/ 0 w 497"/>
                <a:gd name="T11" fmla="*/ 0 h 305"/>
                <a:gd name="T12" fmla="*/ 0 w 497"/>
                <a:gd name="T13" fmla="*/ 0 h 305"/>
                <a:gd name="T14" fmla="*/ 0 w 497"/>
                <a:gd name="T15" fmla="*/ 0 h 305"/>
                <a:gd name="T16" fmla="*/ 0 w 497"/>
                <a:gd name="T17" fmla="*/ 0 h 305"/>
                <a:gd name="T18" fmla="*/ 0 w 497"/>
                <a:gd name="T19" fmla="*/ 0 h 305"/>
                <a:gd name="T20" fmla="*/ 0 w 497"/>
                <a:gd name="T21" fmla="*/ 0 h 305"/>
                <a:gd name="T22" fmla="*/ 0 w 497"/>
                <a:gd name="T23" fmla="*/ 0 h 305"/>
                <a:gd name="T24" fmla="*/ 0 w 497"/>
                <a:gd name="T25" fmla="*/ 0 h 305"/>
                <a:gd name="T26" fmla="*/ 0 w 497"/>
                <a:gd name="T27" fmla="*/ 0 h 305"/>
                <a:gd name="T28" fmla="*/ 0 w 497"/>
                <a:gd name="T29" fmla="*/ 0 h 305"/>
                <a:gd name="T30" fmla="*/ 0 w 497"/>
                <a:gd name="T31" fmla="*/ 0 h 305"/>
                <a:gd name="T32" fmla="*/ 0 w 497"/>
                <a:gd name="T33" fmla="*/ 0 h 305"/>
                <a:gd name="T34" fmla="*/ 0 w 497"/>
                <a:gd name="T35" fmla="*/ 0 h 305"/>
                <a:gd name="T36" fmla="*/ 0 w 497"/>
                <a:gd name="T37" fmla="*/ 0 h 305"/>
                <a:gd name="T38" fmla="*/ 0 w 497"/>
                <a:gd name="T39" fmla="*/ 0 h 305"/>
                <a:gd name="T40" fmla="*/ 0 w 497"/>
                <a:gd name="T41" fmla="*/ 0 h 305"/>
                <a:gd name="T42" fmla="*/ 0 w 497"/>
                <a:gd name="T43" fmla="*/ 0 h 305"/>
                <a:gd name="T44" fmla="*/ 0 w 497"/>
                <a:gd name="T45" fmla="*/ 0 h 305"/>
                <a:gd name="T46" fmla="*/ 0 w 497"/>
                <a:gd name="T47" fmla="*/ 0 h 305"/>
                <a:gd name="T48" fmla="*/ 0 w 497"/>
                <a:gd name="T49" fmla="*/ 0 h 305"/>
                <a:gd name="T50" fmla="*/ 0 w 497"/>
                <a:gd name="T51" fmla="*/ 0 h 305"/>
                <a:gd name="T52" fmla="*/ 0 w 497"/>
                <a:gd name="T53" fmla="*/ 0 h 305"/>
                <a:gd name="T54" fmla="*/ 0 w 497"/>
                <a:gd name="T55" fmla="*/ 0 h 305"/>
                <a:gd name="T56" fmla="*/ 0 w 497"/>
                <a:gd name="T57" fmla="*/ 0 h 305"/>
                <a:gd name="T58" fmla="*/ 0 w 497"/>
                <a:gd name="T59" fmla="*/ 0 h 305"/>
                <a:gd name="T60" fmla="*/ 0 w 497"/>
                <a:gd name="T61" fmla="*/ 0 h 305"/>
                <a:gd name="T62" fmla="*/ 0 w 497"/>
                <a:gd name="T63" fmla="*/ 0 h 305"/>
                <a:gd name="T64" fmla="*/ 0 w 497"/>
                <a:gd name="T65" fmla="*/ 0 h 305"/>
                <a:gd name="T66" fmla="*/ 0 w 497"/>
                <a:gd name="T67" fmla="*/ 0 h 305"/>
                <a:gd name="T68" fmla="*/ 0 w 497"/>
                <a:gd name="T69" fmla="*/ 0 h 305"/>
                <a:gd name="T70" fmla="*/ 0 w 497"/>
                <a:gd name="T71" fmla="*/ 0 h 305"/>
                <a:gd name="T72" fmla="*/ 0 w 497"/>
                <a:gd name="T73" fmla="*/ 0 h 305"/>
                <a:gd name="T74" fmla="*/ 0 w 497"/>
                <a:gd name="T75" fmla="*/ 0 h 305"/>
                <a:gd name="T76" fmla="*/ 0 w 497"/>
                <a:gd name="T77" fmla="*/ 0 h 305"/>
                <a:gd name="T78" fmla="*/ 0 w 497"/>
                <a:gd name="T79" fmla="*/ 0 h 305"/>
                <a:gd name="T80" fmla="*/ 0 w 497"/>
                <a:gd name="T81" fmla="*/ 0 h 305"/>
                <a:gd name="T82" fmla="*/ 0 w 497"/>
                <a:gd name="T83" fmla="*/ 0 h 305"/>
                <a:gd name="T84" fmla="*/ 0 w 497"/>
                <a:gd name="T85" fmla="*/ 0 h 305"/>
                <a:gd name="T86" fmla="*/ 0 w 497"/>
                <a:gd name="T87" fmla="*/ 0 h 305"/>
                <a:gd name="T88" fmla="*/ 0 w 497"/>
                <a:gd name="T89" fmla="*/ 0 h 305"/>
                <a:gd name="T90" fmla="*/ 0 w 497"/>
                <a:gd name="T91" fmla="*/ 0 h 305"/>
                <a:gd name="T92" fmla="*/ 0 w 497"/>
                <a:gd name="T93" fmla="*/ 0 h 305"/>
                <a:gd name="T94" fmla="*/ 0 w 497"/>
                <a:gd name="T95" fmla="*/ 0 h 305"/>
                <a:gd name="T96" fmla="*/ 0 w 497"/>
                <a:gd name="T97" fmla="*/ 0 h 305"/>
                <a:gd name="T98" fmla="*/ 0 w 497"/>
                <a:gd name="T99" fmla="*/ 0 h 305"/>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497" h="305">
                  <a:moveTo>
                    <a:pt x="0" y="182"/>
                  </a:moveTo>
                  <a:lnTo>
                    <a:pt x="61" y="168"/>
                  </a:lnTo>
                  <a:lnTo>
                    <a:pt x="84" y="163"/>
                  </a:lnTo>
                  <a:lnTo>
                    <a:pt x="98" y="150"/>
                  </a:lnTo>
                  <a:lnTo>
                    <a:pt x="112" y="130"/>
                  </a:lnTo>
                  <a:lnTo>
                    <a:pt x="142" y="102"/>
                  </a:lnTo>
                  <a:lnTo>
                    <a:pt x="197" y="56"/>
                  </a:lnTo>
                  <a:lnTo>
                    <a:pt x="206" y="41"/>
                  </a:lnTo>
                  <a:lnTo>
                    <a:pt x="221" y="28"/>
                  </a:lnTo>
                  <a:lnTo>
                    <a:pt x="249" y="23"/>
                  </a:lnTo>
                  <a:lnTo>
                    <a:pt x="336" y="8"/>
                  </a:lnTo>
                  <a:lnTo>
                    <a:pt x="360" y="0"/>
                  </a:lnTo>
                  <a:lnTo>
                    <a:pt x="382" y="11"/>
                  </a:lnTo>
                  <a:lnTo>
                    <a:pt x="393" y="20"/>
                  </a:lnTo>
                  <a:lnTo>
                    <a:pt x="443" y="37"/>
                  </a:lnTo>
                  <a:lnTo>
                    <a:pt x="464" y="45"/>
                  </a:lnTo>
                  <a:lnTo>
                    <a:pt x="471" y="53"/>
                  </a:lnTo>
                  <a:lnTo>
                    <a:pt x="481" y="81"/>
                  </a:lnTo>
                  <a:lnTo>
                    <a:pt x="486" y="96"/>
                  </a:lnTo>
                  <a:lnTo>
                    <a:pt x="490" y="104"/>
                  </a:lnTo>
                  <a:lnTo>
                    <a:pt x="497" y="119"/>
                  </a:lnTo>
                  <a:lnTo>
                    <a:pt x="497" y="129"/>
                  </a:lnTo>
                  <a:lnTo>
                    <a:pt x="487" y="137"/>
                  </a:lnTo>
                  <a:lnTo>
                    <a:pt x="466" y="136"/>
                  </a:lnTo>
                  <a:lnTo>
                    <a:pt x="434" y="121"/>
                  </a:lnTo>
                  <a:lnTo>
                    <a:pt x="393" y="113"/>
                  </a:lnTo>
                  <a:lnTo>
                    <a:pt x="356" y="119"/>
                  </a:lnTo>
                  <a:lnTo>
                    <a:pt x="395" y="128"/>
                  </a:lnTo>
                  <a:lnTo>
                    <a:pt x="422" y="137"/>
                  </a:lnTo>
                  <a:lnTo>
                    <a:pt x="454" y="150"/>
                  </a:lnTo>
                  <a:lnTo>
                    <a:pt x="462" y="161"/>
                  </a:lnTo>
                  <a:lnTo>
                    <a:pt x="462" y="173"/>
                  </a:lnTo>
                  <a:lnTo>
                    <a:pt x="449" y="182"/>
                  </a:lnTo>
                  <a:lnTo>
                    <a:pt x="435" y="179"/>
                  </a:lnTo>
                  <a:lnTo>
                    <a:pt x="391" y="168"/>
                  </a:lnTo>
                  <a:lnTo>
                    <a:pt x="351" y="166"/>
                  </a:lnTo>
                  <a:lnTo>
                    <a:pt x="320" y="168"/>
                  </a:lnTo>
                  <a:lnTo>
                    <a:pt x="303" y="179"/>
                  </a:lnTo>
                  <a:lnTo>
                    <a:pt x="282" y="200"/>
                  </a:lnTo>
                  <a:lnTo>
                    <a:pt x="267" y="223"/>
                  </a:lnTo>
                  <a:lnTo>
                    <a:pt x="251" y="246"/>
                  </a:lnTo>
                  <a:lnTo>
                    <a:pt x="237" y="263"/>
                  </a:lnTo>
                  <a:lnTo>
                    <a:pt x="213" y="280"/>
                  </a:lnTo>
                  <a:lnTo>
                    <a:pt x="190" y="284"/>
                  </a:lnTo>
                  <a:lnTo>
                    <a:pt x="165" y="287"/>
                  </a:lnTo>
                  <a:lnTo>
                    <a:pt x="135" y="284"/>
                  </a:lnTo>
                  <a:lnTo>
                    <a:pt x="112" y="282"/>
                  </a:lnTo>
                  <a:lnTo>
                    <a:pt x="82" y="290"/>
                  </a:lnTo>
                  <a:lnTo>
                    <a:pt x="0" y="305"/>
                  </a:lnTo>
                  <a:lnTo>
                    <a:pt x="0" y="182"/>
                  </a:lnTo>
                  <a:close/>
                </a:path>
              </a:pathLst>
            </a:custGeom>
            <a:solidFill>
              <a:srgbClr val="FFC080"/>
            </a:solidFill>
            <a:ln w="3175">
              <a:solidFill>
                <a:srgbClr val="402000"/>
              </a:solidFill>
              <a:prstDash val="solid"/>
              <a:round/>
              <a:headEnd/>
              <a:tailEnd/>
            </a:ln>
          </p:spPr>
          <p:txBody>
            <a:bodyPr/>
            <a:lstStyle/>
            <a:p>
              <a:endParaRPr lang="zh-CN" altLang="en-US" b="1">
                <a:solidFill>
                  <a:srgbClr val="000099"/>
                </a:solidFill>
              </a:endParaRPr>
            </a:p>
          </p:txBody>
        </p:sp>
        <p:sp>
          <p:nvSpPr>
            <p:cNvPr id="244996" name="Freeform 163"/>
            <p:cNvSpPr>
              <a:spLocks/>
            </p:cNvSpPr>
            <p:nvPr/>
          </p:nvSpPr>
          <p:spPr bwMode="auto">
            <a:xfrm>
              <a:off x="439" y="1973"/>
              <a:ext cx="32" cy="7"/>
            </a:xfrm>
            <a:custGeom>
              <a:avLst/>
              <a:gdLst>
                <a:gd name="T0" fmla="*/ 0 w 159"/>
                <a:gd name="T1" fmla="*/ 0 h 37"/>
                <a:gd name="T2" fmla="*/ 0 w 159"/>
                <a:gd name="T3" fmla="*/ 0 h 37"/>
                <a:gd name="T4" fmla="*/ 0 w 159"/>
                <a:gd name="T5" fmla="*/ 0 h 37"/>
                <a:gd name="T6" fmla="*/ 0 w 159"/>
                <a:gd name="T7" fmla="*/ 0 h 37"/>
                <a:gd name="T8" fmla="*/ 0 w 159"/>
                <a:gd name="T9" fmla="*/ 0 h 37"/>
                <a:gd name="T10" fmla="*/ 0 w 159"/>
                <a:gd name="T11" fmla="*/ 0 h 37"/>
                <a:gd name="T12" fmla="*/ 0 w 159"/>
                <a:gd name="T13" fmla="*/ 0 h 37"/>
                <a:gd name="T14" fmla="*/ 0 w 159"/>
                <a:gd name="T15" fmla="*/ 0 h 37"/>
                <a:gd name="T16" fmla="*/ 0 w 159"/>
                <a:gd name="T17" fmla="*/ 0 h 37"/>
                <a:gd name="T18" fmla="*/ 0 w 159"/>
                <a:gd name="T19" fmla="*/ 0 h 37"/>
                <a:gd name="T20" fmla="*/ 0 w 159"/>
                <a:gd name="T21" fmla="*/ 0 h 37"/>
                <a:gd name="T22" fmla="*/ 0 w 159"/>
                <a:gd name="T23" fmla="*/ 0 h 37"/>
                <a:gd name="T24" fmla="*/ 0 w 159"/>
                <a:gd name="T25" fmla="*/ 0 h 3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9" h="37">
                  <a:moveTo>
                    <a:pt x="159" y="37"/>
                  </a:moveTo>
                  <a:lnTo>
                    <a:pt x="132" y="24"/>
                  </a:lnTo>
                  <a:lnTo>
                    <a:pt x="110" y="21"/>
                  </a:lnTo>
                  <a:lnTo>
                    <a:pt x="84" y="13"/>
                  </a:lnTo>
                  <a:lnTo>
                    <a:pt x="61" y="7"/>
                  </a:lnTo>
                  <a:lnTo>
                    <a:pt x="25" y="10"/>
                  </a:lnTo>
                  <a:lnTo>
                    <a:pt x="0" y="13"/>
                  </a:lnTo>
                  <a:lnTo>
                    <a:pt x="38" y="5"/>
                  </a:lnTo>
                  <a:lnTo>
                    <a:pt x="69" y="0"/>
                  </a:lnTo>
                  <a:lnTo>
                    <a:pt x="110" y="17"/>
                  </a:lnTo>
                  <a:lnTo>
                    <a:pt x="132" y="19"/>
                  </a:lnTo>
                  <a:lnTo>
                    <a:pt x="157" y="31"/>
                  </a:lnTo>
                  <a:lnTo>
                    <a:pt x="159" y="37"/>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4997" name="Freeform 164"/>
            <p:cNvSpPr>
              <a:spLocks/>
            </p:cNvSpPr>
            <p:nvPr/>
          </p:nvSpPr>
          <p:spPr bwMode="auto">
            <a:xfrm>
              <a:off x="427" y="1965"/>
              <a:ext cx="27" cy="5"/>
            </a:xfrm>
            <a:custGeom>
              <a:avLst/>
              <a:gdLst>
                <a:gd name="T0" fmla="*/ 0 w 133"/>
                <a:gd name="T1" fmla="*/ 0 h 25"/>
                <a:gd name="T2" fmla="*/ 0 w 133"/>
                <a:gd name="T3" fmla="*/ 0 h 25"/>
                <a:gd name="T4" fmla="*/ 0 w 133"/>
                <a:gd name="T5" fmla="*/ 0 h 25"/>
                <a:gd name="T6" fmla="*/ 0 w 133"/>
                <a:gd name="T7" fmla="*/ 0 h 25"/>
                <a:gd name="T8" fmla="*/ 0 w 133"/>
                <a:gd name="T9" fmla="*/ 0 h 25"/>
                <a:gd name="T10" fmla="*/ 0 w 133"/>
                <a:gd name="T11" fmla="*/ 0 h 25"/>
                <a:gd name="T12" fmla="*/ 0 w 133"/>
                <a:gd name="T13" fmla="*/ 0 h 25"/>
                <a:gd name="T14" fmla="*/ 0 w 133"/>
                <a:gd name="T15" fmla="*/ 0 h 25"/>
                <a:gd name="T16" fmla="*/ 0 w 133"/>
                <a:gd name="T17" fmla="*/ 0 h 25"/>
                <a:gd name="T18" fmla="*/ 0 w 133"/>
                <a:gd name="T19" fmla="*/ 0 h 25"/>
                <a:gd name="T20" fmla="*/ 0 w 133"/>
                <a:gd name="T21" fmla="*/ 0 h 25"/>
                <a:gd name="T22" fmla="*/ 0 w 133"/>
                <a:gd name="T23" fmla="*/ 0 h 2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3" h="25">
                  <a:moveTo>
                    <a:pt x="97" y="0"/>
                  </a:moveTo>
                  <a:lnTo>
                    <a:pt x="113" y="1"/>
                  </a:lnTo>
                  <a:lnTo>
                    <a:pt x="133" y="8"/>
                  </a:lnTo>
                  <a:lnTo>
                    <a:pt x="120" y="7"/>
                  </a:lnTo>
                  <a:lnTo>
                    <a:pt x="99" y="3"/>
                  </a:lnTo>
                  <a:lnTo>
                    <a:pt x="56" y="15"/>
                  </a:lnTo>
                  <a:lnTo>
                    <a:pt x="32" y="21"/>
                  </a:lnTo>
                  <a:lnTo>
                    <a:pt x="4" y="25"/>
                  </a:lnTo>
                  <a:lnTo>
                    <a:pt x="0" y="21"/>
                  </a:lnTo>
                  <a:lnTo>
                    <a:pt x="29" y="16"/>
                  </a:lnTo>
                  <a:lnTo>
                    <a:pt x="64" y="8"/>
                  </a:lnTo>
                  <a:lnTo>
                    <a:pt x="97"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4998" name="Freeform 165"/>
            <p:cNvSpPr>
              <a:spLocks/>
            </p:cNvSpPr>
            <p:nvPr/>
          </p:nvSpPr>
          <p:spPr bwMode="auto">
            <a:xfrm>
              <a:off x="438" y="1984"/>
              <a:ext cx="11" cy="2"/>
            </a:xfrm>
            <a:custGeom>
              <a:avLst/>
              <a:gdLst>
                <a:gd name="T0" fmla="*/ 0 w 53"/>
                <a:gd name="T1" fmla="*/ 0 h 12"/>
                <a:gd name="T2" fmla="*/ 0 w 53"/>
                <a:gd name="T3" fmla="*/ 0 h 12"/>
                <a:gd name="T4" fmla="*/ 0 w 53"/>
                <a:gd name="T5" fmla="*/ 0 h 12"/>
                <a:gd name="T6" fmla="*/ 0 w 53"/>
                <a:gd name="T7" fmla="*/ 0 h 12"/>
                <a:gd name="T8" fmla="*/ 0 w 53"/>
                <a:gd name="T9" fmla="*/ 0 h 12"/>
                <a:gd name="T10" fmla="*/ 0 w 53"/>
                <a:gd name="T11" fmla="*/ 0 h 12"/>
                <a:gd name="T12" fmla="*/ 0 w 53"/>
                <a:gd name="T13" fmla="*/ 0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3" h="12">
                  <a:moveTo>
                    <a:pt x="53" y="5"/>
                  </a:moveTo>
                  <a:lnTo>
                    <a:pt x="46" y="12"/>
                  </a:lnTo>
                  <a:lnTo>
                    <a:pt x="27" y="9"/>
                  </a:lnTo>
                  <a:lnTo>
                    <a:pt x="5" y="9"/>
                  </a:lnTo>
                  <a:lnTo>
                    <a:pt x="0" y="0"/>
                  </a:lnTo>
                  <a:lnTo>
                    <a:pt x="14" y="3"/>
                  </a:lnTo>
                  <a:lnTo>
                    <a:pt x="53" y="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4999" name="Freeform 166"/>
            <p:cNvSpPr>
              <a:spLocks/>
            </p:cNvSpPr>
            <p:nvPr/>
          </p:nvSpPr>
          <p:spPr bwMode="auto">
            <a:xfrm>
              <a:off x="469" y="1982"/>
              <a:ext cx="3" cy="4"/>
            </a:xfrm>
            <a:custGeom>
              <a:avLst/>
              <a:gdLst>
                <a:gd name="T0" fmla="*/ 0 w 11"/>
                <a:gd name="T1" fmla="*/ 0 h 23"/>
                <a:gd name="T2" fmla="*/ 0 w 11"/>
                <a:gd name="T3" fmla="*/ 0 h 23"/>
                <a:gd name="T4" fmla="*/ 0 w 11"/>
                <a:gd name="T5" fmla="*/ 0 h 23"/>
                <a:gd name="T6" fmla="*/ 0 w 11"/>
                <a:gd name="T7" fmla="*/ 0 h 23"/>
                <a:gd name="T8" fmla="*/ 0 w 11"/>
                <a:gd name="T9" fmla="*/ 0 h 2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 h="23">
                  <a:moveTo>
                    <a:pt x="0" y="0"/>
                  </a:moveTo>
                  <a:lnTo>
                    <a:pt x="0" y="6"/>
                  </a:lnTo>
                  <a:lnTo>
                    <a:pt x="2" y="18"/>
                  </a:lnTo>
                  <a:lnTo>
                    <a:pt x="11" y="23"/>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5000" name="Freeform 167"/>
            <p:cNvSpPr>
              <a:spLocks/>
            </p:cNvSpPr>
            <p:nvPr/>
          </p:nvSpPr>
          <p:spPr bwMode="auto">
            <a:xfrm>
              <a:off x="462" y="1993"/>
              <a:ext cx="2" cy="2"/>
            </a:xfrm>
            <a:custGeom>
              <a:avLst/>
              <a:gdLst>
                <a:gd name="T0" fmla="*/ 0 w 11"/>
                <a:gd name="T1" fmla="*/ 0 h 13"/>
                <a:gd name="T2" fmla="*/ 0 w 11"/>
                <a:gd name="T3" fmla="*/ 0 h 13"/>
                <a:gd name="T4" fmla="*/ 0 w 11"/>
                <a:gd name="T5" fmla="*/ 0 h 13"/>
                <a:gd name="T6" fmla="*/ 0 w 11"/>
                <a:gd name="T7" fmla="*/ 0 h 1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 h="13">
                  <a:moveTo>
                    <a:pt x="0" y="0"/>
                  </a:moveTo>
                  <a:lnTo>
                    <a:pt x="3" y="7"/>
                  </a:lnTo>
                  <a:lnTo>
                    <a:pt x="11" y="13"/>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5001" name="Freeform 168"/>
            <p:cNvSpPr>
              <a:spLocks/>
            </p:cNvSpPr>
            <p:nvPr/>
          </p:nvSpPr>
          <p:spPr bwMode="auto">
            <a:xfrm>
              <a:off x="423" y="1977"/>
              <a:ext cx="5" cy="6"/>
            </a:xfrm>
            <a:custGeom>
              <a:avLst/>
              <a:gdLst>
                <a:gd name="T0" fmla="*/ 0 w 25"/>
                <a:gd name="T1" fmla="*/ 0 h 29"/>
                <a:gd name="T2" fmla="*/ 0 w 25"/>
                <a:gd name="T3" fmla="*/ 0 h 29"/>
                <a:gd name="T4" fmla="*/ 0 w 25"/>
                <a:gd name="T5" fmla="*/ 0 h 29"/>
                <a:gd name="T6" fmla="*/ 0 w 25"/>
                <a:gd name="T7" fmla="*/ 0 h 29"/>
                <a:gd name="T8" fmla="*/ 0 w 25"/>
                <a:gd name="T9" fmla="*/ 0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29">
                  <a:moveTo>
                    <a:pt x="25" y="0"/>
                  </a:moveTo>
                  <a:lnTo>
                    <a:pt x="21" y="9"/>
                  </a:lnTo>
                  <a:lnTo>
                    <a:pt x="21" y="17"/>
                  </a:lnTo>
                  <a:lnTo>
                    <a:pt x="0" y="29"/>
                  </a:lnTo>
                  <a:lnTo>
                    <a:pt x="25"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5002" name="Freeform 169"/>
            <p:cNvSpPr>
              <a:spLocks/>
            </p:cNvSpPr>
            <p:nvPr/>
          </p:nvSpPr>
          <p:spPr bwMode="auto">
            <a:xfrm>
              <a:off x="403" y="1977"/>
              <a:ext cx="16" cy="16"/>
            </a:xfrm>
            <a:custGeom>
              <a:avLst/>
              <a:gdLst>
                <a:gd name="T0" fmla="*/ 0 w 80"/>
                <a:gd name="T1" fmla="*/ 0 h 81"/>
                <a:gd name="T2" fmla="*/ 0 w 80"/>
                <a:gd name="T3" fmla="*/ 0 h 81"/>
                <a:gd name="T4" fmla="*/ 0 w 80"/>
                <a:gd name="T5" fmla="*/ 0 h 81"/>
                <a:gd name="T6" fmla="*/ 0 w 80"/>
                <a:gd name="T7" fmla="*/ 0 h 81"/>
                <a:gd name="T8" fmla="*/ 0 w 80"/>
                <a:gd name="T9" fmla="*/ 0 h 81"/>
                <a:gd name="T10" fmla="*/ 0 w 80"/>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0" h="81">
                  <a:moveTo>
                    <a:pt x="80" y="0"/>
                  </a:moveTo>
                  <a:lnTo>
                    <a:pt x="66" y="26"/>
                  </a:lnTo>
                  <a:lnTo>
                    <a:pt x="50" y="46"/>
                  </a:lnTo>
                  <a:lnTo>
                    <a:pt x="0" y="81"/>
                  </a:lnTo>
                  <a:lnTo>
                    <a:pt x="47" y="38"/>
                  </a:lnTo>
                  <a:lnTo>
                    <a:pt x="8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5003" name="Freeform 170"/>
            <p:cNvSpPr>
              <a:spLocks/>
            </p:cNvSpPr>
            <p:nvPr/>
          </p:nvSpPr>
          <p:spPr bwMode="auto">
            <a:xfrm>
              <a:off x="395" y="2000"/>
              <a:ext cx="4" cy="12"/>
            </a:xfrm>
            <a:custGeom>
              <a:avLst/>
              <a:gdLst>
                <a:gd name="T0" fmla="*/ 0 w 18"/>
                <a:gd name="T1" fmla="*/ 0 h 58"/>
                <a:gd name="T2" fmla="*/ 0 w 18"/>
                <a:gd name="T3" fmla="*/ 0 h 58"/>
                <a:gd name="T4" fmla="*/ 0 w 18"/>
                <a:gd name="T5" fmla="*/ 0 h 58"/>
                <a:gd name="T6" fmla="*/ 0 w 18"/>
                <a:gd name="T7" fmla="*/ 0 h 58"/>
                <a:gd name="T8" fmla="*/ 0 w 18"/>
                <a:gd name="T9" fmla="*/ 0 h 58"/>
                <a:gd name="T10" fmla="*/ 0 w 18"/>
                <a:gd name="T11" fmla="*/ 0 h 58"/>
                <a:gd name="T12" fmla="*/ 0 w 18"/>
                <a:gd name="T13" fmla="*/ 0 h 5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8" h="58">
                  <a:moveTo>
                    <a:pt x="0" y="0"/>
                  </a:moveTo>
                  <a:lnTo>
                    <a:pt x="11" y="20"/>
                  </a:lnTo>
                  <a:lnTo>
                    <a:pt x="15" y="41"/>
                  </a:lnTo>
                  <a:lnTo>
                    <a:pt x="16" y="58"/>
                  </a:lnTo>
                  <a:lnTo>
                    <a:pt x="18" y="33"/>
                  </a:lnTo>
                  <a:lnTo>
                    <a:pt x="16" y="14"/>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5004" name="Freeform 171"/>
            <p:cNvSpPr>
              <a:spLocks/>
            </p:cNvSpPr>
            <p:nvPr/>
          </p:nvSpPr>
          <p:spPr bwMode="auto">
            <a:xfrm>
              <a:off x="432" y="1988"/>
              <a:ext cx="2" cy="4"/>
            </a:xfrm>
            <a:custGeom>
              <a:avLst/>
              <a:gdLst>
                <a:gd name="T0" fmla="*/ 0 w 9"/>
                <a:gd name="T1" fmla="*/ 0 h 21"/>
                <a:gd name="T2" fmla="*/ 0 w 9"/>
                <a:gd name="T3" fmla="*/ 0 h 21"/>
                <a:gd name="T4" fmla="*/ 0 w 9"/>
                <a:gd name="T5" fmla="*/ 0 h 21"/>
                <a:gd name="T6" fmla="*/ 0 w 9"/>
                <a:gd name="T7" fmla="*/ 0 h 2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 h="21">
                  <a:moveTo>
                    <a:pt x="2" y="0"/>
                  </a:moveTo>
                  <a:lnTo>
                    <a:pt x="0" y="9"/>
                  </a:lnTo>
                  <a:lnTo>
                    <a:pt x="9" y="21"/>
                  </a:lnTo>
                  <a:lnTo>
                    <a:pt x="2"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grpSp>
      <p:grpSp>
        <p:nvGrpSpPr>
          <p:cNvPr id="244778" name="Group 172"/>
          <p:cNvGrpSpPr>
            <a:grpSpLocks/>
          </p:cNvGrpSpPr>
          <p:nvPr/>
        </p:nvGrpSpPr>
        <p:grpSpPr bwMode="auto">
          <a:xfrm>
            <a:off x="384520" y="4664076"/>
            <a:ext cx="393833" cy="415925"/>
            <a:chOff x="162" y="1828"/>
            <a:chExt cx="229" cy="262"/>
          </a:xfrm>
        </p:grpSpPr>
        <p:sp>
          <p:nvSpPr>
            <p:cNvPr id="244981" name="Freeform 173"/>
            <p:cNvSpPr>
              <a:spLocks/>
            </p:cNvSpPr>
            <p:nvPr/>
          </p:nvSpPr>
          <p:spPr bwMode="auto">
            <a:xfrm>
              <a:off x="286" y="1828"/>
              <a:ext cx="7" cy="5"/>
            </a:xfrm>
            <a:custGeom>
              <a:avLst/>
              <a:gdLst>
                <a:gd name="T0" fmla="*/ 0 w 37"/>
                <a:gd name="T1" fmla="*/ 0 h 25"/>
                <a:gd name="T2" fmla="*/ 0 w 37"/>
                <a:gd name="T3" fmla="*/ 0 h 25"/>
                <a:gd name="T4" fmla="*/ 0 w 37"/>
                <a:gd name="T5" fmla="*/ 0 h 25"/>
                <a:gd name="T6" fmla="*/ 0 w 37"/>
                <a:gd name="T7" fmla="*/ 0 h 25"/>
                <a:gd name="T8" fmla="*/ 0 w 37"/>
                <a:gd name="T9" fmla="*/ 0 h 25"/>
                <a:gd name="T10" fmla="*/ 0 w 37"/>
                <a:gd name="T11" fmla="*/ 0 h 25"/>
                <a:gd name="T12" fmla="*/ 0 w 37"/>
                <a:gd name="T13" fmla="*/ 0 h 25"/>
                <a:gd name="T14" fmla="*/ 0 w 37"/>
                <a:gd name="T15" fmla="*/ 0 h 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25">
                  <a:moveTo>
                    <a:pt x="37" y="0"/>
                  </a:moveTo>
                  <a:lnTo>
                    <a:pt x="26" y="7"/>
                  </a:lnTo>
                  <a:lnTo>
                    <a:pt x="16" y="10"/>
                  </a:lnTo>
                  <a:lnTo>
                    <a:pt x="6" y="16"/>
                  </a:lnTo>
                  <a:lnTo>
                    <a:pt x="0" y="25"/>
                  </a:lnTo>
                  <a:lnTo>
                    <a:pt x="9" y="22"/>
                  </a:lnTo>
                  <a:lnTo>
                    <a:pt x="26" y="17"/>
                  </a:lnTo>
                  <a:lnTo>
                    <a:pt x="37"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4982" name="Freeform 174"/>
            <p:cNvSpPr>
              <a:spLocks/>
            </p:cNvSpPr>
            <p:nvPr/>
          </p:nvSpPr>
          <p:spPr bwMode="auto">
            <a:xfrm>
              <a:off x="289" y="1837"/>
              <a:ext cx="2" cy="3"/>
            </a:xfrm>
            <a:custGeom>
              <a:avLst/>
              <a:gdLst>
                <a:gd name="T0" fmla="*/ 0 w 9"/>
                <a:gd name="T1" fmla="*/ 0 h 16"/>
                <a:gd name="T2" fmla="*/ 0 w 9"/>
                <a:gd name="T3" fmla="*/ 0 h 16"/>
                <a:gd name="T4" fmla="*/ 0 w 9"/>
                <a:gd name="T5" fmla="*/ 0 h 16"/>
                <a:gd name="T6" fmla="*/ 0 w 9"/>
                <a:gd name="T7" fmla="*/ 0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 h="16">
                  <a:moveTo>
                    <a:pt x="9" y="0"/>
                  </a:moveTo>
                  <a:lnTo>
                    <a:pt x="0" y="0"/>
                  </a:lnTo>
                  <a:lnTo>
                    <a:pt x="0" y="16"/>
                  </a:lnTo>
                  <a:lnTo>
                    <a:pt x="9"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4983" name="Freeform 175"/>
            <p:cNvSpPr>
              <a:spLocks/>
            </p:cNvSpPr>
            <p:nvPr/>
          </p:nvSpPr>
          <p:spPr bwMode="auto">
            <a:xfrm>
              <a:off x="260" y="1863"/>
              <a:ext cx="62" cy="154"/>
            </a:xfrm>
            <a:custGeom>
              <a:avLst/>
              <a:gdLst>
                <a:gd name="T0" fmla="*/ 0 w 309"/>
                <a:gd name="T1" fmla="*/ 0 h 772"/>
                <a:gd name="T2" fmla="*/ 0 w 309"/>
                <a:gd name="T3" fmla="*/ 0 h 772"/>
                <a:gd name="T4" fmla="*/ 0 w 309"/>
                <a:gd name="T5" fmla="*/ 0 h 772"/>
                <a:gd name="T6" fmla="*/ 0 w 309"/>
                <a:gd name="T7" fmla="*/ 0 h 772"/>
                <a:gd name="T8" fmla="*/ 0 w 309"/>
                <a:gd name="T9" fmla="*/ 0 h 772"/>
                <a:gd name="T10" fmla="*/ 0 w 309"/>
                <a:gd name="T11" fmla="*/ 0 h 772"/>
                <a:gd name="T12" fmla="*/ 0 w 309"/>
                <a:gd name="T13" fmla="*/ 0 h 772"/>
                <a:gd name="T14" fmla="*/ 0 w 309"/>
                <a:gd name="T15" fmla="*/ 0 h 772"/>
                <a:gd name="T16" fmla="*/ 0 w 309"/>
                <a:gd name="T17" fmla="*/ 0 h 772"/>
                <a:gd name="T18" fmla="*/ 0 w 309"/>
                <a:gd name="T19" fmla="*/ 0 h 77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09" h="772">
                  <a:moveTo>
                    <a:pt x="46" y="0"/>
                  </a:moveTo>
                  <a:lnTo>
                    <a:pt x="75" y="32"/>
                  </a:lnTo>
                  <a:lnTo>
                    <a:pt x="84" y="78"/>
                  </a:lnTo>
                  <a:lnTo>
                    <a:pt x="127" y="122"/>
                  </a:lnTo>
                  <a:lnTo>
                    <a:pt x="218" y="330"/>
                  </a:lnTo>
                  <a:lnTo>
                    <a:pt x="269" y="519"/>
                  </a:lnTo>
                  <a:lnTo>
                    <a:pt x="309" y="772"/>
                  </a:lnTo>
                  <a:lnTo>
                    <a:pt x="182" y="659"/>
                  </a:lnTo>
                  <a:lnTo>
                    <a:pt x="0" y="100"/>
                  </a:lnTo>
                  <a:lnTo>
                    <a:pt x="46" y="0"/>
                  </a:lnTo>
                  <a:close/>
                </a:path>
              </a:pathLst>
            </a:custGeom>
            <a:solidFill>
              <a:srgbClr val="400000"/>
            </a:solidFill>
            <a:ln w="3175">
              <a:solidFill>
                <a:srgbClr val="000000"/>
              </a:solidFill>
              <a:prstDash val="solid"/>
              <a:round/>
              <a:headEnd/>
              <a:tailEnd/>
            </a:ln>
          </p:spPr>
          <p:txBody>
            <a:bodyPr/>
            <a:lstStyle/>
            <a:p>
              <a:endParaRPr lang="zh-CN" altLang="en-US" b="1">
                <a:solidFill>
                  <a:srgbClr val="000099"/>
                </a:solidFill>
              </a:endParaRPr>
            </a:p>
          </p:txBody>
        </p:sp>
        <p:sp>
          <p:nvSpPr>
            <p:cNvPr id="244984" name="Freeform 176"/>
            <p:cNvSpPr>
              <a:spLocks/>
            </p:cNvSpPr>
            <p:nvPr/>
          </p:nvSpPr>
          <p:spPr bwMode="auto">
            <a:xfrm>
              <a:off x="162" y="1833"/>
              <a:ext cx="229" cy="257"/>
            </a:xfrm>
            <a:custGeom>
              <a:avLst/>
              <a:gdLst>
                <a:gd name="T0" fmla="*/ 0 w 1147"/>
                <a:gd name="T1" fmla="*/ 0 h 1285"/>
                <a:gd name="T2" fmla="*/ 0 w 1147"/>
                <a:gd name="T3" fmla="*/ 0 h 1285"/>
                <a:gd name="T4" fmla="*/ 0 w 1147"/>
                <a:gd name="T5" fmla="*/ 0 h 1285"/>
                <a:gd name="T6" fmla="*/ 0 w 1147"/>
                <a:gd name="T7" fmla="*/ 0 h 1285"/>
                <a:gd name="T8" fmla="*/ 0 w 1147"/>
                <a:gd name="T9" fmla="*/ 0 h 1285"/>
                <a:gd name="T10" fmla="*/ 0 w 1147"/>
                <a:gd name="T11" fmla="*/ 0 h 1285"/>
                <a:gd name="T12" fmla="*/ 0 w 1147"/>
                <a:gd name="T13" fmla="*/ 0 h 1285"/>
                <a:gd name="T14" fmla="*/ 0 w 1147"/>
                <a:gd name="T15" fmla="*/ 0 h 1285"/>
                <a:gd name="T16" fmla="*/ 0 w 1147"/>
                <a:gd name="T17" fmla="*/ 0 h 1285"/>
                <a:gd name="T18" fmla="*/ 0 w 1147"/>
                <a:gd name="T19" fmla="*/ 0 h 1285"/>
                <a:gd name="T20" fmla="*/ 0 w 1147"/>
                <a:gd name="T21" fmla="*/ 0 h 1285"/>
                <a:gd name="T22" fmla="*/ 0 w 1147"/>
                <a:gd name="T23" fmla="*/ 0 h 1285"/>
                <a:gd name="T24" fmla="*/ 0 w 1147"/>
                <a:gd name="T25" fmla="*/ 0 h 1285"/>
                <a:gd name="T26" fmla="*/ 0 w 1147"/>
                <a:gd name="T27" fmla="*/ 0 h 1285"/>
                <a:gd name="T28" fmla="*/ 0 w 1147"/>
                <a:gd name="T29" fmla="*/ 0 h 1285"/>
                <a:gd name="T30" fmla="*/ 0 w 1147"/>
                <a:gd name="T31" fmla="*/ 0 h 1285"/>
                <a:gd name="T32" fmla="*/ 0 w 1147"/>
                <a:gd name="T33" fmla="*/ 0 h 1285"/>
                <a:gd name="T34" fmla="*/ 0 w 1147"/>
                <a:gd name="T35" fmla="*/ 0 h 1285"/>
                <a:gd name="T36" fmla="*/ 0 w 1147"/>
                <a:gd name="T37" fmla="*/ 0 h 1285"/>
                <a:gd name="T38" fmla="*/ 0 w 1147"/>
                <a:gd name="T39" fmla="*/ 0 h 1285"/>
                <a:gd name="T40" fmla="*/ 0 w 1147"/>
                <a:gd name="T41" fmla="*/ 0 h 1285"/>
                <a:gd name="T42" fmla="*/ 0 w 1147"/>
                <a:gd name="T43" fmla="*/ 0 h 1285"/>
                <a:gd name="T44" fmla="*/ 0 w 1147"/>
                <a:gd name="T45" fmla="*/ 0 h 1285"/>
                <a:gd name="T46" fmla="*/ 0 w 1147"/>
                <a:gd name="T47" fmla="*/ 0 h 1285"/>
                <a:gd name="T48" fmla="*/ 0 w 1147"/>
                <a:gd name="T49" fmla="*/ 0 h 1285"/>
                <a:gd name="T50" fmla="*/ 0 w 1147"/>
                <a:gd name="T51" fmla="*/ 0 h 1285"/>
                <a:gd name="T52" fmla="*/ 0 w 1147"/>
                <a:gd name="T53" fmla="*/ 0 h 1285"/>
                <a:gd name="T54" fmla="*/ 0 w 1147"/>
                <a:gd name="T55" fmla="*/ 0 h 1285"/>
                <a:gd name="T56" fmla="*/ 0 w 1147"/>
                <a:gd name="T57" fmla="*/ 0 h 1285"/>
                <a:gd name="T58" fmla="*/ 0 w 1147"/>
                <a:gd name="T59" fmla="*/ 0 h 1285"/>
                <a:gd name="T60" fmla="*/ 0 w 1147"/>
                <a:gd name="T61" fmla="*/ 0 h 1285"/>
                <a:gd name="T62" fmla="*/ 0 w 1147"/>
                <a:gd name="T63" fmla="*/ 0 h 1285"/>
                <a:gd name="T64" fmla="*/ 0 w 1147"/>
                <a:gd name="T65" fmla="*/ 0 h 1285"/>
                <a:gd name="T66" fmla="*/ 0 w 1147"/>
                <a:gd name="T67" fmla="*/ 0 h 1285"/>
                <a:gd name="T68" fmla="*/ 0 w 1147"/>
                <a:gd name="T69" fmla="*/ 0 h 1285"/>
                <a:gd name="T70" fmla="*/ 0 w 1147"/>
                <a:gd name="T71" fmla="*/ 0 h 1285"/>
                <a:gd name="T72" fmla="*/ 0 w 1147"/>
                <a:gd name="T73" fmla="*/ 0 h 1285"/>
                <a:gd name="T74" fmla="*/ 0 w 1147"/>
                <a:gd name="T75" fmla="*/ 0 h 1285"/>
                <a:gd name="T76" fmla="*/ 0 w 1147"/>
                <a:gd name="T77" fmla="*/ 0 h 1285"/>
                <a:gd name="T78" fmla="*/ 0 w 1147"/>
                <a:gd name="T79" fmla="*/ 0 h 1285"/>
                <a:gd name="T80" fmla="*/ 0 w 1147"/>
                <a:gd name="T81" fmla="*/ 0 h 1285"/>
                <a:gd name="T82" fmla="*/ 0 w 1147"/>
                <a:gd name="T83" fmla="*/ 0 h 1285"/>
                <a:gd name="T84" fmla="*/ 0 w 1147"/>
                <a:gd name="T85" fmla="*/ 0 h 1285"/>
                <a:gd name="T86" fmla="*/ 0 w 1147"/>
                <a:gd name="T87" fmla="*/ 0 h 1285"/>
                <a:gd name="T88" fmla="*/ 0 w 1147"/>
                <a:gd name="T89" fmla="*/ 0 h 1285"/>
                <a:gd name="T90" fmla="*/ 0 w 1147"/>
                <a:gd name="T91" fmla="*/ 0 h 1285"/>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1147" h="1285">
                  <a:moveTo>
                    <a:pt x="212" y="67"/>
                  </a:moveTo>
                  <a:lnTo>
                    <a:pt x="247" y="0"/>
                  </a:lnTo>
                  <a:lnTo>
                    <a:pt x="528" y="116"/>
                  </a:lnTo>
                  <a:lnTo>
                    <a:pt x="541" y="206"/>
                  </a:lnTo>
                  <a:lnTo>
                    <a:pt x="563" y="238"/>
                  </a:lnTo>
                  <a:lnTo>
                    <a:pt x="595" y="274"/>
                  </a:lnTo>
                  <a:lnTo>
                    <a:pt x="614" y="339"/>
                  </a:lnTo>
                  <a:lnTo>
                    <a:pt x="676" y="487"/>
                  </a:lnTo>
                  <a:lnTo>
                    <a:pt x="727" y="663"/>
                  </a:lnTo>
                  <a:lnTo>
                    <a:pt x="748" y="780"/>
                  </a:lnTo>
                  <a:lnTo>
                    <a:pt x="974" y="785"/>
                  </a:lnTo>
                  <a:lnTo>
                    <a:pt x="1011" y="807"/>
                  </a:lnTo>
                  <a:lnTo>
                    <a:pt x="1115" y="807"/>
                  </a:lnTo>
                  <a:lnTo>
                    <a:pt x="1143" y="853"/>
                  </a:lnTo>
                  <a:lnTo>
                    <a:pt x="1147" y="907"/>
                  </a:lnTo>
                  <a:lnTo>
                    <a:pt x="1137" y="956"/>
                  </a:lnTo>
                  <a:lnTo>
                    <a:pt x="1042" y="974"/>
                  </a:lnTo>
                  <a:lnTo>
                    <a:pt x="997" y="1041"/>
                  </a:lnTo>
                  <a:lnTo>
                    <a:pt x="907" y="1064"/>
                  </a:lnTo>
                  <a:lnTo>
                    <a:pt x="840" y="1064"/>
                  </a:lnTo>
                  <a:lnTo>
                    <a:pt x="763" y="1079"/>
                  </a:lnTo>
                  <a:lnTo>
                    <a:pt x="759" y="1110"/>
                  </a:lnTo>
                  <a:lnTo>
                    <a:pt x="763" y="1177"/>
                  </a:lnTo>
                  <a:lnTo>
                    <a:pt x="754" y="1223"/>
                  </a:lnTo>
                  <a:lnTo>
                    <a:pt x="713" y="1227"/>
                  </a:lnTo>
                  <a:lnTo>
                    <a:pt x="663" y="1236"/>
                  </a:lnTo>
                  <a:lnTo>
                    <a:pt x="614" y="1282"/>
                  </a:lnTo>
                  <a:lnTo>
                    <a:pt x="554" y="1282"/>
                  </a:lnTo>
                  <a:lnTo>
                    <a:pt x="501" y="1276"/>
                  </a:lnTo>
                  <a:lnTo>
                    <a:pt x="420" y="1250"/>
                  </a:lnTo>
                  <a:lnTo>
                    <a:pt x="330" y="1259"/>
                  </a:lnTo>
                  <a:lnTo>
                    <a:pt x="238" y="1285"/>
                  </a:lnTo>
                  <a:lnTo>
                    <a:pt x="153" y="1267"/>
                  </a:lnTo>
                  <a:lnTo>
                    <a:pt x="95" y="1200"/>
                  </a:lnTo>
                  <a:lnTo>
                    <a:pt x="99" y="1128"/>
                  </a:lnTo>
                  <a:lnTo>
                    <a:pt x="76" y="1038"/>
                  </a:lnTo>
                  <a:lnTo>
                    <a:pt x="64" y="920"/>
                  </a:lnTo>
                  <a:lnTo>
                    <a:pt x="36" y="812"/>
                  </a:lnTo>
                  <a:lnTo>
                    <a:pt x="0" y="650"/>
                  </a:lnTo>
                  <a:lnTo>
                    <a:pt x="4" y="487"/>
                  </a:lnTo>
                  <a:lnTo>
                    <a:pt x="4" y="342"/>
                  </a:lnTo>
                  <a:lnTo>
                    <a:pt x="14" y="243"/>
                  </a:lnTo>
                  <a:lnTo>
                    <a:pt x="36" y="198"/>
                  </a:lnTo>
                  <a:lnTo>
                    <a:pt x="87" y="162"/>
                  </a:lnTo>
                  <a:lnTo>
                    <a:pt x="145" y="102"/>
                  </a:lnTo>
                  <a:lnTo>
                    <a:pt x="212" y="67"/>
                  </a:lnTo>
                  <a:close/>
                </a:path>
              </a:pathLst>
            </a:custGeom>
            <a:solidFill>
              <a:srgbClr val="C0C0C0"/>
            </a:solidFill>
            <a:ln w="3175">
              <a:solidFill>
                <a:srgbClr val="000000"/>
              </a:solidFill>
              <a:prstDash val="solid"/>
              <a:round/>
              <a:headEnd/>
              <a:tailEnd/>
            </a:ln>
          </p:spPr>
          <p:txBody>
            <a:bodyPr/>
            <a:lstStyle/>
            <a:p>
              <a:endParaRPr lang="zh-CN" altLang="en-US" b="1">
                <a:solidFill>
                  <a:srgbClr val="000099"/>
                </a:solidFill>
              </a:endParaRPr>
            </a:p>
          </p:txBody>
        </p:sp>
        <p:sp>
          <p:nvSpPr>
            <p:cNvPr id="244985" name="Freeform 177"/>
            <p:cNvSpPr>
              <a:spLocks/>
            </p:cNvSpPr>
            <p:nvPr/>
          </p:nvSpPr>
          <p:spPr bwMode="auto">
            <a:xfrm>
              <a:off x="166" y="1848"/>
              <a:ext cx="145" cy="240"/>
            </a:xfrm>
            <a:custGeom>
              <a:avLst/>
              <a:gdLst>
                <a:gd name="T0" fmla="*/ 0 w 725"/>
                <a:gd name="T1" fmla="*/ 0 h 1198"/>
                <a:gd name="T2" fmla="*/ 0 w 725"/>
                <a:gd name="T3" fmla="*/ 0 h 1198"/>
                <a:gd name="T4" fmla="*/ 0 w 725"/>
                <a:gd name="T5" fmla="*/ 0 h 1198"/>
                <a:gd name="T6" fmla="*/ 0 w 725"/>
                <a:gd name="T7" fmla="*/ 0 h 1198"/>
                <a:gd name="T8" fmla="*/ 0 w 725"/>
                <a:gd name="T9" fmla="*/ 0 h 1198"/>
                <a:gd name="T10" fmla="*/ 0 w 725"/>
                <a:gd name="T11" fmla="*/ 0 h 1198"/>
                <a:gd name="T12" fmla="*/ 0 w 725"/>
                <a:gd name="T13" fmla="*/ 0 h 1198"/>
                <a:gd name="T14" fmla="*/ 0 w 725"/>
                <a:gd name="T15" fmla="*/ 0 h 1198"/>
                <a:gd name="T16" fmla="*/ 0 w 725"/>
                <a:gd name="T17" fmla="*/ 0 h 1198"/>
                <a:gd name="T18" fmla="*/ 0 w 725"/>
                <a:gd name="T19" fmla="*/ 0 h 1198"/>
                <a:gd name="T20" fmla="*/ 0 w 725"/>
                <a:gd name="T21" fmla="*/ 0 h 1198"/>
                <a:gd name="T22" fmla="*/ 0 w 725"/>
                <a:gd name="T23" fmla="*/ 0 h 1198"/>
                <a:gd name="T24" fmla="*/ 0 w 725"/>
                <a:gd name="T25" fmla="*/ 0 h 1198"/>
                <a:gd name="T26" fmla="*/ 0 w 725"/>
                <a:gd name="T27" fmla="*/ 0 h 1198"/>
                <a:gd name="T28" fmla="*/ 0 w 725"/>
                <a:gd name="T29" fmla="*/ 0 h 1198"/>
                <a:gd name="T30" fmla="*/ 0 w 725"/>
                <a:gd name="T31" fmla="*/ 0 h 1198"/>
                <a:gd name="T32" fmla="*/ 0 w 725"/>
                <a:gd name="T33" fmla="*/ 0 h 1198"/>
                <a:gd name="T34" fmla="*/ 0 w 725"/>
                <a:gd name="T35" fmla="*/ 0 h 1198"/>
                <a:gd name="T36" fmla="*/ 0 w 725"/>
                <a:gd name="T37" fmla="*/ 0 h 1198"/>
                <a:gd name="T38" fmla="*/ 0 w 725"/>
                <a:gd name="T39" fmla="*/ 0 h 1198"/>
                <a:gd name="T40" fmla="*/ 0 w 725"/>
                <a:gd name="T41" fmla="*/ 0 h 1198"/>
                <a:gd name="T42" fmla="*/ 0 w 725"/>
                <a:gd name="T43" fmla="*/ 0 h 1198"/>
                <a:gd name="T44" fmla="*/ 0 w 725"/>
                <a:gd name="T45" fmla="*/ 0 h 1198"/>
                <a:gd name="T46" fmla="*/ 0 w 725"/>
                <a:gd name="T47" fmla="*/ 0 h 1198"/>
                <a:gd name="T48" fmla="*/ 0 w 725"/>
                <a:gd name="T49" fmla="*/ 0 h 1198"/>
                <a:gd name="T50" fmla="*/ 0 w 725"/>
                <a:gd name="T51" fmla="*/ 0 h 1198"/>
                <a:gd name="T52" fmla="*/ 0 w 725"/>
                <a:gd name="T53" fmla="*/ 0 h 1198"/>
                <a:gd name="T54" fmla="*/ 0 w 725"/>
                <a:gd name="T55" fmla="*/ 0 h 1198"/>
                <a:gd name="T56" fmla="*/ 0 w 725"/>
                <a:gd name="T57" fmla="*/ 0 h 1198"/>
                <a:gd name="T58" fmla="*/ 0 w 725"/>
                <a:gd name="T59" fmla="*/ 0 h 1198"/>
                <a:gd name="T60" fmla="*/ 0 w 725"/>
                <a:gd name="T61" fmla="*/ 0 h 1198"/>
                <a:gd name="T62" fmla="*/ 0 w 725"/>
                <a:gd name="T63" fmla="*/ 0 h 1198"/>
                <a:gd name="T64" fmla="*/ 0 w 725"/>
                <a:gd name="T65" fmla="*/ 0 h 1198"/>
                <a:gd name="T66" fmla="*/ 0 w 725"/>
                <a:gd name="T67" fmla="*/ 0 h 1198"/>
                <a:gd name="T68" fmla="*/ 0 w 725"/>
                <a:gd name="T69" fmla="*/ 0 h 1198"/>
                <a:gd name="T70" fmla="*/ 0 w 725"/>
                <a:gd name="T71" fmla="*/ 0 h 1198"/>
                <a:gd name="T72" fmla="*/ 0 w 725"/>
                <a:gd name="T73" fmla="*/ 0 h 1198"/>
                <a:gd name="T74" fmla="*/ 0 w 725"/>
                <a:gd name="T75" fmla="*/ 0 h 1198"/>
                <a:gd name="T76" fmla="*/ 0 w 725"/>
                <a:gd name="T77" fmla="*/ 0 h 119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725" h="1198">
                  <a:moveTo>
                    <a:pt x="725" y="1005"/>
                  </a:moveTo>
                  <a:lnTo>
                    <a:pt x="630" y="990"/>
                  </a:lnTo>
                  <a:lnTo>
                    <a:pt x="549" y="986"/>
                  </a:lnTo>
                  <a:lnTo>
                    <a:pt x="460" y="978"/>
                  </a:lnTo>
                  <a:lnTo>
                    <a:pt x="359" y="963"/>
                  </a:lnTo>
                  <a:lnTo>
                    <a:pt x="314" y="932"/>
                  </a:lnTo>
                  <a:lnTo>
                    <a:pt x="193" y="780"/>
                  </a:lnTo>
                  <a:lnTo>
                    <a:pt x="256" y="825"/>
                  </a:lnTo>
                  <a:lnTo>
                    <a:pt x="297" y="861"/>
                  </a:lnTo>
                  <a:lnTo>
                    <a:pt x="274" y="753"/>
                  </a:lnTo>
                  <a:lnTo>
                    <a:pt x="228" y="712"/>
                  </a:lnTo>
                  <a:lnTo>
                    <a:pt x="162" y="600"/>
                  </a:lnTo>
                  <a:lnTo>
                    <a:pt x="225" y="653"/>
                  </a:lnTo>
                  <a:lnTo>
                    <a:pt x="266" y="668"/>
                  </a:lnTo>
                  <a:lnTo>
                    <a:pt x="256" y="590"/>
                  </a:lnTo>
                  <a:lnTo>
                    <a:pt x="211" y="532"/>
                  </a:lnTo>
                  <a:lnTo>
                    <a:pt x="167" y="487"/>
                  </a:lnTo>
                  <a:lnTo>
                    <a:pt x="121" y="355"/>
                  </a:lnTo>
                  <a:lnTo>
                    <a:pt x="207" y="464"/>
                  </a:lnTo>
                  <a:lnTo>
                    <a:pt x="256" y="504"/>
                  </a:lnTo>
                  <a:lnTo>
                    <a:pt x="261" y="337"/>
                  </a:lnTo>
                  <a:lnTo>
                    <a:pt x="274" y="271"/>
                  </a:lnTo>
                  <a:lnTo>
                    <a:pt x="301" y="240"/>
                  </a:lnTo>
                  <a:lnTo>
                    <a:pt x="341" y="190"/>
                  </a:lnTo>
                  <a:lnTo>
                    <a:pt x="405" y="167"/>
                  </a:lnTo>
                  <a:lnTo>
                    <a:pt x="437" y="153"/>
                  </a:lnTo>
                  <a:lnTo>
                    <a:pt x="347" y="68"/>
                  </a:lnTo>
                  <a:lnTo>
                    <a:pt x="251" y="90"/>
                  </a:lnTo>
                  <a:lnTo>
                    <a:pt x="188" y="127"/>
                  </a:lnTo>
                  <a:lnTo>
                    <a:pt x="167" y="162"/>
                  </a:lnTo>
                  <a:lnTo>
                    <a:pt x="184" y="107"/>
                  </a:lnTo>
                  <a:lnTo>
                    <a:pt x="220" y="90"/>
                  </a:lnTo>
                  <a:lnTo>
                    <a:pt x="278" y="68"/>
                  </a:lnTo>
                  <a:lnTo>
                    <a:pt x="324" y="60"/>
                  </a:lnTo>
                  <a:lnTo>
                    <a:pt x="297" y="45"/>
                  </a:lnTo>
                  <a:lnTo>
                    <a:pt x="251" y="32"/>
                  </a:lnTo>
                  <a:lnTo>
                    <a:pt x="211" y="17"/>
                  </a:lnTo>
                  <a:lnTo>
                    <a:pt x="188" y="0"/>
                  </a:lnTo>
                  <a:lnTo>
                    <a:pt x="136" y="37"/>
                  </a:lnTo>
                  <a:lnTo>
                    <a:pt x="104" y="68"/>
                  </a:lnTo>
                  <a:lnTo>
                    <a:pt x="73" y="107"/>
                  </a:lnTo>
                  <a:lnTo>
                    <a:pt x="27" y="130"/>
                  </a:lnTo>
                  <a:lnTo>
                    <a:pt x="18" y="172"/>
                  </a:lnTo>
                  <a:lnTo>
                    <a:pt x="0" y="240"/>
                  </a:lnTo>
                  <a:lnTo>
                    <a:pt x="0" y="342"/>
                  </a:lnTo>
                  <a:lnTo>
                    <a:pt x="5" y="450"/>
                  </a:lnTo>
                  <a:lnTo>
                    <a:pt x="8" y="573"/>
                  </a:lnTo>
                  <a:lnTo>
                    <a:pt x="31" y="698"/>
                  </a:lnTo>
                  <a:lnTo>
                    <a:pt x="58" y="830"/>
                  </a:lnTo>
                  <a:lnTo>
                    <a:pt x="73" y="941"/>
                  </a:lnTo>
                  <a:lnTo>
                    <a:pt x="95" y="1022"/>
                  </a:lnTo>
                  <a:lnTo>
                    <a:pt x="90" y="1095"/>
                  </a:lnTo>
                  <a:lnTo>
                    <a:pt x="99" y="1135"/>
                  </a:lnTo>
                  <a:lnTo>
                    <a:pt x="131" y="1166"/>
                  </a:lnTo>
                  <a:lnTo>
                    <a:pt x="171" y="1193"/>
                  </a:lnTo>
                  <a:lnTo>
                    <a:pt x="225" y="1198"/>
                  </a:lnTo>
                  <a:lnTo>
                    <a:pt x="251" y="1185"/>
                  </a:lnTo>
                  <a:lnTo>
                    <a:pt x="288" y="1181"/>
                  </a:lnTo>
                  <a:lnTo>
                    <a:pt x="374" y="1163"/>
                  </a:lnTo>
                  <a:lnTo>
                    <a:pt x="337" y="1118"/>
                  </a:lnTo>
                  <a:lnTo>
                    <a:pt x="297" y="1053"/>
                  </a:lnTo>
                  <a:lnTo>
                    <a:pt x="356" y="1099"/>
                  </a:lnTo>
                  <a:lnTo>
                    <a:pt x="401" y="1140"/>
                  </a:lnTo>
                  <a:lnTo>
                    <a:pt x="433" y="1163"/>
                  </a:lnTo>
                  <a:lnTo>
                    <a:pt x="477" y="1185"/>
                  </a:lnTo>
                  <a:lnTo>
                    <a:pt x="527" y="1185"/>
                  </a:lnTo>
                  <a:lnTo>
                    <a:pt x="575" y="1185"/>
                  </a:lnTo>
                  <a:lnTo>
                    <a:pt x="603" y="1172"/>
                  </a:lnTo>
                  <a:lnTo>
                    <a:pt x="616" y="1158"/>
                  </a:lnTo>
                  <a:lnTo>
                    <a:pt x="553" y="1122"/>
                  </a:lnTo>
                  <a:lnTo>
                    <a:pt x="491" y="1063"/>
                  </a:lnTo>
                  <a:lnTo>
                    <a:pt x="472" y="1036"/>
                  </a:lnTo>
                  <a:lnTo>
                    <a:pt x="523" y="1050"/>
                  </a:lnTo>
                  <a:lnTo>
                    <a:pt x="598" y="1108"/>
                  </a:lnTo>
                  <a:lnTo>
                    <a:pt x="630" y="1135"/>
                  </a:lnTo>
                  <a:lnTo>
                    <a:pt x="702" y="1140"/>
                  </a:lnTo>
                  <a:lnTo>
                    <a:pt x="725" y="1126"/>
                  </a:lnTo>
                  <a:lnTo>
                    <a:pt x="725" y="1095"/>
                  </a:lnTo>
                  <a:lnTo>
                    <a:pt x="725" y="1005"/>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4986" name="Freeform 178"/>
            <p:cNvSpPr>
              <a:spLocks/>
            </p:cNvSpPr>
            <p:nvPr/>
          </p:nvSpPr>
          <p:spPr bwMode="auto">
            <a:xfrm>
              <a:off x="176" y="1968"/>
              <a:ext cx="43" cy="110"/>
            </a:xfrm>
            <a:custGeom>
              <a:avLst/>
              <a:gdLst>
                <a:gd name="T0" fmla="*/ 0 w 211"/>
                <a:gd name="T1" fmla="*/ 0 h 553"/>
                <a:gd name="T2" fmla="*/ 0 w 211"/>
                <a:gd name="T3" fmla="*/ 0 h 553"/>
                <a:gd name="T4" fmla="*/ 0 w 211"/>
                <a:gd name="T5" fmla="*/ 0 h 553"/>
                <a:gd name="T6" fmla="*/ 0 w 211"/>
                <a:gd name="T7" fmla="*/ 0 h 553"/>
                <a:gd name="T8" fmla="*/ 0 w 211"/>
                <a:gd name="T9" fmla="*/ 0 h 553"/>
                <a:gd name="T10" fmla="*/ 0 w 211"/>
                <a:gd name="T11" fmla="*/ 0 h 553"/>
                <a:gd name="T12" fmla="*/ 0 w 211"/>
                <a:gd name="T13" fmla="*/ 0 h 553"/>
                <a:gd name="T14" fmla="*/ 0 w 211"/>
                <a:gd name="T15" fmla="*/ 0 h 553"/>
                <a:gd name="T16" fmla="*/ 0 w 211"/>
                <a:gd name="T17" fmla="*/ 0 h 553"/>
                <a:gd name="T18" fmla="*/ 0 w 211"/>
                <a:gd name="T19" fmla="*/ 0 h 553"/>
                <a:gd name="T20" fmla="*/ 0 w 211"/>
                <a:gd name="T21" fmla="*/ 0 h 553"/>
                <a:gd name="T22" fmla="*/ 0 w 211"/>
                <a:gd name="T23" fmla="*/ 0 h 553"/>
                <a:gd name="T24" fmla="*/ 0 w 211"/>
                <a:gd name="T25" fmla="*/ 0 h 553"/>
                <a:gd name="T26" fmla="*/ 0 w 211"/>
                <a:gd name="T27" fmla="*/ 0 h 55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1" h="553">
                  <a:moveTo>
                    <a:pt x="211" y="553"/>
                  </a:moveTo>
                  <a:lnTo>
                    <a:pt x="173" y="535"/>
                  </a:lnTo>
                  <a:lnTo>
                    <a:pt x="134" y="490"/>
                  </a:lnTo>
                  <a:lnTo>
                    <a:pt x="99" y="410"/>
                  </a:lnTo>
                  <a:lnTo>
                    <a:pt x="81" y="342"/>
                  </a:lnTo>
                  <a:lnTo>
                    <a:pt x="53" y="265"/>
                  </a:lnTo>
                  <a:lnTo>
                    <a:pt x="41" y="192"/>
                  </a:lnTo>
                  <a:lnTo>
                    <a:pt x="19" y="81"/>
                  </a:lnTo>
                  <a:lnTo>
                    <a:pt x="0" y="0"/>
                  </a:lnTo>
                  <a:lnTo>
                    <a:pt x="45" y="162"/>
                  </a:lnTo>
                  <a:lnTo>
                    <a:pt x="81" y="287"/>
                  </a:lnTo>
                  <a:lnTo>
                    <a:pt x="121" y="373"/>
                  </a:lnTo>
                  <a:lnTo>
                    <a:pt x="183" y="463"/>
                  </a:lnTo>
                  <a:lnTo>
                    <a:pt x="211" y="553"/>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4987" name="Freeform 179"/>
            <p:cNvSpPr>
              <a:spLocks/>
            </p:cNvSpPr>
            <p:nvPr/>
          </p:nvSpPr>
          <p:spPr bwMode="auto">
            <a:xfrm>
              <a:off x="220" y="1878"/>
              <a:ext cx="167" cy="167"/>
            </a:xfrm>
            <a:custGeom>
              <a:avLst/>
              <a:gdLst>
                <a:gd name="T0" fmla="*/ 0 w 838"/>
                <a:gd name="T1" fmla="*/ 0 h 832"/>
                <a:gd name="T2" fmla="*/ 0 w 838"/>
                <a:gd name="T3" fmla="*/ 0 h 832"/>
                <a:gd name="T4" fmla="*/ 0 w 838"/>
                <a:gd name="T5" fmla="*/ 0 h 832"/>
                <a:gd name="T6" fmla="*/ 0 w 838"/>
                <a:gd name="T7" fmla="*/ 0 h 832"/>
                <a:gd name="T8" fmla="*/ 0 w 838"/>
                <a:gd name="T9" fmla="*/ 0 h 832"/>
                <a:gd name="T10" fmla="*/ 0 w 838"/>
                <a:gd name="T11" fmla="*/ 0 h 832"/>
                <a:gd name="T12" fmla="*/ 0 w 838"/>
                <a:gd name="T13" fmla="*/ 0 h 832"/>
                <a:gd name="T14" fmla="*/ 0 w 838"/>
                <a:gd name="T15" fmla="*/ 0 h 832"/>
                <a:gd name="T16" fmla="*/ 0 w 838"/>
                <a:gd name="T17" fmla="*/ 0 h 832"/>
                <a:gd name="T18" fmla="*/ 0 w 838"/>
                <a:gd name="T19" fmla="*/ 0 h 832"/>
                <a:gd name="T20" fmla="*/ 0 w 838"/>
                <a:gd name="T21" fmla="*/ 0 h 832"/>
                <a:gd name="T22" fmla="*/ 0 w 838"/>
                <a:gd name="T23" fmla="*/ 0 h 832"/>
                <a:gd name="T24" fmla="*/ 0 w 838"/>
                <a:gd name="T25" fmla="*/ 0 h 832"/>
                <a:gd name="T26" fmla="*/ 0 w 838"/>
                <a:gd name="T27" fmla="*/ 0 h 832"/>
                <a:gd name="T28" fmla="*/ 0 w 838"/>
                <a:gd name="T29" fmla="*/ 0 h 832"/>
                <a:gd name="T30" fmla="*/ 0 w 838"/>
                <a:gd name="T31" fmla="*/ 0 h 832"/>
                <a:gd name="T32" fmla="*/ 0 w 838"/>
                <a:gd name="T33" fmla="*/ 0 h 832"/>
                <a:gd name="T34" fmla="*/ 0 w 838"/>
                <a:gd name="T35" fmla="*/ 0 h 832"/>
                <a:gd name="T36" fmla="*/ 0 w 838"/>
                <a:gd name="T37" fmla="*/ 0 h 832"/>
                <a:gd name="T38" fmla="*/ 0 w 838"/>
                <a:gd name="T39" fmla="*/ 0 h 832"/>
                <a:gd name="T40" fmla="*/ 0 w 838"/>
                <a:gd name="T41" fmla="*/ 0 h 832"/>
                <a:gd name="T42" fmla="*/ 0 w 838"/>
                <a:gd name="T43" fmla="*/ 0 h 832"/>
                <a:gd name="T44" fmla="*/ 0 w 838"/>
                <a:gd name="T45" fmla="*/ 0 h 832"/>
                <a:gd name="T46" fmla="*/ 0 w 838"/>
                <a:gd name="T47" fmla="*/ 0 h 832"/>
                <a:gd name="T48" fmla="*/ 0 w 838"/>
                <a:gd name="T49" fmla="*/ 0 h 832"/>
                <a:gd name="T50" fmla="*/ 0 w 838"/>
                <a:gd name="T51" fmla="*/ 0 h 832"/>
                <a:gd name="T52" fmla="*/ 0 w 838"/>
                <a:gd name="T53" fmla="*/ 0 h 832"/>
                <a:gd name="T54" fmla="*/ 0 w 838"/>
                <a:gd name="T55" fmla="*/ 0 h 832"/>
                <a:gd name="T56" fmla="*/ 0 w 838"/>
                <a:gd name="T57" fmla="*/ 0 h 832"/>
                <a:gd name="T58" fmla="*/ 0 w 838"/>
                <a:gd name="T59" fmla="*/ 0 h 832"/>
                <a:gd name="T60" fmla="*/ 0 w 838"/>
                <a:gd name="T61" fmla="*/ 0 h 832"/>
                <a:gd name="T62" fmla="*/ 0 w 838"/>
                <a:gd name="T63" fmla="*/ 0 h 832"/>
                <a:gd name="T64" fmla="*/ 0 w 838"/>
                <a:gd name="T65" fmla="*/ 0 h 832"/>
                <a:gd name="T66" fmla="*/ 0 w 838"/>
                <a:gd name="T67" fmla="*/ 0 h 832"/>
                <a:gd name="T68" fmla="*/ 0 w 838"/>
                <a:gd name="T69" fmla="*/ 0 h 832"/>
                <a:gd name="T70" fmla="*/ 0 w 838"/>
                <a:gd name="T71" fmla="*/ 0 h 832"/>
                <a:gd name="T72" fmla="*/ 0 w 838"/>
                <a:gd name="T73" fmla="*/ 0 h 832"/>
                <a:gd name="T74" fmla="*/ 0 w 838"/>
                <a:gd name="T75" fmla="*/ 0 h 832"/>
                <a:gd name="T76" fmla="*/ 0 w 838"/>
                <a:gd name="T77" fmla="*/ 0 h 832"/>
                <a:gd name="T78" fmla="*/ 0 w 838"/>
                <a:gd name="T79" fmla="*/ 0 h 832"/>
                <a:gd name="T80" fmla="*/ 0 w 838"/>
                <a:gd name="T81" fmla="*/ 0 h 832"/>
                <a:gd name="T82" fmla="*/ 0 w 838"/>
                <a:gd name="T83" fmla="*/ 0 h 832"/>
                <a:gd name="T84" fmla="*/ 0 w 838"/>
                <a:gd name="T85" fmla="*/ 0 h 832"/>
                <a:gd name="T86" fmla="*/ 0 w 838"/>
                <a:gd name="T87" fmla="*/ 0 h 832"/>
                <a:gd name="T88" fmla="*/ 0 w 838"/>
                <a:gd name="T89" fmla="*/ 0 h 832"/>
                <a:gd name="T90" fmla="*/ 0 w 838"/>
                <a:gd name="T91" fmla="*/ 0 h 832"/>
                <a:gd name="T92" fmla="*/ 0 w 838"/>
                <a:gd name="T93" fmla="*/ 0 h 832"/>
                <a:gd name="T94" fmla="*/ 0 w 838"/>
                <a:gd name="T95" fmla="*/ 0 h 832"/>
                <a:gd name="T96" fmla="*/ 0 w 838"/>
                <a:gd name="T97" fmla="*/ 0 h 832"/>
                <a:gd name="T98" fmla="*/ 0 w 838"/>
                <a:gd name="T99" fmla="*/ 0 h 832"/>
                <a:gd name="T100" fmla="*/ 0 w 838"/>
                <a:gd name="T101" fmla="*/ 0 h 832"/>
                <a:gd name="T102" fmla="*/ 0 w 838"/>
                <a:gd name="T103" fmla="*/ 0 h 832"/>
                <a:gd name="T104" fmla="*/ 0 w 838"/>
                <a:gd name="T105" fmla="*/ 0 h 832"/>
                <a:gd name="T106" fmla="*/ 0 w 838"/>
                <a:gd name="T107" fmla="*/ 0 h 832"/>
                <a:gd name="T108" fmla="*/ 0 w 838"/>
                <a:gd name="T109" fmla="*/ 0 h 832"/>
                <a:gd name="T110" fmla="*/ 0 w 838"/>
                <a:gd name="T111" fmla="*/ 0 h 832"/>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838" h="832">
                  <a:moveTo>
                    <a:pt x="155" y="0"/>
                  </a:moveTo>
                  <a:lnTo>
                    <a:pt x="253" y="30"/>
                  </a:lnTo>
                  <a:lnTo>
                    <a:pt x="298" y="70"/>
                  </a:lnTo>
                  <a:lnTo>
                    <a:pt x="326" y="153"/>
                  </a:lnTo>
                  <a:lnTo>
                    <a:pt x="326" y="228"/>
                  </a:lnTo>
                  <a:lnTo>
                    <a:pt x="311" y="272"/>
                  </a:lnTo>
                  <a:lnTo>
                    <a:pt x="320" y="350"/>
                  </a:lnTo>
                  <a:lnTo>
                    <a:pt x="320" y="408"/>
                  </a:lnTo>
                  <a:lnTo>
                    <a:pt x="306" y="423"/>
                  </a:lnTo>
                  <a:lnTo>
                    <a:pt x="320" y="445"/>
                  </a:lnTo>
                  <a:lnTo>
                    <a:pt x="329" y="467"/>
                  </a:lnTo>
                  <a:lnTo>
                    <a:pt x="311" y="490"/>
                  </a:lnTo>
                  <a:lnTo>
                    <a:pt x="311" y="513"/>
                  </a:lnTo>
                  <a:lnTo>
                    <a:pt x="347" y="521"/>
                  </a:lnTo>
                  <a:lnTo>
                    <a:pt x="343" y="544"/>
                  </a:lnTo>
                  <a:lnTo>
                    <a:pt x="378" y="557"/>
                  </a:lnTo>
                  <a:lnTo>
                    <a:pt x="411" y="548"/>
                  </a:lnTo>
                  <a:lnTo>
                    <a:pt x="433" y="557"/>
                  </a:lnTo>
                  <a:lnTo>
                    <a:pt x="532" y="571"/>
                  </a:lnTo>
                  <a:lnTo>
                    <a:pt x="622" y="567"/>
                  </a:lnTo>
                  <a:lnTo>
                    <a:pt x="679" y="571"/>
                  </a:lnTo>
                  <a:lnTo>
                    <a:pt x="717" y="594"/>
                  </a:lnTo>
                  <a:lnTo>
                    <a:pt x="807" y="594"/>
                  </a:lnTo>
                  <a:lnTo>
                    <a:pt x="838" y="625"/>
                  </a:lnTo>
                  <a:lnTo>
                    <a:pt x="838" y="660"/>
                  </a:lnTo>
                  <a:lnTo>
                    <a:pt x="833" y="719"/>
                  </a:lnTo>
                  <a:lnTo>
                    <a:pt x="762" y="738"/>
                  </a:lnTo>
                  <a:lnTo>
                    <a:pt x="762" y="700"/>
                  </a:lnTo>
                  <a:lnTo>
                    <a:pt x="757" y="669"/>
                  </a:lnTo>
                  <a:lnTo>
                    <a:pt x="743" y="656"/>
                  </a:lnTo>
                  <a:lnTo>
                    <a:pt x="739" y="692"/>
                  </a:lnTo>
                  <a:lnTo>
                    <a:pt x="734" y="738"/>
                  </a:lnTo>
                  <a:lnTo>
                    <a:pt x="717" y="765"/>
                  </a:lnTo>
                  <a:lnTo>
                    <a:pt x="685" y="800"/>
                  </a:lnTo>
                  <a:lnTo>
                    <a:pt x="610" y="818"/>
                  </a:lnTo>
                  <a:lnTo>
                    <a:pt x="550" y="828"/>
                  </a:lnTo>
                  <a:lnTo>
                    <a:pt x="482" y="832"/>
                  </a:lnTo>
                  <a:lnTo>
                    <a:pt x="569" y="782"/>
                  </a:lnTo>
                  <a:lnTo>
                    <a:pt x="627" y="738"/>
                  </a:lnTo>
                  <a:lnTo>
                    <a:pt x="639" y="700"/>
                  </a:lnTo>
                  <a:lnTo>
                    <a:pt x="631" y="669"/>
                  </a:lnTo>
                  <a:lnTo>
                    <a:pt x="582" y="665"/>
                  </a:lnTo>
                  <a:lnTo>
                    <a:pt x="564" y="700"/>
                  </a:lnTo>
                  <a:lnTo>
                    <a:pt x="550" y="742"/>
                  </a:lnTo>
                  <a:lnTo>
                    <a:pt x="505" y="787"/>
                  </a:lnTo>
                  <a:lnTo>
                    <a:pt x="456" y="823"/>
                  </a:lnTo>
                  <a:lnTo>
                    <a:pt x="406" y="828"/>
                  </a:lnTo>
                  <a:lnTo>
                    <a:pt x="329" y="823"/>
                  </a:lnTo>
                  <a:lnTo>
                    <a:pt x="411" y="759"/>
                  </a:lnTo>
                  <a:lnTo>
                    <a:pt x="469" y="727"/>
                  </a:lnTo>
                  <a:lnTo>
                    <a:pt x="514" y="692"/>
                  </a:lnTo>
                  <a:lnTo>
                    <a:pt x="528" y="665"/>
                  </a:lnTo>
                  <a:lnTo>
                    <a:pt x="524" y="637"/>
                  </a:lnTo>
                  <a:lnTo>
                    <a:pt x="497" y="633"/>
                  </a:lnTo>
                  <a:lnTo>
                    <a:pt x="465" y="660"/>
                  </a:lnTo>
                  <a:lnTo>
                    <a:pt x="447" y="697"/>
                  </a:lnTo>
                  <a:lnTo>
                    <a:pt x="406" y="742"/>
                  </a:lnTo>
                  <a:lnTo>
                    <a:pt x="356" y="765"/>
                  </a:lnTo>
                  <a:lnTo>
                    <a:pt x="320" y="787"/>
                  </a:lnTo>
                  <a:lnTo>
                    <a:pt x="280" y="805"/>
                  </a:lnTo>
                  <a:lnTo>
                    <a:pt x="234" y="813"/>
                  </a:lnTo>
                  <a:lnTo>
                    <a:pt x="181" y="813"/>
                  </a:lnTo>
                  <a:lnTo>
                    <a:pt x="129" y="804"/>
                  </a:lnTo>
                  <a:lnTo>
                    <a:pt x="244" y="765"/>
                  </a:lnTo>
                  <a:lnTo>
                    <a:pt x="288" y="742"/>
                  </a:lnTo>
                  <a:lnTo>
                    <a:pt x="320" y="700"/>
                  </a:lnTo>
                  <a:lnTo>
                    <a:pt x="326" y="665"/>
                  </a:lnTo>
                  <a:lnTo>
                    <a:pt x="298" y="665"/>
                  </a:lnTo>
                  <a:lnTo>
                    <a:pt x="285" y="697"/>
                  </a:lnTo>
                  <a:lnTo>
                    <a:pt x="262" y="723"/>
                  </a:lnTo>
                  <a:lnTo>
                    <a:pt x="225" y="751"/>
                  </a:lnTo>
                  <a:lnTo>
                    <a:pt x="185" y="779"/>
                  </a:lnTo>
                  <a:lnTo>
                    <a:pt x="132" y="802"/>
                  </a:lnTo>
                  <a:lnTo>
                    <a:pt x="91" y="787"/>
                  </a:lnTo>
                  <a:lnTo>
                    <a:pt x="72" y="765"/>
                  </a:lnTo>
                  <a:lnTo>
                    <a:pt x="42" y="709"/>
                  </a:lnTo>
                  <a:lnTo>
                    <a:pt x="100" y="697"/>
                  </a:lnTo>
                  <a:lnTo>
                    <a:pt x="212" y="683"/>
                  </a:lnTo>
                  <a:lnTo>
                    <a:pt x="280" y="652"/>
                  </a:lnTo>
                  <a:lnTo>
                    <a:pt x="315" y="621"/>
                  </a:lnTo>
                  <a:lnTo>
                    <a:pt x="329" y="585"/>
                  </a:lnTo>
                  <a:lnTo>
                    <a:pt x="334" y="567"/>
                  </a:lnTo>
                  <a:lnTo>
                    <a:pt x="315" y="567"/>
                  </a:lnTo>
                  <a:lnTo>
                    <a:pt x="293" y="594"/>
                  </a:lnTo>
                  <a:lnTo>
                    <a:pt x="257" y="642"/>
                  </a:lnTo>
                  <a:lnTo>
                    <a:pt x="176" y="669"/>
                  </a:lnTo>
                  <a:lnTo>
                    <a:pt x="100" y="693"/>
                  </a:lnTo>
                  <a:lnTo>
                    <a:pt x="42" y="709"/>
                  </a:lnTo>
                  <a:lnTo>
                    <a:pt x="19" y="616"/>
                  </a:lnTo>
                  <a:lnTo>
                    <a:pt x="14" y="548"/>
                  </a:lnTo>
                  <a:lnTo>
                    <a:pt x="14" y="489"/>
                  </a:lnTo>
                  <a:lnTo>
                    <a:pt x="91" y="530"/>
                  </a:lnTo>
                  <a:lnTo>
                    <a:pt x="181" y="548"/>
                  </a:lnTo>
                  <a:lnTo>
                    <a:pt x="253" y="544"/>
                  </a:lnTo>
                  <a:lnTo>
                    <a:pt x="271" y="536"/>
                  </a:lnTo>
                  <a:lnTo>
                    <a:pt x="280" y="513"/>
                  </a:lnTo>
                  <a:lnTo>
                    <a:pt x="239" y="513"/>
                  </a:lnTo>
                  <a:lnTo>
                    <a:pt x="196" y="526"/>
                  </a:lnTo>
                  <a:lnTo>
                    <a:pt x="88" y="530"/>
                  </a:lnTo>
                  <a:lnTo>
                    <a:pt x="14" y="490"/>
                  </a:lnTo>
                  <a:lnTo>
                    <a:pt x="10" y="405"/>
                  </a:lnTo>
                  <a:lnTo>
                    <a:pt x="5" y="345"/>
                  </a:lnTo>
                  <a:lnTo>
                    <a:pt x="0" y="287"/>
                  </a:lnTo>
                  <a:lnTo>
                    <a:pt x="10" y="188"/>
                  </a:lnTo>
                  <a:lnTo>
                    <a:pt x="32" y="153"/>
                  </a:lnTo>
                  <a:lnTo>
                    <a:pt x="100" y="108"/>
                  </a:lnTo>
                  <a:lnTo>
                    <a:pt x="78" y="113"/>
                  </a:lnTo>
                  <a:lnTo>
                    <a:pt x="10" y="143"/>
                  </a:lnTo>
                  <a:lnTo>
                    <a:pt x="37" y="81"/>
                  </a:lnTo>
                  <a:lnTo>
                    <a:pt x="60" y="48"/>
                  </a:lnTo>
                  <a:lnTo>
                    <a:pt x="78" y="26"/>
                  </a:lnTo>
                  <a:lnTo>
                    <a:pt x="155"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4988" name="Freeform 180"/>
            <p:cNvSpPr>
              <a:spLocks/>
            </p:cNvSpPr>
            <p:nvPr/>
          </p:nvSpPr>
          <p:spPr bwMode="auto">
            <a:xfrm>
              <a:off x="231" y="1940"/>
              <a:ext cx="42" cy="38"/>
            </a:xfrm>
            <a:custGeom>
              <a:avLst/>
              <a:gdLst>
                <a:gd name="T0" fmla="*/ 0 w 209"/>
                <a:gd name="T1" fmla="*/ 0 h 187"/>
                <a:gd name="T2" fmla="*/ 0 w 209"/>
                <a:gd name="T3" fmla="*/ 0 h 187"/>
                <a:gd name="T4" fmla="*/ 0 w 209"/>
                <a:gd name="T5" fmla="*/ 0 h 187"/>
                <a:gd name="T6" fmla="*/ 0 w 209"/>
                <a:gd name="T7" fmla="*/ 0 h 187"/>
                <a:gd name="T8" fmla="*/ 0 w 209"/>
                <a:gd name="T9" fmla="*/ 0 h 187"/>
                <a:gd name="T10" fmla="*/ 0 w 209"/>
                <a:gd name="T11" fmla="*/ 0 h 187"/>
                <a:gd name="T12" fmla="*/ 0 w 209"/>
                <a:gd name="T13" fmla="*/ 0 h 187"/>
                <a:gd name="T14" fmla="*/ 0 w 209"/>
                <a:gd name="T15" fmla="*/ 0 h 187"/>
                <a:gd name="T16" fmla="*/ 0 w 209"/>
                <a:gd name="T17" fmla="*/ 0 h 187"/>
                <a:gd name="T18" fmla="*/ 0 w 209"/>
                <a:gd name="T19" fmla="*/ 0 h 187"/>
                <a:gd name="T20" fmla="*/ 0 w 209"/>
                <a:gd name="T21" fmla="*/ 0 h 187"/>
                <a:gd name="T22" fmla="*/ 0 w 209"/>
                <a:gd name="T23" fmla="*/ 0 h 187"/>
                <a:gd name="T24" fmla="*/ 0 w 209"/>
                <a:gd name="T25" fmla="*/ 0 h 187"/>
                <a:gd name="T26" fmla="*/ 0 w 209"/>
                <a:gd name="T27" fmla="*/ 0 h 187"/>
                <a:gd name="T28" fmla="*/ 0 w 209"/>
                <a:gd name="T29" fmla="*/ 0 h 187"/>
                <a:gd name="T30" fmla="*/ 0 w 209"/>
                <a:gd name="T31" fmla="*/ 0 h 187"/>
                <a:gd name="T32" fmla="*/ 0 w 209"/>
                <a:gd name="T33" fmla="*/ 0 h 187"/>
                <a:gd name="T34" fmla="*/ 0 w 209"/>
                <a:gd name="T35" fmla="*/ 0 h 187"/>
                <a:gd name="T36" fmla="*/ 0 w 209"/>
                <a:gd name="T37" fmla="*/ 0 h 187"/>
                <a:gd name="T38" fmla="*/ 0 w 209"/>
                <a:gd name="T39" fmla="*/ 0 h 187"/>
                <a:gd name="T40" fmla="*/ 0 w 209"/>
                <a:gd name="T41" fmla="*/ 0 h 187"/>
                <a:gd name="T42" fmla="*/ 0 w 209"/>
                <a:gd name="T43" fmla="*/ 0 h 187"/>
                <a:gd name="T44" fmla="*/ 0 w 209"/>
                <a:gd name="T45" fmla="*/ 0 h 187"/>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209" h="187">
                  <a:moveTo>
                    <a:pt x="209" y="0"/>
                  </a:moveTo>
                  <a:lnTo>
                    <a:pt x="209" y="15"/>
                  </a:lnTo>
                  <a:lnTo>
                    <a:pt x="182" y="51"/>
                  </a:lnTo>
                  <a:lnTo>
                    <a:pt x="157" y="71"/>
                  </a:lnTo>
                  <a:lnTo>
                    <a:pt x="100" y="113"/>
                  </a:lnTo>
                  <a:lnTo>
                    <a:pt x="77" y="130"/>
                  </a:lnTo>
                  <a:lnTo>
                    <a:pt x="25" y="170"/>
                  </a:lnTo>
                  <a:lnTo>
                    <a:pt x="82" y="152"/>
                  </a:lnTo>
                  <a:lnTo>
                    <a:pt x="140" y="135"/>
                  </a:lnTo>
                  <a:lnTo>
                    <a:pt x="198" y="130"/>
                  </a:lnTo>
                  <a:lnTo>
                    <a:pt x="194" y="147"/>
                  </a:lnTo>
                  <a:lnTo>
                    <a:pt x="100" y="164"/>
                  </a:lnTo>
                  <a:lnTo>
                    <a:pt x="52" y="184"/>
                  </a:lnTo>
                  <a:lnTo>
                    <a:pt x="25" y="187"/>
                  </a:lnTo>
                  <a:lnTo>
                    <a:pt x="2" y="180"/>
                  </a:lnTo>
                  <a:lnTo>
                    <a:pt x="0" y="158"/>
                  </a:lnTo>
                  <a:lnTo>
                    <a:pt x="18" y="141"/>
                  </a:lnTo>
                  <a:lnTo>
                    <a:pt x="44" y="116"/>
                  </a:lnTo>
                  <a:lnTo>
                    <a:pt x="75" y="80"/>
                  </a:lnTo>
                  <a:lnTo>
                    <a:pt x="107" y="40"/>
                  </a:lnTo>
                  <a:lnTo>
                    <a:pt x="144" y="12"/>
                  </a:lnTo>
                  <a:lnTo>
                    <a:pt x="184" y="2"/>
                  </a:lnTo>
                  <a:lnTo>
                    <a:pt x="209"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4989" name="Freeform 181"/>
            <p:cNvSpPr>
              <a:spLocks/>
            </p:cNvSpPr>
            <p:nvPr/>
          </p:nvSpPr>
          <p:spPr bwMode="auto">
            <a:xfrm>
              <a:off x="232" y="1909"/>
              <a:ext cx="39" cy="49"/>
            </a:xfrm>
            <a:custGeom>
              <a:avLst/>
              <a:gdLst>
                <a:gd name="T0" fmla="*/ 0 w 192"/>
                <a:gd name="T1" fmla="*/ 0 h 246"/>
                <a:gd name="T2" fmla="*/ 0 w 192"/>
                <a:gd name="T3" fmla="*/ 0 h 246"/>
                <a:gd name="T4" fmla="*/ 0 w 192"/>
                <a:gd name="T5" fmla="*/ 0 h 246"/>
                <a:gd name="T6" fmla="*/ 0 w 192"/>
                <a:gd name="T7" fmla="*/ 0 h 246"/>
                <a:gd name="T8" fmla="*/ 0 w 192"/>
                <a:gd name="T9" fmla="*/ 0 h 246"/>
                <a:gd name="T10" fmla="*/ 0 w 192"/>
                <a:gd name="T11" fmla="*/ 0 h 246"/>
                <a:gd name="T12" fmla="*/ 0 w 192"/>
                <a:gd name="T13" fmla="*/ 0 h 246"/>
                <a:gd name="T14" fmla="*/ 0 w 192"/>
                <a:gd name="T15" fmla="*/ 0 h 246"/>
                <a:gd name="T16" fmla="*/ 0 w 192"/>
                <a:gd name="T17" fmla="*/ 0 h 246"/>
                <a:gd name="T18" fmla="*/ 0 w 192"/>
                <a:gd name="T19" fmla="*/ 0 h 246"/>
                <a:gd name="T20" fmla="*/ 0 w 192"/>
                <a:gd name="T21" fmla="*/ 0 h 246"/>
                <a:gd name="T22" fmla="*/ 0 w 192"/>
                <a:gd name="T23" fmla="*/ 0 h 246"/>
                <a:gd name="T24" fmla="*/ 0 w 192"/>
                <a:gd name="T25" fmla="*/ 0 h 246"/>
                <a:gd name="T26" fmla="*/ 0 w 192"/>
                <a:gd name="T27" fmla="*/ 0 h 246"/>
                <a:gd name="T28" fmla="*/ 0 w 192"/>
                <a:gd name="T29" fmla="*/ 0 h 246"/>
                <a:gd name="T30" fmla="*/ 0 w 192"/>
                <a:gd name="T31" fmla="*/ 0 h 246"/>
                <a:gd name="T32" fmla="*/ 0 w 192"/>
                <a:gd name="T33" fmla="*/ 0 h 24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92" h="246">
                  <a:moveTo>
                    <a:pt x="156" y="0"/>
                  </a:moveTo>
                  <a:lnTo>
                    <a:pt x="183" y="4"/>
                  </a:lnTo>
                  <a:lnTo>
                    <a:pt x="192" y="27"/>
                  </a:lnTo>
                  <a:lnTo>
                    <a:pt x="190" y="46"/>
                  </a:lnTo>
                  <a:lnTo>
                    <a:pt x="174" y="71"/>
                  </a:lnTo>
                  <a:lnTo>
                    <a:pt x="152" y="78"/>
                  </a:lnTo>
                  <a:lnTo>
                    <a:pt x="110" y="106"/>
                  </a:lnTo>
                  <a:lnTo>
                    <a:pt x="69" y="140"/>
                  </a:lnTo>
                  <a:lnTo>
                    <a:pt x="41" y="184"/>
                  </a:lnTo>
                  <a:lnTo>
                    <a:pt x="8" y="231"/>
                  </a:lnTo>
                  <a:lnTo>
                    <a:pt x="0" y="246"/>
                  </a:lnTo>
                  <a:lnTo>
                    <a:pt x="8" y="190"/>
                  </a:lnTo>
                  <a:lnTo>
                    <a:pt x="16" y="141"/>
                  </a:lnTo>
                  <a:lnTo>
                    <a:pt x="31" y="99"/>
                  </a:lnTo>
                  <a:lnTo>
                    <a:pt x="57" y="60"/>
                  </a:lnTo>
                  <a:lnTo>
                    <a:pt x="128" y="6"/>
                  </a:lnTo>
                  <a:lnTo>
                    <a:pt x="156"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4990" name="Freeform 182"/>
            <p:cNvSpPr>
              <a:spLocks/>
            </p:cNvSpPr>
            <p:nvPr/>
          </p:nvSpPr>
          <p:spPr bwMode="auto">
            <a:xfrm>
              <a:off x="237" y="1860"/>
              <a:ext cx="41" cy="29"/>
            </a:xfrm>
            <a:custGeom>
              <a:avLst/>
              <a:gdLst>
                <a:gd name="T0" fmla="*/ 0 w 204"/>
                <a:gd name="T1" fmla="*/ 0 h 141"/>
                <a:gd name="T2" fmla="*/ 0 w 204"/>
                <a:gd name="T3" fmla="*/ 0 h 141"/>
                <a:gd name="T4" fmla="*/ 0 w 204"/>
                <a:gd name="T5" fmla="*/ 0 h 141"/>
                <a:gd name="T6" fmla="*/ 0 w 204"/>
                <a:gd name="T7" fmla="*/ 0 h 141"/>
                <a:gd name="T8" fmla="*/ 0 w 204"/>
                <a:gd name="T9" fmla="*/ 0 h 141"/>
                <a:gd name="T10" fmla="*/ 0 w 204"/>
                <a:gd name="T11" fmla="*/ 0 h 141"/>
                <a:gd name="T12" fmla="*/ 0 w 204"/>
                <a:gd name="T13" fmla="*/ 0 h 141"/>
                <a:gd name="T14" fmla="*/ 0 w 204"/>
                <a:gd name="T15" fmla="*/ 0 h 141"/>
                <a:gd name="T16" fmla="*/ 0 w 204"/>
                <a:gd name="T17" fmla="*/ 0 h 141"/>
                <a:gd name="T18" fmla="*/ 0 w 204"/>
                <a:gd name="T19" fmla="*/ 0 h 14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04" h="141">
                  <a:moveTo>
                    <a:pt x="204" y="141"/>
                  </a:moveTo>
                  <a:lnTo>
                    <a:pt x="169" y="110"/>
                  </a:lnTo>
                  <a:lnTo>
                    <a:pt x="111" y="89"/>
                  </a:lnTo>
                  <a:lnTo>
                    <a:pt x="71" y="78"/>
                  </a:lnTo>
                  <a:lnTo>
                    <a:pt x="0" y="0"/>
                  </a:lnTo>
                  <a:lnTo>
                    <a:pt x="53" y="30"/>
                  </a:lnTo>
                  <a:lnTo>
                    <a:pt x="103" y="51"/>
                  </a:lnTo>
                  <a:lnTo>
                    <a:pt x="138" y="69"/>
                  </a:lnTo>
                  <a:lnTo>
                    <a:pt x="155" y="89"/>
                  </a:lnTo>
                  <a:lnTo>
                    <a:pt x="204" y="141"/>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4991" name="Freeform 183"/>
            <p:cNvSpPr>
              <a:spLocks/>
            </p:cNvSpPr>
            <p:nvPr/>
          </p:nvSpPr>
          <p:spPr bwMode="auto">
            <a:xfrm>
              <a:off x="286" y="1913"/>
              <a:ext cx="23" cy="73"/>
            </a:xfrm>
            <a:custGeom>
              <a:avLst/>
              <a:gdLst>
                <a:gd name="T0" fmla="*/ 0 w 115"/>
                <a:gd name="T1" fmla="*/ 0 h 368"/>
                <a:gd name="T2" fmla="*/ 0 w 115"/>
                <a:gd name="T3" fmla="*/ 0 h 368"/>
                <a:gd name="T4" fmla="*/ 0 w 115"/>
                <a:gd name="T5" fmla="*/ 0 h 368"/>
                <a:gd name="T6" fmla="*/ 0 w 115"/>
                <a:gd name="T7" fmla="*/ 0 h 368"/>
                <a:gd name="T8" fmla="*/ 0 w 115"/>
                <a:gd name="T9" fmla="*/ 0 h 368"/>
                <a:gd name="T10" fmla="*/ 0 w 115"/>
                <a:gd name="T11" fmla="*/ 0 h 368"/>
                <a:gd name="T12" fmla="*/ 0 w 115"/>
                <a:gd name="T13" fmla="*/ 0 h 368"/>
                <a:gd name="T14" fmla="*/ 0 w 115"/>
                <a:gd name="T15" fmla="*/ 0 h 368"/>
                <a:gd name="T16" fmla="*/ 0 w 115"/>
                <a:gd name="T17" fmla="*/ 0 h 368"/>
                <a:gd name="T18" fmla="*/ 0 w 115"/>
                <a:gd name="T19" fmla="*/ 0 h 368"/>
                <a:gd name="T20" fmla="*/ 0 w 115"/>
                <a:gd name="T21" fmla="*/ 0 h 368"/>
                <a:gd name="T22" fmla="*/ 0 w 115"/>
                <a:gd name="T23" fmla="*/ 0 h 368"/>
                <a:gd name="T24" fmla="*/ 0 w 115"/>
                <a:gd name="T25" fmla="*/ 0 h 368"/>
                <a:gd name="T26" fmla="*/ 0 w 115"/>
                <a:gd name="T27" fmla="*/ 0 h 368"/>
                <a:gd name="T28" fmla="*/ 0 w 115"/>
                <a:gd name="T29" fmla="*/ 0 h 368"/>
                <a:gd name="T30" fmla="*/ 0 w 115"/>
                <a:gd name="T31" fmla="*/ 0 h 368"/>
                <a:gd name="T32" fmla="*/ 0 w 115"/>
                <a:gd name="T33" fmla="*/ 0 h 368"/>
                <a:gd name="T34" fmla="*/ 0 w 115"/>
                <a:gd name="T35" fmla="*/ 0 h 368"/>
                <a:gd name="T36" fmla="*/ 0 w 115"/>
                <a:gd name="T37" fmla="*/ 0 h 36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5" h="368">
                  <a:moveTo>
                    <a:pt x="115" y="368"/>
                  </a:moveTo>
                  <a:lnTo>
                    <a:pt x="58" y="368"/>
                  </a:lnTo>
                  <a:lnTo>
                    <a:pt x="40" y="364"/>
                  </a:lnTo>
                  <a:lnTo>
                    <a:pt x="40" y="349"/>
                  </a:lnTo>
                  <a:lnTo>
                    <a:pt x="28" y="336"/>
                  </a:lnTo>
                  <a:lnTo>
                    <a:pt x="9" y="323"/>
                  </a:lnTo>
                  <a:lnTo>
                    <a:pt x="19" y="309"/>
                  </a:lnTo>
                  <a:lnTo>
                    <a:pt x="19" y="291"/>
                  </a:lnTo>
                  <a:lnTo>
                    <a:pt x="5" y="269"/>
                  </a:lnTo>
                  <a:lnTo>
                    <a:pt x="5" y="246"/>
                  </a:lnTo>
                  <a:lnTo>
                    <a:pt x="14" y="219"/>
                  </a:lnTo>
                  <a:lnTo>
                    <a:pt x="14" y="161"/>
                  </a:lnTo>
                  <a:lnTo>
                    <a:pt x="0" y="107"/>
                  </a:lnTo>
                  <a:lnTo>
                    <a:pt x="5" y="67"/>
                  </a:lnTo>
                  <a:lnTo>
                    <a:pt x="5" y="0"/>
                  </a:lnTo>
                  <a:lnTo>
                    <a:pt x="40" y="101"/>
                  </a:lnTo>
                  <a:lnTo>
                    <a:pt x="71" y="197"/>
                  </a:lnTo>
                  <a:lnTo>
                    <a:pt x="93" y="300"/>
                  </a:lnTo>
                  <a:lnTo>
                    <a:pt x="115" y="368"/>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4992" name="Freeform 184"/>
            <p:cNvSpPr>
              <a:spLocks/>
            </p:cNvSpPr>
            <p:nvPr/>
          </p:nvSpPr>
          <p:spPr bwMode="auto">
            <a:xfrm>
              <a:off x="233" y="1992"/>
              <a:ext cx="41" cy="14"/>
            </a:xfrm>
            <a:custGeom>
              <a:avLst/>
              <a:gdLst>
                <a:gd name="T0" fmla="*/ 0 w 206"/>
                <a:gd name="T1" fmla="*/ 0 h 69"/>
                <a:gd name="T2" fmla="*/ 0 w 206"/>
                <a:gd name="T3" fmla="*/ 0 h 69"/>
                <a:gd name="T4" fmla="*/ 0 w 206"/>
                <a:gd name="T5" fmla="*/ 0 h 69"/>
                <a:gd name="T6" fmla="*/ 0 w 206"/>
                <a:gd name="T7" fmla="*/ 0 h 69"/>
                <a:gd name="T8" fmla="*/ 0 w 206"/>
                <a:gd name="T9" fmla="*/ 0 h 69"/>
                <a:gd name="T10" fmla="*/ 0 w 206"/>
                <a:gd name="T11" fmla="*/ 0 h 69"/>
                <a:gd name="T12" fmla="*/ 0 w 206"/>
                <a:gd name="T13" fmla="*/ 0 h 69"/>
                <a:gd name="T14" fmla="*/ 0 w 206"/>
                <a:gd name="T15" fmla="*/ 0 h 69"/>
                <a:gd name="T16" fmla="*/ 0 w 206"/>
                <a:gd name="T17" fmla="*/ 0 h 69"/>
                <a:gd name="T18" fmla="*/ 0 w 206"/>
                <a:gd name="T19" fmla="*/ 0 h 69"/>
                <a:gd name="T20" fmla="*/ 0 w 206"/>
                <a:gd name="T21" fmla="*/ 0 h 6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06" h="69">
                  <a:moveTo>
                    <a:pt x="42" y="34"/>
                  </a:moveTo>
                  <a:lnTo>
                    <a:pt x="87" y="15"/>
                  </a:lnTo>
                  <a:lnTo>
                    <a:pt x="129" y="3"/>
                  </a:lnTo>
                  <a:lnTo>
                    <a:pt x="184" y="0"/>
                  </a:lnTo>
                  <a:lnTo>
                    <a:pt x="206" y="4"/>
                  </a:lnTo>
                  <a:lnTo>
                    <a:pt x="196" y="26"/>
                  </a:lnTo>
                  <a:lnTo>
                    <a:pt x="174" y="43"/>
                  </a:lnTo>
                  <a:lnTo>
                    <a:pt x="126" y="57"/>
                  </a:lnTo>
                  <a:lnTo>
                    <a:pt x="50" y="69"/>
                  </a:lnTo>
                  <a:lnTo>
                    <a:pt x="0" y="65"/>
                  </a:lnTo>
                  <a:lnTo>
                    <a:pt x="42" y="34"/>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4993" name="Freeform 185"/>
            <p:cNvSpPr>
              <a:spLocks/>
            </p:cNvSpPr>
            <p:nvPr/>
          </p:nvSpPr>
          <p:spPr bwMode="auto">
            <a:xfrm>
              <a:off x="284" y="1999"/>
              <a:ext cx="25" cy="31"/>
            </a:xfrm>
            <a:custGeom>
              <a:avLst/>
              <a:gdLst>
                <a:gd name="T0" fmla="*/ 0 w 124"/>
                <a:gd name="T1" fmla="*/ 0 h 154"/>
                <a:gd name="T2" fmla="*/ 0 w 124"/>
                <a:gd name="T3" fmla="*/ 0 h 154"/>
                <a:gd name="T4" fmla="*/ 0 w 124"/>
                <a:gd name="T5" fmla="*/ 0 h 154"/>
                <a:gd name="T6" fmla="*/ 0 w 124"/>
                <a:gd name="T7" fmla="*/ 0 h 154"/>
                <a:gd name="T8" fmla="*/ 0 w 124"/>
                <a:gd name="T9" fmla="*/ 0 h 154"/>
                <a:gd name="T10" fmla="*/ 0 w 124"/>
                <a:gd name="T11" fmla="*/ 0 h 154"/>
                <a:gd name="T12" fmla="*/ 0 w 124"/>
                <a:gd name="T13" fmla="*/ 0 h 154"/>
                <a:gd name="T14" fmla="*/ 0 w 124"/>
                <a:gd name="T15" fmla="*/ 0 h 154"/>
                <a:gd name="T16" fmla="*/ 0 w 124"/>
                <a:gd name="T17" fmla="*/ 0 h 154"/>
                <a:gd name="T18" fmla="*/ 0 w 124"/>
                <a:gd name="T19" fmla="*/ 0 h 154"/>
                <a:gd name="T20" fmla="*/ 0 w 124"/>
                <a:gd name="T21" fmla="*/ 0 h 154"/>
                <a:gd name="T22" fmla="*/ 0 w 124"/>
                <a:gd name="T23" fmla="*/ 0 h 154"/>
                <a:gd name="T24" fmla="*/ 0 w 124"/>
                <a:gd name="T25" fmla="*/ 0 h 1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24" h="154">
                  <a:moveTo>
                    <a:pt x="67" y="43"/>
                  </a:moveTo>
                  <a:lnTo>
                    <a:pt x="82" y="9"/>
                  </a:lnTo>
                  <a:lnTo>
                    <a:pt x="106" y="0"/>
                  </a:lnTo>
                  <a:lnTo>
                    <a:pt x="122" y="7"/>
                  </a:lnTo>
                  <a:lnTo>
                    <a:pt x="124" y="25"/>
                  </a:lnTo>
                  <a:lnTo>
                    <a:pt x="114" y="55"/>
                  </a:lnTo>
                  <a:lnTo>
                    <a:pt x="95" y="82"/>
                  </a:lnTo>
                  <a:lnTo>
                    <a:pt x="73" y="108"/>
                  </a:lnTo>
                  <a:lnTo>
                    <a:pt x="45" y="133"/>
                  </a:lnTo>
                  <a:lnTo>
                    <a:pt x="0" y="154"/>
                  </a:lnTo>
                  <a:lnTo>
                    <a:pt x="40" y="110"/>
                  </a:lnTo>
                  <a:lnTo>
                    <a:pt x="53" y="78"/>
                  </a:lnTo>
                  <a:lnTo>
                    <a:pt x="67" y="43"/>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4994" name="Freeform 186"/>
            <p:cNvSpPr>
              <a:spLocks/>
            </p:cNvSpPr>
            <p:nvPr/>
          </p:nvSpPr>
          <p:spPr bwMode="auto">
            <a:xfrm>
              <a:off x="208" y="1836"/>
              <a:ext cx="60" cy="37"/>
            </a:xfrm>
            <a:custGeom>
              <a:avLst/>
              <a:gdLst>
                <a:gd name="T0" fmla="*/ 0 w 298"/>
                <a:gd name="T1" fmla="*/ 0 h 186"/>
                <a:gd name="T2" fmla="*/ 0 w 298"/>
                <a:gd name="T3" fmla="*/ 0 h 186"/>
                <a:gd name="T4" fmla="*/ 0 w 298"/>
                <a:gd name="T5" fmla="*/ 0 h 186"/>
                <a:gd name="T6" fmla="*/ 0 w 298"/>
                <a:gd name="T7" fmla="*/ 0 h 186"/>
                <a:gd name="T8" fmla="*/ 0 w 298"/>
                <a:gd name="T9" fmla="*/ 0 h 186"/>
                <a:gd name="T10" fmla="*/ 0 w 298"/>
                <a:gd name="T11" fmla="*/ 0 h 186"/>
                <a:gd name="T12" fmla="*/ 0 w 298"/>
                <a:gd name="T13" fmla="*/ 0 h 186"/>
                <a:gd name="T14" fmla="*/ 0 w 298"/>
                <a:gd name="T15" fmla="*/ 0 h 186"/>
                <a:gd name="T16" fmla="*/ 0 w 298"/>
                <a:gd name="T17" fmla="*/ 0 h 186"/>
                <a:gd name="T18" fmla="*/ 0 w 298"/>
                <a:gd name="T19" fmla="*/ 0 h 186"/>
                <a:gd name="T20" fmla="*/ 0 w 298"/>
                <a:gd name="T21" fmla="*/ 0 h 186"/>
                <a:gd name="T22" fmla="*/ 0 w 298"/>
                <a:gd name="T23" fmla="*/ 0 h 18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98" h="186">
                  <a:moveTo>
                    <a:pt x="298" y="186"/>
                  </a:moveTo>
                  <a:lnTo>
                    <a:pt x="289" y="109"/>
                  </a:lnTo>
                  <a:lnTo>
                    <a:pt x="226" y="82"/>
                  </a:lnTo>
                  <a:lnTo>
                    <a:pt x="142" y="49"/>
                  </a:lnTo>
                  <a:lnTo>
                    <a:pt x="80" y="25"/>
                  </a:lnTo>
                  <a:lnTo>
                    <a:pt x="23" y="0"/>
                  </a:lnTo>
                  <a:lnTo>
                    <a:pt x="0" y="53"/>
                  </a:lnTo>
                  <a:lnTo>
                    <a:pt x="55" y="84"/>
                  </a:lnTo>
                  <a:lnTo>
                    <a:pt x="119" y="107"/>
                  </a:lnTo>
                  <a:lnTo>
                    <a:pt x="168" y="122"/>
                  </a:lnTo>
                  <a:lnTo>
                    <a:pt x="229" y="154"/>
                  </a:lnTo>
                  <a:lnTo>
                    <a:pt x="298" y="186"/>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grpSp>
      <p:grpSp>
        <p:nvGrpSpPr>
          <p:cNvPr id="244779" name="Group 187"/>
          <p:cNvGrpSpPr>
            <a:grpSpLocks/>
          </p:cNvGrpSpPr>
          <p:nvPr/>
        </p:nvGrpSpPr>
        <p:grpSpPr bwMode="auto">
          <a:xfrm>
            <a:off x="348405" y="4953001"/>
            <a:ext cx="211534" cy="265113"/>
            <a:chOff x="141" y="2010"/>
            <a:chExt cx="123" cy="167"/>
          </a:xfrm>
        </p:grpSpPr>
        <p:sp>
          <p:nvSpPr>
            <p:cNvPr id="244979" name="Freeform 188"/>
            <p:cNvSpPr>
              <a:spLocks/>
            </p:cNvSpPr>
            <p:nvPr/>
          </p:nvSpPr>
          <p:spPr bwMode="auto">
            <a:xfrm>
              <a:off x="141" y="2010"/>
              <a:ext cx="123" cy="167"/>
            </a:xfrm>
            <a:custGeom>
              <a:avLst/>
              <a:gdLst>
                <a:gd name="T0" fmla="*/ 0 w 617"/>
                <a:gd name="T1" fmla="*/ 0 h 835"/>
                <a:gd name="T2" fmla="*/ 0 w 617"/>
                <a:gd name="T3" fmla="*/ 0 h 835"/>
                <a:gd name="T4" fmla="*/ 0 w 617"/>
                <a:gd name="T5" fmla="*/ 0 h 835"/>
                <a:gd name="T6" fmla="*/ 0 w 617"/>
                <a:gd name="T7" fmla="*/ 0 h 835"/>
                <a:gd name="T8" fmla="*/ 0 w 617"/>
                <a:gd name="T9" fmla="*/ 0 h 835"/>
                <a:gd name="T10" fmla="*/ 0 w 617"/>
                <a:gd name="T11" fmla="*/ 0 h 835"/>
                <a:gd name="T12" fmla="*/ 0 w 617"/>
                <a:gd name="T13" fmla="*/ 0 h 835"/>
                <a:gd name="T14" fmla="*/ 0 w 617"/>
                <a:gd name="T15" fmla="*/ 0 h 835"/>
                <a:gd name="T16" fmla="*/ 0 w 617"/>
                <a:gd name="T17" fmla="*/ 0 h 835"/>
                <a:gd name="T18" fmla="*/ 0 w 617"/>
                <a:gd name="T19" fmla="*/ 0 h 835"/>
                <a:gd name="T20" fmla="*/ 0 w 617"/>
                <a:gd name="T21" fmla="*/ 0 h 835"/>
                <a:gd name="T22" fmla="*/ 0 w 617"/>
                <a:gd name="T23" fmla="*/ 0 h 835"/>
                <a:gd name="T24" fmla="*/ 0 w 617"/>
                <a:gd name="T25" fmla="*/ 0 h 835"/>
                <a:gd name="T26" fmla="*/ 0 w 617"/>
                <a:gd name="T27" fmla="*/ 0 h 835"/>
                <a:gd name="T28" fmla="*/ 0 w 617"/>
                <a:gd name="T29" fmla="*/ 0 h 835"/>
                <a:gd name="T30" fmla="*/ 0 w 617"/>
                <a:gd name="T31" fmla="*/ 0 h 835"/>
                <a:gd name="T32" fmla="*/ 0 w 617"/>
                <a:gd name="T33" fmla="*/ 0 h 835"/>
                <a:gd name="T34" fmla="*/ 0 w 617"/>
                <a:gd name="T35" fmla="*/ 0 h 835"/>
                <a:gd name="T36" fmla="*/ 0 w 617"/>
                <a:gd name="T37" fmla="*/ 0 h 835"/>
                <a:gd name="T38" fmla="*/ 0 w 617"/>
                <a:gd name="T39" fmla="*/ 0 h 835"/>
                <a:gd name="T40" fmla="*/ 0 w 617"/>
                <a:gd name="T41" fmla="*/ 0 h 835"/>
                <a:gd name="T42" fmla="*/ 0 w 617"/>
                <a:gd name="T43" fmla="*/ 0 h 835"/>
                <a:gd name="T44" fmla="*/ 0 w 617"/>
                <a:gd name="T45" fmla="*/ 0 h 835"/>
                <a:gd name="T46" fmla="*/ 0 w 617"/>
                <a:gd name="T47" fmla="*/ 0 h 835"/>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617" h="835">
                  <a:moveTo>
                    <a:pt x="342" y="123"/>
                  </a:moveTo>
                  <a:lnTo>
                    <a:pt x="229" y="113"/>
                  </a:lnTo>
                  <a:lnTo>
                    <a:pt x="160" y="96"/>
                  </a:lnTo>
                  <a:lnTo>
                    <a:pt x="139" y="64"/>
                  </a:lnTo>
                  <a:lnTo>
                    <a:pt x="139" y="38"/>
                  </a:lnTo>
                  <a:lnTo>
                    <a:pt x="121" y="15"/>
                  </a:lnTo>
                  <a:lnTo>
                    <a:pt x="58" y="0"/>
                  </a:lnTo>
                  <a:lnTo>
                    <a:pt x="0" y="5"/>
                  </a:lnTo>
                  <a:lnTo>
                    <a:pt x="70" y="650"/>
                  </a:lnTo>
                  <a:lnTo>
                    <a:pt x="121" y="710"/>
                  </a:lnTo>
                  <a:lnTo>
                    <a:pt x="183" y="768"/>
                  </a:lnTo>
                  <a:lnTo>
                    <a:pt x="273" y="813"/>
                  </a:lnTo>
                  <a:lnTo>
                    <a:pt x="377" y="827"/>
                  </a:lnTo>
                  <a:lnTo>
                    <a:pt x="518" y="835"/>
                  </a:lnTo>
                  <a:lnTo>
                    <a:pt x="599" y="823"/>
                  </a:lnTo>
                  <a:lnTo>
                    <a:pt x="617" y="777"/>
                  </a:lnTo>
                  <a:lnTo>
                    <a:pt x="608" y="718"/>
                  </a:lnTo>
                  <a:lnTo>
                    <a:pt x="550" y="537"/>
                  </a:lnTo>
                  <a:lnTo>
                    <a:pt x="500" y="357"/>
                  </a:lnTo>
                  <a:lnTo>
                    <a:pt x="478" y="221"/>
                  </a:lnTo>
                  <a:lnTo>
                    <a:pt x="478" y="186"/>
                  </a:lnTo>
                  <a:lnTo>
                    <a:pt x="446" y="136"/>
                  </a:lnTo>
                  <a:lnTo>
                    <a:pt x="409" y="123"/>
                  </a:lnTo>
                  <a:lnTo>
                    <a:pt x="342" y="123"/>
                  </a:lnTo>
                  <a:close/>
                </a:path>
              </a:pathLst>
            </a:custGeom>
            <a:solidFill>
              <a:srgbClr val="404040"/>
            </a:solidFill>
            <a:ln w="3175">
              <a:solidFill>
                <a:srgbClr val="000000"/>
              </a:solidFill>
              <a:prstDash val="solid"/>
              <a:round/>
              <a:headEnd/>
              <a:tailEnd/>
            </a:ln>
          </p:spPr>
          <p:txBody>
            <a:bodyPr/>
            <a:lstStyle/>
            <a:p>
              <a:endParaRPr lang="zh-CN" altLang="en-US" b="1">
                <a:solidFill>
                  <a:srgbClr val="000099"/>
                </a:solidFill>
              </a:endParaRPr>
            </a:p>
          </p:txBody>
        </p:sp>
        <p:sp>
          <p:nvSpPr>
            <p:cNvPr id="244980" name="Freeform 189"/>
            <p:cNvSpPr>
              <a:spLocks/>
            </p:cNvSpPr>
            <p:nvPr/>
          </p:nvSpPr>
          <p:spPr bwMode="auto">
            <a:xfrm>
              <a:off x="143" y="2019"/>
              <a:ext cx="106" cy="153"/>
            </a:xfrm>
            <a:custGeom>
              <a:avLst/>
              <a:gdLst>
                <a:gd name="T0" fmla="*/ 0 w 531"/>
                <a:gd name="T1" fmla="*/ 0 h 766"/>
                <a:gd name="T2" fmla="*/ 0 w 531"/>
                <a:gd name="T3" fmla="*/ 0 h 766"/>
                <a:gd name="T4" fmla="*/ 0 w 531"/>
                <a:gd name="T5" fmla="*/ 0 h 766"/>
                <a:gd name="T6" fmla="*/ 0 w 531"/>
                <a:gd name="T7" fmla="*/ 0 h 766"/>
                <a:gd name="T8" fmla="*/ 0 w 531"/>
                <a:gd name="T9" fmla="*/ 0 h 766"/>
                <a:gd name="T10" fmla="*/ 0 w 531"/>
                <a:gd name="T11" fmla="*/ 0 h 766"/>
                <a:gd name="T12" fmla="*/ 0 w 531"/>
                <a:gd name="T13" fmla="*/ 0 h 766"/>
                <a:gd name="T14" fmla="*/ 0 w 531"/>
                <a:gd name="T15" fmla="*/ 0 h 766"/>
                <a:gd name="T16" fmla="*/ 0 w 531"/>
                <a:gd name="T17" fmla="*/ 0 h 766"/>
                <a:gd name="T18" fmla="*/ 0 w 531"/>
                <a:gd name="T19" fmla="*/ 0 h 766"/>
                <a:gd name="T20" fmla="*/ 0 w 531"/>
                <a:gd name="T21" fmla="*/ 0 h 766"/>
                <a:gd name="T22" fmla="*/ 0 w 531"/>
                <a:gd name="T23" fmla="*/ 0 h 766"/>
                <a:gd name="T24" fmla="*/ 0 w 531"/>
                <a:gd name="T25" fmla="*/ 0 h 766"/>
                <a:gd name="T26" fmla="*/ 0 w 531"/>
                <a:gd name="T27" fmla="*/ 0 h 766"/>
                <a:gd name="T28" fmla="*/ 0 w 531"/>
                <a:gd name="T29" fmla="*/ 0 h 766"/>
                <a:gd name="T30" fmla="*/ 0 w 531"/>
                <a:gd name="T31" fmla="*/ 0 h 766"/>
                <a:gd name="T32" fmla="*/ 0 w 531"/>
                <a:gd name="T33" fmla="*/ 0 h 766"/>
                <a:gd name="T34" fmla="*/ 0 w 531"/>
                <a:gd name="T35" fmla="*/ 0 h 766"/>
                <a:gd name="T36" fmla="*/ 0 w 531"/>
                <a:gd name="T37" fmla="*/ 0 h 766"/>
                <a:gd name="T38" fmla="*/ 0 w 531"/>
                <a:gd name="T39" fmla="*/ 0 h 766"/>
                <a:gd name="T40" fmla="*/ 0 w 531"/>
                <a:gd name="T41" fmla="*/ 0 h 76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31" h="766">
                  <a:moveTo>
                    <a:pt x="347" y="154"/>
                  </a:moveTo>
                  <a:lnTo>
                    <a:pt x="248" y="150"/>
                  </a:lnTo>
                  <a:lnTo>
                    <a:pt x="143" y="131"/>
                  </a:lnTo>
                  <a:lnTo>
                    <a:pt x="81" y="99"/>
                  </a:lnTo>
                  <a:lnTo>
                    <a:pt x="46" y="72"/>
                  </a:lnTo>
                  <a:lnTo>
                    <a:pt x="0" y="0"/>
                  </a:lnTo>
                  <a:lnTo>
                    <a:pt x="67" y="589"/>
                  </a:lnTo>
                  <a:lnTo>
                    <a:pt x="113" y="643"/>
                  </a:lnTo>
                  <a:lnTo>
                    <a:pt x="162" y="694"/>
                  </a:lnTo>
                  <a:lnTo>
                    <a:pt x="225" y="729"/>
                  </a:lnTo>
                  <a:lnTo>
                    <a:pt x="279" y="747"/>
                  </a:lnTo>
                  <a:lnTo>
                    <a:pt x="347" y="756"/>
                  </a:lnTo>
                  <a:lnTo>
                    <a:pt x="409" y="766"/>
                  </a:lnTo>
                  <a:lnTo>
                    <a:pt x="480" y="766"/>
                  </a:lnTo>
                  <a:lnTo>
                    <a:pt x="512" y="756"/>
                  </a:lnTo>
                  <a:lnTo>
                    <a:pt x="531" y="729"/>
                  </a:lnTo>
                  <a:lnTo>
                    <a:pt x="522" y="685"/>
                  </a:lnTo>
                  <a:lnTo>
                    <a:pt x="476" y="581"/>
                  </a:lnTo>
                  <a:lnTo>
                    <a:pt x="399" y="229"/>
                  </a:lnTo>
                  <a:lnTo>
                    <a:pt x="387" y="180"/>
                  </a:lnTo>
                  <a:lnTo>
                    <a:pt x="347" y="154"/>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grpSp>
      <p:sp>
        <p:nvSpPr>
          <p:cNvPr id="244780" name="Freeform 190"/>
          <p:cNvSpPr>
            <a:spLocks/>
          </p:cNvSpPr>
          <p:nvPr/>
        </p:nvSpPr>
        <p:spPr bwMode="auto">
          <a:xfrm>
            <a:off x="867782" y="5254625"/>
            <a:ext cx="15478" cy="223838"/>
          </a:xfrm>
          <a:custGeom>
            <a:avLst/>
            <a:gdLst>
              <a:gd name="T0" fmla="*/ 2147483646 w 43"/>
              <a:gd name="T1" fmla="*/ 0 h 703"/>
              <a:gd name="T2" fmla="*/ 2147483646 w 43"/>
              <a:gd name="T3" fmla="*/ 2147483646 h 703"/>
              <a:gd name="T4" fmla="*/ 2147483646 w 43"/>
              <a:gd name="T5" fmla="*/ 2147483646 h 703"/>
              <a:gd name="T6" fmla="*/ 2147483646 w 43"/>
              <a:gd name="T7" fmla="*/ 2147483646 h 703"/>
              <a:gd name="T8" fmla="*/ 2147483646 w 43"/>
              <a:gd name="T9" fmla="*/ 2147483646 h 703"/>
              <a:gd name="T10" fmla="*/ 2147483646 w 43"/>
              <a:gd name="T11" fmla="*/ 2147483646 h 703"/>
              <a:gd name="T12" fmla="*/ 2147483646 w 43"/>
              <a:gd name="T13" fmla="*/ 2147483646 h 703"/>
              <a:gd name="T14" fmla="*/ 0 w 43"/>
              <a:gd name="T15" fmla="*/ 2147483646 h 703"/>
              <a:gd name="T16" fmla="*/ 2147483646 w 43"/>
              <a:gd name="T17" fmla="*/ 2147483646 h 703"/>
              <a:gd name="T18" fmla="*/ 2147483646 w 43"/>
              <a:gd name="T19" fmla="*/ 2147483646 h 703"/>
              <a:gd name="T20" fmla="*/ 2147483646 w 43"/>
              <a:gd name="T21" fmla="*/ 2147483646 h 703"/>
              <a:gd name="T22" fmla="*/ 2147483646 w 43"/>
              <a:gd name="T23" fmla="*/ 2147483646 h 703"/>
              <a:gd name="T24" fmla="*/ 2147483646 w 43"/>
              <a:gd name="T25" fmla="*/ 2147483646 h 703"/>
              <a:gd name="T26" fmla="*/ 2147483646 w 43"/>
              <a:gd name="T27" fmla="*/ 2147483646 h 703"/>
              <a:gd name="T28" fmla="*/ 2147483646 w 43"/>
              <a:gd name="T29" fmla="*/ 0 h 70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43" h="703">
                <a:moveTo>
                  <a:pt x="29" y="0"/>
                </a:moveTo>
                <a:lnTo>
                  <a:pt x="43" y="36"/>
                </a:lnTo>
                <a:lnTo>
                  <a:pt x="27" y="63"/>
                </a:lnTo>
                <a:lnTo>
                  <a:pt x="14" y="122"/>
                </a:lnTo>
                <a:lnTo>
                  <a:pt x="32" y="176"/>
                </a:lnTo>
                <a:lnTo>
                  <a:pt x="21" y="491"/>
                </a:lnTo>
                <a:lnTo>
                  <a:pt x="21" y="693"/>
                </a:lnTo>
                <a:lnTo>
                  <a:pt x="0" y="703"/>
                </a:lnTo>
                <a:lnTo>
                  <a:pt x="2" y="284"/>
                </a:lnTo>
                <a:lnTo>
                  <a:pt x="21" y="184"/>
                </a:lnTo>
                <a:lnTo>
                  <a:pt x="10" y="137"/>
                </a:lnTo>
                <a:lnTo>
                  <a:pt x="4" y="120"/>
                </a:lnTo>
                <a:lnTo>
                  <a:pt x="12" y="69"/>
                </a:lnTo>
                <a:lnTo>
                  <a:pt x="27" y="40"/>
                </a:lnTo>
                <a:lnTo>
                  <a:pt x="29"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4781" name="Freeform 191"/>
          <p:cNvSpPr>
            <a:spLocks/>
          </p:cNvSpPr>
          <p:nvPr/>
        </p:nvSpPr>
        <p:spPr bwMode="auto">
          <a:xfrm>
            <a:off x="805870" y="5257801"/>
            <a:ext cx="37835" cy="11113"/>
          </a:xfrm>
          <a:custGeom>
            <a:avLst/>
            <a:gdLst>
              <a:gd name="T0" fmla="*/ 2147483646 w 112"/>
              <a:gd name="T1" fmla="*/ 0 h 36"/>
              <a:gd name="T2" fmla="*/ 2147483646 w 112"/>
              <a:gd name="T3" fmla="*/ 2147483646 h 36"/>
              <a:gd name="T4" fmla="*/ 2147483646 w 112"/>
              <a:gd name="T5" fmla="*/ 2147483646 h 36"/>
              <a:gd name="T6" fmla="*/ 0 w 112"/>
              <a:gd name="T7" fmla="*/ 2147483646 h 36"/>
              <a:gd name="T8" fmla="*/ 2147483646 w 112"/>
              <a:gd name="T9" fmla="*/ 2147483646 h 36"/>
              <a:gd name="T10" fmla="*/ 2147483646 w 112"/>
              <a:gd name="T11" fmla="*/ 0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2" h="36">
                <a:moveTo>
                  <a:pt x="112" y="0"/>
                </a:moveTo>
                <a:lnTo>
                  <a:pt x="57" y="26"/>
                </a:lnTo>
                <a:lnTo>
                  <a:pt x="9" y="36"/>
                </a:lnTo>
                <a:lnTo>
                  <a:pt x="0" y="36"/>
                </a:lnTo>
                <a:lnTo>
                  <a:pt x="29" y="11"/>
                </a:lnTo>
                <a:lnTo>
                  <a:pt x="112"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4782" name="Freeform 192"/>
          <p:cNvSpPr>
            <a:spLocks/>
          </p:cNvSpPr>
          <p:nvPr/>
        </p:nvSpPr>
        <p:spPr bwMode="auto">
          <a:xfrm>
            <a:off x="645929" y="4676775"/>
            <a:ext cx="51594" cy="128588"/>
          </a:xfrm>
          <a:custGeom>
            <a:avLst/>
            <a:gdLst>
              <a:gd name="T0" fmla="*/ 0 w 150"/>
              <a:gd name="T1" fmla="*/ 0 h 407"/>
              <a:gd name="T2" fmla="*/ 2147483646 w 150"/>
              <a:gd name="T3" fmla="*/ 2147483646 h 407"/>
              <a:gd name="T4" fmla="*/ 2147483646 w 150"/>
              <a:gd name="T5" fmla="*/ 2147483646 h 407"/>
              <a:gd name="T6" fmla="*/ 2147483646 w 150"/>
              <a:gd name="T7" fmla="*/ 2147483646 h 407"/>
              <a:gd name="T8" fmla="*/ 2147483646 w 150"/>
              <a:gd name="T9" fmla="*/ 2147483646 h 407"/>
              <a:gd name="T10" fmla="*/ 2147483646 w 150"/>
              <a:gd name="T11" fmla="*/ 2147483646 h 407"/>
              <a:gd name="T12" fmla="*/ 2147483646 w 150"/>
              <a:gd name="T13" fmla="*/ 2147483646 h 407"/>
              <a:gd name="T14" fmla="*/ 2147483646 w 150"/>
              <a:gd name="T15" fmla="*/ 2147483646 h 407"/>
              <a:gd name="T16" fmla="*/ 2147483646 w 150"/>
              <a:gd name="T17" fmla="*/ 2147483646 h 407"/>
              <a:gd name="T18" fmla="*/ 2147483646 w 150"/>
              <a:gd name="T19" fmla="*/ 2147483646 h 407"/>
              <a:gd name="T20" fmla="*/ 2147483646 w 150"/>
              <a:gd name="T21" fmla="*/ 2147483646 h 407"/>
              <a:gd name="T22" fmla="*/ 2147483646 w 150"/>
              <a:gd name="T23" fmla="*/ 2147483646 h 407"/>
              <a:gd name="T24" fmla="*/ 2147483646 w 150"/>
              <a:gd name="T25" fmla="*/ 2147483646 h 407"/>
              <a:gd name="T26" fmla="*/ 2147483646 w 150"/>
              <a:gd name="T27" fmla="*/ 2147483646 h 407"/>
              <a:gd name="T28" fmla="*/ 2147483646 w 150"/>
              <a:gd name="T29" fmla="*/ 2147483646 h 407"/>
              <a:gd name="T30" fmla="*/ 2147483646 w 150"/>
              <a:gd name="T31" fmla="*/ 2147483646 h 407"/>
              <a:gd name="T32" fmla="*/ 2147483646 w 150"/>
              <a:gd name="T33" fmla="*/ 2147483646 h 407"/>
              <a:gd name="T34" fmla="*/ 2147483646 w 150"/>
              <a:gd name="T35" fmla="*/ 2147483646 h 407"/>
              <a:gd name="T36" fmla="*/ 2147483646 w 150"/>
              <a:gd name="T37" fmla="*/ 2147483646 h 407"/>
              <a:gd name="T38" fmla="*/ 2147483646 w 150"/>
              <a:gd name="T39" fmla="*/ 2147483646 h 407"/>
              <a:gd name="T40" fmla="*/ 2147483646 w 150"/>
              <a:gd name="T41" fmla="*/ 2147483646 h 407"/>
              <a:gd name="T42" fmla="*/ 2147483646 w 150"/>
              <a:gd name="T43" fmla="*/ 2147483646 h 407"/>
              <a:gd name="T44" fmla="*/ 2147483646 w 150"/>
              <a:gd name="T45" fmla="*/ 2147483646 h 407"/>
              <a:gd name="T46" fmla="*/ 2147483646 w 150"/>
              <a:gd name="T47" fmla="*/ 2147483646 h 407"/>
              <a:gd name="T48" fmla="*/ 2147483646 w 150"/>
              <a:gd name="T49" fmla="*/ 2147483646 h 40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50" h="407">
                <a:moveTo>
                  <a:pt x="0" y="0"/>
                </a:moveTo>
                <a:lnTo>
                  <a:pt x="20" y="10"/>
                </a:lnTo>
                <a:lnTo>
                  <a:pt x="17" y="34"/>
                </a:lnTo>
                <a:lnTo>
                  <a:pt x="36" y="22"/>
                </a:lnTo>
                <a:lnTo>
                  <a:pt x="33" y="50"/>
                </a:lnTo>
                <a:lnTo>
                  <a:pt x="58" y="46"/>
                </a:lnTo>
                <a:lnTo>
                  <a:pt x="39" y="69"/>
                </a:lnTo>
                <a:lnTo>
                  <a:pt x="91" y="73"/>
                </a:lnTo>
                <a:lnTo>
                  <a:pt x="61" y="101"/>
                </a:lnTo>
                <a:lnTo>
                  <a:pt x="105" y="101"/>
                </a:lnTo>
                <a:lnTo>
                  <a:pt x="75" y="130"/>
                </a:lnTo>
                <a:lnTo>
                  <a:pt x="121" y="127"/>
                </a:lnTo>
                <a:lnTo>
                  <a:pt x="92" y="167"/>
                </a:lnTo>
                <a:lnTo>
                  <a:pt x="133" y="164"/>
                </a:lnTo>
                <a:lnTo>
                  <a:pt x="98" y="199"/>
                </a:lnTo>
                <a:lnTo>
                  <a:pt x="150" y="205"/>
                </a:lnTo>
                <a:lnTo>
                  <a:pt x="105" y="237"/>
                </a:lnTo>
                <a:lnTo>
                  <a:pt x="150" y="250"/>
                </a:lnTo>
                <a:lnTo>
                  <a:pt x="101" y="266"/>
                </a:lnTo>
                <a:lnTo>
                  <a:pt x="146" y="293"/>
                </a:lnTo>
                <a:lnTo>
                  <a:pt x="98" y="312"/>
                </a:lnTo>
                <a:lnTo>
                  <a:pt x="140" y="343"/>
                </a:lnTo>
                <a:lnTo>
                  <a:pt x="98" y="355"/>
                </a:lnTo>
                <a:lnTo>
                  <a:pt x="121" y="382"/>
                </a:lnTo>
                <a:lnTo>
                  <a:pt x="88" y="407"/>
                </a:lnTo>
              </a:path>
            </a:pathLst>
          </a:custGeom>
          <a:noFill/>
          <a:ln w="31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b="1">
              <a:solidFill>
                <a:srgbClr val="000099"/>
              </a:solidFill>
            </a:endParaRPr>
          </a:p>
        </p:txBody>
      </p:sp>
      <p:sp>
        <p:nvSpPr>
          <p:cNvPr id="244783" name="Text Box 193"/>
          <p:cNvSpPr txBox="1">
            <a:spLocks noChangeArrowheads="1"/>
          </p:cNvSpPr>
          <p:nvPr/>
        </p:nvSpPr>
        <p:spPr bwMode="auto">
          <a:xfrm>
            <a:off x="8526014" y="5392738"/>
            <a:ext cx="110799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1800" b="1">
                <a:solidFill>
                  <a:srgbClr val="000099"/>
                </a:solidFill>
                <a:latin typeface="Arial" charset="0"/>
                <a:ea typeface="黑体" pitchFamily="49" charset="-122"/>
              </a:rPr>
              <a:t>用户代理</a:t>
            </a:r>
          </a:p>
        </p:txBody>
      </p:sp>
      <p:sp>
        <p:nvSpPr>
          <p:cNvPr id="244784" name="Oval 194"/>
          <p:cNvSpPr>
            <a:spLocks noChangeArrowheads="1"/>
          </p:cNvSpPr>
          <p:nvPr/>
        </p:nvSpPr>
        <p:spPr bwMode="auto">
          <a:xfrm>
            <a:off x="931414" y="4783139"/>
            <a:ext cx="323321" cy="1619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grpSp>
        <p:nvGrpSpPr>
          <p:cNvPr id="244785" name="Group 195"/>
          <p:cNvGrpSpPr>
            <a:grpSpLocks/>
          </p:cNvGrpSpPr>
          <p:nvPr/>
        </p:nvGrpSpPr>
        <p:grpSpPr bwMode="auto">
          <a:xfrm>
            <a:off x="8692834" y="4419600"/>
            <a:ext cx="768746" cy="495300"/>
            <a:chOff x="4993" y="1674"/>
            <a:chExt cx="447" cy="312"/>
          </a:xfrm>
        </p:grpSpPr>
        <p:grpSp>
          <p:nvGrpSpPr>
            <p:cNvPr id="244928" name="Group 196"/>
            <p:cNvGrpSpPr>
              <a:grpSpLocks/>
            </p:cNvGrpSpPr>
            <p:nvPr/>
          </p:nvGrpSpPr>
          <p:grpSpPr bwMode="auto">
            <a:xfrm>
              <a:off x="4993" y="1674"/>
              <a:ext cx="345" cy="282"/>
              <a:chOff x="4993" y="1674"/>
              <a:chExt cx="345" cy="282"/>
            </a:xfrm>
          </p:grpSpPr>
          <p:grpSp>
            <p:nvGrpSpPr>
              <p:cNvPr id="244961" name="Group 197"/>
              <p:cNvGrpSpPr>
                <a:grpSpLocks/>
              </p:cNvGrpSpPr>
              <p:nvPr/>
            </p:nvGrpSpPr>
            <p:grpSpPr bwMode="auto">
              <a:xfrm>
                <a:off x="4993" y="1674"/>
                <a:ext cx="345" cy="282"/>
                <a:chOff x="4993" y="1674"/>
                <a:chExt cx="345" cy="282"/>
              </a:xfrm>
            </p:grpSpPr>
            <p:grpSp>
              <p:nvGrpSpPr>
                <p:cNvPr id="244970" name="Group 198"/>
                <p:cNvGrpSpPr>
                  <a:grpSpLocks/>
                </p:cNvGrpSpPr>
                <p:nvPr/>
              </p:nvGrpSpPr>
              <p:grpSpPr bwMode="auto">
                <a:xfrm>
                  <a:off x="4993" y="1833"/>
                  <a:ext cx="345" cy="123"/>
                  <a:chOff x="4993" y="1833"/>
                  <a:chExt cx="345" cy="123"/>
                </a:xfrm>
              </p:grpSpPr>
              <p:sp>
                <p:nvSpPr>
                  <p:cNvPr id="244976" name="Freeform 199"/>
                  <p:cNvSpPr>
                    <a:spLocks/>
                  </p:cNvSpPr>
                  <p:nvPr/>
                </p:nvSpPr>
                <p:spPr bwMode="auto">
                  <a:xfrm>
                    <a:off x="5140" y="1833"/>
                    <a:ext cx="198" cy="123"/>
                  </a:xfrm>
                  <a:custGeom>
                    <a:avLst/>
                    <a:gdLst>
                      <a:gd name="T0" fmla="*/ 0 w 1188"/>
                      <a:gd name="T1" fmla="*/ 0 h 738"/>
                      <a:gd name="T2" fmla="*/ 0 w 1188"/>
                      <a:gd name="T3" fmla="*/ 0 h 738"/>
                      <a:gd name="T4" fmla="*/ 0 w 1188"/>
                      <a:gd name="T5" fmla="*/ 0 h 738"/>
                      <a:gd name="T6" fmla="*/ 0 w 1188"/>
                      <a:gd name="T7" fmla="*/ 0 h 738"/>
                      <a:gd name="T8" fmla="*/ 0 w 1188"/>
                      <a:gd name="T9" fmla="*/ 0 h 73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88" h="738">
                        <a:moveTo>
                          <a:pt x="0" y="225"/>
                        </a:moveTo>
                        <a:lnTo>
                          <a:pt x="0" y="738"/>
                        </a:lnTo>
                        <a:lnTo>
                          <a:pt x="1188" y="360"/>
                        </a:lnTo>
                        <a:lnTo>
                          <a:pt x="1188" y="0"/>
                        </a:lnTo>
                        <a:lnTo>
                          <a:pt x="0" y="225"/>
                        </a:lnTo>
                        <a:close/>
                      </a:path>
                    </a:pathLst>
                  </a:custGeom>
                  <a:solidFill>
                    <a:srgbClr val="A0A0A0"/>
                  </a:solidFill>
                  <a:ln w="1588">
                    <a:solidFill>
                      <a:srgbClr val="000000"/>
                    </a:solidFill>
                    <a:prstDash val="solid"/>
                    <a:round/>
                    <a:headEnd/>
                    <a:tailEnd/>
                  </a:ln>
                </p:spPr>
                <p:txBody>
                  <a:bodyPr/>
                  <a:lstStyle/>
                  <a:p>
                    <a:endParaRPr lang="zh-CN" altLang="en-US" b="1">
                      <a:solidFill>
                        <a:srgbClr val="000099"/>
                      </a:solidFill>
                    </a:endParaRPr>
                  </a:p>
                </p:txBody>
              </p:sp>
              <p:sp>
                <p:nvSpPr>
                  <p:cNvPr id="244977" name="Freeform 200"/>
                  <p:cNvSpPr>
                    <a:spLocks/>
                  </p:cNvSpPr>
                  <p:nvPr/>
                </p:nvSpPr>
                <p:spPr bwMode="auto">
                  <a:xfrm>
                    <a:off x="4993" y="1862"/>
                    <a:ext cx="147" cy="94"/>
                  </a:xfrm>
                  <a:custGeom>
                    <a:avLst/>
                    <a:gdLst>
                      <a:gd name="T0" fmla="*/ 0 w 882"/>
                      <a:gd name="T1" fmla="*/ 0 h 563"/>
                      <a:gd name="T2" fmla="*/ 0 w 882"/>
                      <a:gd name="T3" fmla="*/ 0 h 563"/>
                      <a:gd name="T4" fmla="*/ 0 w 882"/>
                      <a:gd name="T5" fmla="*/ 0 h 563"/>
                      <a:gd name="T6" fmla="*/ 0 w 882"/>
                      <a:gd name="T7" fmla="*/ 0 h 563"/>
                      <a:gd name="T8" fmla="*/ 0 w 882"/>
                      <a:gd name="T9" fmla="*/ 0 h 5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82" h="563">
                        <a:moveTo>
                          <a:pt x="882" y="50"/>
                        </a:moveTo>
                        <a:lnTo>
                          <a:pt x="882" y="563"/>
                        </a:lnTo>
                        <a:lnTo>
                          <a:pt x="0" y="436"/>
                        </a:lnTo>
                        <a:lnTo>
                          <a:pt x="0" y="0"/>
                        </a:lnTo>
                        <a:lnTo>
                          <a:pt x="882" y="50"/>
                        </a:lnTo>
                        <a:close/>
                      </a:path>
                    </a:pathLst>
                  </a:custGeom>
                  <a:solidFill>
                    <a:srgbClr val="808080"/>
                  </a:solidFill>
                  <a:ln w="1588">
                    <a:solidFill>
                      <a:srgbClr val="000000"/>
                    </a:solidFill>
                    <a:prstDash val="solid"/>
                    <a:round/>
                    <a:headEnd/>
                    <a:tailEnd/>
                  </a:ln>
                </p:spPr>
                <p:txBody>
                  <a:bodyPr/>
                  <a:lstStyle/>
                  <a:p>
                    <a:endParaRPr lang="zh-CN" altLang="en-US" b="1">
                      <a:solidFill>
                        <a:srgbClr val="000099"/>
                      </a:solidFill>
                    </a:endParaRPr>
                  </a:p>
                </p:txBody>
              </p:sp>
              <p:sp>
                <p:nvSpPr>
                  <p:cNvPr id="244978" name="Freeform 201"/>
                  <p:cNvSpPr>
                    <a:spLocks/>
                  </p:cNvSpPr>
                  <p:nvPr/>
                </p:nvSpPr>
                <p:spPr bwMode="auto">
                  <a:xfrm>
                    <a:off x="4993" y="1833"/>
                    <a:ext cx="345" cy="38"/>
                  </a:xfrm>
                  <a:custGeom>
                    <a:avLst/>
                    <a:gdLst>
                      <a:gd name="T0" fmla="*/ 0 w 2070"/>
                      <a:gd name="T1" fmla="*/ 0 h 225"/>
                      <a:gd name="T2" fmla="*/ 0 w 2070"/>
                      <a:gd name="T3" fmla="*/ 0 h 225"/>
                      <a:gd name="T4" fmla="*/ 0 w 2070"/>
                      <a:gd name="T5" fmla="*/ 0 h 225"/>
                      <a:gd name="T6" fmla="*/ 0 w 2070"/>
                      <a:gd name="T7" fmla="*/ 0 h 225"/>
                      <a:gd name="T8" fmla="*/ 0 w 2070"/>
                      <a:gd name="T9" fmla="*/ 0 h 2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70" h="225">
                        <a:moveTo>
                          <a:pt x="0" y="175"/>
                        </a:moveTo>
                        <a:lnTo>
                          <a:pt x="892" y="225"/>
                        </a:lnTo>
                        <a:lnTo>
                          <a:pt x="2070" y="0"/>
                        </a:lnTo>
                        <a:lnTo>
                          <a:pt x="1202" y="0"/>
                        </a:lnTo>
                        <a:lnTo>
                          <a:pt x="0" y="175"/>
                        </a:lnTo>
                        <a:close/>
                      </a:path>
                    </a:pathLst>
                  </a:custGeom>
                  <a:solidFill>
                    <a:srgbClr val="C0C0C0"/>
                  </a:solidFill>
                  <a:ln w="1588">
                    <a:solidFill>
                      <a:srgbClr val="000000"/>
                    </a:solidFill>
                    <a:prstDash val="solid"/>
                    <a:round/>
                    <a:headEnd/>
                    <a:tailEnd/>
                  </a:ln>
                </p:spPr>
                <p:txBody>
                  <a:bodyPr/>
                  <a:lstStyle/>
                  <a:p>
                    <a:endParaRPr lang="zh-CN" altLang="en-US" b="1">
                      <a:solidFill>
                        <a:srgbClr val="000099"/>
                      </a:solidFill>
                    </a:endParaRPr>
                  </a:p>
                </p:txBody>
              </p:sp>
            </p:grpSp>
            <p:sp>
              <p:nvSpPr>
                <p:cNvPr id="244971" name="Freeform 202"/>
                <p:cNvSpPr>
                  <a:spLocks/>
                </p:cNvSpPr>
                <p:nvPr/>
              </p:nvSpPr>
              <p:spPr bwMode="auto">
                <a:xfrm>
                  <a:off x="5105" y="1823"/>
                  <a:ext cx="126" cy="35"/>
                </a:xfrm>
                <a:custGeom>
                  <a:avLst/>
                  <a:gdLst>
                    <a:gd name="T0" fmla="*/ 0 w 751"/>
                    <a:gd name="T1" fmla="*/ 0 h 210"/>
                    <a:gd name="T2" fmla="*/ 0 w 751"/>
                    <a:gd name="T3" fmla="*/ 0 h 210"/>
                    <a:gd name="T4" fmla="*/ 0 w 751"/>
                    <a:gd name="T5" fmla="*/ 0 h 210"/>
                    <a:gd name="T6" fmla="*/ 0 w 751"/>
                    <a:gd name="T7" fmla="*/ 0 h 210"/>
                    <a:gd name="T8" fmla="*/ 0 w 751"/>
                    <a:gd name="T9" fmla="*/ 0 h 210"/>
                    <a:gd name="T10" fmla="*/ 0 w 751"/>
                    <a:gd name="T11" fmla="*/ 0 h 21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51" h="210">
                      <a:moveTo>
                        <a:pt x="0" y="120"/>
                      </a:moveTo>
                      <a:lnTo>
                        <a:pt x="0" y="188"/>
                      </a:lnTo>
                      <a:lnTo>
                        <a:pt x="351" y="210"/>
                      </a:lnTo>
                      <a:lnTo>
                        <a:pt x="751" y="135"/>
                      </a:lnTo>
                      <a:lnTo>
                        <a:pt x="751" y="0"/>
                      </a:lnTo>
                      <a:lnTo>
                        <a:pt x="0" y="120"/>
                      </a:lnTo>
                      <a:close/>
                    </a:path>
                  </a:pathLst>
                </a:custGeom>
                <a:solidFill>
                  <a:srgbClr val="606060"/>
                </a:solidFill>
                <a:ln w="1588">
                  <a:solidFill>
                    <a:srgbClr val="000000"/>
                  </a:solidFill>
                  <a:prstDash val="solid"/>
                  <a:round/>
                  <a:headEnd/>
                  <a:tailEnd/>
                </a:ln>
              </p:spPr>
              <p:txBody>
                <a:bodyPr/>
                <a:lstStyle/>
                <a:p>
                  <a:endParaRPr lang="zh-CN" altLang="en-US" b="1">
                    <a:solidFill>
                      <a:srgbClr val="000099"/>
                    </a:solidFill>
                  </a:endParaRPr>
                </a:p>
              </p:txBody>
            </p:sp>
            <p:grpSp>
              <p:nvGrpSpPr>
                <p:cNvPr id="244972" name="Group 203"/>
                <p:cNvGrpSpPr>
                  <a:grpSpLocks/>
                </p:cNvGrpSpPr>
                <p:nvPr/>
              </p:nvGrpSpPr>
              <p:grpSpPr bwMode="auto">
                <a:xfrm>
                  <a:off x="5020" y="1674"/>
                  <a:ext cx="279" cy="176"/>
                  <a:chOff x="5020" y="1674"/>
                  <a:chExt cx="279" cy="176"/>
                </a:xfrm>
              </p:grpSpPr>
              <p:sp>
                <p:nvSpPr>
                  <p:cNvPr id="244973" name="Freeform 204"/>
                  <p:cNvSpPr>
                    <a:spLocks/>
                  </p:cNvSpPr>
                  <p:nvPr/>
                </p:nvSpPr>
                <p:spPr bwMode="auto">
                  <a:xfrm>
                    <a:off x="5139" y="1674"/>
                    <a:ext cx="160" cy="172"/>
                  </a:xfrm>
                  <a:custGeom>
                    <a:avLst/>
                    <a:gdLst>
                      <a:gd name="T0" fmla="*/ 0 w 960"/>
                      <a:gd name="T1" fmla="*/ 0 h 1031"/>
                      <a:gd name="T2" fmla="*/ 0 w 960"/>
                      <a:gd name="T3" fmla="*/ 0 h 1031"/>
                      <a:gd name="T4" fmla="*/ 0 w 960"/>
                      <a:gd name="T5" fmla="*/ 0 h 1031"/>
                      <a:gd name="T6" fmla="*/ 0 w 960"/>
                      <a:gd name="T7" fmla="*/ 0 h 1031"/>
                      <a:gd name="T8" fmla="*/ 0 w 960"/>
                      <a:gd name="T9" fmla="*/ 0 h 10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60" h="1031">
                        <a:moveTo>
                          <a:pt x="135" y="1031"/>
                        </a:moveTo>
                        <a:lnTo>
                          <a:pt x="0" y="33"/>
                        </a:lnTo>
                        <a:lnTo>
                          <a:pt x="827" y="0"/>
                        </a:lnTo>
                        <a:lnTo>
                          <a:pt x="960" y="889"/>
                        </a:lnTo>
                        <a:lnTo>
                          <a:pt x="135" y="1031"/>
                        </a:lnTo>
                        <a:close/>
                      </a:path>
                    </a:pathLst>
                  </a:custGeom>
                  <a:solidFill>
                    <a:srgbClr val="A0A0A0"/>
                  </a:solidFill>
                  <a:ln w="1588">
                    <a:solidFill>
                      <a:srgbClr val="000000"/>
                    </a:solidFill>
                    <a:prstDash val="solid"/>
                    <a:round/>
                    <a:headEnd/>
                    <a:tailEnd/>
                  </a:ln>
                </p:spPr>
                <p:txBody>
                  <a:bodyPr/>
                  <a:lstStyle/>
                  <a:p>
                    <a:endParaRPr lang="zh-CN" altLang="en-US" b="1">
                      <a:solidFill>
                        <a:srgbClr val="000099"/>
                      </a:solidFill>
                    </a:endParaRPr>
                  </a:p>
                </p:txBody>
              </p:sp>
              <p:sp>
                <p:nvSpPr>
                  <p:cNvPr id="244974" name="Freeform 205"/>
                  <p:cNvSpPr>
                    <a:spLocks/>
                  </p:cNvSpPr>
                  <p:nvPr/>
                </p:nvSpPr>
                <p:spPr bwMode="auto">
                  <a:xfrm>
                    <a:off x="5020" y="1679"/>
                    <a:ext cx="141" cy="171"/>
                  </a:xfrm>
                  <a:custGeom>
                    <a:avLst/>
                    <a:gdLst>
                      <a:gd name="T0" fmla="*/ 0 w 850"/>
                      <a:gd name="T1" fmla="*/ 0 h 1026"/>
                      <a:gd name="T2" fmla="*/ 0 w 850"/>
                      <a:gd name="T3" fmla="*/ 0 h 1026"/>
                      <a:gd name="T4" fmla="*/ 0 w 850"/>
                      <a:gd name="T5" fmla="*/ 0 h 1026"/>
                      <a:gd name="T6" fmla="*/ 0 w 850"/>
                      <a:gd name="T7" fmla="*/ 0 h 1026"/>
                      <a:gd name="T8" fmla="*/ 0 w 850"/>
                      <a:gd name="T9" fmla="*/ 0 h 10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50" h="1026">
                        <a:moveTo>
                          <a:pt x="715" y="0"/>
                        </a:moveTo>
                        <a:lnTo>
                          <a:pt x="0" y="228"/>
                        </a:lnTo>
                        <a:lnTo>
                          <a:pt x="102" y="1026"/>
                        </a:lnTo>
                        <a:lnTo>
                          <a:pt x="850" y="1000"/>
                        </a:lnTo>
                        <a:lnTo>
                          <a:pt x="715" y="0"/>
                        </a:lnTo>
                        <a:close/>
                      </a:path>
                    </a:pathLst>
                  </a:custGeom>
                  <a:solidFill>
                    <a:srgbClr val="808080"/>
                  </a:solidFill>
                  <a:ln w="1588">
                    <a:solidFill>
                      <a:srgbClr val="000000"/>
                    </a:solidFill>
                    <a:prstDash val="solid"/>
                    <a:round/>
                    <a:headEnd/>
                    <a:tailEnd/>
                  </a:ln>
                </p:spPr>
                <p:txBody>
                  <a:bodyPr/>
                  <a:lstStyle/>
                  <a:p>
                    <a:endParaRPr lang="zh-CN" altLang="en-US" b="1">
                      <a:solidFill>
                        <a:srgbClr val="000099"/>
                      </a:solidFill>
                    </a:endParaRPr>
                  </a:p>
                </p:txBody>
              </p:sp>
              <p:sp>
                <p:nvSpPr>
                  <p:cNvPr id="244975" name="Freeform 206"/>
                  <p:cNvSpPr>
                    <a:spLocks/>
                  </p:cNvSpPr>
                  <p:nvPr/>
                </p:nvSpPr>
                <p:spPr bwMode="auto">
                  <a:xfrm>
                    <a:off x="5166" y="1691"/>
                    <a:ext cx="115" cy="129"/>
                  </a:xfrm>
                  <a:custGeom>
                    <a:avLst/>
                    <a:gdLst>
                      <a:gd name="T0" fmla="*/ 0 w 689"/>
                      <a:gd name="T1" fmla="*/ 0 h 778"/>
                      <a:gd name="T2" fmla="*/ 0 w 689"/>
                      <a:gd name="T3" fmla="*/ 0 h 778"/>
                      <a:gd name="T4" fmla="*/ 0 w 689"/>
                      <a:gd name="T5" fmla="*/ 0 h 778"/>
                      <a:gd name="T6" fmla="*/ 0 w 689"/>
                      <a:gd name="T7" fmla="*/ 0 h 778"/>
                      <a:gd name="T8" fmla="*/ 0 w 689"/>
                      <a:gd name="T9" fmla="*/ 0 h 7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9" h="778">
                        <a:moveTo>
                          <a:pt x="0" y="36"/>
                        </a:moveTo>
                        <a:lnTo>
                          <a:pt x="98" y="778"/>
                        </a:lnTo>
                        <a:lnTo>
                          <a:pt x="689" y="689"/>
                        </a:lnTo>
                        <a:lnTo>
                          <a:pt x="587" y="0"/>
                        </a:lnTo>
                        <a:lnTo>
                          <a:pt x="0" y="36"/>
                        </a:lnTo>
                        <a:close/>
                      </a:path>
                    </a:pathLst>
                  </a:custGeom>
                  <a:solidFill>
                    <a:srgbClr val="00C0C0"/>
                  </a:solidFill>
                  <a:ln w="1588">
                    <a:solidFill>
                      <a:srgbClr val="000000"/>
                    </a:solidFill>
                    <a:prstDash val="solid"/>
                    <a:round/>
                    <a:headEnd/>
                    <a:tailEnd/>
                  </a:ln>
                </p:spPr>
                <p:txBody>
                  <a:bodyPr/>
                  <a:lstStyle/>
                  <a:p>
                    <a:endParaRPr lang="zh-CN" altLang="en-US" b="1">
                      <a:solidFill>
                        <a:srgbClr val="000099"/>
                      </a:solidFill>
                    </a:endParaRPr>
                  </a:p>
                </p:txBody>
              </p:sp>
            </p:grpSp>
          </p:grpSp>
          <p:grpSp>
            <p:nvGrpSpPr>
              <p:cNvPr id="244962" name="Group 207"/>
              <p:cNvGrpSpPr>
                <a:grpSpLocks/>
              </p:cNvGrpSpPr>
              <p:nvPr/>
            </p:nvGrpSpPr>
            <p:grpSpPr bwMode="auto">
              <a:xfrm>
                <a:off x="5212" y="1846"/>
                <a:ext cx="113" cy="80"/>
                <a:chOff x="5212" y="1846"/>
                <a:chExt cx="113" cy="80"/>
              </a:xfrm>
            </p:grpSpPr>
            <p:sp>
              <p:nvSpPr>
                <p:cNvPr id="244963" name="Freeform 208"/>
                <p:cNvSpPr>
                  <a:spLocks/>
                </p:cNvSpPr>
                <p:nvPr/>
              </p:nvSpPr>
              <p:spPr bwMode="auto">
                <a:xfrm>
                  <a:off x="5212" y="1846"/>
                  <a:ext cx="112" cy="80"/>
                </a:xfrm>
                <a:custGeom>
                  <a:avLst/>
                  <a:gdLst>
                    <a:gd name="T0" fmla="*/ 0 w 674"/>
                    <a:gd name="T1" fmla="*/ 0 h 482"/>
                    <a:gd name="T2" fmla="*/ 0 w 674"/>
                    <a:gd name="T3" fmla="*/ 0 h 482"/>
                    <a:gd name="T4" fmla="*/ 0 w 674"/>
                    <a:gd name="T5" fmla="*/ 0 h 482"/>
                    <a:gd name="T6" fmla="*/ 0 w 674"/>
                    <a:gd name="T7" fmla="*/ 0 h 482"/>
                    <a:gd name="T8" fmla="*/ 0 w 674"/>
                    <a:gd name="T9" fmla="*/ 0 h 48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74" h="482">
                      <a:moveTo>
                        <a:pt x="674" y="0"/>
                      </a:moveTo>
                      <a:lnTo>
                        <a:pt x="0" y="143"/>
                      </a:lnTo>
                      <a:lnTo>
                        <a:pt x="0" y="482"/>
                      </a:lnTo>
                      <a:lnTo>
                        <a:pt x="674" y="271"/>
                      </a:lnTo>
                      <a:lnTo>
                        <a:pt x="674" y="0"/>
                      </a:lnTo>
                      <a:close/>
                    </a:path>
                  </a:pathLst>
                </a:custGeom>
                <a:solidFill>
                  <a:srgbClr val="404040"/>
                </a:solidFill>
                <a:ln w="1588">
                  <a:solidFill>
                    <a:srgbClr val="000000"/>
                  </a:solidFill>
                  <a:prstDash val="solid"/>
                  <a:round/>
                  <a:headEnd/>
                  <a:tailEnd/>
                </a:ln>
              </p:spPr>
              <p:txBody>
                <a:bodyPr/>
                <a:lstStyle/>
                <a:p>
                  <a:endParaRPr lang="zh-CN" altLang="en-US" b="1">
                    <a:solidFill>
                      <a:srgbClr val="000099"/>
                    </a:solidFill>
                  </a:endParaRPr>
                </a:p>
              </p:txBody>
            </p:sp>
            <p:sp>
              <p:nvSpPr>
                <p:cNvPr id="244964" name="Line 209"/>
                <p:cNvSpPr>
                  <a:spLocks noChangeShapeType="1"/>
                </p:cNvSpPr>
                <p:nvPr/>
              </p:nvSpPr>
              <p:spPr bwMode="auto">
                <a:xfrm flipV="1">
                  <a:off x="5286" y="1866"/>
                  <a:ext cx="30" cy="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4965" name="Line 210"/>
                <p:cNvSpPr>
                  <a:spLocks noChangeShapeType="1"/>
                </p:cNvSpPr>
                <p:nvPr/>
              </p:nvSpPr>
              <p:spPr bwMode="auto">
                <a:xfrm flipH="1">
                  <a:off x="5231" y="1876"/>
                  <a:ext cx="39" cy="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4966" name="Line 211"/>
                <p:cNvSpPr>
                  <a:spLocks noChangeShapeType="1"/>
                </p:cNvSpPr>
                <p:nvPr/>
              </p:nvSpPr>
              <p:spPr bwMode="auto">
                <a:xfrm>
                  <a:off x="5277" y="1856"/>
                  <a:ext cx="1" cy="52"/>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4967" name="Line 212"/>
                <p:cNvSpPr>
                  <a:spLocks noChangeShapeType="1"/>
                </p:cNvSpPr>
                <p:nvPr/>
              </p:nvSpPr>
              <p:spPr bwMode="auto">
                <a:xfrm>
                  <a:off x="5223" y="1868"/>
                  <a:ext cx="1" cy="57"/>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4968" name="Line 213"/>
                <p:cNvSpPr>
                  <a:spLocks noChangeShapeType="1"/>
                </p:cNvSpPr>
                <p:nvPr/>
              </p:nvSpPr>
              <p:spPr bwMode="auto">
                <a:xfrm flipH="1">
                  <a:off x="5223" y="1867"/>
                  <a:ext cx="102" cy="26"/>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4969" name="Line 214"/>
                <p:cNvSpPr>
                  <a:spLocks noChangeShapeType="1"/>
                </p:cNvSpPr>
                <p:nvPr/>
              </p:nvSpPr>
              <p:spPr bwMode="auto">
                <a:xfrm flipV="1">
                  <a:off x="5223" y="1860"/>
                  <a:ext cx="102" cy="23"/>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grpSp>
          <p:nvGrpSpPr>
            <p:cNvPr id="244929" name="Group 215"/>
            <p:cNvGrpSpPr>
              <a:grpSpLocks/>
            </p:cNvGrpSpPr>
            <p:nvPr/>
          </p:nvGrpSpPr>
          <p:grpSpPr bwMode="auto">
            <a:xfrm>
              <a:off x="5170" y="1848"/>
              <a:ext cx="270" cy="138"/>
              <a:chOff x="5170" y="1848"/>
              <a:chExt cx="270" cy="138"/>
            </a:xfrm>
          </p:grpSpPr>
          <p:grpSp>
            <p:nvGrpSpPr>
              <p:cNvPr id="244930" name="Group 216"/>
              <p:cNvGrpSpPr>
                <a:grpSpLocks/>
              </p:cNvGrpSpPr>
              <p:nvPr/>
            </p:nvGrpSpPr>
            <p:grpSpPr bwMode="auto">
              <a:xfrm>
                <a:off x="5188" y="1923"/>
                <a:ext cx="43" cy="32"/>
                <a:chOff x="5188" y="1923"/>
                <a:chExt cx="43" cy="32"/>
              </a:xfrm>
            </p:grpSpPr>
            <p:sp>
              <p:nvSpPr>
                <p:cNvPr id="244959" name="Freeform 217"/>
                <p:cNvSpPr>
                  <a:spLocks/>
                </p:cNvSpPr>
                <p:nvPr/>
              </p:nvSpPr>
              <p:spPr bwMode="auto">
                <a:xfrm>
                  <a:off x="5188" y="1923"/>
                  <a:ext cx="12" cy="32"/>
                </a:xfrm>
                <a:custGeom>
                  <a:avLst/>
                  <a:gdLst>
                    <a:gd name="T0" fmla="*/ 0 w 75"/>
                    <a:gd name="T1" fmla="*/ 0 h 194"/>
                    <a:gd name="T2" fmla="*/ 0 w 75"/>
                    <a:gd name="T3" fmla="*/ 0 h 194"/>
                    <a:gd name="T4" fmla="*/ 0 w 75"/>
                    <a:gd name="T5" fmla="*/ 0 h 194"/>
                    <a:gd name="T6" fmla="*/ 0 w 75"/>
                    <a:gd name="T7" fmla="*/ 0 h 194"/>
                    <a:gd name="T8" fmla="*/ 0 w 75"/>
                    <a:gd name="T9" fmla="*/ 0 h 19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5" h="194">
                      <a:moveTo>
                        <a:pt x="23" y="0"/>
                      </a:moveTo>
                      <a:lnTo>
                        <a:pt x="0" y="183"/>
                      </a:lnTo>
                      <a:lnTo>
                        <a:pt x="55" y="194"/>
                      </a:lnTo>
                      <a:lnTo>
                        <a:pt x="75" y="8"/>
                      </a:lnTo>
                      <a:lnTo>
                        <a:pt x="23" y="0"/>
                      </a:lnTo>
                      <a:close/>
                    </a:path>
                  </a:pathLst>
                </a:custGeom>
                <a:solidFill>
                  <a:srgbClr val="606060"/>
                </a:solidFill>
                <a:ln w="1588">
                  <a:solidFill>
                    <a:srgbClr val="000000"/>
                  </a:solidFill>
                  <a:prstDash val="solid"/>
                  <a:round/>
                  <a:headEnd/>
                  <a:tailEnd/>
                </a:ln>
              </p:spPr>
              <p:txBody>
                <a:bodyPr/>
                <a:lstStyle/>
                <a:p>
                  <a:endParaRPr lang="zh-CN" altLang="en-US" b="1">
                    <a:solidFill>
                      <a:srgbClr val="000099"/>
                    </a:solidFill>
                  </a:endParaRPr>
                </a:p>
              </p:txBody>
            </p:sp>
            <p:sp>
              <p:nvSpPr>
                <p:cNvPr id="244960" name="Freeform 218"/>
                <p:cNvSpPr>
                  <a:spLocks/>
                </p:cNvSpPr>
                <p:nvPr/>
              </p:nvSpPr>
              <p:spPr bwMode="auto">
                <a:xfrm>
                  <a:off x="5197" y="1927"/>
                  <a:ext cx="34" cy="28"/>
                </a:xfrm>
                <a:custGeom>
                  <a:avLst/>
                  <a:gdLst>
                    <a:gd name="T0" fmla="*/ 0 w 206"/>
                    <a:gd name="T1" fmla="*/ 0 h 168"/>
                    <a:gd name="T2" fmla="*/ 0 w 206"/>
                    <a:gd name="T3" fmla="*/ 0 h 168"/>
                    <a:gd name="T4" fmla="*/ 0 w 206"/>
                    <a:gd name="T5" fmla="*/ 0 h 168"/>
                    <a:gd name="T6" fmla="*/ 0 w 206"/>
                    <a:gd name="T7" fmla="*/ 0 h 168"/>
                    <a:gd name="T8" fmla="*/ 0 w 206"/>
                    <a:gd name="T9" fmla="*/ 0 h 168"/>
                    <a:gd name="T10" fmla="*/ 0 w 206"/>
                    <a:gd name="T11" fmla="*/ 0 h 168"/>
                    <a:gd name="T12" fmla="*/ 0 w 206"/>
                    <a:gd name="T13" fmla="*/ 0 h 16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6" h="168">
                      <a:moveTo>
                        <a:pt x="17" y="5"/>
                      </a:moveTo>
                      <a:lnTo>
                        <a:pt x="0" y="168"/>
                      </a:lnTo>
                      <a:lnTo>
                        <a:pt x="206" y="84"/>
                      </a:lnTo>
                      <a:lnTo>
                        <a:pt x="126" y="58"/>
                      </a:lnTo>
                      <a:lnTo>
                        <a:pt x="52" y="97"/>
                      </a:lnTo>
                      <a:lnTo>
                        <a:pt x="75" y="0"/>
                      </a:lnTo>
                      <a:lnTo>
                        <a:pt x="17" y="5"/>
                      </a:lnTo>
                      <a:close/>
                    </a:path>
                  </a:pathLst>
                </a:custGeom>
                <a:solidFill>
                  <a:srgbClr val="404040"/>
                </a:solidFill>
                <a:ln w="1588">
                  <a:solidFill>
                    <a:srgbClr val="000000"/>
                  </a:solidFill>
                  <a:prstDash val="solid"/>
                  <a:round/>
                  <a:headEnd/>
                  <a:tailEnd/>
                </a:ln>
              </p:spPr>
              <p:txBody>
                <a:bodyPr/>
                <a:lstStyle/>
                <a:p>
                  <a:endParaRPr lang="zh-CN" altLang="en-US" b="1">
                    <a:solidFill>
                      <a:srgbClr val="000099"/>
                    </a:solidFill>
                  </a:endParaRPr>
                </a:p>
              </p:txBody>
            </p:sp>
          </p:grpSp>
          <p:grpSp>
            <p:nvGrpSpPr>
              <p:cNvPr id="244931" name="Group 219"/>
              <p:cNvGrpSpPr>
                <a:grpSpLocks/>
              </p:cNvGrpSpPr>
              <p:nvPr/>
            </p:nvGrpSpPr>
            <p:grpSpPr bwMode="auto">
              <a:xfrm>
                <a:off x="5170" y="1848"/>
                <a:ext cx="270" cy="138"/>
                <a:chOff x="5170" y="1848"/>
                <a:chExt cx="270" cy="138"/>
              </a:xfrm>
            </p:grpSpPr>
            <p:sp>
              <p:nvSpPr>
                <p:cNvPr id="244932" name="Freeform 220"/>
                <p:cNvSpPr>
                  <a:spLocks/>
                </p:cNvSpPr>
                <p:nvPr/>
              </p:nvSpPr>
              <p:spPr bwMode="auto">
                <a:xfrm>
                  <a:off x="5175" y="1848"/>
                  <a:ext cx="264" cy="122"/>
                </a:xfrm>
                <a:custGeom>
                  <a:avLst/>
                  <a:gdLst>
                    <a:gd name="T0" fmla="*/ 0 w 1583"/>
                    <a:gd name="T1" fmla="*/ 0 h 729"/>
                    <a:gd name="T2" fmla="*/ 0 w 1583"/>
                    <a:gd name="T3" fmla="*/ 0 h 729"/>
                    <a:gd name="T4" fmla="*/ 0 w 1583"/>
                    <a:gd name="T5" fmla="*/ 0 h 729"/>
                    <a:gd name="T6" fmla="*/ 0 w 1583"/>
                    <a:gd name="T7" fmla="*/ 0 h 729"/>
                    <a:gd name="T8" fmla="*/ 0 w 1583"/>
                    <a:gd name="T9" fmla="*/ 0 h 7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83" h="729">
                      <a:moveTo>
                        <a:pt x="0" y="309"/>
                      </a:moveTo>
                      <a:lnTo>
                        <a:pt x="759" y="729"/>
                      </a:lnTo>
                      <a:lnTo>
                        <a:pt x="1583" y="318"/>
                      </a:lnTo>
                      <a:lnTo>
                        <a:pt x="951" y="0"/>
                      </a:lnTo>
                      <a:lnTo>
                        <a:pt x="0" y="309"/>
                      </a:lnTo>
                      <a:close/>
                    </a:path>
                  </a:pathLst>
                </a:custGeom>
                <a:solidFill>
                  <a:srgbClr val="808080"/>
                </a:solidFill>
                <a:ln w="1588">
                  <a:solidFill>
                    <a:srgbClr val="000000"/>
                  </a:solidFill>
                  <a:prstDash val="solid"/>
                  <a:round/>
                  <a:headEnd/>
                  <a:tailEnd/>
                </a:ln>
              </p:spPr>
              <p:txBody>
                <a:bodyPr/>
                <a:lstStyle/>
                <a:p>
                  <a:endParaRPr lang="zh-CN" altLang="en-US" b="1">
                    <a:solidFill>
                      <a:srgbClr val="000099"/>
                    </a:solidFill>
                  </a:endParaRPr>
                </a:p>
              </p:txBody>
            </p:sp>
            <p:sp>
              <p:nvSpPr>
                <p:cNvPr id="244933" name="Freeform 221"/>
                <p:cNvSpPr>
                  <a:spLocks/>
                </p:cNvSpPr>
                <p:nvPr/>
              </p:nvSpPr>
              <p:spPr bwMode="auto">
                <a:xfrm>
                  <a:off x="5170" y="1899"/>
                  <a:ext cx="133" cy="86"/>
                </a:xfrm>
                <a:custGeom>
                  <a:avLst/>
                  <a:gdLst>
                    <a:gd name="T0" fmla="*/ 0 w 792"/>
                    <a:gd name="T1" fmla="*/ 0 h 516"/>
                    <a:gd name="T2" fmla="*/ 0 w 792"/>
                    <a:gd name="T3" fmla="*/ 0 h 516"/>
                    <a:gd name="T4" fmla="*/ 0 w 792"/>
                    <a:gd name="T5" fmla="*/ 0 h 516"/>
                    <a:gd name="T6" fmla="*/ 0 w 792"/>
                    <a:gd name="T7" fmla="*/ 0 h 516"/>
                    <a:gd name="T8" fmla="*/ 0 w 792"/>
                    <a:gd name="T9" fmla="*/ 0 h 5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2" h="516">
                      <a:moveTo>
                        <a:pt x="28" y="0"/>
                      </a:moveTo>
                      <a:lnTo>
                        <a:pt x="792" y="426"/>
                      </a:lnTo>
                      <a:lnTo>
                        <a:pt x="770" y="516"/>
                      </a:lnTo>
                      <a:lnTo>
                        <a:pt x="0" y="82"/>
                      </a:lnTo>
                      <a:lnTo>
                        <a:pt x="28" y="0"/>
                      </a:lnTo>
                      <a:close/>
                    </a:path>
                  </a:pathLst>
                </a:custGeom>
                <a:solidFill>
                  <a:srgbClr val="606060"/>
                </a:solidFill>
                <a:ln w="1588">
                  <a:solidFill>
                    <a:srgbClr val="000000"/>
                  </a:solidFill>
                  <a:prstDash val="solid"/>
                  <a:round/>
                  <a:headEnd/>
                  <a:tailEnd/>
                </a:ln>
              </p:spPr>
              <p:txBody>
                <a:bodyPr/>
                <a:lstStyle/>
                <a:p>
                  <a:endParaRPr lang="zh-CN" altLang="en-US" b="1">
                    <a:solidFill>
                      <a:srgbClr val="000099"/>
                    </a:solidFill>
                  </a:endParaRPr>
                </a:p>
              </p:txBody>
            </p:sp>
            <p:sp>
              <p:nvSpPr>
                <p:cNvPr id="244934" name="Freeform 222"/>
                <p:cNvSpPr>
                  <a:spLocks/>
                </p:cNvSpPr>
                <p:nvPr/>
              </p:nvSpPr>
              <p:spPr bwMode="auto">
                <a:xfrm>
                  <a:off x="5299" y="1901"/>
                  <a:ext cx="141" cy="85"/>
                </a:xfrm>
                <a:custGeom>
                  <a:avLst/>
                  <a:gdLst>
                    <a:gd name="T0" fmla="*/ 0 w 846"/>
                    <a:gd name="T1" fmla="*/ 0 h 507"/>
                    <a:gd name="T2" fmla="*/ 0 w 846"/>
                    <a:gd name="T3" fmla="*/ 0 h 507"/>
                    <a:gd name="T4" fmla="*/ 0 w 846"/>
                    <a:gd name="T5" fmla="*/ 0 h 507"/>
                    <a:gd name="T6" fmla="*/ 0 w 846"/>
                    <a:gd name="T7" fmla="*/ 0 h 507"/>
                    <a:gd name="T8" fmla="*/ 0 w 846"/>
                    <a:gd name="T9" fmla="*/ 0 h 50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46" h="507">
                      <a:moveTo>
                        <a:pt x="0" y="507"/>
                      </a:moveTo>
                      <a:lnTo>
                        <a:pt x="25" y="411"/>
                      </a:lnTo>
                      <a:lnTo>
                        <a:pt x="846" y="0"/>
                      </a:lnTo>
                      <a:lnTo>
                        <a:pt x="817" y="76"/>
                      </a:lnTo>
                      <a:lnTo>
                        <a:pt x="0" y="507"/>
                      </a:lnTo>
                      <a:close/>
                    </a:path>
                  </a:pathLst>
                </a:custGeom>
                <a:solidFill>
                  <a:srgbClr val="404040"/>
                </a:solidFill>
                <a:ln w="1588">
                  <a:solidFill>
                    <a:srgbClr val="000000"/>
                  </a:solidFill>
                  <a:prstDash val="solid"/>
                  <a:round/>
                  <a:headEnd/>
                  <a:tailEnd/>
                </a:ln>
              </p:spPr>
              <p:txBody>
                <a:bodyPr/>
                <a:lstStyle/>
                <a:p>
                  <a:endParaRPr lang="zh-CN" altLang="en-US" b="1">
                    <a:solidFill>
                      <a:srgbClr val="000099"/>
                    </a:solidFill>
                  </a:endParaRPr>
                </a:p>
              </p:txBody>
            </p:sp>
            <p:sp>
              <p:nvSpPr>
                <p:cNvPr id="244935" name="Freeform 223"/>
                <p:cNvSpPr>
                  <a:spLocks/>
                </p:cNvSpPr>
                <p:nvPr/>
              </p:nvSpPr>
              <p:spPr bwMode="auto">
                <a:xfrm>
                  <a:off x="5227" y="1905"/>
                  <a:ext cx="106" cy="54"/>
                </a:xfrm>
                <a:custGeom>
                  <a:avLst/>
                  <a:gdLst>
                    <a:gd name="T0" fmla="*/ 0 w 637"/>
                    <a:gd name="T1" fmla="*/ 0 h 321"/>
                    <a:gd name="T2" fmla="*/ 0 w 637"/>
                    <a:gd name="T3" fmla="*/ 0 h 321"/>
                    <a:gd name="T4" fmla="*/ 0 w 637"/>
                    <a:gd name="T5" fmla="*/ 0 h 321"/>
                    <a:gd name="T6" fmla="*/ 0 w 637"/>
                    <a:gd name="T7" fmla="*/ 0 h 321"/>
                    <a:gd name="T8" fmla="*/ 0 w 637"/>
                    <a:gd name="T9" fmla="*/ 0 h 32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7" h="321">
                      <a:moveTo>
                        <a:pt x="0" y="83"/>
                      </a:moveTo>
                      <a:lnTo>
                        <a:pt x="220" y="0"/>
                      </a:lnTo>
                      <a:lnTo>
                        <a:pt x="637" y="224"/>
                      </a:lnTo>
                      <a:lnTo>
                        <a:pt x="425" y="321"/>
                      </a:lnTo>
                      <a:lnTo>
                        <a:pt x="0" y="83"/>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4936" name="Freeform 224"/>
                <p:cNvSpPr>
                  <a:spLocks/>
                </p:cNvSpPr>
                <p:nvPr/>
              </p:nvSpPr>
              <p:spPr bwMode="auto">
                <a:xfrm>
                  <a:off x="5270" y="1868"/>
                  <a:ext cx="156" cy="72"/>
                </a:xfrm>
                <a:custGeom>
                  <a:avLst/>
                  <a:gdLst>
                    <a:gd name="T0" fmla="*/ 0 w 938"/>
                    <a:gd name="T1" fmla="*/ 0 h 434"/>
                    <a:gd name="T2" fmla="*/ 0 w 938"/>
                    <a:gd name="T3" fmla="*/ 0 h 434"/>
                    <a:gd name="T4" fmla="*/ 0 w 938"/>
                    <a:gd name="T5" fmla="*/ 0 h 434"/>
                    <a:gd name="T6" fmla="*/ 0 w 938"/>
                    <a:gd name="T7" fmla="*/ 0 h 434"/>
                    <a:gd name="T8" fmla="*/ 0 w 938"/>
                    <a:gd name="T9" fmla="*/ 0 h 4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38" h="434">
                      <a:moveTo>
                        <a:pt x="0" y="210"/>
                      </a:moveTo>
                      <a:lnTo>
                        <a:pt x="410" y="434"/>
                      </a:lnTo>
                      <a:lnTo>
                        <a:pt x="938" y="186"/>
                      </a:lnTo>
                      <a:lnTo>
                        <a:pt x="554" y="0"/>
                      </a:lnTo>
                      <a:lnTo>
                        <a:pt x="0" y="21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4937" name="Freeform 225"/>
                <p:cNvSpPr>
                  <a:spLocks/>
                </p:cNvSpPr>
                <p:nvPr/>
              </p:nvSpPr>
              <p:spPr bwMode="auto">
                <a:xfrm>
                  <a:off x="5188" y="1852"/>
                  <a:ext cx="172" cy="66"/>
                </a:xfrm>
                <a:custGeom>
                  <a:avLst/>
                  <a:gdLst>
                    <a:gd name="T0" fmla="*/ 0 w 1034"/>
                    <a:gd name="T1" fmla="*/ 0 h 395"/>
                    <a:gd name="T2" fmla="*/ 0 w 1034"/>
                    <a:gd name="T3" fmla="*/ 0 h 395"/>
                    <a:gd name="T4" fmla="*/ 0 w 1034"/>
                    <a:gd name="T5" fmla="*/ 0 h 395"/>
                    <a:gd name="T6" fmla="*/ 0 w 1034"/>
                    <a:gd name="T7" fmla="*/ 0 h 395"/>
                    <a:gd name="T8" fmla="*/ 0 w 1034"/>
                    <a:gd name="T9" fmla="*/ 0 h 39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4" h="395">
                      <a:moveTo>
                        <a:pt x="216" y="395"/>
                      </a:moveTo>
                      <a:lnTo>
                        <a:pt x="0" y="285"/>
                      </a:lnTo>
                      <a:lnTo>
                        <a:pt x="867" y="0"/>
                      </a:lnTo>
                      <a:lnTo>
                        <a:pt x="1034" y="82"/>
                      </a:lnTo>
                      <a:lnTo>
                        <a:pt x="216" y="395"/>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4938" name="Line 226"/>
                <p:cNvSpPr>
                  <a:spLocks noChangeShapeType="1"/>
                </p:cNvSpPr>
                <p:nvPr/>
              </p:nvSpPr>
              <p:spPr bwMode="auto">
                <a:xfrm flipV="1">
                  <a:off x="5193" y="1855"/>
                  <a:ext cx="148" cy="51"/>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4939" name="Line 227"/>
                <p:cNvSpPr>
                  <a:spLocks noChangeShapeType="1"/>
                </p:cNvSpPr>
                <p:nvPr/>
              </p:nvSpPr>
              <p:spPr bwMode="auto">
                <a:xfrm flipV="1">
                  <a:off x="5205" y="1858"/>
                  <a:ext cx="144" cy="52"/>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4940" name="Line 228"/>
                <p:cNvSpPr>
                  <a:spLocks noChangeShapeType="1"/>
                </p:cNvSpPr>
                <p:nvPr/>
              </p:nvSpPr>
              <p:spPr bwMode="auto">
                <a:xfrm flipV="1">
                  <a:off x="5214" y="1862"/>
                  <a:ext cx="141" cy="54"/>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4941" name="Line 229"/>
                <p:cNvSpPr>
                  <a:spLocks noChangeShapeType="1"/>
                </p:cNvSpPr>
                <p:nvPr/>
              </p:nvSpPr>
              <p:spPr bwMode="auto">
                <a:xfrm flipV="1">
                  <a:off x="5235" y="1871"/>
                  <a:ext cx="138" cy="5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4942" name="Line 230"/>
                <p:cNvSpPr>
                  <a:spLocks noChangeShapeType="1"/>
                </p:cNvSpPr>
                <p:nvPr/>
              </p:nvSpPr>
              <p:spPr bwMode="auto">
                <a:xfrm flipV="1">
                  <a:off x="5246" y="1877"/>
                  <a:ext cx="137" cy="56"/>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4943" name="Line 231"/>
                <p:cNvSpPr>
                  <a:spLocks noChangeShapeType="1"/>
                </p:cNvSpPr>
                <p:nvPr/>
              </p:nvSpPr>
              <p:spPr bwMode="auto">
                <a:xfrm flipV="1">
                  <a:off x="5261" y="1885"/>
                  <a:ext cx="124" cy="53"/>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4944" name="Line 232"/>
                <p:cNvSpPr>
                  <a:spLocks noChangeShapeType="1"/>
                </p:cNvSpPr>
                <p:nvPr/>
              </p:nvSpPr>
              <p:spPr bwMode="auto">
                <a:xfrm flipV="1">
                  <a:off x="5274" y="1890"/>
                  <a:ext cx="119" cy="53"/>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4945" name="Line 233"/>
                <p:cNvSpPr>
                  <a:spLocks noChangeShapeType="1"/>
                </p:cNvSpPr>
                <p:nvPr/>
              </p:nvSpPr>
              <p:spPr bwMode="auto">
                <a:xfrm flipV="1">
                  <a:off x="5291" y="1897"/>
                  <a:ext cx="114" cy="52"/>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4946" name="Line 234"/>
                <p:cNvSpPr>
                  <a:spLocks noChangeShapeType="1"/>
                </p:cNvSpPr>
                <p:nvPr/>
              </p:nvSpPr>
              <p:spPr bwMode="auto">
                <a:xfrm>
                  <a:off x="5239" y="1915"/>
                  <a:ext cx="71" cy="40"/>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4947" name="Line 235"/>
                <p:cNvSpPr>
                  <a:spLocks noChangeShapeType="1"/>
                </p:cNvSpPr>
                <p:nvPr/>
              </p:nvSpPr>
              <p:spPr bwMode="auto">
                <a:xfrm>
                  <a:off x="5255" y="1910"/>
                  <a:ext cx="69" cy="38"/>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4948" name="Line 236"/>
                <p:cNvSpPr>
                  <a:spLocks noChangeShapeType="1"/>
                </p:cNvSpPr>
                <p:nvPr/>
              </p:nvSpPr>
              <p:spPr bwMode="auto">
                <a:xfrm>
                  <a:off x="5285" y="1897"/>
                  <a:ext cx="68" cy="37"/>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4949" name="Line 237"/>
                <p:cNvSpPr>
                  <a:spLocks noChangeShapeType="1"/>
                </p:cNvSpPr>
                <p:nvPr/>
              </p:nvSpPr>
              <p:spPr bwMode="auto">
                <a:xfrm>
                  <a:off x="5301" y="1891"/>
                  <a:ext cx="67" cy="36"/>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4950" name="Line 238"/>
                <p:cNvSpPr>
                  <a:spLocks noChangeShapeType="1"/>
                </p:cNvSpPr>
                <p:nvPr/>
              </p:nvSpPr>
              <p:spPr bwMode="auto">
                <a:xfrm>
                  <a:off x="5318" y="1886"/>
                  <a:ext cx="65" cy="36"/>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4951" name="Line 239"/>
                <p:cNvSpPr>
                  <a:spLocks noChangeShapeType="1"/>
                </p:cNvSpPr>
                <p:nvPr/>
              </p:nvSpPr>
              <p:spPr bwMode="auto">
                <a:xfrm>
                  <a:off x="5332" y="1880"/>
                  <a:ext cx="64" cy="34"/>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4952" name="Line 240"/>
                <p:cNvSpPr>
                  <a:spLocks noChangeShapeType="1"/>
                </p:cNvSpPr>
                <p:nvPr/>
              </p:nvSpPr>
              <p:spPr bwMode="auto">
                <a:xfrm>
                  <a:off x="5346" y="1874"/>
                  <a:ext cx="64" cy="33"/>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4953" name="Line 241"/>
                <p:cNvSpPr>
                  <a:spLocks noChangeShapeType="1"/>
                </p:cNvSpPr>
                <p:nvPr/>
              </p:nvSpPr>
              <p:spPr bwMode="auto">
                <a:xfrm>
                  <a:off x="5209" y="1892"/>
                  <a:ext cx="35" cy="18"/>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4954" name="Line 242"/>
                <p:cNvSpPr>
                  <a:spLocks noChangeShapeType="1"/>
                </p:cNvSpPr>
                <p:nvPr/>
              </p:nvSpPr>
              <p:spPr bwMode="auto">
                <a:xfrm>
                  <a:off x="5232" y="1885"/>
                  <a:ext cx="32" cy="17"/>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4955" name="Line 243"/>
                <p:cNvSpPr>
                  <a:spLocks noChangeShapeType="1"/>
                </p:cNvSpPr>
                <p:nvPr/>
              </p:nvSpPr>
              <p:spPr bwMode="auto">
                <a:xfrm>
                  <a:off x="5252" y="1879"/>
                  <a:ext cx="33" cy="17"/>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4956" name="Line 244"/>
                <p:cNvSpPr>
                  <a:spLocks noChangeShapeType="1"/>
                </p:cNvSpPr>
                <p:nvPr/>
              </p:nvSpPr>
              <p:spPr bwMode="auto">
                <a:xfrm>
                  <a:off x="5272" y="1872"/>
                  <a:ext cx="32" cy="1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4957" name="Line 245"/>
                <p:cNvSpPr>
                  <a:spLocks noChangeShapeType="1"/>
                </p:cNvSpPr>
                <p:nvPr/>
              </p:nvSpPr>
              <p:spPr bwMode="auto">
                <a:xfrm>
                  <a:off x="5292" y="1865"/>
                  <a:ext cx="31" cy="16"/>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4958" name="Line 246"/>
                <p:cNvSpPr>
                  <a:spLocks noChangeShapeType="1"/>
                </p:cNvSpPr>
                <p:nvPr/>
              </p:nvSpPr>
              <p:spPr bwMode="auto">
                <a:xfrm>
                  <a:off x="5315" y="1858"/>
                  <a:ext cx="29" cy="1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grpSp>
      <p:grpSp>
        <p:nvGrpSpPr>
          <p:cNvPr id="244786" name="Group 247"/>
          <p:cNvGrpSpPr>
            <a:grpSpLocks/>
          </p:cNvGrpSpPr>
          <p:nvPr/>
        </p:nvGrpSpPr>
        <p:grpSpPr bwMode="auto">
          <a:xfrm>
            <a:off x="9162337" y="4983163"/>
            <a:ext cx="598488" cy="246062"/>
            <a:chOff x="5266" y="2029"/>
            <a:chExt cx="348" cy="155"/>
          </a:xfrm>
        </p:grpSpPr>
        <p:sp>
          <p:nvSpPr>
            <p:cNvPr id="244922" name="Freeform 248"/>
            <p:cNvSpPr>
              <a:spLocks/>
            </p:cNvSpPr>
            <p:nvPr/>
          </p:nvSpPr>
          <p:spPr bwMode="auto">
            <a:xfrm>
              <a:off x="5266" y="2029"/>
              <a:ext cx="348" cy="155"/>
            </a:xfrm>
            <a:custGeom>
              <a:avLst/>
              <a:gdLst>
                <a:gd name="T0" fmla="*/ 0 w 2091"/>
                <a:gd name="T1" fmla="*/ 0 h 931"/>
                <a:gd name="T2" fmla="*/ 0 w 2091"/>
                <a:gd name="T3" fmla="*/ 0 h 931"/>
                <a:gd name="T4" fmla="*/ 0 w 2091"/>
                <a:gd name="T5" fmla="*/ 0 h 931"/>
                <a:gd name="T6" fmla="*/ 0 w 2091"/>
                <a:gd name="T7" fmla="*/ 0 h 931"/>
                <a:gd name="T8" fmla="*/ 0 w 2091"/>
                <a:gd name="T9" fmla="*/ 0 h 931"/>
                <a:gd name="T10" fmla="*/ 0 w 2091"/>
                <a:gd name="T11" fmla="*/ 0 h 931"/>
                <a:gd name="T12" fmla="*/ 0 w 2091"/>
                <a:gd name="T13" fmla="*/ 0 h 931"/>
                <a:gd name="T14" fmla="*/ 0 w 2091"/>
                <a:gd name="T15" fmla="*/ 0 h 931"/>
                <a:gd name="T16" fmla="*/ 0 w 2091"/>
                <a:gd name="T17" fmla="*/ 0 h 931"/>
                <a:gd name="T18" fmla="*/ 0 w 2091"/>
                <a:gd name="T19" fmla="*/ 0 h 931"/>
                <a:gd name="T20" fmla="*/ 0 w 2091"/>
                <a:gd name="T21" fmla="*/ 0 h 931"/>
                <a:gd name="T22" fmla="*/ 0 w 2091"/>
                <a:gd name="T23" fmla="*/ 0 h 931"/>
                <a:gd name="T24" fmla="*/ 0 w 2091"/>
                <a:gd name="T25" fmla="*/ 0 h 931"/>
                <a:gd name="T26" fmla="*/ 0 w 2091"/>
                <a:gd name="T27" fmla="*/ 0 h 931"/>
                <a:gd name="T28" fmla="*/ 0 w 2091"/>
                <a:gd name="T29" fmla="*/ 0 h 931"/>
                <a:gd name="T30" fmla="*/ 0 w 2091"/>
                <a:gd name="T31" fmla="*/ 0 h 931"/>
                <a:gd name="T32" fmla="*/ 0 w 2091"/>
                <a:gd name="T33" fmla="*/ 0 h 931"/>
                <a:gd name="T34" fmla="*/ 0 w 2091"/>
                <a:gd name="T35" fmla="*/ 0 h 931"/>
                <a:gd name="T36" fmla="*/ 0 w 2091"/>
                <a:gd name="T37" fmla="*/ 0 h 931"/>
                <a:gd name="T38" fmla="*/ 0 w 2091"/>
                <a:gd name="T39" fmla="*/ 0 h 931"/>
                <a:gd name="T40" fmla="*/ 0 w 2091"/>
                <a:gd name="T41" fmla="*/ 0 h 931"/>
                <a:gd name="T42" fmla="*/ 0 w 2091"/>
                <a:gd name="T43" fmla="*/ 0 h 931"/>
                <a:gd name="T44" fmla="*/ 0 w 2091"/>
                <a:gd name="T45" fmla="*/ 0 h 931"/>
                <a:gd name="T46" fmla="*/ 0 w 2091"/>
                <a:gd name="T47" fmla="*/ 0 h 931"/>
                <a:gd name="T48" fmla="*/ 0 w 2091"/>
                <a:gd name="T49" fmla="*/ 0 h 931"/>
                <a:gd name="T50" fmla="*/ 0 w 2091"/>
                <a:gd name="T51" fmla="*/ 0 h 931"/>
                <a:gd name="T52" fmla="*/ 0 w 2091"/>
                <a:gd name="T53" fmla="*/ 0 h 931"/>
                <a:gd name="T54" fmla="*/ 0 w 2091"/>
                <a:gd name="T55" fmla="*/ 0 h 931"/>
                <a:gd name="T56" fmla="*/ 0 w 2091"/>
                <a:gd name="T57" fmla="*/ 0 h 931"/>
                <a:gd name="T58" fmla="*/ 0 w 2091"/>
                <a:gd name="T59" fmla="*/ 0 h 931"/>
                <a:gd name="T60" fmla="*/ 0 w 2091"/>
                <a:gd name="T61" fmla="*/ 0 h 931"/>
                <a:gd name="T62" fmla="*/ 0 w 2091"/>
                <a:gd name="T63" fmla="*/ 0 h 931"/>
                <a:gd name="T64" fmla="*/ 0 w 2091"/>
                <a:gd name="T65" fmla="*/ 0 h 931"/>
                <a:gd name="T66" fmla="*/ 0 w 2091"/>
                <a:gd name="T67" fmla="*/ 0 h 931"/>
                <a:gd name="T68" fmla="*/ 0 w 2091"/>
                <a:gd name="T69" fmla="*/ 0 h 931"/>
                <a:gd name="T70" fmla="*/ 0 w 2091"/>
                <a:gd name="T71" fmla="*/ 0 h 931"/>
                <a:gd name="T72" fmla="*/ 0 w 2091"/>
                <a:gd name="T73" fmla="*/ 0 h 931"/>
                <a:gd name="T74" fmla="*/ 0 w 2091"/>
                <a:gd name="T75" fmla="*/ 0 h 931"/>
                <a:gd name="T76" fmla="*/ 0 w 2091"/>
                <a:gd name="T77" fmla="*/ 0 h 931"/>
                <a:gd name="T78" fmla="*/ 0 w 2091"/>
                <a:gd name="T79" fmla="*/ 0 h 931"/>
                <a:gd name="T80" fmla="*/ 0 w 2091"/>
                <a:gd name="T81" fmla="*/ 0 h 931"/>
                <a:gd name="T82" fmla="*/ 0 w 2091"/>
                <a:gd name="T83" fmla="*/ 0 h 931"/>
                <a:gd name="T84" fmla="*/ 0 w 2091"/>
                <a:gd name="T85" fmla="*/ 0 h 931"/>
                <a:gd name="T86" fmla="*/ 0 w 2091"/>
                <a:gd name="T87" fmla="*/ 0 h 931"/>
                <a:gd name="T88" fmla="*/ 0 w 2091"/>
                <a:gd name="T89" fmla="*/ 0 h 931"/>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2091" h="931">
                  <a:moveTo>
                    <a:pt x="182" y="927"/>
                  </a:moveTo>
                  <a:lnTo>
                    <a:pt x="5" y="905"/>
                  </a:lnTo>
                  <a:lnTo>
                    <a:pt x="0" y="695"/>
                  </a:lnTo>
                  <a:lnTo>
                    <a:pt x="9" y="537"/>
                  </a:lnTo>
                  <a:lnTo>
                    <a:pt x="100" y="442"/>
                  </a:lnTo>
                  <a:lnTo>
                    <a:pt x="210" y="387"/>
                  </a:lnTo>
                  <a:lnTo>
                    <a:pt x="460" y="296"/>
                  </a:lnTo>
                  <a:lnTo>
                    <a:pt x="828" y="207"/>
                  </a:lnTo>
                  <a:lnTo>
                    <a:pt x="900" y="201"/>
                  </a:lnTo>
                  <a:lnTo>
                    <a:pt x="948" y="207"/>
                  </a:lnTo>
                  <a:lnTo>
                    <a:pt x="960" y="188"/>
                  </a:lnTo>
                  <a:lnTo>
                    <a:pt x="980" y="169"/>
                  </a:lnTo>
                  <a:lnTo>
                    <a:pt x="1003" y="173"/>
                  </a:lnTo>
                  <a:lnTo>
                    <a:pt x="1035" y="176"/>
                  </a:lnTo>
                  <a:lnTo>
                    <a:pt x="1049" y="138"/>
                  </a:lnTo>
                  <a:lnTo>
                    <a:pt x="1077" y="118"/>
                  </a:lnTo>
                  <a:lnTo>
                    <a:pt x="1106" y="112"/>
                  </a:lnTo>
                  <a:lnTo>
                    <a:pt x="1144" y="112"/>
                  </a:lnTo>
                  <a:lnTo>
                    <a:pt x="1138" y="82"/>
                  </a:lnTo>
                  <a:lnTo>
                    <a:pt x="1182" y="0"/>
                  </a:lnTo>
                  <a:lnTo>
                    <a:pt x="2040" y="22"/>
                  </a:lnTo>
                  <a:lnTo>
                    <a:pt x="2037" y="110"/>
                  </a:lnTo>
                  <a:lnTo>
                    <a:pt x="2053" y="188"/>
                  </a:lnTo>
                  <a:lnTo>
                    <a:pt x="2065" y="244"/>
                  </a:lnTo>
                  <a:lnTo>
                    <a:pt x="2080" y="314"/>
                  </a:lnTo>
                  <a:lnTo>
                    <a:pt x="2091" y="427"/>
                  </a:lnTo>
                  <a:lnTo>
                    <a:pt x="2077" y="494"/>
                  </a:lnTo>
                  <a:lnTo>
                    <a:pt x="2053" y="557"/>
                  </a:lnTo>
                  <a:lnTo>
                    <a:pt x="2023" y="610"/>
                  </a:lnTo>
                  <a:lnTo>
                    <a:pt x="1983" y="629"/>
                  </a:lnTo>
                  <a:lnTo>
                    <a:pt x="1921" y="648"/>
                  </a:lnTo>
                  <a:lnTo>
                    <a:pt x="1838" y="673"/>
                  </a:lnTo>
                  <a:lnTo>
                    <a:pt x="1801" y="717"/>
                  </a:lnTo>
                  <a:lnTo>
                    <a:pt x="1757" y="754"/>
                  </a:lnTo>
                  <a:lnTo>
                    <a:pt x="1686" y="786"/>
                  </a:lnTo>
                  <a:lnTo>
                    <a:pt x="1605" y="812"/>
                  </a:lnTo>
                  <a:lnTo>
                    <a:pt x="1475" y="827"/>
                  </a:lnTo>
                  <a:lnTo>
                    <a:pt x="1364" y="827"/>
                  </a:lnTo>
                  <a:lnTo>
                    <a:pt x="1279" y="818"/>
                  </a:lnTo>
                  <a:lnTo>
                    <a:pt x="1202" y="812"/>
                  </a:lnTo>
                  <a:lnTo>
                    <a:pt x="1144" y="843"/>
                  </a:lnTo>
                  <a:lnTo>
                    <a:pt x="1031" y="837"/>
                  </a:lnTo>
                  <a:lnTo>
                    <a:pt x="582" y="901"/>
                  </a:lnTo>
                  <a:lnTo>
                    <a:pt x="386" y="931"/>
                  </a:lnTo>
                  <a:lnTo>
                    <a:pt x="182" y="927"/>
                  </a:lnTo>
                  <a:close/>
                </a:path>
              </a:pathLst>
            </a:custGeom>
            <a:solidFill>
              <a:srgbClr val="606060"/>
            </a:solidFill>
            <a:ln w="1588">
              <a:solidFill>
                <a:srgbClr val="000000"/>
              </a:solidFill>
              <a:prstDash val="solid"/>
              <a:round/>
              <a:headEnd/>
              <a:tailEnd/>
            </a:ln>
          </p:spPr>
          <p:txBody>
            <a:bodyPr/>
            <a:lstStyle/>
            <a:p>
              <a:endParaRPr lang="zh-CN" altLang="en-US" b="1">
                <a:solidFill>
                  <a:srgbClr val="000099"/>
                </a:solidFill>
              </a:endParaRPr>
            </a:p>
          </p:txBody>
        </p:sp>
        <p:sp>
          <p:nvSpPr>
            <p:cNvPr id="244923" name="Freeform 249"/>
            <p:cNvSpPr>
              <a:spLocks/>
            </p:cNvSpPr>
            <p:nvPr/>
          </p:nvSpPr>
          <p:spPr bwMode="auto">
            <a:xfrm>
              <a:off x="5268" y="2043"/>
              <a:ext cx="342" cy="138"/>
            </a:xfrm>
            <a:custGeom>
              <a:avLst/>
              <a:gdLst>
                <a:gd name="T0" fmla="*/ 0 w 2049"/>
                <a:gd name="T1" fmla="*/ 0 h 829"/>
                <a:gd name="T2" fmla="*/ 0 w 2049"/>
                <a:gd name="T3" fmla="*/ 0 h 829"/>
                <a:gd name="T4" fmla="*/ 0 w 2049"/>
                <a:gd name="T5" fmla="*/ 0 h 829"/>
                <a:gd name="T6" fmla="*/ 0 w 2049"/>
                <a:gd name="T7" fmla="*/ 0 h 829"/>
                <a:gd name="T8" fmla="*/ 0 w 2049"/>
                <a:gd name="T9" fmla="*/ 0 h 829"/>
                <a:gd name="T10" fmla="*/ 0 w 2049"/>
                <a:gd name="T11" fmla="*/ 0 h 829"/>
                <a:gd name="T12" fmla="*/ 0 w 2049"/>
                <a:gd name="T13" fmla="*/ 0 h 829"/>
                <a:gd name="T14" fmla="*/ 0 w 2049"/>
                <a:gd name="T15" fmla="*/ 0 h 829"/>
                <a:gd name="T16" fmla="*/ 0 w 2049"/>
                <a:gd name="T17" fmla="*/ 0 h 829"/>
                <a:gd name="T18" fmla="*/ 0 w 2049"/>
                <a:gd name="T19" fmla="*/ 0 h 829"/>
                <a:gd name="T20" fmla="*/ 0 w 2049"/>
                <a:gd name="T21" fmla="*/ 0 h 829"/>
                <a:gd name="T22" fmla="*/ 0 w 2049"/>
                <a:gd name="T23" fmla="*/ 0 h 829"/>
                <a:gd name="T24" fmla="*/ 0 w 2049"/>
                <a:gd name="T25" fmla="*/ 0 h 829"/>
                <a:gd name="T26" fmla="*/ 0 w 2049"/>
                <a:gd name="T27" fmla="*/ 0 h 829"/>
                <a:gd name="T28" fmla="*/ 0 w 2049"/>
                <a:gd name="T29" fmla="*/ 0 h 829"/>
                <a:gd name="T30" fmla="*/ 0 w 2049"/>
                <a:gd name="T31" fmla="*/ 0 h 829"/>
                <a:gd name="T32" fmla="*/ 0 w 2049"/>
                <a:gd name="T33" fmla="*/ 0 h 829"/>
                <a:gd name="T34" fmla="*/ 0 w 2049"/>
                <a:gd name="T35" fmla="*/ 0 h 829"/>
                <a:gd name="T36" fmla="*/ 0 w 2049"/>
                <a:gd name="T37" fmla="*/ 0 h 829"/>
                <a:gd name="T38" fmla="*/ 0 w 2049"/>
                <a:gd name="T39" fmla="*/ 0 h 829"/>
                <a:gd name="T40" fmla="*/ 0 w 2049"/>
                <a:gd name="T41" fmla="*/ 0 h 829"/>
                <a:gd name="T42" fmla="*/ 0 w 2049"/>
                <a:gd name="T43" fmla="*/ 0 h 829"/>
                <a:gd name="T44" fmla="*/ 0 w 2049"/>
                <a:gd name="T45" fmla="*/ 0 h 829"/>
                <a:gd name="T46" fmla="*/ 0 w 2049"/>
                <a:gd name="T47" fmla="*/ 0 h 829"/>
                <a:gd name="T48" fmla="*/ 0 w 2049"/>
                <a:gd name="T49" fmla="*/ 0 h 829"/>
                <a:gd name="T50" fmla="*/ 0 w 2049"/>
                <a:gd name="T51" fmla="*/ 0 h 829"/>
                <a:gd name="T52" fmla="*/ 0 w 2049"/>
                <a:gd name="T53" fmla="*/ 0 h 829"/>
                <a:gd name="T54" fmla="*/ 0 w 2049"/>
                <a:gd name="T55" fmla="*/ 0 h 829"/>
                <a:gd name="T56" fmla="*/ 0 w 2049"/>
                <a:gd name="T57" fmla="*/ 0 h 829"/>
                <a:gd name="T58" fmla="*/ 0 w 2049"/>
                <a:gd name="T59" fmla="*/ 0 h 829"/>
                <a:gd name="T60" fmla="*/ 0 w 2049"/>
                <a:gd name="T61" fmla="*/ 0 h 829"/>
                <a:gd name="T62" fmla="*/ 0 w 2049"/>
                <a:gd name="T63" fmla="*/ 0 h 829"/>
                <a:gd name="T64" fmla="*/ 0 w 2049"/>
                <a:gd name="T65" fmla="*/ 0 h 829"/>
                <a:gd name="T66" fmla="*/ 0 w 2049"/>
                <a:gd name="T67" fmla="*/ 0 h 829"/>
                <a:gd name="T68" fmla="*/ 0 w 2049"/>
                <a:gd name="T69" fmla="*/ 0 h 829"/>
                <a:gd name="T70" fmla="*/ 0 w 2049"/>
                <a:gd name="T71" fmla="*/ 0 h 829"/>
                <a:gd name="T72" fmla="*/ 0 w 2049"/>
                <a:gd name="T73" fmla="*/ 0 h 829"/>
                <a:gd name="T74" fmla="*/ 0 w 2049"/>
                <a:gd name="T75" fmla="*/ 0 h 829"/>
                <a:gd name="T76" fmla="*/ 0 w 2049"/>
                <a:gd name="T77" fmla="*/ 0 h 829"/>
                <a:gd name="T78" fmla="*/ 0 w 2049"/>
                <a:gd name="T79" fmla="*/ 0 h 829"/>
                <a:gd name="T80" fmla="*/ 0 w 2049"/>
                <a:gd name="T81" fmla="*/ 0 h 829"/>
                <a:gd name="T82" fmla="*/ 0 w 2049"/>
                <a:gd name="T83" fmla="*/ 0 h 829"/>
                <a:gd name="T84" fmla="*/ 0 w 2049"/>
                <a:gd name="T85" fmla="*/ 0 h 82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049" h="829">
                  <a:moveTo>
                    <a:pt x="1982" y="31"/>
                  </a:moveTo>
                  <a:lnTo>
                    <a:pt x="1986" y="90"/>
                  </a:lnTo>
                  <a:lnTo>
                    <a:pt x="2010" y="67"/>
                  </a:lnTo>
                  <a:lnTo>
                    <a:pt x="2037" y="199"/>
                  </a:lnTo>
                  <a:lnTo>
                    <a:pt x="2049" y="353"/>
                  </a:lnTo>
                  <a:lnTo>
                    <a:pt x="1995" y="512"/>
                  </a:lnTo>
                  <a:lnTo>
                    <a:pt x="1868" y="549"/>
                  </a:lnTo>
                  <a:lnTo>
                    <a:pt x="1882" y="512"/>
                  </a:lnTo>
                  <a:lnTo>
                    <a:pt x="1814" y="567"/>
                  </a:lnTo>
                  <a:lnTo>
                    <a:pt x="1754" y="624"/>
                  </a:lnTo>
                  <a:lnTo>
                    <a:pt x="1622" y="688"/>
                  </a:lnTo>
                  <a:lnTo>
                    <a:pt x="1460" y="701"/>
                  </a:lnTo>
                  <a:lnTo>
                    <a:pt x="1264" y="710"/>
                  </a:lnTo>
                  <a:lnTo>
                    <a:pt x="1181" y="701"/>
                  </a:lnTo>
                  <a:lnTo>
                    <a:pt x="1255" y="669"/>
                  </a:lnTo>
                  <a:lnTo>
                    <a:pt x="1287" y="589"/>
                  </a:lnTo>
                  <a:lnTo>
                    <a:pt x="1228" y="656"/>
                  </a:lnTo>
                  <a:lnTo>
                    <a:pt x="1155" y="697"/>
                  </a:lnTo>
                  <a:lnTo>
                    <a:pt x="1086" y="733"/>
                  </a:lnTo>
                  <a:lnTo>
                    <a:pt x="1017" y="724"/>
                  </a:lnTo>
                  <a:lnTo>
                    <a:pt x="1063" y="692"/>
                  </a:lnTo>
                  <a:lnTo>
                    <a:pt x="1109" y="652"/>
                  </a:lnTo>
                  <a:lnTo>
                    <a:pt x="1036" y="678"/>
                  </a:lnTo>
                  <a:lnTo>
                    <a:pt x="963" y="733"/>
                  </a:lnTo>
                  <a:lnTo>
                    <a:pt x="726" y="761"/>
                  </a:lnTo>
                  <a:lnTo>
                    <a:pt x="491" y="797"/>
                  </a:lnTo>
                  <a:lnTo>
                    <a:pt x="409" y="793"/>
                  </a:lnTo>
                  <a:lnTo>
                    <a:pt x="495" y="742"/>
                  </a:lnTo>
                  <a:lnTo>
                    <a:pt x="581" y="724"/>
                  </a:lnTo>
                  <a:lnTo>
                    <a:pt x="486" y="720"/>
                  </a:lnTo>
                  <a:lnTo>
                    <a:pt x="414" y="752"/>
                  </a:lnTo>
                  <a:lnTo>
                    <a:pt x="319" y="815"/>
                  </a:lnTo>
                  <a:lnTo>
                    <a:pt x="386" y="720"/>
                  </a:lnTo>
                  <a:lnTo>
                    <a:pt x="473" y="669"/>
                  </a:lnTo>
                  <a:lnTo>
                    <a:pt x="359" y="692"/>
                  </a:lnTo>
                  <a:lnTo>
                    <a:pt x="300" y="765"/>
                  </a:lnTo>
                  <a:lnTo>
                    <a:pt x="287" y="829"/>
                  </a:lnTo>
                  <a:lnTo>
                    <a:pt x="214" y="742"/>
                  </a:lnTo>
                  <a:lnTo>
                    <a:pt x="140" y="701"/>
                  </a:lnTo>
                  <a:lnTo>
                    <a:pt x="182" y="746"/>
                  </a:lnTo>
                  <a:lnTo>
                    <a:pt x="241" y="829"/>
                  </a:lnTo>
                  <a:lnTo>
                    <a:pt x="59" y="793"/>
                  </a:lnTo>
                  <a:lnTo>
                    <a:pt x="23" y="778"/>
                  </a:lnTo>
                  <a:lnTo>
                    <a:pt x="0" y="674"/>
                  </a:lnTo>
                  <a:lnTo>
                    <a:pt x="13" y="530"/>
                  </a:lnTo>
                  <a:lnTo>
                    <a:pt x="40" y="435"/>
                  </a:lnTo>
                  <a:lnTo>
                    <a:pt x="155" y="362"/>
                  </a:lnTo>
                  <a:lnTo>
                    <a:pt x="296" y="298"/>
                  </a:lnTo>
                  <a:lnTo>
                    <a:pt x="572" y="207"/>
                  </a:lnTo>
                  <a:lnTo>
                    <a:pt x="795" y="145"/>
                  </a:lnTo>
                  <a:lnTo>
                    <a:pt x="917" y="135"/>
                  </a:lnTo>
                  <a:lnTo>
                    <a:pt x="968" y="207"/>
                  </a:lnTo>
                  <a:lnTo>
                    <a:pt x="1123" y="285"/>
                  </a:lnTo>
                  <a:lnTo>
                    <a:pt x="1040" y="217"/>
                  </a:lnTo>
                  <a:lnTo>
                    <a:pt x="977" y="182"/>
                  </a:lnTo>
                  <a:lnTo>
                    <a:pt x="953" y="131"/>
                  </a:lnTo>
                  <a:lnTo>
                    <a:pt x="963" y="108"/>
                  </a:lnTo>
                  <a:lnTo>
                    <a:pt x="1008" y="108"/>
                  </a:lnTo>
                  <a:lnTo>
                    <a:pt x="1036" y="135"/>
                  </a:lnTo>
                  <a:lnTo>
                    <a:pt x="1063" y="163"/>
                  </a:lnTo>
                  <a:lnTo>
                    <a:pt x="1132" y="190"/>
                  </a:lnTo>
                  <a:lnTo>
                    <a:pt x="1068" y="135"/>
                  </a:lnTo>
                  <a:lnTo>
                    <a:pt x="1040" y="95"/>
                  </a:lnTo>
                  <a:lnTo>
                    <a:pt x="1059" y="67"/>
                  </a:lnTo>
                  <a:lnTo>
                    <a:pt x="1113" y="50"/>
                  </a:lnTo>
                  <a:lnTo>
                    <a:pt x="1186" y="113"/>
                  </a:lnTo>
                  <a:lnTo>
                    <a:pt x="1255" y="154"/>
                  </a:lnTo>
                  <a:lnTo>
                    <a:pt x="1173" y="63"/>
                  </a:lnTo>
                  <a:lnTo>
                    <a:pt x="1145" y="27"/>
                  </a:lnTo>
                  <a:lnTo>
                    <a:pt x="1145" y="0"/>
                  </a:lnTo>
                  <a:lnTo>
                    <a:pt x="1213" y="10"/>
                  </a:lnTo>
                  <a:lnTo>
                    <a:pt x="1277" y="54"/>
                  </a:lnTo>
                  <a:lnTo>
                    <a:pt x="1319" y="86"/>
                  </a:lnTo>
                  <a:lnTo>
                    <a:pt x="1514" y="104"/>
                  </a:lnTo>
                  <a:lnTo>
                    <a:pt x="1508" y="54"/>
                  </a:lnTo>
                  <a:lnTo>
                    <a:pt x="1567" y="35"/>
                  </a:lnTo>
                  <a:lnTo>
                    <a:pt x="1567" y="99"/>
                  </a:lnTo>
                  <a:lnTo>
                    <a:pt x="1626" y="113"/>
                  </a:lnTo>
                  <a:lnTo>
                    <a:pt x="1754" y="131"/>
                  </a:lnTo>
                  <a:lnTo>
                    <a:pt x="1745" y="63"/>
                  </a:lnTo>
                  <a:lnTo>
                    <a:pt x="1790" y="63"/>
                  </a:lnTo>
                  <a:lnTo>
                    <a:pt x="1795" y="131"/>
                  </a:lnTo>
                  <a:lnTo>
                    <a:pt x="1868" y="127"/>
                  </a:lnTo>
                  <a:lnTo>
                    <a:pt x="1946" y="108"/>
                  </a:lnTo>
                  <a:lnTo>
                    <a:pt x="1950" y="54"/>
                  </a:lnTo>
                  <a:lnTo>
                    <a:pt x="1982"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4924" name="Freeform 250"/>
            <p:cNvSpPr>
              <a:spLocks/>
            </p:cNvSpPr>
            <p:nvPr/>
          </p:nvSpPr>
          <p:spPr bwMode="auto">
            <a:xfrm>
              <a:off x="5515" y="2093"/>
              <a:ext cx="47" cy="8"/>
            </a:xfrm>
            <a:custGeom>
              <a:avLst/>
              <a:gdLst>
                <a:gd name="T0" fmla="*/ 0 w 280"/>
                <a:gd name="T1" fmla="*/ 0 h 48"/>
                <a:gd name="T2" fmla="*/ 0 w 280"/>
                <a:gd name="T3" fmla="*/ 0 h 48"/>
                <a:gd name="T4" fmla="*/ 0 w 280"/>
                <a:gd name="T5" fmla="*/ 0 h 48"/>
                <a:gd name="T6" fmla="*/ 0 w 280"/>
                <a:gd name="T7" fmla="*/ 0 h 4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0" h="48">
                  <a:moveTo>
                    <a:pt x="280" y="0"/>
                  </a:moveTo>
                  <a:lnTo>
                    <a:pt x="149" y="48"/>
                  </a:lnTo>
                  <a:lnTo>
                    <a:pt x="0" y="35"/>
                  </a:lnTo>
                  <a:lnTo>
                    <a:pt x="28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4925" name="Freeform 251"/>
            <p:cNvSpPr>
              <a:spLocks/>
            </p:cNvSpPr>
            <p:nvPr/>
          </p:nvSpPr>
          <p:spPr bwMode="auto">
            <a:xfrm>
              <a:off x="5580" y="2080"/>
              <a:ext cx="28" cy="10"/>
            </a:xfrm>
            <a:custGeom>
              <a:avLst/>
              <a:gdLst>
                <a:gd name="T0" fmla="*/ 0 w 170"/>
                <a:gd name="T1" fmla="*/ 0 h 57"/>
                <a:gd name="T2" fmla="*/ 0 w 170"/>
                <a:gd name="T3" fmla="*/ 0 h 57"/>
                <a:gd name="T4" fmla="*/ 0 w 170"/>
                <a:gd name="T5" fmla="*/ 0 h 57"/>
                <a:gd name="T6" fmla="*/ 0 w 170"/>
                <a:gd name="T7" fmla="*/ 0 h 57"/>
                <a:gd name="T8" fmla="*/ 0 w 170"/>
                <a:gd name="T9" fmla="*/ 0 h 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0" h="57">
                  <a:moveTo>
                    <a:pt x="170" y="0"/>
                  </a:moveTo>
                  <a:lnTo>
                    <a:pt x="125" y="35"/>
                  </a:lnTo>
                  <a:lnTo>
                    <a:pt x="0" y="53"/>
                  </a:lnTo>
                  <a:lnTo>
                    <a:pt x="130" y="57"/>
                  </a:lnTo>
                  <a:lnTo>
                    <a:pt x="17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4926" name="Freeform 252"/>
            <p:cNvSpPr>
              <a:spLocks/>
            </p:cNvSpPr>
            <p:nvPr/>
          </p:nvSpPr>
          <p:spPr bwMode="auto">
            <a:xfrm>
              <a:off x="5445" y="2073"/>
              <a:ext cx="44" cy="24"/>
            </a:xfrm>
            <a:custGeom>
              <a:avLst/>
              <a:gdLst>
                <a:gd name="T0" fmla="*/ 0 w 263"/>
                <a:gd name="T1" fmla="*/ 0 h 143"/>
                <a:gd name="T2" fmla="*/ 0 w 263"/>
                <a:gd name="T3" fmla="*/ 0 h 143"/>
                <a:gd name="T4" fmla="*/ 0 w 263"/>
                <a:gd name="T5" fmla="*/ 0 h 143"/>
                <a:gd name="T6" fmla="*/ 0 w 263"/>
                <a:gd name="T7" fmla="*/ 0 h 143"/>
                <a:gd name="T8" fmla="*/ 0 w 263"/>
                <a:gd name="T9" fmla="*/ 0 h 143"/>
                <a:gd name="T10" fmla="*/ 0 w 263"/>
                <a:gd name="T11" fmla="*/ 0 h 143"/>
                <a:gd name="T12" fmla="*/ 0 w 263"/>
                <a:gd name="T13" fmla="*/ 0 h 143"/>
                <a:gd name="T14" fmla="*/ 0 w 263"/>
                <a:gd name="T15" fmla="*/ 0 h 143"/>
                <a:gd name="T16" fmla="*/ 0 w 263"/>
                <a:gd name="T17" fmla="*/ 0 h 14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63" h="143">
                  <a:moveTo>
                    <a:pt x="263" y="0"/>
                  </a:moveTo>
                  <a:lnTo>
                    <a:pt x="145" y="13"/>
                  </a:lnTo>
                  <a:lnTo>
                    <a:pt x="122" y="31"/>
                  </a:lnTo>
                  <a:lnTo>
                    <a:pt x="122" y="76"/>
                  </a:lnTo>
                  <a:lnTo>
                    <a:pt x="113" y="124"/>
                  </a:lnTo>
                  <a:lnTo>
                    <a:pt x="0" y="143"/>
                  </a:lnTo>
                  <a:lnTo>
                    <a:pt x="136" y="138"/>
                  </a:lnTo>
                  <a:lnTo>
                    <a:pt x="159" y="48"/>
                  </a:lnTo>
                  <a:lnTo>
                    <a:pt x="263"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4927" name="Freeform 253"/>
            <p:cNvSpPr>
              <a:spLocks/>
            </p:cNvSpPr>
            <p:nvPr/>
          </p:nvSpPr>
          <p:spPr bwMode="auto">
            <a:xfrm>
              <a:off x="5303" y="2127"/>
              <a:ext cx="142" cy="35"/>
            </a:xfrm>
            <a:custGeom>
              <a:avLst/>
              <a:gdLst>
                <a:gd name="T0" fmla="*/ 0 w 853"/>
                <a:gd name="T1" fmla="*/ 0 h 212"/>
                <a:gd name="T2" fmla="*/ 0 w 853"/>
                <a:gd name="T3" fmla="*/ 0 h 212"/>
                <a:gd name="T4" fmla="*/ 0 w 853"/>
                <a:gd name="T5" fmla="*/ 0 h 212"/>
                <a:gd name="T6" fmla="*/ 0 w 853"/>
                <a:gd name="T7" fmla="*/ 0 h 212"/>
                <a:gd name="T8" fmla="*/ 0 w 853"/>
                <a:gd name="T9" fmla="*/ 0 h 212"/>
                <a:gd name="T10" fmla="*/ 0 w 853"/>
                <a:gd name="T11" fmla="*/ 0 h 212"/>
                <a:gd name="T12" fmla="*/ 0 w 853"/>
                <a:gd name="T13" fmla="*/ 0 h 212"/>
                <a:gd name="T14" fmla="*/ 0 w 853"/>
                <a:gd name="T15" fmla="*/ 0 h 212"/>
                <a:gd name="T16" fmla="*/ 0 w 853"/>
                <a:gd name="T17" fmla="*/ 0 h 212"/>
                <a:gd name="T18" fmla="*/ 0 w 853"/>
                <a:gd name="T19" fmla="*/ 0 h 212"/>
                <a:gd name="T20" fmla="*/ 0 w 853"/>
                <a:gd name="T21" fmla="*/ 0 h 212"/>
                <a:gd name="T22" fmla="*/ 0 w 853"/>
                <a:gd name="T23" fmla="*/ 0 h 212"/>
                <a:gd name="T24" fmla="*/ 0 w 853"/>
                <a:gd name="T25" fmla="*/ 0 h 212"/>
                <a:gd name="T26" fmla="*/ 0 w 853"/>
                <a:gd name="T27" fmla="*/ 0 h 2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3" h="212">
                  <a:moveTo>
                    <a:pt x="853" y="0"/>
                  </a:moveTo>
                  <a:lnTo>
                    <a:pt x="636" y="10"/>
                  </a:lnTo>
                  <a:lnTo>
                    <a:pt x="413" y="63"/>
                  </a:lnTo>
                  <a:lnTo>
                    <a:pt x="249" y="71"/>
                  </a:lnTo>
                  <a:lnTo>
                    <a:pt x="114" y="99"/>
                  </a:lnTo>
                  <a:lnTo>
                    <a:pt x="64" y="170"/>
                  </a:lnTo>
                  <a:lnTo>
                    <a:pt x="0" y="212"/>
                  </a:lnTo>
                  <a:lnTo>
                    <a:pt x="64" y="198"/>
                  </a:lnTo>
                  <a:lnTo>
                    <a:pt x="123" y="117"/>
                  </a:lnTo>
                  <a:lnTo>
                    <a:pt x="304" y="81"/>
                  </a:lnTo>
                  <a:lnTo>
                    <a:pt x="413" y="81"/>
                  </a:lnTo>
                  <a:lnTo>
                    <a:pt x="500" y="63"/>
                  </a:lnTo>
                  <a:lnTo>
                    <a:pt x="649" y="23"/>
                  </a:lnTo>
                  <a:lnTo>
                    <a:pt x="853"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grpSp>
      <p:grpSp>
        <p:nvGrpSpPr>
          <p:cNvPr id="244787" name="Group 254"/>
          <p:cNvGrpSpPr>
            <a:grpSpLocks/>
          </p:cNvGrpSpPr>
          <p:nvPr/>
        </p:nvGrpSpPr>
        <p:grpSpPr bwMode="auto">
          <a:xfrm>
            <a:off x="9263805" y="4714876"/>
            <a:ext cx="247650" cy="125413"/>
            <a:chOff x="5325" y="1860"/>
            <a:chExt cx="144" cy="79"/>
          </a:xfrm>
        </p:grpSpPr>
        <p:grpSp>
          <p:nvGrpSpPr>
            <p:cNvPr id="244909" name="Group 255"/>
            <p:cNvGrpSpPr>
              <a:grpSpLocks/>
            </p:cNvGrpSpPr>
            <p:nvPr/>
          </p:nvGrpSpPr>
          <p:grpSpPr bwMode="auto">
            <a:xfrm>
              <a:off x="5325" y="1860"/>
              <a:ext cx="125" cy="63"/>
              <a:chOff x="5325" y="1860"/>
              <a:chExt cx="125" cy="63"/>
            </a:xfrm>
          </p:grpSpPr>
          <p:sp>
            <p:nvSpPr>
              <p:cNvPr id="244913" name="Freeform 256"/>
              <p:cNvSpPr>
                <a:spLocks/>
              </p:cNvSpPr>
              <p:nvPr/>
            </p:nvSpPr>
            <p:spPr bwMode="auto">
              <a:xfrm>
                <a:off x="5325" y="1860"/>
                <a:ext cx="125" cy="63"/>
              </a:xfrm>
              <a:custGeom>
                <a:avLst/>
                <a:gdLst>
                  <a:gd name="T0" fmla="*/ 0 w 751"/>
                  <a:gd name="T1" fmla="*/ 0 h 379"/>
                  <a:gd name="T2" fmla="*/ 0 w 751"/>
                  <a:gd name="T3" fmla="*/ 0 h 379"/>
                  <a:gd name="T4" fmla="*/ 0 w 751"/>
                  <a:gd name="T5" fmla="*/ 0 h 379"/>
                  <a:gd name="T6" fmla="*/ 0 w 751"/>
                  <a:gd name="T7" fmla="*/ 0 h 379"/>
                  <a:gd name="T8" fmla="*/ 0 w 751"/>
                  <a:gd name="T9" fmla="*/ 0 h 379"/>
                  <a:gd name="T10" fmla="*/ 0 w 751"/>
                  <a:gd name="T11" fmla="*/ 0 h 379"/>
                  <a:gd name="T12" fmla="*/ 0 w 751"/>
                  <a:gd name="T13" fmla="*/ 0 h 379"/>
                  <a:gd name="T14" fmla="*/ 0 w 751"/>
                  <a:gd name="T15" fmla="*/ 0 h 379"/>
                  <a:gd name="T16" fmla="*/ 0 w 751"/>
                  <a:gd name="T17" fmla="*/ 0 h 379"/>
                  <a:gd name="T18" fmla="*/ 0 w 751"/>
                  <a:gd name="T19" fmla="*/ 0 h 379"/>
                  <a:gd name="T20" fmla="*/ 0 w 751"/>
                  <a:gd name="T21" fmla="*/ 0 h 379"/>
                  <a:gd name="T22" fmla="*/ 0 w 751"/>
                  <a:gd name="T23" fmla="*/ 0 h 379"/>
                  <a:gd name="T24" fmla="*/ 0 w 751"/>
                  <a:gd name="T25" fmla="*/ 0 h 379"/>
                  <a:gd name="T26" fmla="*/ 0 w 751"/>
                  <a:gd name="T27" fmla="*/ 0 h 379"/>
                  <a:gd name="T28" fmla="*/ 0 w 751"/>
                  <a:gd name="T29" fmla="*/ 0 h 379"/>
                  <a:gd name="T30" fmla="*/ 0 w 751"/>
                  <a:gd name="T31" fmla="*/ 0 h 379"/>
                  <a:gd name="T32" fmla="*/ 0 w 751"/>
                  <a:gd name="T33" fmla="*/ 0 h 379"/>
                  <a:gd name="T34" fmla="*/ 0 w 751"/>
                  <a:gd name="T35" fmla="*/ 0 h 379"/>
                  <a:gd name="T36" fmla="*/ 0 w 751"/>
                  <a:gd name="T37" fmla="*/ 0 h 379"/>
                  <a:gd name="T38" fmla="*/ 0 w 751"/>
                  <a:gd name="T39" fmla="*/ 0 h 379"/>
                  <a:gd name="T40" fmla="*/ 0 w 751"/>
                  <a:gd name="T41" fmla="*/ 0 h 379"/>
                  <a:gd name="T42" fmla="*/ 0 w 751"/>
                  <a:gd name="T43" fmla="*/ 0 h 379"/>
                  <a:gd name="T44" fmla="*/ 0 w 751"/>
                  <a:gd name="T45" fmla="*/ 0 h 379"/>
                  <a:gd name="T46" fmla="*/ 0 w 751"/>
                  <a:gd name="T47" fmla="*/ 0 h 379"/>
                  <a:gd name="T48" fmla="*/ 0 w 751"/>
                  <a:gd name="T49" fmla="*/ 0 h 379"/>
                  <a:gd name="T50" fmla="*/ 0 w 751"/>
                  <a:gd name="T51" fmla="*/ 0 h 379"/>
                  <a:gd name="T52" fmla="*/ 0 w 751"/>
                  <a:gd name="T53" fmla="*/ 0 h 379"/>
                  <a:gd name="T54" fmla="*/ 0 w 751"/>
                  <a:gd name="T55" fmla="*/ 0 h 379"/>
                  <a:gd name="T56" fmla="*/ 0 w 751"/>
                  <a:gd name="T57" fmla="*/ 0 h 379"/>
                  <a:gd name="T58" fmla="*/ 0 w 751"/>
                  <a:gd name="T59" fmla="*/ 0 h 379"/>
                  <a:gd name="T60" fmla="*/ 0 w 751"/>
                  <a:gd name="T61" fmla="*/ 0 h 379"/>
                  <a:gd name="T62" fmla="*/ 0 w 751"/>
                  <a:gd name="T63" fmla="*/ 0 h 379"/>
                  <a:gd name="T64" fmla="*/ 0 w 751"/>
                  <a:gd name="T65" fmla="*/ 0 h 379"/>
                  <a:gd name="T66" fmla="*/ 0 w 751"/>
                  <a:gd name="T67" fmla="*/ 0 h 379"/>
                  <a:gd name="T68" fmla="*/ 0 w 751"/>
                  <a:gd name="T69" fmla="*/ 0 h 379"/>
                  <a:gd name="T70" fmla="*/ 0 w 751"/>
                  <a:gd name="T71" fmla="*/ 0 h 379"/>
                  <a:gd name="T72" fmla="*/ 0 w 751"/>
                  <a:gd name="T73" fmla="*/ 0 h 379"/>
                  <a:gd name="T74" fmla="*/ 0 w 751"/>
                  <a:gd name="T75" fmla="*/ 0 h 379"/>
                  <a:gd name="T76" fmla="*/ 0 w 751"/>
                  <a:gd name="T77" fmla="*/ 0 h 379"/>
                  <a:gd name="T78" fmla="*/ 0 w 751"/>
                  <a:gd name="T79" fmla="*/ 0 h 379"/>
                  <a:gd name="T80" fmla="*/ 0 w 751"/>
                  <a:gd name="T81" fmla="*/ 0 h 379"/>
                  <a:gd name="T82" fmla="*/ 0 w 751"/>
                  <a:gd name="T83" fmla="*/ 0 h 379"/>
                  <a:gd name="T84" fmla="*/ 0 w 751"/>
                  <a:gd name="T85" fmla="*/ 0 h 379"/>
                  <a:gd name="T86" fmla="*/ 0 w 751"/>
                  <a:gd name="T87" fmla="*/ 0 h 379"/>
                  <a:gd name="T88" fmla="*/ 0 w 751"/>
                  <a:gd name="T89" fmla="*/ 0 h 379"/>
                  <a:gd name="T90" fmla="*/ 0 w 751"/>
                  <a:gd name="T91" fmla="*/ 0 h 379"/>
                  <a:gd name="T92" fmla="*/ 0 w 751"/>
                  <a:gd name="T93" fmla="*/ 0 h 379"/>
                  <a:gd name="T94" fmla="*/ 0 w 751"/>
                  <a:gd name="T95" fmla="*/ 0 h 379"/>
                  <a:gd name="T96" fmla="*/ 0 w 751"/>
                  <a:gd name="T97" fmla="*/ 0 h 379"/>
                  <a:gd name="T98" fmla="*/ 0 w 751"/>
                  <a:gd name="T99" fmla="*/ 0 h 379"/>
                  <a:gd name="T100" fmla="*/ 0 w 751"/>
                  <a:gd name="T101" fmla="*/ 0 h 379"/>
                  <a:gd name="T102" fmla="*/ 0 w 751"/>
                  <a:gd name="T103" fmla="*/ 0 h 379"/>
                  <a:gd name="T104" fmla="*/ 0 w 751"/>
                  <a:gd name="T105" fmla="*/ 0 h 379"/>
                  <a:gd name="T106" fmla="*/ 0 w 751"/>
                  <a:gd name="T107" fmla="*/ 0 h 379"/>
                  <a:gd name="T108" fmla="*/ 0 w 751"/>
                  <a:gd name="T109" fmla="*/ 0 h 379"/>
                  <a:gd name="T110" fmla="*/ 0 w 751"/>
                  <a:gd name="T111" fmla="*/ 0 h 37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751" h="379">
                    <a:moveTo>
                      <a:pt x="679" y="379"/>
                    </a:moveTo>
                    <a:lnTo>
                      <a:pt x="639" y="370"/>
                    </a:lnTo>
                    <a:lnTo>
                      <a:pt x="600" y="352"/>
                    </a:lnTo>
                    <a:lnTo>
                      <a:pt x="564" y="344"/>
                    </a:lnTo>
                    <a:lnTo>
                      <a:pt x="502" y="353"/>
                    </a:lnTo>
                    <a:lnTo>
                      <a:pt x="457" y="352"/>
                    </a:lnTo>
                    <a:lnTo>
                      <a:pt x="425" y="341"/>
                    </a:lnTo>
                    <a:lnTo>
                      <a:pt x="399" y="332"/>
                    </a:lnTo>
                    <a:lnTo>
                      <a:pt x="373" y="320"/>
                    </a:lnTo>
                    <a:lnTo>
                      <a:pt x="346" y="295"/>
                    </a:lnTo>
                    <a:lnTo>
                      <a:pt x="324" y="273"/>
                    </a:lnTo>
                    <a:lnTo>
                      <a:pt x="288" y="246"/>
                    </a:lnTo>
                    <a:lnTo>
                      <a:pt x="238" y="254"/>
                    </a:lnTo>
                    <a:lnTo>
                      <a:pt x="208" y="256"/>
                    </a:lnTo>
                    <a:lnTo>
                      <a:pt x="190" y="251"/>
                    </a:lnTo>
                    <a:lnTo>
                      <a:pt x="182" y="243"/>
                    </a:lnTo>
                    <a:lnTo>
                      <a:pt x="176" y="228"/>
                    </a:lnTo>
                    <a:lnTo>
                      <a:pt x="180" y="215"/>
                    </a:lnTo>
                    <a:lnTo>
                      <a:pt x="190" y="200"/>
                    </a:lnTo>
                    <a:lnTo>
                      <a:pt x="208" y="193"/>
                    </a:lnTo>
                    <a:lnTo>
                      <a:pt x="248" y="188"/>
                    </a:lnTo>
                    <a:lnTo>
                      <a:pt x="296" y="171"/>
                    </a:lnTo>
                    <a:lnTo>
                      <a:pt x="256" y="140"/>
                    </a:lnTo>
                    <a:lnTo>
                      <a:pt x="209" y="121"/>
                    </a:lnTo>
                    <a:lnTo>
                      <a:pt x="168" y="124"/>
                    </a:lnTo>
                    <a:lnTo>
                      <a:pt x="121" y="121"/>
                    </a:lnTo>
                    <a:lnTo>
                      <a:pt x="93" y="131"/>
                    </a:lnTo>
                    <a:lnTo>
                      <a:pt x="54" y="132"/>
                    </a:lnTo>
                    <a:lnTo>
                      <a:pt x="42" y="121"/>
                    </a:lnTo>
                    <a:lnTo>
                      <a:pt x="39" y="105"/>
                    </a:lnTo>
                    <a:lnTo>
                      <a:pt x="18" y="106"/>
                    </a:lnTo>
                    <a:lnTo>
                      <a:pt x="6" y="103"/>
                    </a:lnTo>
                    <a:lnTo>
                      <a:pt x="0" y="87"/>
                    </a:lnTo>
                    <a:lnTo>
                      <a:pt x="4" y="74"/>
                    </a:lnTo>
                    <a:lnTo>
                      <a:pt x="15" y="68"/>
                    </a:lnTo>
                    <a:lnTo>
                      <a:pt x="36" y="56"/>
                    </a:lnTo>
                    <a:lnTo>
                      <a:pt x="52" y="44"/>
                    </a:lnTo>
                    <a:lnTo>
                      <a:pt x="71" y="34"/>
                    </a:lnTo>
                    <a:lnTo>
                      <a:pt x="93" y="27"/>
                    </a:lnTo>
                    <a:lnTo>
                      <a:pt x="112" y="27"/>
                    </a:lnTo>
                    <a:lnTo>
                      <a:pt x="203" y="9"/>
                    </a:lnTo>
                    <a:lnTo>
                      <a:pt x="222" y="4"/>
                    </a:lnTo>
                    <a:lnTo>
                      <a:pt x="244" y="0"/>
                    </a:lnTo>
                    <a:lnTo>
                      <a:pt x="267" y="4"/>
                    </a:lnTo>
                    <a:lnTo>
                      <a:pt x="295" y="13"/>
                    </a:lnTo>
                    <a:lnTo>
                      <a:pt x="373" y="56"/>
                    </a:lnTo>
                    <a:lnTo>
                      <a:pt x="410" y="64"/>
                    </a:lnTo>
                    <a:lnTo>
                      <a:pt x="443" y="71"/>
                    </a:lnTo>
                    <a:lnTo>
                      <a:pt x="469" y="87"/>
                    </a:lnTo>
                    <a:lnTo>
                      <a:pt x="484" y="108"/>
                    </a:lnTo>
                    <a:lnTo>
                      <a:pt x="549" y="153"/>
                    </a:lnTo>
                    <a:lnTo>
                      <a:pt x="578" y="174"/>
                    </a:lnTo>
                    <a:lnTo>
                      <a:pt x="617" y="215"/>
                    </a:lnTo>
                    <a:lnTo>
                      <a:pt x="641" y="227"/>
                    </a:lnTo>
                    <a:lnTo>
                      <a:pt x="751" y="232"/>
                    </a:lnTo>
                    <a:lnTo>
                      <a:pt x="679" y="379"/>
                    </a:lnTo>
                    <a:close/>
                  </a:path>
                </a:pathLst>
              </a:custGeom>
              <a:solidFill>
                <a:srgbClr val="FFC080"/>
              </a:solidFill>
              <a:ln w="1588">
                <a:solidFill>
                  <a:srgbClr val="402000"/>
                </a:solidFill>
                <a:prstDash val="solid"/>
                <a:round/>
                <a:headEnd/>
                <a:tailEnd/>
              </a:ln>
            </p:spPr>
            <p:txBody>
              <a:bodyPr/>
              <a:lstStyle/>
              <a:p>
                <a:endParaRPr lang="zh-CN" altLang="en-US" b="1">
                  <a:solidFill>
                    <a:srgbClr val="000099"/>
                  </a:solidFill>
                </a:endParaRPr>
              </a:p>
            </p:txBody>
          </p:sp>
          <p:sp>
            <p:nvSpPr>
              <p:cNvPr id="244914" name="Freeform 257"/>
              <p:cNvSpPr>
                <a:spLocks/>
              </p:cNvSpPr>
              <p:nvPr/>
            </p:nvSpPr>
            <p:spPr bwMode="auto">
              <a:xfrm>
                <a:off x="5374" y="1888"/>
                <a:ext cx="29" cy="7"/>
              </a:xfrm>
              <a:custGeom>
                <a:avLst/>
                <a:gdLst>
                  <a:gd name="T0" fmla="*/ 0 w 179"/>
                  <a:gd name="T1" fmla="*/ 0 h 43"/>
                  <a:gd name="T2" fmla="*/ 0 w 179"/>
                  <a:gd name="T3" fmla="*/ 0 h 43"/>
                  <a:gd name="T4" fmla="*/ 0 w 179"/>
                  <a:gd name="T5" fmla="*/ 0 h 43"/>
                  <a:gd name="T6" fmla="*/ 0 w 179"/>
                  <a:gd name="T7" fmla="*/ 0 h 43"/>
                  <a:gd name="T8" fmla="*/ 0 w 179"/>
                  <a:gd name="T9" fmla="*/ 0 h 43"/>
                  <a:gd name="T10" fmla="*/ 0 w 179"/>
                  <a:gd name="T11" fmla="*/ 0 h 43"/>
                  <a:gd name="T12" fmla="*/ 0 w 179"/>
                  <a:gd name="T13" fmla="*/ 0 h 43"/>
                  <a:gd name="T14" fmla="*/ 0 w 179"/>
                  <a:gd name="T15" fmla="*/ 0 h 43"/>
                  <a:gd name="T16" fmla="*/ 0 w 179"/>
                  <a:gd name="T17" fmla="*/ 0 h 43"/>
                  <a:gd name="T18" fmla="*/ 0 w 179"/>
                  <a:gd name="T19" fmla="*/ 0 h 43"/>
                  <a:gd name="T20" fmla="*/ 0 w 179"/>
                  <a:gd name="T21" fmla="*/ 0 h 43"/>
                  <a:gd name="T22" fmla="*/ 0 w 179"/>
                  <a:gd name="T23" fmla="*/ 0 h 43"/>
                  <a:gd name="T24" fmla="*/ 0 w 179"/>
                  <a:gd name="T25" fmla="*/ 0 h 43"/>
                  <a:gd name="T26" fmla="*/ 0 w 179"/>
                  <a:gd name="T27" fmla="*/ 0 h 43"/>
                  <a:gd name="T28" fmla="*/ 0 w 179"/>
                  <a:gd name="T29" fmla="*/ 0 h 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79" h="43">
                    <a:moveTo>
                      <a:pt x="0" y="0"/>
                    </a:moveTo>
                    <a:lnTo>
                      <a:pt x="6" y="11"/>
                    </a:lnTo>
                    <a:lnTo>
                      <a:pt x="38" y="10"/>
                    </a:lnTo>
                    <a:lnTo>
                      <a:pt x="50" y="16"/>
                    </a:lnTo>
                    <a:lnTo>
                      <a:pt x="76" y="29"/>
                    </a:lnTo>
                    <a:lnTo>
                      <a:pt x="112" y="37"/>
                    </a:lnTo>
                    <a:lnTo>
                      <a:pt x="150" y="38"/>
                    </a:lnTo>
                    <a:lnTo>
                      <a:pt x="179" y="43"/>
                    </a:lnTo>
                    <a:lnTo>
                      <a:pt x="155" y="34"/>
                    </a:lnTo>
                    <a:lnTo>
                      <a:pt x="125" y="29"/>
                    </a:lnTo>
                    <a:lnTo>
                      <a:pt x="105" y="29"/>
                    </a:lnTo>
                    <a:lnTo>
                      <a:pt x="76" y="21"/>
                    </a:lnTo>
                    <a:lnTo>
                      <a:pt x="53" y="8"/>
                    </a:lnTo>
                    <a:lnTo>
                      <a:pt x="43" y="2"/>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4915" name="Freeform 258"/>
              <p:cNvSpPr>
                <a:spLocks/>
              </p:cNvSpPr>
              <p:nvPr/>
            </p:nvSpPr>
            <p:spPr bwMode="auto">
              <a:xfrm>
                <a:off x="5362" y="1894"/>
                <a:ext cx="4" cy="4"/>
              </a:xfrm>
              <a:custGeom>
                <a:avLst/>
                <a:gdLst>
                  <a:gd name="T0" fmla="*/ 0 w 20"/>
                  <a:gd name="T1" fmla="*/ 0 h 24"/>
                  <a:gd name="T2" fmla="*/ 0 w 20"/>
                  <a:gd name="T3" fmla="*/ 0 h 24"/>
                  <a:gd name="T4" fmla="*/ 0 w 20"/>
                  <a:gd name="T5" fmla="*/ 0 h 24"/>
                  <a:gd name="T6" fmla="*/ 0 w 20"/>
                  <a:gd name="T7" fmla="*/ 0 h 24"/>
                  <a:gd name="T8" fmla="*/ 0 w 20"/>
                  <a:gd name="T9" fmla="*/ 0 h 24"/>
                  <a:gd name="T10" fmla="*/ 0 w 20"/>
                  <a:gd name="T11" fmla="*/ 0 h 24"/>
                  <a:gd name="T12" fmla="*/ 0 w 20"/>
                  <a:gd name="T13" fmla="*/ 0 h 2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 h="24">
                    <a:moveTo>
                      <a:pt x="4" y="0"/>
                    </a:moveTo>
                    <a:lnTo>
                      <a:pt x="12" y="6"/>
                    </a:lnTo>
                    <a:lnTo>
                      <a:pt x="9" y="15"/>
                    </a:lnTo>
                    <a:lnTo>
                      <a:pt x="0" y="24"/>
                    </a:lnTo>
                    <a:lnTo>
                      <a:pt x="17" y="18"/>
                    </a:lnTo>
                    <a:lnTo>
                      <a:pt x="20" y="8"/>
                    </a:lnTo>
                    <a:lnTo>
                      <a:pt x="4"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4916" name="Freeform 259"/>
              <p:cNvSpPr>
                <a:spLocks/>
              </p:cNvSpPr>
              <p:nvPr/>
            </p:nvSpPr>
            <p:spPr bwMode="auto">
              <a:xfrm>
                <a:off x="5331" y="1869"/>
                <a:ext cx="17" cy="8"/>
              </a:xfrm>
              <a:custGeom>
                <a:avLst/>
                <a:gdLst>
                  <a:gd name="T0" fmla="*/ 0 w 104"/>
                  <a:gd name="T1" fmla="*/ 0 h 48"/>
                  <a:gd name="T2" fmla="*/ 0 w 104"/>
                  <a:gd name="T3" fmla="*/ 0 h 48"/>
                  <a:gd name="T4" fmla="*/ 0 w 104"/>
                  <a:gd name="T5" fmla="*/ 0 h 48"/>
                  <a:gd name="T6" fmla="*/ 0 w 104"/>
                  <a:gd name="T7" fmla="*/ 0 h 48"/>
                  <a:gd name="T8" fmla="*/ 0 w 104"/>
                  <a:gd name="T9" fmla="*/ 0 h 48"/>
                  <a:gd name="T10" fmla="*/ 0 w 104"/>
                  <a:gd name="T11" fmla="*/ 0 h 48"/>
                  <a:gd name="T12" fmla="*/ 0 w 104"/>
                  <a:gd name="T13" fmla="*/ 0 h 48"/>
                  <a:gd name="T14" fmla="*/ 0 w 104"/>
                  <a:gd name="T15" fmla="*/ 0 h 48"/>
                  <a:gd name="T16" fmla="*/ 0 w 104"/>
                  <a:gd name="T17" fmla="*/ 0 h 48"/>
                  <a:gd name="T18" fmla="*/ 0 w 104"/>
                  <a:gd name="T19" fmla="*/ 0 h 48"/>
                  <a:gd name="T20" fmla="*/ 0 w 104"/>
                  <a:gd name="T21" fmla="*/ 0 h 48"/>
                  <a:gd name="T22" fmla="*/ 0 w 104"/>
                  <a:gd name="T23" fmla="*/ 0 h 48"/>
                  <a:gd name="T24" fmla="*/ 0 w 104"/>
                  <a:gd name="T25" fmla="*/ 0 h 4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4" h="48">
                    <a:moveTo>
                      <a:pt x="0" y="45"/>
                    </a:moveTo>
                    <a:lnTo>
                      <a:pt x="11" y="48"/>
                    </a:lnTo>
                    <a:lnTo>
                      <a:pt x="25" y="33"/>
                    </a:lnTo>
                    <a:lnTo>
                      <a:pt x="46" y="25"/>
                    </a:lnTo>
                    <a:lnTo>
                      <a:pt x="56" y="14"/>
                    </a:lnTo>
                    <a:lnTo>
                      <a:pt x="66" y="9"/>
                    </a:lnTo>
                    <a:lnTo>
                      <a:pt x="89" y="4"/>
                    </a:lnTo>
                    <a:lnTo>
                      <a:pt x="104" y="1"/>
                    </a:lnTo>
                    <a:lnTo>
                      <a:pt x="84" y="0"/>
                    </a:lnTo>
                    <a:lnTo>
                      <a:pt x="58" y="4"/>
                    </a:lnTo>
                    <a:lnTo>
                      <a:pt x="49" y="12"/>
                    </a:lnTo>
                    <a:lnTo>
                      <a:pt x="37" y="20"/>
                    </a:lnTo>
                    <a:lnTo>
                      <a:pt x="0" y="4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4917" name="Freeform 260"/>
              <p:cNvSpPr>
                <a:spLocks/>
              </p:cNvSpPr>
              <p:nvPr/>
            </p:nvSpPr>
            <p:spPr bwMode="auto">
              <a:xfrm>
                <a:off x="5357" y="1866"/>
                <a:ext cx="27" cy="7"/>
              </a:xfrm>
              <a:custGeom>
                <a:avLst/>
                <a:gdLst>
                  <a:gd name="T0" fmla="*/ 0 w 166"/>
                  <a:gd name="T1" fmla="*/ 0 h 42"/>
                  <a:gd name="T2" fmla="*/ 0 w 166"/>
                  <a:gd name="T3" fmla="*/ 0 h 42"/>
                  <a:gd name="T4" fmla="*/ 0 w 166"/>
                  <a:gd name="T5" fmla="*/ 0 h 42"/>
                  <a:gd name="T6" fmla="*/ 0 w 166"/>
                  <a:gd name="T7" fmla="*/ 0 h 42"/>
                  <a:gd name="T8" fmla="*/ 0 w 166"/>
                  <a:gd name="T9" fmla="*/ 0 h 42"/>
                  <a:gd name="T10" fmla="*/ 0 w 166"/>
                  <a:gd name="T11" fmla="*/ 0 h 42"/>
                  <a:gd name="T12" fmla="*/ 0 w 166"/>
                  <a:gd name="T13" fmla="*/ 0 h 42"/>
                  <a:gd name="T14" fmla="*/ 0 w 166"/>
                  <a:gd name="T15" fmla="*/ 0 h 42"/>
                  <a:gd name="T16" fmla="*/ 0 w 166"/>
                  <a:gd name="T17" fmla="*/ 0 h 42"/>
                  <a:gd name="T18" fmla="*/ 0 w 166"/>
                  <a:gd name="T19" fmla="*/ 0 h 42"/>
                  <a:gd name="T20" fmla="*/ 0 w 166"/>
                  <a:gd name="T21" fmla="*/ 0 h 42"/>
                  <a:gd name="T22" fmla="*/ 0 w 166"/>
                  <a:gd name="T23" fmla="*/ 0 h 42"/>
                  <a:gd name="T24" fmla="*/ 0 w 166"/>
                  <a:gd name="T25" fmla="*/ 0 h 42"/>
                  <a:gd name="T26" fmla="*/ 0 w 166"/>
                  <a:gd name="T27" fmla="*/ 0 h 42"/>
                  <a:gd name="T28" fmla="*/ 0 w 166"/>
                  <a:gd name="T29" fmla="*/ 0 h 42"/>
                  <a:gd name="T30" fmla="*/ 0 w 166"/>
                  <a:gd name="T31" fmla="*/ 0 h 4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66" h="42">
                    <a:moveTo>
                      <a:pt x="0" y="10"/>
                    </a:moveTo>
                    <a:lnTo>
                      <a:pt x="35" y="6"/>
                    </a:lnTo>
                    <a:lnTo>
                      <a:pt x="55" y="0"/>
                    </a:lnTo>
                    <a:lnTo>
                      <a:pt x="63" y="0"/>
                    </a:lnTo>
                    <a:lnTo>
                      <a:pt x="85" y="5"/>
                    </a:lnTo>
                    <a:lnTo>
                      <a:pt x="94" y="14"/>
                    </a:lnTo>
                    <a:lnTo>
                      <a:pt x="111" y="23"/>
                    </a:lnTo>
                    <a:lnTo>
                      <a:pt x="143" y="36"/>
                    </a:lnTo>
                    <a:lnTo>
                      <a:pt x="166" y="36"/>
                    </a:lnTo>
                    <a:lnTo>
                      <a:pt x="142" y="42"/>
                    </a:lnTo>
                    <a:lnTo>
                      <a:pt x="126" y="39"/>
                    </a:lnTo>
                    <a:lnTo>
                      <a:pt x="91" y="22"/>
                    </a:lnTo>
                    <a:lnTo>
                      <a:pt x="79" y="10"/>
                    </a:lnTo>
                    <a:lnTo>
                      <a:pt x="55" y="8"/>
                    </a:lnTo>
                    <a:lnTo>
                      <a:pt x="35" y="10"/>
                    </a:lnTo>
                    <a:lnTo>
                      <a:pt x="0" y="1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4918" name="Freeform 261"/>
              <p:cNvSpPr>
                <a:spLocks/>
              </p:cNvSpPr>
              <p:nvPr/>
            </p:nvSpPr>
            <p:spPr bwMode="auto">
              <a:xfrm>
                <a:off x="5335" y="1874"/>
                <a:ext cx="6" cy="5"/>
              </a:xfrm>
              <a:custGeom>
                <a:avLst/>
                <a:gdLst>
                  <a:gd name="T0" fmla="*/ 0 w 33"/>
                  <a:gd name="T1" fmla="*/ 0 h 30"/>
                  <a:gd name="T2" fmla="*/ 0 w 33"/>
                  <a:gd name="T3" fmla="*/ 0 h 30"/>
                  <a:gd name="T4" fmla="*/ 0 w 33"/>
                  <a:gd name="T5" fmla="*/ 0 h 30"/>
                  <a:gd name="T6" fmla="*/ 0 w 33"/>
                  <a:gd name="T7" fmla="*/ 0 h 30"/>
                  <a:gd name="T8" fmla="*/ 0 w 33"/>
                  <a:gd name="T9" fmla="*/ 0 h 30"/>
                  <a:gd name="T10" fmla="*/ 0 w 33"/>
                  <a:gd name="T11" fmla="*/ 0 h 3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3" h="30">
                    <a:moveTo>
                      <a:pt x="25" y="0"/>
                    </a:moveTo>
                    <a:lnTo>
                      <a:pt x="33" y="11"/>
                    </a:lnTo>
                    <a:lnTo>
                      <a:pt x="23" y="24"/>
                    </a:lnTo>
                    <a:lnTo>
                      <a:pt x="0" y="30"/>
                    </a:lnTo>
                    <a:lnTo>
                      <a:pt x="25" y="15"/>
                    </a:lnTo>
                    <a:lnTo>
                      <a:pt x="25"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4919" name="Freeform 262"/>
              <p:cNvSpPr>
                <a:spLocks/>
              </p:cNvSpPr>
              <p:nvPr/>
            </p:nvSpPr>
            <p:spPr bwMode="auto">
              <a:xfrm>
                <a:off x="5329" y="1870"/>
                <a:ext cx="6" cy="4"/>
              </a:xfrm>
              <a:custGeom>
                <a:avLst/>
                <a:gdLst>
                  <a:gd name="T0" fmla="*/ 0 w 33"/>
                  <a:gd name="T1" fmla="*/ 0 h 28"/>
                  <a:gd name="T2" fmla="*/ 0 w 33"/>
                  <a:gd name="T3" fmla="*/ 0 h 28"/>
                  <a:gd name="T4" fmla="*/ 0 w 33"/>
                  <a:gd name="T5" fmla="*/ 0 h 28"/>
                  <a:gd name="T6" fmla="*/ 0 w 33"/>
                  <a:gd name="T7" fmla="*/ 0 h 28"/>
                  <a:gd name="T8" fmla="*/ 0 w 33"/>
                  <a:gd name="T9" fmla="*/ 0 h 28"/>
                  <a:gd name="T10" fmla="*/ 0 w 33"/>
                  <a:gd name="T11" fmla="*/ 0 h 2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3" h="28">
                    <a:moveTo>
                      <a:pt x="33" y="16"/>
                    </a:moveTo>
                    <a:lnTo>
                      <a:pt x="25" y="0"/>
                    </a:lnTo>
                    <a:lnTo>
                      <a:pt x="24" y="13"/>
                    </a:lnTo>
                    <a:lnTo>
                      <a:pt x="0" y="26"/>
                    </a:lnTo>
                    <a:lnTo>
                      <a:pt x="3" y="28"/>
                    </a:lnTo>
                    <a:lnTo>
                      <a:pt x="33" y="16"/>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4920" name="Freeform 263"/>
              <p:cNvSpPr>
                <a:spLocks/>
              </p:cNvSpPr>
              <p:nvPr/>
            </p:nvSpPr>
            <p:spPr bwMode="auto">
              <a:xfrm>
                <a:off x="5399" y="1876"/>
                <a:ext cx="6" cy="7"/>
              </a:xfrm>
              <a:custGeom>
                <a:avLst/>
                <a:gdLst>
                  <a:gd name="T0" fmla="*/ 0 w 37"/>
                  <a:gd name="T1" fmla="*/ 0 h 42"/>
                  <a:gd name="T2" fmla="*/ 0 w 37"/>
                  <a:gd name="T3" fmla="*/ 0 h 42"/>
                  <a:gd name="T4" fmla="*/ 0 w 37"/>
                  <a:gd name="T5" fmla="*/ 0 h 42"/>
                  <a:gd name="T6" fmla="*/ 0 w 37"/>
                  <a:gd name="T7" fmla="*/ 0 h 42"/>
                  <a:gd name="T8" fmla="*/ 0 w 37"/>
                  <a:gd name="T9" fmla="*/ 0 h 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7" h="42">
                    <a:moveTo>
                      <a:pt x="0" y="0"/>
                    </a:moveTo>
                    <a:lnTo>
                      <a:pt x="8" y="21"/>
                    </a:lnTo>
                    <a:lnTo>
                      <a:pt x="23" y="39"/>
                    </a:lnTo>
                    <a:lnTo>
                      <a:pt x="37" y="42"/>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4921" name="Freeform 264"/>
              <p:cNvSpPr>
                <a:spLocks/>
              </p:cNvSpPr>
              <p:nvPr/>
            </p:nvSpPr>
            <p:spPr bwMode="auto">
              <a:xfrm>
                <a:off x="5420" y="1907"/>
                <a:ext cx="9" cy="6"/>
              </a:xfrm>
              <a:custGeom>
                <a:avLst/>
                <a:gdLst>
                  <a:gd name="T0" fmla="*/ 0 w 50"/>
                  <a:gd name="T1" fmla="*/ 0 h 39"/>
                  <a:gd name="T2" fmla="*/ 0 w 50"/>
                  <a:gd name="T3" fmla="*/ 0 h 39"/>
                  <a:gd name="T4" fmla="*/ 0 w 50"/>
                  <a:gd name="T5" fmla="*/ 0 h 39"/>
                  <a:gd name="T6" fmla="*/ 0 w 50"/>
                  <a:gd name="T7" fmla="*/ 0 h 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 h="39">
                    <a:moveTo>
                      <a:pt x="50" y="0"/>
                    </a:moveTo>
                    <a:lnTo>
                      <a:pt x="17" y="14"/>
                    </a:lnTo>
                    <a:lnTo>
                      <a:pt x="0" y="39"/>
                    </a:lnTo>
                    <a:lnTo>
                      <a:pt x="5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grpSp>
        <p:grpSp>
          <p:nvGrpSpPr>
            <p:cNvPr id="244910" name="Group 265"/>
            <p:cNvGrpSpPr>
              <a:grpSpLocks/>
            </p:cNvGrpSpPr>
            <p:nvPr/>
          </p:nvGrpSpPr>
          <p:grpSpPr bwMode="auto">
            <a:xfrm>
              <a:off x="5432" y="1894"/>
              <a:ext cx="37" cy="45"/>
              <a:chOff x="5432" y="1894"/>
              <a:chExt cx="37" cy="45"/>
            </a:xfrm>
          </p:grpSpPr>
          <p:sp>
            <p:nvSpPr>
              <p:cNvPr id="244911" name="Freeform 266"/>
              <p:cNvSpPr>
                <a:spLocks/>
              </p:cNvSpPr>
              <p:nvPr/>
            </p:nvSpPr>
            <p:spPr bwMode="auto">
              <a:xfrm>
                <a:off x="5432" y="1894"/>
                <a:ext cx="37" cy="45"/>
              </a:xfrm>
              <a:custGeom>
                <a:avLst/>
                <a:gdLst>
                  <a:gd name="T0" fmla="*/ 0 w 219"/>
                  <a:gd name="T1" fmla="*/ 0 h 267"/>
                  <a:gd name="T2" fmla="*/ 0 w 219"/>
                  <a:gd name="T3" fmla="*/ 0 h 267"/>
                  <a:gd name="T4" fmla="*/ 0 w 219"/>
                  <a:gd name="T5" fmla="*/ 0 h 267"/>
                  <a:gd name="T6" fmla="*/ 0 w 219"/>
                  <a:gd name="T7" fmla="*/ 0 h 267"/>
                  <a:gd name="T8" fmla="*/ 0 w 219"/>
                  <a:gd name="T9" fmla="*/ 0 h 267"/>
                  <a:gd name="T10" fmla="*/ 0 w 219"/>
                  <a:gd name="T11" fmla="*/ 0 h 267"/>
                  <a:gd name="T12" fmla="*/ 0 w 219"/>
                  <a:gd name="T13" fmla="*/ 0 h 267"/>
                  <a:gd name="T14" fmla="*/ 0 w 219"/>
                  <a:gd name="T15" fmla="*/ 0 h 267"/>
                  <a:gd name="T16" fmla="*/ 0 w 219"/>
                  <a:gd name="T17" fmla="*/ 0 h 267"/>
                  <a:gd name="T18" fmla="*/ 0 w 219"/>
                  <a:gd name="T19" fmla="*/ 0 h 26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9" h="267">
                    <a:moveTo>
                      <a:pt x="77" y="17"/>
                    </a:moveTo>
                    <a:lnTo>
                      <a:pt x="42" y="55"/>
                    </a:lnTo>
                    <a:lnTo>
                      <a:pt x="26" y="87"/>
                    </a:lnTo>
                    <a:lnTo>
                      <a:pt x="11" y="138"/>
                    </a:lnTo>
                    <a:lnTo>
                      <a:pt x="11" y="167"/>
                    </a:lnTo>
                    <a:lnTo>
                      <a:pt x="0" y="210"/>
                    </a:lnTo>
                    <a:lnTo>
                      <a:pt x="178" y="267"/>
                    </a:lnTo>
                    <a:lnTo>
                      <a:pt x="219" y="0"/>
                    </a:lnTo>
                    <a:lnTo>
                      <a:pt x="146" y="17"/>
                    </a:lnTo>
                    <a:lnTo>
                      <a:pt x="77" y="17"/>
                    </a:lnTo>
                    <a:close/>
                  </a:path>
                </a:pathLst>
              </a:custGeom>
              <a:solidFill>
                <a:srgbClr val="C0C0C0"/>
              </a:solidFill>
              <a:ln w="1588">
                <a:solidFill>
                  <a:srgbClr val="000000"/>
                </a:solidFill>
                <a:prstDash val="solid"/>
                <a:round/>
                <a:headEnd/>
                <a:tailEnd/>
              </a:ln>
            </p:spPr>
            <p:txBody>
              <a:bodyPr/>
              <a:lstStyle/>
              <a:p>
                <a:endParaRPr lang="zh-CN" altLang="en-US" b="1">
                  <a:solidFill>
                    <a:srgbClr val="000099"/>
                  </a:solidFill>
                </a:endParaRPr>
              </a:p>
            </p:txBody>
          </p:sp>
          <p:sp>
            <p:nvSpPr>
              <p:cNvPr id="244912" name="Freeform 267"/>
              <p:cNvSpPr>
                <a:spLocks/>
              </p:cNvSpPr>
              <p:nvPr/>
            </p:nvSpPr>
            <p:spPr bwMode="auto">
              <a:xfrm>
                <a:off x="5436" y="1898"/>
                <a:ext cx="29" cy="37"/>
              </a:xfrm>
              <a:custGeom>
                <a:avLst/>
                <a:gdLst>
                  <a:gd name="T0" fmla="*/ 0 w 175"/>
                  <a:gd name="T1" fmla="*/ 0 h 220"/>
                  <a:gd name="T2" fmla="*/ 0 w 175"/>
                  <a:gd name="T3" fmla="*/ 0 h 220"/>
                  <a:gd name="T4" fmla="*/ 0 w 175"/>
                  <a:gd name="T5" fmla="*/ 0 h 220"/>
                  <a:gd name="T6" fmla="*/ 0 w 175"/>
                  <a:gd name="T7" fmla="*/ 0 h 220"/>
                  <a:gd name="T8" fmla="*/ 0 w 175"/>
                  <a:gd name="T9" fmla="*/ 0 h 220"/>
                  <a:gd name="T10" fmla="*/ 0 w 175"/>
                  <a:gd name="T11" fmla="*/ 0 h 220"/>
                  <a:gd name="T12" fmla="*/ 0 w 175"/>
                  <a:gd name="T13" fmla="*/ 0 h 220"/>
                  <a:gd name="T14" fmla="*/ 0 w 175"/>
                  <a:gd name="T15" fmla="*/ 0 h 220"/>
                  <a:gd name="T16" fmla="*/ 0 w 175"/>
                  <a:gd name="T17" fmla="*/ 0 h 2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75" h="220">
                    <a:moveTo>
                      <a:pt x="69" y="7"/>
                    </a:moveTo>
                    <a:lnTo>
                      <a:pt x="38" y="42"/>
                    </a:lnTo>
                    <a:lnTo>
                      <a:pt x="12" y="92"/>
                    </a:lnTo>
                    <a:lnTo>
                      <a:pt x="6" y="128"/>
                    </a:lnTo>
                    <a:lnTo>
                      <a:pt x="0" y="171"/>
                    </a:lnTo>
                    <a:lnTo>
                      <a:pt x="140" y="220"/>
                    </a:lnTo>
                    <a:lnTo>
                      <a:pt x="175" y="0"/>
                    </a:lnTo>
                    <a:lnTo>
                      <a:pt x="122" y="10"/>
                    </a:lnTo>
                    <a:lnTo>
                      <a:pt x="69" y="7"/>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grpSp>
      </p:grpSp>
      <p:sp>
        <p:nvSpPr>
          <p:cNvPr id="244788" name="Freeform 268"/>
          <p:cNvSpPr>
            <a:spLocks/>
          </p:cNvSpPr>
          <p:nvPr/>
        </p:nvSpPr>
        <p:spPr bwMode="auto">
          <a:xfrm>
            <a:off x="9504576" y="4383089"/>
            <a:ext cx="211534" cy="212725"/>
          </a:xfrm>
          <a:custGeom>
            <a:avLst/>
            <a:gdLst>
              <a:gd name="T0" fmla="*/ 2147483646 w 741"/>
              <a:gd name="T1" fmla="*/ 2147483646 h 807"/>
              <a:gd name="T2" fmla="*/ 2147483646 w 741"/>
              <a:gd name="T3" fmla="*/ 2147483646 h 807"/>
              <a:gd name="T4" fmla="*/ 2147483646 w 741"/>
              <a:gd name="T5" fmla="*/ 2147483646 h 807"/>
              <a:gd name="T6" fmla="*/ 2147483646 w 741"/>
              <a:gd name="T7" fmla="*/ 2147483646 h 807"/>
              <a:gd name="T8" fmla="*/ 2147483646 w 741"/>
              <a:gd name="T9" fmla="*/ 2147483646 h 807"/>
              <a:gd name="T10" fmla="*/ 2147483646 w 741"/>
              <a:gd name="T11" fmla="*/ 2147483646 h 807"/>
              <a:gd name="T12" fmla="*/ 2147483646 w 741"/>
              <a:gd name="T13" fmla="*/ 2147483646 h 807"/>
              <a:gd name="T14" fmla="*/ 2147483646 w 741"/>
              <a:gd name="T15" fmla="*/ 2147483646 h 807"/>
              <a:gd name="T16" fmla="*/ 2147483646 w 741"/>
              <a:gd name="T17" fmla="*/ 2147483646 h 807"/>
              <a:gd name="T18" fmla="*/ 0 w 741"/>
              <a:gd name="T19" fmla="*/ 2147483646 h 807"/>
              <a:gd name="T20" fmla="*/ 0 w 741"/>
              <a:gd name="T21" fmla="*/ 2147483646 h 807"/>
              <a:gd name="T22" fmla="*/ 2147483646 w 741"/>
              <a:gd name="T23" fmla="*/ 2147483646 h 807"/>
              <a:gd name="T24" fmla="*/ 2147483646 w 741"/>
              <a:gd name="T25" fmla="*/ 2147483646 h 807"/>
              <a:gd name="T26" fmla="*/ 2147483646 w 741"/>
              <a:gd name="T27" fmla="*/ 2147483646 h 807"/>
              <a:gd name="T28" fmla="*/ 2147483646 w 741"/>
              <a:gd name="T29" fmla="*/ 2147483646 h 807"/>
              <a:gd name="T30" fmla="*/ 2147483646 w 741"/>
              <a:gd name="T31" fmla="*/ 2147483646 h 807"/>
              <a:gd name="T32" fmla="*/ 2147483646 w 741"/>
              <a:gd name="T33" fmla="*/ 2147483646 h 807"/>
              <a:gd name="T34" fmla="*/ 2147483646 w 741"/>
              <a:gd name="T35" fmla="*/ 2147483646 h 807"/>
              <a:gd name="T36" fmla="*/ 2147483646 w 741"/>
              <a:gd name="T37" fmla="*/ 2147483646 h 807"/>
              <a:gd name="T38" fmla="*/ 2147483646 w 741"/>
              <a:gd name="T39" fmla="*/ 2147483646 h 807"/>
              <a:gd name="T40" fmla="*/ 2147483646 w 741"/>
              <a:gd name="T41" fmla="*/ 2147483646 h 807"/>
              <a:gd name="T42" fmla="*/ 2147483646 w 741"/>
              <a:gd name="T43" fmla="*/ 2147483646 h 807"/>
              <a:gd name="T44" fmla="*/ 2147483646 w 741"/>
              <a:gd name="T45" fmla="*/ 2147483646 h 807"/>
              <a:gd name="T46" fmla="*/ 2147483646 w 741"/>
              <a:gd name="T47" fmla="*/ 2147483646 h 807"/>
              <a:gd name="T48" fmla="*/ 2147483646 w 741"/>
              <a:gd name="T49" fmla="*/ 2147483646 h 807"/>
              <a:gd name="T50" fmla="*/ 2147483646 w 741"/>
              <a:gd name="T51" fmla="*/ 2147483646 h 807"/>
              <a:gd name="T52" fmla="*/ 2147483646 w 741"/>
              <a:gd name="T53" fmla="*/ 2147483646 h 807"/>
              <a:gd name="T54" fmla="*/ 2147483646 w 741"/>
              <a:gd name="T55" fmla="*/ 2147483646 h 807"/>
              <a:gd name="T56" fmla="*/ 2147483646 w 741"/>
              <a:gd name="T57" fmla="*/ 2147483646 h 807"/>
              <a:gd name="T58" fmla="*/ 2147483646 w 741"/>
              <a:gd name="T59" fmla="*/ 2147483646 h 807"/>
              <a:gd name="T60" fmla="*/ 2147483646 w 741"/>
              <a:gd name="T61" fmla="*/ 2147483646 h 807"/>
              <a:gd name="T62" fmla="*/ 2147483646 w 741"/>
              <a:gd name="T63" fmla="*/ 2147483646 h 807"/>
              <a:gd name="T64" fmla="*/ 2147483646 w 741"/>
              <a:gd name="T65" fmla="*/ 2147483646 h 807"/>
              <a:gd name="T66" fmla="*/ 2147483646 w 741"/>
              <a:gd name="T67" fmla="*/ 0 h 807"/>
              <a:gd name="T68" fmla="*/ 2147483646 w 741"/>
              <a:gd name="T69" fmla="*/ 2147483646 h 807"/>
              <a:gd name="T70" fmla="*/ 2147483646 w 741"/>
              <a:gd name="T71" fmla="*/ 2147483646 h 80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741" h="807">
                <a:moveTo>
                  <a:pt x="243" y="26"/>
                </a:moveTo>
                <a:lnTo>
                  <a:pt x="179" y="74"/>
                </a:lnTo>
                <a:lnTo>
                  <a:pt x="144" y="131"/>
                </a:lnTo>
                <a:lnTo>
                  <a:pt x="112" y="192"/>
                </a:lnTo>
                <a:lnTo>
                  <a:pt x="92" y="224"/>
                </a:lnTo>
                <a:lnTo>
                  <a:pt x="92" y="259"/>
                </a:lnTo>
                <a:lnTo>
                  <a:pt x="109" y="300"/>
                </a:lnTo>
                <a:lnTo>
                  <a:pt x="77" y="332"/>
                </a:lnTo>
                <a:lnTo>
                  <a:pt x="26" y="420"/>
                </a:lnTo>
                <a:lnTo>
                  <a:pt x="0" y="467"/>
                </a:lnTo>
                <a:lnTo>
                  <a:pt x="0" y="482"/>
                </a:lnTo>
                <a:lnTo>
                  <a:pt x="6" y="498"/>
                </a:lnTo>
                <a:lnTo>
                  <a:pt x="28" y="503"/>
                </a:lnTo>
                <a:lnTo>
                  <a:pt x="60" y="504"/>
                </a:lnTo>
                <a:lnTo>
                  <a:pt x="79" y="511"/>
                </a:lnTo>
                <a:lnTo>
                  <a:pt x="77" y="546"/>
                </a:lnTo>
                <a:lnTo>
                  <a:pt x="67" y="587"/>
                </a:lnTo>
                <a:lnTo>
                  <a:pt x="86" y="609"/>
                </a:lnTo>
                <a:lnTo>
                  <a:pt x="80" y="639"/>
                </a:lnTo>
                <a:lnTo>
                  <a:pt x="95" y="659"/>
                </a:lnTo>
                <a:lnTo>
                  <a:pt x="110" y="713"/>
                </a:lnTo>
                <a:lnTo>
                  <a:pt x="133" y="728"/>
                </a:lnTo>
                <a:lnTo>
                  <a:pt x="167" y="728"/>
                </a:lnTo>
                <a:lnTo>
                  <a:pt x="217" y="721"/>
                </a:lnTo>
                <a:lnTo>
                  <a:pt x="269" y="713"/>
                </a:lnTo>
                <a:lnTo>
                  <a:pt x="263" y="807"/>
                </a:lnTo>
                <a:lnTo>
                  <a:pt x="658" y="681"/>
                </a:lnTo>
                <a:lnTo>
                  <a:pt x="626" y="606"/>
                </a:lnTo>
                <a:lnTo>
                  <a:pt x="634" y="549"/>
                </a:lnTo>
                <a:lnTo>
                  <a:pt x="741" y="441"/>
                </a:lnTo>
                <a:lnTo>
                  <a:pt x="741" y="155"/>
                </a:lnTo>
                <a:lnTo>
                  <a:pt x="668" y="77"/>
                </a:lnTo>
                <a:lnTo>
                  <a:pt x="577" y="35"/>
                </a:lnTo>
                <a:lnTo>
                  <a:pt x="481" y="0"/>
                </a:lnTo>
                <a:lnTo>
                  <a:pt x="355" y="18"/>
                </a:lnTo>
                <a:lnTo>
                  <a:pt x="243" y="26"/>
                </a:lnTo>
                <a:close/>
              </a:path>
            </a:pathLst>
          </a:custGeom>
          <a:solidFill>
            <a:srgbClr val="FFC080"/>
          </a:solidFill>
          <a:ln w="1588">
            <a:solidFill>
              <a:srgbClr val="402000"/>
            </a:solidFill>
            <a:prstDash val="solid"/>
            <a:round/>
            <a:headEnd/>
            <a:tailEnd/>
          </a:ln>
        </p:spPr>
        <p:txBody>
          <a:bodyPr/>
          <a:lstStyle/>
          <a:p>
            <a:endParaRPr lang="zh-CN" altLang="en-US" b="1">
              <a:solidFill>
                <a:srgbClr val="000099"/>
              </a:solidFill>
            </a:endParaRPr>
          </a:p>
        </p:txBody>
      </p:sp>
      <p:sp>
        <p:nvSpPr>
          <p:cNvPr id="244789" name="Freeform 269"/>
          <p:cNvSpPr>
            <a:spLocks/>
          </p:cNvSpPr>
          <p:nvPr/>
        </p:nvSpPr>
        <p:spPr bwMode="auto">
          <a:xfrm>
            <a:off x="9514895" y="4511676"/>
            <a:ext cx="12038" cy="3175"/>
          </a:xfrm>
          <a:custGeom>
            <a:avLst/>
            <a:gdLst>
              <a:gd name="T0" fmla="*/ 0 w 42"/>
              <a:gd name="T1" fmla="*/ 2147483646 h 9"/>
              <a:gd name="T2" fmla="*/ 2147483646 w 42"/>
              <a:gd name="T3" fmla="*/ 2147483646 h 9"/>
              <a:gd name="T4" fmla="*/ 2147483646 w 42"/>
              <a:gd name="T5" fmla="*/ 2147483646 h 9"/>
              <a:gd name="T6" fmla="*/ 2147483646 w 42"/>
              <a:gd name="T7" fmla="*/ 2147483646 h 9"/>
              <a:gd name="T8" fmla="*/ 2147483646 w 42"/>
              <a:gd name="T9" fmla="*/ 2147483646 h 9"/>
              <a:gd name="T10" fmla="*/ 2147483646 w 42"/>
              <a:gd name="T11" fmla="*/ 0 h 9"/>
              <a:gd name="T12" fmla="*/ 0 w 42"/>
              <a:gd name="T13" fmla="*/ 2147483646 h 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2" h="9">
                <a:moveTo>
                  <a:pt x="0" y="3"/>
                </a:moveTo>
                <a:lnTo>
                  <a:pt x="9" y="8"/>
                </a:lnTo>
                <a:lnTo>
                  <a:pt x="30" y="6"/>
                </a:lnTo>
                <a:lnTo>
                  <a:pt x="39" y="9"/>
                </a:lnTo>
                <a:lnTo>
                  <a:pt x="42" y="2"/>
                </a:lnTo>
                <a:lnTo>
                  <a:pt x="29" y="0"/>
                </a:lnTo>
                <a:lnTo>
                  <a:pt x="0" y="3"/>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4790" name="Freeform 270"/>
          <p:cNvSpPr>
            <a:spLocks/>
          </p:cNvSpPr>
          <p:nvPr/>
        </p:nvSpPr>
        <p:spPr bwMode="auto">
          <a:xfrm>
            <a:off x="9526933" y="4503739"/>
            <a:ext cx="5160" cy="7937"/>
          </a:xfrm>
          <a:custGeom>
            <a:avLst/>
            <a:gdLst>
              <a:gd name="T0" fmla="*/ 0 w 17"/>
              <a:gd name="T1" fmla="*/ 0 h 31"/>
              <a:gd name="T2" fmla="*/ 2147483646 w 17"/>
              <a:gd name="T3" fmla="*/ 2147483646 h 31"/>
              <a:gd name="T4" fmla="*/ 2147483646 w 17"/>
              <a:gd name="T5" fmla="*/ 2147483646 h 31"/>
              <a:gd name="T6" fmla="*/ 2147483646 w 17"/>
              <a:gd name="T7" fmla="*/ 2147483646 h 31"/>
              <a:gd name="T8" fmla="*/ 2147483646 w 17"/>
              <a:gd name="T9" fmla="*/ 2147483646 h 31"/>
              <a:gd name="T10" fmla="*/ 2147483646 w 17"/>
              <a:gd name="T11" fmla="*/ 2147483646 h 31"/>
              <a:gd name="T12" fmla="*/ 0 w 17"/>
              <a:gd name="T13" fmla="*/ 0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7" h="31">
                <a:moveTo>
                  <a:pt x="0" y="0"/>
                </a:moveTo>
                <a:lnTo>
                  <a:pt x="11" y="7"/>
                </a:lnTo>
                <a:lnTo>
                  <a:pt x="11" y="16"/>
                </a:lnTo>
                <a:lnTo>
                  <a:pt x="13" y="31"/>
                </a:lnTo>
                <a:lnTo>
                  <a:pt x="17" y="12"/>
                </a:lnTo>
                <a:lnTo>
                  <a:pt x="17" y="1"/>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4791" name="Freeform 271"/>
          <p:cNvSpPr>
            <a:spLocks/>
          </p:cNvSpPr>
          <p:nvPr/>
        </p:nvSpPr>
        <p:spPr bwMode="auto">
          <a:xfrm>
            <a:off x="9535532" y="4476751"/>
            <a:ext cx="5159" cy="15875"/>
          </a:xfrm>
          <a:custGeom>
            <a:avLst/>
            <a:gdLst>
              <a:gd name="T0" fmla="*/ 2147483646 w 19"/>
              <a:gd name="T1" fmla="*/ 0 h 60"/>
              <a:gd name="T2" fmla="*/ 2147483646 w 19"/>
              <a:gd name="T3" fmla="*/ 2147483646 h 60"/>
              <a:gd name="T4" fmla="*/ 0 w 19"/>
              <a:gd name="T5" fmla="*/ 2147483646 h 60"/>
              <a:gd name="T6" fmla="*/ 2147483646 w 19"/>
              <a:gd name="T7" fmla="*/ 2147483646 h 60"/>
              <a:gd name="T8" fmla="*/ 2147483646 w 19"/>
              <a:gd name="T9" fmla="*/ 0 h 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60">
                <a:moveTo>
                  <a:pt x="19" y="0"/>
                </a:moveTo>
                <a:lnTo>
                  <a:pt x="5" y="34"/>
                </a:lnTo>
                <a:lnTo>
                  <a:pt x="0" y="60"/>
                </a:lnTo>
                <a:lnTo>
                  <a:pt x="9" y="43"/>
                </a:lnTo>
                <a:lnTo>
                  <a:pt x="19"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4792" name="Freeform 272"/>
          <p:cNvSpPr>
            <a:spLocks/>
          </p:cNvSpPr>
          <p:nvPr/>
        </p:nvSpPr>
        <p:spPr bwMode="auto">
          <a:xfrm>
            <a:off x="9538972" y="4460875"/>
            <a:ext cx="22357" cy="14288"/>
          </a:xfrm>
          <a:custGeom>
            <a:avLst/>
            <a:gdLst>
              <a:gd name="T0" fmla="*/ 0 w 80"/>
              <a:gd name="T1" fmla="*/ 0 h 51"/>
              <a:gd name="T2" fmla="*/ 2147483646 w 80"/>
              <a:gd name="T3" fmla="*/ 2147483646 h 51"/>
              <a:gd name="T4" fmla="*/ 2147483646 w 80"/>
              <a:gd name="T5" fmla="*/ 2147483646 h 51"/>
              <a:gd name="T6" fmla="*/ 2147483646 w 80"/>
              <a:gd name="T7" fmla="*/ 2147483646 h 51"/>
              <a:gd name="T8" fmla="*/ 2147483646 w 80"/>
              <a:gd name="T9" fmla="*/ 2147483646 h 51"/>
              <a:gd name="T10" fmla="*/ 2147483646 w 80"/>
              <a:gd name="T11" fmla="*/ 2147483646 h 51"/>
              <a:gd name="T12" fmla="*/ 2147483646 w 80"/>
              <a:gd name="T13" fmla="*/ 2147483646 h 51"/>
              <a:gd name="T14" fmla="*/ 2147483646 w 80"/>
              <a:gd name="T15" fmla="*/ 2147483646 h 51"/>
              <a:gd name="T16" fmla="*/ 2147483646 w 80"/>
              <a:gd name="T17" fmla="*/ 2147483646 h 51"/>
              <a:gd name="T18" fmla="*/ 2147483646 w 80"/>
              <a:gd name="T19" fmla="*/ 2147483646 h 51"/>
              <a:gd name="T20" fmla="*/ 0 w 80"/>
              <a:gd name="T21" fmla="*/ 0 h 5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80" h="51">
                <a:moveTo>
                  <a:pt x="0" y="0"/>
                </a:moveTo>
                <a:lnTo>
                  <a:pt x="17" y="28"/>
                </a:lnTo>
                <a:lnTo>
                  <a:pt x="13" y="35"/>
                </a:lnTo>
                <a:lnTo>
                  <a:pt x="13" y="40"/>
                </a:lnTo>
                <a:lnTo>
                  <a:pt x="9" y="51"/>
                </a:lnTo>
                <a:lnTo>
                  <a:pt x="20" y="34"/>
                </a:lnTo>
                <a:lnTo>
                  <a:pt x="35" y="34"/>
                </a:lnTo>
                <a:lnTo>
                  <a:pt x="52" y="28"/>
                </a:lnTo>
                <a:lnTo>
                  <a:pt x="80" y="26"/>
                </a:lnTo>
                <a:lnTo>
                  <a:pt x="52" y="9"/>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4793" name="Freeform 273"/>
          <p:cNvSpPr>
            <a:spLocks/>
          </p:cNvSpPr>
          <p:nvPr/>
        </p:nvSpPr>
        <p:spPr bwMode="auto">
          <a:xfrm>
            <a:off x="9533813" y="4441825"/>
            <a:ext cx="37835" cy="12700"/>
          </a:xfrm>
          <a:custGeom>
            <a:avLst/>
            <a:gdLst>
              <a:gd name="T0" fmla="*/ 0 w 135"/>
              <a:gd name="T1" fmla="*/ 2147483646 h 48"/>
              <a:gd name="T2" fmla="*/ 2147483646 w 135"/>
              <a:gd name="T3" fmla="*/ 2147483646 h 48"/>
              <a:gd name="T4" fmla="*/ 2147483646 w 135"/>
              <a:gd name="T5" fmla="*/ 2147483646 h 48"/>
              <a:gd name="T6" fmla="*/ 2147483646 w 135"/>
              <a:gd name="T7" fmla="*/ 2147483646 h 48"/>
              <a:gd name="T8" fmla="*/ 2147483646 w 135"/>
              <a:gd name="T9" fmla="*/ 2147483646 h 48"/>
              <a:gd name="T10" fmla="*/ 2147483646 w 135"/>
              <a:gd name="T11" fmla="*/ 2147483646 h 48"/>
              <a:gd name="T12" fmla="*/ 2147483646 w 135"/>
              <a:gd name="T13" fmla="*/ 2147483646 h 48"/>
              <a:gd name="T14" fmla="*/ 2147483646 w 135"/>
              <a:gd name="T15" fmla="*/ 2147483646 h 48"/>
              <a:gd name="T16" fmla="*/ 2147483646 w 135"/>
              <a:gd name="T17" fmla="*/ 2147483646 h 48"/>
              <a:gd name="T18" fmla="*/ 2147483646 w 135"/>
              <a:gd name="T19" fmla="*/ 0 h 48"/>
              <a:gd name="T20" fmla="*/ 2147483646 w 135"/>
              <a:gd name="T21" fmla="*/ 2147483646 h 48"/>
              <a:gd name="T22" fmla="*/ 2147483646 w 135"/>
              <a:gd name="T23" fmla="*/ 2147483646 h 48"/>
              <a:gd name="T24" fmla="*/ 2147483646 w 135"/>
              <a:gd name="T25" fmla="*/ 2147483646 h 48"/>
              <a:gd name="T26" fmla="*/ 2147483646 w 135"/>
              <a:gd name="T27" fmla="*/ 2147483646 h 48"/>
              <a:gd name="T28" fmla="*/ 0 w 135"/>
              <a:gd name="T29" fmla="*/ 2147483646 h 4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35" h="48">
                <a:moveTo>
                  <a:pt x="0" y="25"/>
                </a:moveTo>
                <a:lnTo>
                  <a:pt x="6" y="42"/>
                </a:lnTo>
                <a:lnTo>
                  <a:pt x="20" y="48"/>
                </a:lnTo>
                <a:lnTo>
                  <a:pt x="42" y="34"/>
                </a:lnTo>
                <a:lnTo>
                  <a:pt x="69" y="25"/>
                </a:lnTo>
                <a:lnTo>
                  <a:pt x="113" y="24"/>
                </a:lnTo>
                <a:lnTo>
                  <a:pt x="135" y="27"/>
                </a:lnTo>
                <a:lnTo>
                  <a:pt x="101" y="12"/>
                </a:lnTo>
                <a:lnTo>
                  <a:pt x="77" y="6"/>
                </a:lnTo>
                <a:lnTo>
                  <a:pt x="80" y="0"/>
                </a:lnTo>
                <a:lnTo>
                  <a:pt x="57" y="9"/>
                </a:lnTo>
                <a:lnTo>
                  <a:pt x="59" y="3"/>
                </a:lnTo>
                <a:lnTo>
                  <a:pt x="40" y="12"/>
                </a:lnTo>
                <a:lnTo>
                  <a:pt x="23" y="12"/>
                </a:lnTo>
                <a:lnTo>
                  <a:pt x="0" y="2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4794" name="Freeform 274"/>
          <p:cNvSpPr>
            <a:spLocks/>
          </p:cNvSpPr>
          <p:nvPr/>
        </p:nvSpPr>
        <p:spPr bwMode="auto">
          <a:xfrm>
            <a:off x="9619801" y="4459289"/>
            <a:ext cx="22358" cy="41275"/>
          </a:xfrm>
          <a:custGeom>
            <a:avLst/>
            <a:gdLst>
              <a:gd name="T0" fmla="*/ 0 w 78"/>
              <a:gd name="T1" fmla="*/ 2147483646 h 159"/>
              <a:gd name="T2" fmla="*/ 2147483646 w 78"/>
              <a:gd name="T3" fmla="*/ 2147483646 h 159"/>
              <a:gd name="T4" fmla="*/ 2147483646 w 78"/>
              <a:gd name="T5" fmla="*/ 2147483646 h 159"/>
              <a:gd name="T6" fmla="*/ 2147483646 w 78"/>
              <a:gd name="T7" fmla="*/ 2147483646 h 159"/>
              <a:gd name="T8" fmla="*/ 2147483646 w 78"/>
              <a:gd name="T9" fmla="*/ 2147483646 h 159"/>
              <a:gd name="T10" fmla="*/ 2147483646 w 78"/>
              <a:gd name="T11" fmla="*/ 2147483646 h 159"/>
              <a:gd name="T12" fmla="*/ 2147483646 w 78"/>
              <a:gd name="T13" fmla="*/ 2147483646 h 159"/>
              <a:gd name="T14" fmla="*/ 2147483646 w 78"/>
              <a:gd name="T15" fmla="*/ 2147483646 h 159"/>
              <a:gd name="T16" fmla="*/ 2147483646 w 78"/>
              <a:gd name="T17" fmla="*/ 2147483646 h 159"/>
              <a:gd name="T18" fmla="*/ 2147483646 w 78"/>
              <a:gd name="T19" fmla="*/ 2147483646 h 159"/>
              <a:gd name="T20" fmla="*/ 2147483646 w 78"/>
              <a:gd name="T21" fmla="*/ 2147483646 h 159"/>
              <a:gd name="T22" fmla="*/ 2147483646 w 78"/>
              <a:gd name="T23" fmla="*/ 2147483646 h 159"/>
              <a:gd name="T24" fmla="*/ 2147483646 w 78"/>
              <a:gd name="T25" fmla="*/ 2147483646 h 159"/>
              <a:gd name="T26" fmla="*/ 2147483646 w 78"/>
              <a:gd name="T27" fmla="*/ 2147483646 h 159"/>
              <a:gd name="T28" fmla="*/ 2147483646 w 78"/>
              <a:gd name="T29" fmla="*/ 2147483646 h 159"/>
              <a:gd name="T30" fmla="*/ 2147483646 w 78"/>
              <a:gd name="T31" fmla="*/ 2147483646 h 159"/>
              <a:gd name="T32" fmla="*/ 2147483646 w 78"/>
              <a:gd name="T33" fmla="*/ 2147483646 h 159"/>
              <a:gd name="T34" fmla="*/ 2147483646 w 78"/>
              <a:gd name="T35" fmla="*/ 2147483646 h 159"/>
              <a:gd name="T36" fmla="*/ 2147483646 w 78"/>
              <a:gd name="T37" fmla="*/ 2147483646 h 159"/>
              <a:gd name="T38" fmla="*/ 2147483646 w 78"/>
              <a:gd name="T39" fmla="*/ 2147483646 h 159"/>
              <a:gd name="T40" fmla="*/ 2147483646 w 78"/>
              <a:gd name="T41" fmla="*/ 0 h 159"/>
              <a:gd name="T42" fmla="*/ 2147483646 w 78"/>
              <a:gd name="T43" fmla="*/ 2147483646 h 159"/>
              <a:gd name="T44" fmla="*/ 0 w 78"/>
              <a:gd name="T45" fmla="*/ 2147483646 h 15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78" h="159">
                <a:moveTo>
                  <a:pt x="0" y="30"/>
                </a:moveTo>
                <a:lnTo>
                  <a:pt x="24" y="10"/>
                </a:lnTo>
                <a:lnTo>
                  <a:pt x="52" y="15"/>
                </a:lnTo>
                <a:lnTo>
                  <a:pt x="68" y="41"/>
                </a:lnTo>
                <a:lnTo>
                  <a:pt x="71" y="77"/>
                </a:lnTo>
                <a:lnTo>
                  <a:pt x="68" y="105"/>
                </a:lnTo>
                <a:lnTo>
                  <a:pt x="59" y="128"/>
                </a:lnTo>
                <a:lnTo>
                  <a:pt x="44" y="93"/>
                </a:lnTo>
                <a:lnTo>
                  <a:pt x="31" y="73"/>
                </a:lnTo>
                <a:lnTo>
                  <a:pt x="5" y="60"/>
                </a:lnTo>
                <a:lnTo>
                  <a:pt x="25" y="89"/>
                </a:lnTo>
                <a:lnTo>
                  <a:pt x="47" y="111"/>
                </a:lnTo>
                <a:lnTo>
                  <a:pt x="49" y="134"/>
                </a:lnTo>
                <a:lnTo>
                  <a:pt x="40" y="156"/>
                </a:lnTo>
                <a:lnTo>
                  <a:pt x="28" y="159"/>
                </a:lnTo>
                <a:lnTo>
                  <a:pt x="61" y="151"/>
                </a:lnTo>
                <a:lnTo>
                  <a:pt x="77" y="117"/>
                </a:lnTo>
                <a:lnTo>
                  <a:pt x="78" y="73"/>
                </a:lnTo>
                <a:lnTo>
                  <a:pt x="77" y="33"/>
                </a:lnTo>
                <a:lnTo>
                  <a:pt x="59" y="7"/>
                </a:lnTo>
                <a:lnTo>
                  <a:pt x="34" y="0"/>
                </a:lnTo>
                <a:lnTo>
                  <a:pt x="10" y="4"/>
                </a:lnTo>
                <a:lnTo>
                  <a:pt x="0" y="3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4795" name="Freeform 275"/>
          <p:cNvSpPr>
            <a:spLocks/>
          </p:cNvSpPr>
          <p:nvPr/>
        </p:nvSpPr>
        <p:spPr bwMode="auto">
          <a:xfrm>
            <a:off x="9614643" y="4452938"/>
            <a:ext cx="36115" cy="55562"/>
          </a:xfrm>
          <a:custGeom>
            <a:avLst/>
            <a:gdLst>
              <a:gd name="T0" fmla="*/ 0 w 129"/>
              <a:gd name="T1" fmla="*/ 2147483646 h 215"/>
              <a:gd name="T2" fmla="*/ 2147483646 w 129"/>
              <a:gd name="T3" fmla="*/ 2147483646 h 215"/>
              <a:gd name="T4" fmla="*/ 2147483646 w 129"/>
              <a:gd name="T5" fmla="*/ 2147483646 h 215"/>
              <a:gd name="T6" fmla="*/ 2147483646 w 129"/>
              <a:gd name="T7" fmla="*/ 2147483646 h 215"/>
              <a:gd name="T8" fmla="*/ 2147483646 w 129"/>
              <a:gd name="T9" fmla="*/ 2147483646 h 215"/>
              <a:gd name="T10" fmla="*/ 2147483646 w 129"/>
              <a:gd name="T11" fmla="*/ 2147483646 h 215"/>
              <a:gd name="T12" fmla="*/ 2147483646 w 129"/>
              <a:gd name="T13" fmla="*/ 2147483646 h 215"/>
              <a:gd name="T14" fmla="*/ 2147483646 w 129"/>
              <a:gd name="T15" fmla="*/ 2147483646 h 215"/>
              <a:gd name="T16" fmla="*/ 2147483646 w 129"/>
              <a:gd name="T17" fmla="*/ 2147483646 h 215"/>
              <a:gd name="T18" fmla="*/ 2147483646 w 129"/>
              <a:gd name="T19" fmla="*/ 2147483646 h 215"/>
              <a:gd name="T20" fmla="*/ 2147483646 w 129"/>
              <a:gd name="T21" fmla="*/ 2147483646 h 215"/>
              <a:gd name="T22" fmla="*/ 2147483646 w 129"/>
              <a:gd name="T23" fmla="*/ 2147483646 h 215"/>
              <a:gd name="T24" fmla="*/ 2147483646 w 129"/>
              <a:gd name="T25" fmla="*/ 2147483646 h 215"/>
              <a:gd name="T26" fmla="*/ 2147483646 w 129"/>
              <a:gd name="T27" fmla="*/ 2147483646 h 215"/>
              <a:gd name="T28" fmla="*/ 2147483646 w 129"/>
              <a:gd name="T29" fmla="*/ 2147483646 h 215"/>
              <a:gd name="T30" fmla="*/ 2147483646 w 129"/>
              <a:gd name="T31" fmla="*/ 2147483646 h 215"/>
              <a:gd name="T32" fmla="*/ 2147483646 w 129"/>
              <a:gd name="T33" fmla="*/ 2147483646 h 215"/>
              <a:gd name="T34" fmla="*/ 2147483646 w 129"/>
              <a:gd name="T35" fmla="*/ 2147483646 h 215"/>
              <a:gd name="T36" fmla="*/ 2147483646 w 129"/>
              <a:gd name="T37" fmla="*/ 2147483646 h 215"/>
              <a:gd name="T38" fmla="*/ 2147483646 w 129"/>
              <a:gd name="T39" fmla="*/ 2147483646 h 215"/>
              <a:gd name="T40" fmla="*/ 2147483646 w 129"/>
              <a:gd name="T41" fmla="*/ 2147483646 h 215"/>
              <a:gd name="T42" fmla="*/ 2147483646 w 129"/>
              <a:gd name="T43" fmla="*/ 2147483646 h 215"/>
              <a:gd name="T44" fmla="*/ 2147483646 w 129"/>
              <a:gd name="T45" fmla="*/ 2147483646 h 215"/>
              <a:gd name="T46" fmla="*/ 2147483646 w 129"/>
              <a:gd name="T47" fmla="*/ 0 h 215"/>
              <a:gd name="T48" fmla="*/ 2147483646 w 129"/>
              <a:gd name="T49" fmla="*/ 2147483646 h 215"/>
              <a:gd name="T50" fmla="*/ 2147483646 w 129"/>
              <a:gd name="T51" fmla="*/ 2147483646 h 215"/>
              <a:gd name="T52" fmla="*/ 0 w 129"/>
              <a:gd name="T53" fmla="*/ 2147483646 h 215"/>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129" h="215">
                <a:moveTo>
                  <a:pt x="0" y="53"/>
                </a:moveTo>
                <a:lnTo>
                  <a:pt x="20" y="19"/>
                </a:lnTo>
                <a:lnTo>
                  <a:pt x="54" y="9"/>
                </a:lnTo>
                <a:lnTo>
                  <a:pt x="95" y="16"/>
                </a:lnTo>
                <a:lnTo>
                  <a:pt x="109" y="35"/>
                </a:lnTo>
                <a:lnTo>
                  <a:pt x="120" y="67"/>
                </a:lnTo>
                <a:lnTo>
                  <a:pt x="120" y="93"/>
                </a:lnTo>
                <a:lnTo>
                  <a:pt x="114" y="111"/>
                </a:lnTo>
                <a:lnTo>
                  <a:pt x="114" y="137"/>
                </a:lnTo>
                <a:lnTo>
                  <a:pt x="107" y="168"/>
                </a:lnTo>
                <a:lnTo>
                  <a:pt x="80" y="198"/>
                </a:lnTo>
                <a:lnTo>
                  <a:pt x="63" y="198"/>
                </a:lnTo>
                <a:lnTo>
                  <a:pt x="40" y="198"/>
                </a:lnTo>
                <a:lnTo>
                  <a:pt x="40" y="203"/>
                </a:lnTo>
                <a:lnTo>
                  <a:pt x="57" y="215"/>
                </a:lnTo>
                <a:lnTo>
                  <a:pt x="76" y="211"/>
                </a:lnTo>
                <a:lnTo>
                  <a:pt x="101" y="201"/>
                </a:lnTo>
                <a:lnTo>
                  <a:pt x="121" y="171"/>
                </a:lnTo>
                <a:lnTo>
                  <a:pt x="123" y="121"/>
                </a:lnTo>
                <a:lnTo>
                  <a:pt x="129" y="87"/>
                </a:lnTo>
                <a:lnTo>
                  <a:pt x="129" y="58"/>
                </a:lnTo>
                <a:lnTo>
                  <a:pt x="117" y="32"/>
                </a:lnTo>
                <a:lnTo>
                  <a:pt x="103" y="9"/>
                </a:lnTo>
                <a:lnTo>
                  <a:pt x="69" y="0"/>
                </a:lnTo>
                <a:lnTo>
                  <a:pt x="20" y="6"/>
                </a:lnTo>
                <a:lnTo>
                  <a:pt x="3" y="19"/>
                </a:lnTo>
                <a:lnTo>
                  <a:pt x="0" y="53"/>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4796" name="Freeform 276"/>
          <p:cNvSpPr>
            <a:spLocks/>
          </p:cNvSpPr>
          <p:nvPr/>
        </p:nvSpPr>
        <p:spPr bwMode="auto">
          <a:xfrm>
            <a:off x="9595725" y="4513264"/>
            <a:ext cx="32677" cy="47625"/>
          </a:xfrm>
          <a:custGeom>
            <a:avLst/>
            <a:gdLst>
              <a:gd name="T0" fmla="*/ 2147483646 w 118"/>
              <a:gd name="T1" fmla="*/ 0 h 179"/>
              <a:gd name="T2" fmla="*/ 2147483646 w 118"/>
              <a:gd name="T3" fmla="*/ 2147483646 h 179"/>
              <a:gd name="T4" fmla="*/ 2147483646 w 118"/>
              <a:gd name="T5" fmla="*/ 2147483646 h 179"/>
              <a:gd name="T6" fmla="*/ 2147483646 w 118"/>
              <a:gd name="T7" fmla="*/ 2147483646 h 179"/>
              <a:gd name="T8" fmla="*/ 2147483646 w 118"/>
              <a:gd name="T9" fmla="*/ 2147483646 h 179"/>
              <a:gd name="T10" fmla="*/ 0 w 118"/>
              <a:gd name="T11" fmla="*/ 2147483646 h 179"/>
              <a:gd name="T12" fmla="*/ 2147483646 w 118"/>
              <a:gd name="T13" fmla="*/ 2147483646 h 179"/>
              <a:gd name="T14" fmla="*/ 2147483646 w 118"/>
              <a:gd name="T15" fmla="*/ 2147483646 h 179"/>
              <a:gd name="T16" fmla="*/ 2147483646 w 118"/>
              <a:gd name="T17" fmla="*/ 2147483646 h 179"/>
              <a:gd name="T18" fmla="*/ 2147483646 w 118"/>
              <a:gd name="T19" fmla="*/ 0 h 17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8" h="179">
                <a:moveTo>
                  <a:pt x="118" y="0"/>
                </a:moveTo>
                <a:lnTo>
                  <a:pt x="102" y="39"/>
                </a:lnTo>
                <a:lnTo>
                  <a:pt x="77" y="80"/>
                </a:lnTo>
                <a:lnTo>
                  <a:pt x="52" y="116"/>
                </a:lnTo>
                <a:lnTo>
                  <a:pt x="17" y="164"/>
                </a:lnTo>
                <a:lnTo>
                  <a:pt x="0" y="179"/>
                </a:lnTo>
                <a:lnTo>
                  <a:pt x="39" y="159"/>
                </a:lnTo>
                <a:lnTo>
                  <a:pt x="70" y="115"/>
                </a:lnTo>
                <a:lnTo>
                  <a:pt x="99" y="67"/>
                </a:lnTo>
                <a:lnTo>
                  <a:pt x="118"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4797" name="Freeform 277"/>
          <p:cNvSpPr>
            <a:spLocks/>
          </p:cNvSpPr>
          <p:nvPr/>
        </p:nvSpPr>
        <p:spPr bwMode="auto">
          <a:xfrm>
            <a:off x="9538972" y="4352926"/>
            <a:ext cx="192617" cy="176213"/>
          </a:xfrm>
          <a:custGeom>
            <a:avLst/>
            <a:gdLst>
              <a:gd name="T0" fmla="*/ 2147483646 w 671"/>
              <a:gd name="T1" fmla="*/ 2147483646 h 670"/>
              <a:gd name="T2" fmla="*/ 2147483646 w 671"/>
              <a:gd name="T3" fmla="*/ 2147483646 h 670"/>
              <a:gd name="T4" fmla="*/ 2147483646 w 671"/>
              <a:gd name="T5" fmla="*/ 2147483646 h 670"/>
              <a:gd name="T6" fmla="*/ 2147483646 w 671"/>
              <a:gd name="T7" fmla="*/ 2147483646 h 670"/>
              <a:gd name="T8" fmla="*/ 2147483646 w 671"/>
              <a:gd name="T9" fmla="*/ 2147483646 h 670"/>
              <a:gd name="T10" fmla="*/ 2147483646 w 671"/>
              <a:gd name="T11" fmla="*/ 2147483646 h 670"/>
              <a:gd name="T12" fmla="*/ 2147483646 w 671"/>
              <a:gd name="T13" fmla="*/ 2147483646 h 670"/>
              <a:gd name="T14" fmla="*/ 2147483646 w 671"/>
              <a:gd name="T15" fmla="*/ 2147483646 h 670"/>
              <a:gd name="T16" fmla="*/ 2147483646 w 671"/>
              <a:gd name="T17" fmla="*/ 2147483646 h 670"/>
              <a:gd name="T18" fmla="*/ 2147483646 w 671"/>
              <a:gd name="T19" fmla="*/ 2147483646 h 670"/>
              <a:gd name="T20" fmla="*/ 2147483646 w 671"/>
              <a:gd name="T21" fmla="*/ 2147483646 h 670"/>
              <a:gd name="T22" fmla="*/ 2147483646 w 671"/>
              <a:gd name="T23" fmla="*/ 2147483646 h 670"/>
              <a:gd name="T24" fmla="*/ 2147483646 w 671"/>
              <a:gd name="T25" fmla="*/ 2147483646 h 670"/>
              <a:gd name="T26" fmla="*/ 2147483646 w 671"/>
              <a:gd name="T27" fmla="*/ 2147483646 h 670"/>
              <a:gd name="T28" fmla="*/ 2147483646 w 671"/>
              <a:gd name="T29" fmla="*/ 2147483646 h 670"/>
              <a:gd name="T30" fmla="*/ 2147483646 w 671"/>
              <a:gd name="T31" fmla="*/ 2147483646 h 670"/>
              <a:gd name="T32" fmla="*/ 2147483646 w 671"/>
              <a:gd name="T33" fmla="*/ 2147483646 h 670"/>
              <a:gd name="T34" fmla="*/ 2147483646 w 671"/>
              <a:gd name="T35" fmla="*/ 2147483646 h 670"/>
              <a:gd name="T36" fmla="*/ 2147483646 w 671"/>
              <a:gd name="T37" fmla="*/ 2147483646 h 670"/>
              <a:gd name="T38" fmla="*/ 2147483646 w 671"/>
              <a:gd name="T39" fmla="*/ 2147483646 h 670"/>
              <a:gd name="T40" fmla="*/ 2147483646 w 671"/>
              <a:gd name="T41" fmla="*/ 2147483646 h 670"/>
              <a:gd name="T42" fmla="*/ 2147483646 w 671"/>
              <a:gd name="T43" fmla="*/ 2147483646 h 670"/>
              <a:gd name="T44" fmla="*/ 2147483646 w 671"/>
              <a:gd name="T45" fmla="*/ 2147483646 h 670"/>
              <a:gd name="T46" fmla="*/ 2147483646 w 671"/>
              <a:gd name="T47" fmla="*/ 2147483646 h 670"/>
              <a:gd name="T48" fmla="*/ 2147483646 w 671"/>
              <a:gd name="T49" fmla="*/ 2147483646 h 670"/>
              <a:gd name="T50" fmla="*/ 2147483646 w 671"/>
              <a:gd name="T51" fmla="*/ 2147483646 h 670"/>
              <a:gd name="T52" fmla="*/ 2147483646 w 671"/>
              <a:gd name="T53" fmla="*/ 2147483646 h 670"/>
              <a:gd name="T54" fmla="*/ 2147483646 w 671"/>
              <a:gd name="T55" fmla="*/ 2147483646 h 670"/>
              <a:gd name="T56" fmla="*/ 2147483646 w 671"/>
              <a:gd name="T57" fmla="*/ 2147483646 h 670"/>
              <a:gd name="T58" fmla="*/ 2147483646 w 671"/>
              <a:gd name="T59" fmla="*/ 2147483646 h 670"/>
              <a:gd name="T60" fmla="*/ 2147483646 w 671"/>
              <a:gd name="T61" fmla="*/ 0 h 670"/>
              <a:gd name="T62" fmla="*/ 2147483646 w 671"/>
              <a:gd name="T63" fmla="*/ 2147483646 h 670"/>
              <a:gd name="T64" fmla="*/ 2147483646 w 671"/>
              <a:gd name="T65" fmla="*/ 2147483646 h 670"/>
              <a:gd name="T66" fmla="*/ 2147483646 w 671"/>
              <a:gd name="T67" fmla="*/ 2147483646 h 670"/>
              <a:gd name="T68" fmla="*/ 2147483646 w 671"/>
              <a:gd name="T69" fmla="*/ 2147483646 h 670"/>
              <a:gd name="T70" fmla="*/ 0 w 671"/>
              <a:gd name="T71" fmla="*/ 2147483646 h 670"/>
              <a:gd name="T72" fmla="*/ 2147483646 w 671"/>
              <a:gd name="T73" fmla="*/ 2147483646 h 670"/>
              <a:gd name="T74" fmla="*/ 2147483646 w 671"/>
              <a:gd name="T75" fmla="*/ 2147483646 h 67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671" h="670">
                <a:moveTo>
                  <a:pt x="54" y="193"/>
                </a:moveTo>
                <a:lnTo>
                  <a:pt x="155" y="177"/>
                </a:lnTo>
                <a:lnTo>
                  <a:pt x="223" y="187"/>
                </a:lnTo>
                <a:lnTo>
                  <a:pt x="264" y="234"/>
                </a:lnTo>
                <a:lnTo>
                  <a:pt x="238" y="290"/>
                </a:lnTo>
                <a:lnTo>
                  <a:pt x="206" y="311"/>
                </a:lnTo>
                <a:lnTo>
                  <a:pt x="197" y="366"/>
                </a:lnTo>
                <a:lnTo>
                  <a:pt x="217" y="401"/>
                </a:lnTo>
                <a:lnTo>
                  <a:pt x="200" y="453"/>
                </a:lnTo>
                <a:lnTo>
                  <a:pt x="242" y="453"/>
                </a:lnTo>
                <a:lnTo>
                  <a:pt x="254" y="394"/>
                </a:lnTo>
                <a:lnTo>
                  <a:pt x="280" y="366"/>
                </a:lnTo>
                <a:lnTo>
                  <a:pt x="329" y="366"/>
                </a:lnTo>
                <a:lnTo>
                  <a:pt x="378" y="378"/>
                </a:lnTo>
                <a:lnTo>
                  <a:pt x="393" y="419"/>
                </a:lnTo>
                <a:lnTo>
                  <a:pt x="399" y="475"/>
                </a:lnTo>
                <a:lnTo>
                  <a:pt x="393" y="516"/>
                </a:lnTo>
                <a:lnTo>
                  <a:pt x="393" y="547"/>
                </a:lnTo>
                <a:lnTo>
                  <a:pt x="396" y="581"/>
                </a:lnTo>
                <a:lnTo>
                  <a:pt x="428" y="613"/>
                </a:lnTo>
                <a:lnTo>
                  <a:pt x="451" y="632"/>
                </a:lnTo>
                <a:lnTo>
                  <a:pt x="510" y="670"/>
                </a:lnTo>
                <a:lnTo>
                  <a:pt x="620" y="558"/>
                </a:lnTo>
                <a:lnTo>
                  <a:pt x="652" y="466"/>
                </a:lnTo>
                <a:lnTo>
                  <a:pt x="665" y="318"/>
                </a:lnTo>
                <a:lnTo>
                  <a:pt x="671" y="215"/>
                </a:lnTo>
                <a:lnTo>
                  <a:pt x="658" y="114"/>
                </a:lnTo>
                <a:lnTo>
                  <a:pt x="629" y="59"/>
                </a:lnTo>
                <a:lnTo>
                  <a:pt x="562" y="21"/>
                </a:lnTo>
                <a:lnTo>
                  <a:pt x="502" y="8"/>
                </a:lnTo>
                <a:lnTo>
                  <a:pt x="384" y="0"/>
                </a:lnTo>
                <a:lnTo>
                  <a:pt x="270" y="5"/>
                </a:lnTo>
                <a:lnTo>
                  <a:pt x="129" y="30"/>
                </a:lnTo>
                <a:lnTo>
                  <a:pt x="64" y="62"/>
                </a:lnTo>
                <a:lnTo>
                  <a:pt x="32" y="94"/>
                </a:lnTo>
                <a:lnTo>
                  <a:pt x="0" y="140"/>
                </a:lnTo>
                <a:lnTo>
                  <a:pt x="6" y="166"/>
                </a:lnTo>
                <a:lnTo>
                  <a:pt x="54" y="193"/>
                </a:lnTo>
                <a:close/>
              </a:path>
            </a:pathLst>
          </a:custGeom>
          <a:solidFill>
            <a:srgbClr val="603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4798" name="Freeform 278"/>
          <p:cNvSpPr>
            <a:spLocks/>
          </p:cNvSpPr>
          <p:nvPr/>
        </p:nvSpPr>
        <p:spPr bwMode="auto">
          <a:xfrm>
            <a:off x="9544131" y="4354513"/>
            <a:ext cx="184018" cy="169862"/>
          </a:xfrm>
          <a:custGeom>
            <a:avLst/>
            <a:gdLst>
              <a:gd name="T0" fmla="*/ 2147483646 w 636"/>
              <a:gd name="T1" fmla="*/ 2147483646 h 643"/>
              <a:gd name="T2" fmla="*/ 2147483646 w 636"/>
              <a:gd name="T3" fmla="*/ 2147483646 h 643"/>
              <a:gd name="T4" fmla="*/ 2147483646 w 636"/>
              <a:gd name="T5" fmla="*/ 2147483646 h 643"/>
              <a:gd name="T6" fmla="*/ 2147483646 w 636"/>
              <a:gd name="T7" fmla="*/ 2147483646 h 643"/>
              <a:gd name="T8" fmla="*/ 2147483646 w 636"/>
              <a:gd name="T9" fmla="*/ 2147483646 h 643"/>
              <a:gd name="T10" fmla="*/ 2147483646 w 636"/>
              <a:gd name="T11" fmla="*/ 2147483646 h 643"/>
              <a:gd name="T12" fmla="*/ 2147483646 w 636"/>
              <a:gd name="T13" fmla="*/ 2147483646 h 643"/>
              <a:gd name="T14" fmla="*/ 2147483646 w 636"/>
              <a:gd name="T15" fmla="*/ 2147483646 h 643"/>
              <a:gd name="T16" fmla="*/ 2147483646 w 636"/>
              <a:gd name="T17" fmla="*/ 2147483646 h 643"/>
              <a:gd name="T18" fmla="*/ 2147483646 w 636"/>
              <a:gd name="T19" fmla="*/ 2147483646 h 643"/>
              <a:gd name="T20" fmla="*/ 2147483646 w 636"/>
              <a:gd name="T21" fmla="*/ 2147483646 h 643"/>
              <a:gd name="T22" fmla="*/ 2147483646 w 636"/>
              <a:gd name="T23" fmla="*/ 2147483646 h 643"/>
              <a:gd name="T24" fmla="*/ 2147483646 w 636"/>
              <a:gd name="T25" fmla="*/ 2147483646 h 643"/>
              <a:gd name="T26" fmla="*/ 2147483646 w 636"/>
              <a:gd name="T27" fmla="*/ 2147483646 h 643"/>
              <a:gd name="T28" fmla="*/ 2147483646 w 636"/>
              <a:gd name="T29" fmla="*/ 2147483646 h 643"/>
              <a:gd name="T30" fmla="*/ 2147483646 w 636"/>
              <a:gd name="T31" fmla="*/ 2147483646 h 643"/>
              <a:gd name="T32" fmla="*/ 2147483646 w 636"/>
              <a:gd name="T33" fmla="*/ 2147483646 h 643"/>
              <a:gd name="T34" fmla="*/ 2147483646 w 636"/>
              <a:gd name="T35" fmla="*/ 2147483646 h 643"/>
              <a:gd name="T36" fmla="*/ 2147483646 w 636"/>
              <a:gd name="T37" fmla="*/ 2147483646 h 643"/>
              <a:gd name="T38" fmla="*/ 2147483646 w 636"/>
              <a:gd name="T39" fmla="*/ 2147483646 h 643"/>
              <a:gd name="T40" fmla="*/ 2147483646 w 636"/>
              <a:gd name="T41" fmla="*/ 2147483646 h 643"/>
              <a:gd name="T42" fmla="*/ 2147483646 w 636"/>
              <a:gd name="T43" fmla="*/ 2147483646 h 643"/>
              <a:gd name="T44" fmla="*/ 2147483646 w 636"/>
              <a:gd name="T45" fmla="*/ 2147483646 h 643"/>
              <a:gd name="T46" fmla="*/ 2147483646 w 636"/>
              <a:gd name="T47" fmla="*/ 2147483646 h 643"/>
              <a:gd name="T48" fmla="*/ 2147483646 w 636"/>
              <a:gd name="T49" fmla="*/ 2147483646 h 643"/>
              <a:gd name="T50" fmla="*/ 2147483646 w 636"/>
              <a:gd name="T51" fmla="*/ 2147483646 h 643"/>
              <a:gd name="T52" fmla="*/ 2147483646 w 636"/>
              <a:gd name="T53" fmla="*/ 2147483646 h 643"/>
              <a:gd name="T54" fmla="*/ 2147483646 w 636"/>
              <a:gd name="T55" fmla="*/ 2147483646 h 643"/>
              <a:gd name="T56" fmla="*/ 2147483646 w 636"/>
              <a:gd name="T57" fmla="*/ 2147483646 h 643"/>
              <a:gd name="T58" fmla="*/ 2147483646 w 636"/>
              <a:gd name="T59" fmla="*/ 2147483646 h 643"/>
              <a:gd name="T60" fmla="*/ 2147483646 w 636"/>
              <a:gd name="T61" fmla="*/ 2147483646 h 643"/>
              <a:gd name="T62" fmla="*/ 2147483646 w 636"/>
              <a:gd name="T63" fmla="*/ 2147483646 h 643"/>
              <a:gd name="T64" fmla="*/ 2147483646 w 636"/>
              <a:gd name="T65" fmla="*/ 2147483646 h 643"/>
              <a:gd name="T66" fmla="*/ 2147483646 w 636"/>
              <a:gd name="T67" fmla="*/ 2147483646 h 643"/>
              <a:gd name="T68" fmla="*/ 2147483646 w 636"/>
              <a:gd name="T69" fmla="*/ 2147483646 h 643"/>
              <a:gd name="T70" fmla="*/ 2147483646 w 636"/>
              <a:gd name="T71" fmla="*/ 2147483646 h 643"/>
              <a:gd name="T72" fmla="*/ 2147483646 w 636"/>
              <a:gd name="T73" fmla="*/ 2147483646 h 643"/>
              <a:gd name="T74" fmla="*/ 2147483646 w 636"/>
              <a:gd name="T75" fmla="*/ 2147483646 h 643"/>
              <a:gd name="T76" fmla="*/ 2147483646 w 636"/>
              <a:gd name="T77" fmla="*/ 2147483646 h 643"/>
              <a:gd name="T78" fmla="*/ 2147483646 w 636"/>
              <a:gd name="T79" fmla="*/ 2147483646 h 643"/>
              <a:gd name="T80" fmla="*/ 2147483646 w 636"/>
              <a:gd name="T81" fmla="*/ 2147483646 h 643"/>
              <a:gd name="T82" fmla="*/ 2147483646 w 636"/>
              <a:gd name="T83" fmla="*/ 2147483646 h 643"/>
              <a:gd name="T84" fmla="*/ 2147483646 w 636"/>
              <a:gd name="T85" fmla="*/ 2147483646 h 643"/>
              <a:gd name="T86" fmla="*/ 2147483646 w 636"/>
              <a:gd name="T87" fmla="*/ 2147483646 h 643"/>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636" h="643">
                <a:moveTo>
                  <a:pt x="104" y="41"/>
                </a:moveTo>
                <a:lnTo>
                  <a:pt x="51" y="63"/>
                </a:lnTo>
                <a:lnTo>
                  <a:pt x="25" y="98"/>
                </a:lnTo>
                <a:lnTo>
                  <a:pt x="10" y="121"/>
                </a:lnTo>
                <a:lnTo>
                  <a:pt x="0" y="138"/>
                </a:lnTo>
                <a:lnTo>
                  <a:pt x="13" y="152"/>
                </a:lnTo>
                <a:lnTo>
                  <a:pt x="41" y="169"/>
                </a:lnTo>
                <a:lnTo>
                  <a:pt x="110" y="158"/>
                </a:lnTo>
                <a:lnTo>
                  <a:pt x="160" y="158"/>
                </a:lnTo>
                <a:lnTo>
                  <a:pt x="194" y="141"/>
                </a:lnTo>
                <a:lnTo>
                  <a:pt x="245" y="129"/>
                </a:lnTo>
                <a:lnTo>
                  <a:pt x="290" y="126"/>
                </a:lnTo>
                <a:lnTo>
                  <a:pt x="342" y="129"/>
                </a:lnTo>
                <a:lnTo>
                  <a:pt x="267" y="138"/>
                </a:lnTo>
                <a:lnTo>
                  <a:pt x="229" y="148"/>
                </a:lnTo>
                <a:lnTo>
                  <a:pt x="201" y="158"/>
                </a:lnTo>
                <a:lnTo>
                  <a:pt x="194" y="161"/>
                </a:lnTo>
                <a:lnTo>
                  <a:pt x="213" y="169"/>
                </a:lnTo>
                <a:lnTo>
                  <a:pt x="229" y="185"/>
                </a:lnTo>
                <a:lnTo>
                  <a:pt x="255" y="169"/>
                </a:lnTo>
                <a:lnTo>
                  <a:pt x="277" y="163"/>
                </a:lnTo>
                <a:lnTo>
                  <a:pt x="325" y="155"/>
                </a:lnTo>
                <a:lnTo>
                  <a:pt x="339" y="155"/>
                </a:lnTo>
                <a:lnTo>
                  <a:pt x="293" y="172"/>
                </a:lnTo>
                <a:lnTo>
                  <a:pt x="258" y="188"/>
                </a:lnTo>
                <a:lnTo>
                  <a:pt x="239" y="201"/>
                </a:lnTo>
                <a:lnTo>
                  <a:pt x="255" y="217"/>
                </a:lnTo>
                <a:lnTo>
                  <a:pt x="293" y="204"/>
                </a:lnTo>
                <a:lnTo>
                  <a:pt x="325" y="198"/>
                </a:lnTo>
                <a:lnTo>
                  <a:pt x="267" y="226"/>
                </a:lnTo>
                <a:lnTo>
                  <a:pt x="248" y="239"/>
                </a:lnTo>
                <a:lnTo>
                  <a:pt x="242" y="266"/>
                </a:lnTo>
                <a:lnTo>
                  <a:pt x="232" y="280"/>
                </a:lnTo>
                <a:lnTo>
                  <a:pt x="267" y="263"/>
                </a:lnTo>
                <a:lnTo>
                  <a:pt x="298" y="257"/>
                </a:lnTo>
                <a:lnTo>
                  <a:pt x="348" y="255"/>
                </a:lnTo>
                <a:lnTo>
                  <a:pt x="272" y="276"/>
                </a:lnTo>
                <a:lnTo>
                  <a:pt x="226" y="294"/>
                </a:lnTo>
                <a:lnTo>
                  <a:pt x="194" y="310"/>
                </a:lnTo>
                <a:lnTo>
                  <a:pt x="191" y="335"/>
                </a:lnTo>
                <a:lnTo>
                  <a:pt x="229" y="317"/>
                </a:lnTo>
                <a:lnTo>
                  <a:pt x="280" y="300"/>
                </a:lnTo>
                <a:lnTo>
                  <a:pt x="304" y="300"/>
                </a:lnTo>
                <a:lnTo>
                  <a:pt x="248" y="320"/>
                </a:lnTo>
                <a:lnTo>
                  <a:pt x="204" y="338"/>
                </a:lnTo>
                <a:lnTo>
                  <a:pt x="187" y="355"/>
                </a:lnTo>
                <a:lnTo>
                  <a:pt x="194" y="370"/>
                </a:lnTo>
                <a:lnTo>
                  <a:pt x="229" y="358"/>
                </a:lnTo>
                <a:lnTo>
                  <a:pt x="261" y="344"/>
                </a:lnTo>
                <a:lnTo>
                  <a:pt x="327" y="341"/>
                </a:lnTo>
                <a:lnTo>
                  <a:pt x="354" y="344"/>
                </a:lnTo>
                <a:lnTo>
                  <a:pt x="415" y="348"/>
                </a:lnTo>
                <a:lnTo>
                  <a:pt x="488" y="338"/>
                </a:lnTo>
                <a:lnTo>
                  <a:pt x="444" y="355"/>
                </a:lnTo>
                <a:lnTo>
                  <a:pt x="368" y="367"/>
                </a:lnTo>
                <a:lnTo>
                  <a:pt x="384" y="393"/>
                </a:lnTo>
                <a:lnTo>
                  <a:pt x="438" y="379"/>
                </a:lnTo>
                <a:lnTo>
                  <a:pt x="491" y="361"/>
                </a:lnTo>
                <a:lnTo>
                  <a:pt x="525" y="344"/>
                </a:lnTo>
                <a:lnTo>
                  <a:pt x="460" y="393"/>
                </a:lnTo>
                <a:lnTo>
                  <a:pt x="419" y="405"/>
                </a:lnTo>
                <a:lnTo>
                  <a:pt x="384" y="417"/>
                </a:lnTo>
                <a:lnTo>
                  <a:pt x="387" y="442"/>
                </a:lnTo>
                <a:lnTo>
                  <a:pt x="438" y="434"/>
                </a:lnTo>
                <a:lnTo>
                  <a:pt x="478" y="423"/>
                </a:lnTo>
                <a:lnTo>
                  <a:pt x="454" y="440"/>
                </a:lnTo>
                <a:lnTo>
                  <a:pt x="409" y="452"/>
                </a:lnTo>
                <a:lnTo>
                  <a:pt x="387" y="455"/>
                </a:lnTo>
                <a:lnTo>
                  <a:pt x="387" y="511"/>
                </a:lnTo>
                <a:lnTo>
                  <a:pt x="435" y="492"/>
                </a:lnTo>
                <a:lnTo>
                  <a:pt x="473" y="477"/>
                </a:lnTo>
                <a:lnTo>
                  <a:pt x="432" y="508"/>
                </a:lnTo>
                <a:lnTo>
                  <a:pt x="380" y="530"/>
                </a:lnTo>
                <a:lnTo>
                  <a:pt x="384" y="556"/>
                </a:lnTo>
                <a:lnTo>
                  <a:pt x="412" y="586"/>
                </a:lnTo>
                <a:lnTo>
                  <a:pt x="438" y="553"/>
                </a:lnTo>
                <a:lnTo>
                  <a:pt x="473" y="511"/>
                </a:lnTo>
                <a:lnTo>
                  <a:pt x="496" y="471"/>
                </a:lnTo>
                <a:lnTo>
                  <a:pt x="473" y="533"/>
                </a:lnTo>
                <a:lnTo>
                  <a:pt x="454" y="556"/>
                </a:lnTo>
                <a:lnTo>
                  <a:pt x="419" y="599"/>
                </a:lnTo>
                <a:lnTo>
                  <a:pt x="444" y="628"/>
                </a:lnTo>
                <a:lnTo>
                  <a:pt x="485" y="594"/>
                </a:lnTo>
                <a:lnTo>
                  <a:pt x="514" y="553"/>
                </a:lnTo>
                <a:lnTo>
                  <a:pt x="540" y="508"/>
                </a:lnTo>
                <a:lnTo>
                  <a:pt x="517" y="573"/>
                </a:lnTo>
                <a:lnTo>
                  <a:pt x="491" y="602"/>
                </a:lnTo>
                <a:lnTo>
                  <a:pt x="465" y="631"/>
                </a:lnTo>
                <a:lnTo>
                  <a:pt x="488" y="643"/>
                </a:lnTo>
                <a:lnTo>
                  <a:pt x="540" y="599"/>
                </a:lnTo>
                <a:lnTo>
                  <a:pt x="589" y="530"/>
                </a:lnTo>
                <a:lnTo>
                  <a:pt x="607" y="477"/>
                </a:lnTo>
                <a:lnTo>
                  <a:pt x="620" y="386"/>
                </a:lnTo>
                <a:lnTo>
                  <a:pt x="627" y="317"/>
                </a:lnTo>
                <a:lnTo>
                  <a:pt x="636" y="239"/>
                </a:lnTo>
                <a:lnTo>
                  <a:pt x="582" y="255"/>
                </a:lnTo>
                <a:lnTo>
                  <a:pt x="522" y="276"/>
                </a:lnTo>
                <a:lnTo>
                  <a:pt x="432" y="297"/>
                </a:lnTo>
                <a:lnTo>
                  <a:pt x="514" y="266"/>
                </a:lnTo>
                <a:lnTo>
                  <a:pt x="543" y="249"/>
                </a:lnTo>
                <a:lnTo>
                  <a:pt x="601" y="229"/>
                </a:lnTo>
                <a:lnTo>
                  <a:pt x="630" y="223"/>
                </a:lnTo>
                <a:lnTo>
                  <a:pt x="630" y="182"/>
                </a:lnTo>
                <a:lnTo>
                  <a:pt x="623" y="129"/>
                </a:lnTo>
                <a:lnTo>
                  <a:pt x="551" y="141"/>
                </a:lnTo>
                <a:lnTo>
                  <a:pt x="505" y="155"/>
                </a:lnTo>
                <a:lnTo>
                  <a:pt x="447" y="182"/>
                </a:lnTo>
                <a:lnTo>
                  <a:pt x="499" y="141"/>
                </a:lnTo>
                <a:lnTo>
                  <a:pt x="560" y="124"/>
                </a:lnTo>
                <a:lnTo>
                  <a:pt x="620" y="109"/>
                </a:lnTo>
                <a:lnTo>
                  <a:pt x="607" y="69"/>
                </a:lnTo>
                <a:lnTo>
                  <a:pt x="589" y="45"/>
                </a:lnTo>
                <a:lnTo>
                  <a:pt x="534" y="28"/>
                </a:lnTo>
                <a:lnTo>
                  <a:pt x="482" y="41"/>
                </a:lnTo>
                <a:lnTo>
                  <a:pt x="432" y="76"/>
                </a:lnTo>
                <a:lnTo>
                  <a:pt x="465" y="35"/>
                </a:lnTo>
                <a:lnTo>
                  <a:pt x="517" y="16"/>
                </a:lnTo>
                <a:lnTo>
                  <a:pt x="460" y="6"/>
                </a:lnTo>
                <a:lnTo>
                  <a:pt x="419" y="3"/>
                </a:lnTo>
                <a:lnTo>
                  <a:pt x="359" y="13"/>
                </a:lnTo>
                <a:lnTo>
                  <a:pt x="318" y="38"/>
                </a:lnTo>
                <a:lnTo>
                  <a:pt x="255" y="51"/>
                </a:lnTo>
                <a:lnTo>
                  <a:pt x="298" y="32"/>
                </a:lnTo>
                <a:lnTo>
                  <a:pt x="330" y="13"/>
                </a:lnTo>
                <a:lnTo>
                  <a:pt x="348" y="0"/>
                </a:lnTo>
                <a:lnTo>
                  <a:pt x="287" y="3"/>
                </a:lnTo>
                <a:lnTo>
                  <a:pt x="232" y="6"/>
                </a:lnTo>
                <a:lnTo>
                  <a:pt x="198" y="22"/>
                </a:lnTo>
                <a:lnTo>
                  <a:pt x="163" y="54"/>
                </a:lnTo>
                <a:lnTo>
                  <a:pt x="136" y="95"/>
                </a:lnTo>
                <a:lnTo>
                  <a:pt x="151" y="48"/>
                </a:lnTo>
                <a:lnTo>
                  <a:pt x="184" y="16"/>
                </a:lnTo>
                <a:lnTo>
                  <a:pt x="104" y="41"/>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grpSp>
        <p:nvGrpSpPr>
          <p:cNvPr id="244799" name="Group 279"/>
          <p:cNvGrpSpPr>
            <a:grpSpLocks/>
          </p:cNvGrpSpPr>
          <p:nvPr/>
        </p:nvGrpSpPr>
        <p:grpSpPr bwMode="auto">
          <a:xfrm>
            <a:off x="9158897" y="4784726"/>
            <a:ext cx="199496" cy="112713"/>
            <a:chOff x="5264" y="1904"/>
            <a:chExt cx="116" cy="71"/>
          </a:xfrm>
        </p:grpSpPr>
        <p:sp>
          <p:nvSpPr>
            <p:cNvPr id="244899" name="Freeform 280"/>
            <p:cNvSpPr>
              <a:spLocks/>
            </p:cNvSpPr>
            <p:nvPr/>
          </p:nvSpPr>
          <p:spPr bwMode="auto">
            <a:xfrm>
              <a:off x="5264" y="1904"/>
              <a:ext cx="116" cy="71"/>
            </a:xfrm>
            <a:custGeom>
              <a:avLst/>
              <a:gdLst>
                <a:gd name="T0" fmla="*/ 0 w 698"/>
                <a:gd name="T1" fmla="*/ 0 h 425"/>
                <a:gd name="T2" fmla="*/ 0 w 698"/>
                <a:gd name="T3" fmla="*/ 0 h 425"/>
                <a:gd name="T4" fmla="*/ 0 w 698"/>
                <a:gd name="T5" fmla="*/ 0 h 425"/>
                <a:gd name="T6" fmla="*/ 0 w 698"/>
                <a:gd name="T7" fmla="*/ 0 h 425"/>
                <a:gd name="T8" fmla="*/ 0 w 698"/>
                <a:gd name="T9" fmla="*/ 0 h 425"/>
                <a:gd name="T10" fmla="*/ 0 w 698"/>
                <a:gd name="T11" fmla="*/ 0 h 425"/>
                <a:gd name="T12" fmla="*/ 0 w 698"/>
                <a:gd name="T13" fmla="*/ 0 h 425"/>
                <a:gd name="T14" fmla="*/ 0 w 698"/>
                <a:gd name="T15" fmla="*/ 0 h 425"/>
                <a:gd name="T16" fmla="*/ 0 w 698"/>
                <a:gd name="T17" fmla="*/ 0 h 425"/>
                <a:gd name="T18" fmla="*/ 0 w 698"/>
                <a:gd name="T19" fmla="*/ 0 h 425"/>
                <a:gd name="T20" fmla="*/ 0 w 698"/>
                <a:gd name="T21" fmla="*/ 0 h 425"/>
                <a:gd name="T22" fmla="*/ 0 w 698"/>
                <a:gd name="T23" fmla="*/ 0 h 425"/>
                <a:gd name="T24" fmla="*/ 0 w 698"/>
                <a:gd name="T25" fmla="*/ 0 h 425"/>
                <a:gd name="T26" fmla="*/ 0 w 698"/>
                <a:gd name="T27" fmla="*/ 0 h 425"/>
                <a:gd name="T28" fmla="*/ 0 w 698"/>
                <a:gd name="T29" fmla="*/ 0 h 425"/>
                <a:gd name="T30" fmla="*/ 0 w 698"/>
                <a:gd name="T31" fmla="*/ 0 h 425"/>
                <a:gd name="T32" fmla="*/ 0 w 698"/>
                <a:gd name="T33" fmla="*/ 0 h 425"/>
                <a:gd name="T34" fmla="*/ 0 w 698"/>
                <a:gd name="T35" fmla="*/ 0 h 425"/>
                <a:gd name="T36" fmla="*/ 0 w 698"/>
                <a:gd name="T37" fmla="*/ 0 h 425"/>
                <a:gd name="T38" fmla="*/ 0 w 698"/>
                <a:gd name="T39" fmla="*/ 0 h 425"/>
                <a:gd name="T40" fmla="*/ 0 w 698"/>
                <a:gd name="T41" fmla="*/ 0 h 425"/>
                <a:gd name="T42" fmla="*/ 0 w 698"/>
                <a:gd name="T43" fmla="*/ 0 h 425"/>
                <a:gd name="T44" fmla="*/ 0 w 698"/>
                <a:gd name="T45" fmla="*/ 0 h 425"/>
                <a:gd name="T46" fmla="*/ 0 w 698"/>
                <a:gd name="T47" fmla="*/ 0 h 425"/>
                <a:gd name="T48" fmla="*/ 0 w 698"/>
                <a:gd name="T49" fmla="*/ 0 h 425"/>
                <a:gd name="T50" fmla="*/ 0 w 698"/>
                <a:gd name="T51" fmla="*/ 0 h 425"/>
                <a:gd name="T52" fmla="*/ 0 w 698"/>
                <a:gd name="T53" fmla="*/ 0 h 425"/>
                <a:gd name="T54" fmla="*/ 0 w 698"/>
                <a:gd name="T55" fmla="*/ 0 h 425"/>
                <a:gd name="T56" fmla="*/ 0 w 698"/>
                <a:gd name="T57" fmla="*/ 0 h 425"/>
                <a:gd name="T58" fmla="*/ 0 w 698"/>
                <a:gd name="T59" fmla="*/ 0 h 425"/>
                <a:gd name="T60" fmla="*/ 0 w 698"/>
                <a:gd name="T61" fmla="*/ 0 h 425"/>
                <a:gd name="T62" fmla="*/ 0 w 698"/>
                <a:gd name="T63" fmla="*/ 0 h 425"/>
                <a:gd name="T64" fmla="*/ 0 w 698"/>
                <a:gd name="T65" fmla="*/ 0 h 425"/>
                <a:gd name="T66" fmla="*/ 0 w 698"/>
                <a:gd name="T67" fmla="*/ 0 h 425"/>
                <a:gd name="T68" fmla="*/ 0 w 698"/>
                <a:gd name="T69" fmla="*/ 0 h 425"/>
                <a:gd name="T70" fmla="*/ 0 w 698"/>
                <a:gd name="T71" fmla="*/ 0 h 425"/>
                <a:gd name="T72" fmla="*/ 0 w 698"/>
                <a:gd name="T73" fmla="*/ 0 h 425"/>
                <a:gd name="T74" fmla="*/ 0 w 698"/>
                <a:gd name="T75" fmla="*/ 0 h 425"/>
                <a:gd name="T76" fmla="*/ 0 w 698"/>
                <a:gd name="T77" fmla="*/ 0 h 425"/>
                <a:gd name="T78" fmla="*/ 0 w 698"/>
                <a:gd name="T79" fmla="*/ 0 h 425"/>
                <a:gd name="T80" fmla="*/ 0 w 698"/>
                <a:gd name="T81" fmla="*/ 0 h 425"/>
                <a:gd name="T82" fmla="*/ 0 w 698"/>
                <a:gd name="T83" fmla="*/ 0 h 425"/>
                <a:gd name="T84" fmla="*/ 0 w 698"/>
                <a:gd name="T85" fmla="*/ 0 h 425"/>
                <a:gd name="T86" fmla="*/ 0 w 698"/>
                <a:gd name="T87" fmla="*/ 0 h 425"/>
                <a:gd name="T88" fmla="*/ 0 w 698"/>
                <a:gd name="T89" fmla="*/ 0 h 425"/>
                <a:gd name="T90" fmla="*/ 0 w 698"/>
                <a:gd name="T91" fmla="*/ 0 h 425"/>
                <a:gd name="T92" fmla="*/ 0 w 698"/>
                <a:gd name="T93" fmla="*/ 0 h 425"/>
                <a:gd name="T94" fmla="*/ 0 w 698"/>
                <a:gd name="T95" fmla="*/ 0 h 425"/>
                <a:gd name="T96" fmla="*/ 0 w 698"/>
                <a:gd name="T97" fmla="*/ 0 h 425"/>
                <a:gd name="T98" fmla="*/ 0 w 698"/>
                <a:gd name="T99" fmla="*/ 0 h 425"/>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698" h="425">
                  <a:moveTo>
                    <a:pt x="698" y="253"/>
                  </a:moveTo>
                  <a:lnTo>
                    <a:pt x="611" y="233"/>
                  </a:lnTo>
                  <a:lnTo>
                    <a:pt x="579" y="227"/>
                  </a:lnTo>
                  <a:lnTo>
                    <a:pt x="558" y="210"/>
                  </a:lnTo>
                  <a:lnTo>
                    <a:pt x="538" y="182"/>
                  </a:lnTo>
                  <a:lnTo>
                    <a:pt x="496" y="143"/>
                  </a:lnTo>
                  <a:lnTo>
                    <a:pt x="420" y="79"/>
                  </a:lnTo>
                  <a:lnTo>
                    <a:pt x="407" y="58"/>
                  </a:lnTo>
                  <a:lnTo>
                    <a:pt x="387" y="38"/>
                  </a:lnTo>
                  <a:lnTo>
                    <a:pt x="347" y="32"/>
                  </a:lnTo>
                  <a:lnTo>
                    <a:pt x="225" y="11"/>
                  </a:lnTo>
                  <a:lnTo>
                    <a:pt x="192" y="0"/>
                  </a:lnTo>
                  <a:lnTo>
                    <a:pt x="162" y="14"/>
                  </a:lnTo>
                  <a:lnTo>
                    <a:pt x="147" y="27"/>
                  </a:lnTo>
                  <a:lnTo>
                    <a:pt x="75" y="52"/>
                  </a:lnTo>
                  <a:lnTo>
                    <a:pt x="48" y="62"/>
                  </a:lnTo>
                  <a:lnTo>
                    <a:pt x="37" y="73"/>
                  </a:lnTo>
                  <a:lnTo>
                    <a:pt x="24" y="114"/>
                  </a:lnTo>
                  <a:lnTo>
                    <a:pt x="16" y="133"/>
                  </a:lnTo>
                  <a:lnTo>
                    <a:pt x="9" y="146"/>
                  </a:lnTo>
                  <a:lnTo>
                    <a:pt x="0" y="165"/>
                  </a:lnTo>
                  <a:lnTo>
                    <a:pt x="0" y="181"/>
                  </a:lnTo>
                  <a:lnTo>
                    <a:pt x="15" y="191"/>
                  </a:lnTo>
                  <a:lnTo>
                    <a:pt x="43" y="190"/>
                  </a:lnTo>
                  <a:lnTo>
                    <a:pt x="89" y="168"/>
                  </a:lnTo>
                  <a:lnTo>
                    <a:pt x="147" y="158"/>
                  </a:lnTo>
                  <a:lnTo>
                    <a:pt x="198" y="165"/>
                  </a:lnTo>
                  <a:lnTo>
                    <a:pt x="144" y="179"/>
                  </a:lnTo>
                  <a:lnTo>
                    <a:pt x="105" y="191"/>
                  </a:lnTo>
                  <a:lnTo>
                    <a:pt x="61" y="210"/>
                  </a:lnTo>
                  <a:lnTo>
                    <a:pt x="51" y="224"/>
                  </a:lnTo>
                  <a:lnTo>
                    <a:pt x="51" y="242"/>
                  </a:lnTo>
                  <a:lnTo>
                    <a:pt x="67" y="253"/>
                  </a:lnTo>
                  <a:lnTo>
                    <a:pt x="87" y="250"/>
                  </a:lnTo>
                  <a:lnTo>
                    <a:pt x="150" y="233"/>
                  </a:lnTo>
                  <a:lnTo>
                    <a:pt x="205" y="230"/>
                  </a:lnTo>
                  <a:lnTo>
                    <a:pt x="249" y="233"/>
                  </a:lnTo>
                  <a:lnTo>
                    <a:pt x="273" y="250"/>
                  </a:lnTo>
                  <a:lnTo>
                    <a:pt x="301" y="279"/>
                  </a:lnTo>
                  <a:lnTo>
                    <a:pt x="323" y="310"/>
                  </a:lnTo>
                  <a:lnTo>
                    <a:pt x="346" y="342"/>
                  </a:lnTo>
                  <a:lnTo>
                    <a:pt x="364" y="366"/>
                  </a:lnTo>
                  <a:lnTo>
                    <a:pt x="397" y="389"/>
                  </a:lnTo>
                  <a:lnTo>
                    <a:pt x="429" y="396"/>
                  </a:lnTo>
                  <a:lnTo>
                    <a:pt x="464" y="399"/>
                  </a:lnTo>
                  <a:lnTo>
                    <a:pt x="507" y="396"/>
                  </a:lnTo>
                  <a:lnTo>
                    <a:pt x="539" y="393"/>
                  </a:lnTo>
                  <a:lnTo>
                    <a:pt x="582" y="404"/>
                  </a:lnTo>
                  <a:lnTo>
                    <a:pt x="698" y="425"/>
                  </a:lnTo>
                  <a:lnTo>
                    <a:pt x="698" y="253"/>
                  </a:lnTo>
                  <a:close/>
                </a:path>
              </a:pathLst>
            </a:custGeom>
            <a:solidFill>
              <a:srgbClr val="FFC080"/>
            </a:solidFill>
            <a:ln w="1588">
              <a:solidFill>
                <a:srgbClr val="402000"/>
              </a:solidFill>
              <a:prstDash val="solid"/>
              <a:round/>
              <a:headEnd/>
              <a:tailEnd/>
            </a:ln>
          </p:spPr>
          <p:txBody>
            <a:bodyPr/>
            <a:lstStyle/>
            <a:p>
              <a:endParaRPr lang="zh-CN" altLang="en-US" b="1">
                <a:solidFill>
                  <a:srgbClr val="000099"/>
                </a:solidFill>
              </a:endParaRPr>
            </a:p>
          </p:txBody>
        </p:sp>
        <p:sp>
          <p:nvSpPr>
            <p:cNvPr id="244900" name="Freeform 281"/>
            <p:cNvSpPr>
              <a:spLocks/>
            </p:cNvSpPr>
            <p:nvPr/>
          </p:nvSpPr>
          <p:spPr bwMode="auto">
            <a:xfrm>
              <a:off x="5269" y="1916"/>
              <a:ext cx="37" cy="9"/>
            </a:xfrm>
            <a:custGeom>
              <a:avLst/>
              <a:gdLst>
                <a:gd name="T0" fmla="*/ 0 w 223"/>
                <a:gd name="T1" fmla="*/ 0 h 52"/>
                <a:gd name="T2" fmla="*/ 0 w 223"/>
                <a:gd name="T3" fmla="*/ 0 h 52"/>
                <a:gd name="T4" fmla="*/ 0 w 223"/>
                <a:gd name="T5" fmla="*/ 0 h 52"/>
                <a:gd name="T6" fmla="*/ 0 w 223"/>
                <a:gd name="T7" fmla="*/ 0 h 52"/>
                <a:gd name="T8" fmla="*/ 0 w 223"/>
                <a:gd name="T9" fmla="*/ 0 h 52"/>
                <a:gd name="T10" fmla="*/ 0 w 223"/>
                <a:gd name="T11" fmla="*/ 0 h 52"/>
                <a:gd name="T12" fmla="*/ 0 w 223"/>
                <a:gd name="T13" fmla="*/ 0 h 52"/>
                <a:gd name="T14" fmla="*/ 0 w 223"/>
                <a:gd name="T15" fmla="*/ 0 h 52"/>
                <a:gd name="T16" fmla="*/ 0 w 223"/>
                <a:gd name="T17" fmla="*/ 0 h 52"/>
                <a:gd name="T18" fmla="*/ 0 w 223"/>
                <a:gd name="T19" fmla="*/ 0 h 52"/>
                <a:gd name="T20" fmla="*/ 0 w 223"/>
                <a:gd name="T21" fmla="*/ 0 h 52"/>
                <a:gd name="T22" fmla="*/ 0 w 223"/>
                <a:gd name="T23" fmla="*/ 0 h 52"/>
                <a:gd name="T24" fmla="*/ 0 w 223"/>
                <a:gd name="T25" fmla="*/ 0 h 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23" h="52">
                  <a:moveTo>
                    <a:pt x="0" y="52"/>
                  </a:moveTo>
                  <a:lnTo>
                    <a:pt x="38" y="36"/>
                  </a:lnTo>
                  <a:lnTo>
                    <a:pt x="69" y="30"/>
                  </a:lnTo>
                  <a:lnTo>
                    <a:pt x="107" y="18"/>
                  </a:lnTo>
                  <a:lnTo>
                    <a:pt x="139" y="11"/>
                  </a:lnTo>
                  <a:lnTo>
                    <a:pt x="189" y="15"/>
                  </a:lnTo>
                  <a:lnTo>
                    <a:pt x="223" y="18"/>
                  </a:lnTo>
                  <a:lnTo>
                    <a:pt x="171" y="8"/>
                  </a:lnTo>
                  <a:lnTo>
                    <a:pt x="127" y="0"/>
                  </a:lnTo>
                  <a:lnTo>
                    <a:pt x="69" y="24"/>
                  </a:lnTo>
                  <a:lnTo>
                    <a:pt x="38" y="28"/>
                  </a:lnTo>
                  <a:lnTo>
                    <a:pt x="3" y="45"/>
                  </a:lnTo>
                  <a:lnTo>
                    <a:pt x="0" y="52"/>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4901" name="Freeform 282"/>
            <p:cNvSpPr>
              <a:spLocks/>
            </p:cNvSpPr>
            <p:nvPr/>
          </p:nvSpPr>
          <p:spPr bwMode="auto">
            <a:xfrm>
              <a:off x="5289" y="1907"/>
              <a:ext cx="31" cy="6"/>
            </a:xfrm>
            <a:custGeom>
              <a:avLst/>
              <a:gdLst>
                <a:gd name="T0" fmla="*/ 0 w 188"/>
                <a:gd name="T1" fmla="*/ 0 h 36"/>
                <a:gd name="T2" fmla="*/ 0 w 188"/>
                <a:gd name="T3" fmla="*/ 0 h 36"/>
                <a:gd name="T4" fmla="*/ 0 w 188"/>
                <a:gd name="T5" fmla="*/ 0 h 36"/>
                <a:gd name="T6" fmla="*/ 0 w 188"/>
                <a:gd name="T7" fmla="*/ 0 h 36"/>
                <a:gd name="T8" fmla="*/ 0 w 188"/>
                <a:gd name="T9" fmla="*/ 0 h 36"/>
                <a:gd name="T10" fmla="*/ 0 w 188"/>
                <a:gd name="T11" fmla="*/ 0 h 36"/>
                <a:gd name="T12" fmla="*/ 0 w 188"/>
                <a:gd name="T13" fmla="*/ 0 h 36"/>
                <a:gd name="T14" fmla="*/ 0 w 188"/>
                <a:gd name="T15" fmla="*/ 0 h 36"/>
                <a:gd name="T16" fmla="*/ 0 w 188"/>
                <a:gd name="T17" fmla="*/ 0 h 36"/>
                <a:gd name="T18" fmla="*/ 0 w 188"/>
                <a:gd name="T19" fmla="*/ 0 h 36"/>
                <a:gd name="T20" fmla="*/ 0 w 188"/>
                <a:gd name="T21" fmla="*/ 0 h 36"/>
                <a:gd name="T22" fmla="*/ 0 w 188"/>
                <a:gd name="T23" fmla="*/ 0 h 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88" h="36">
                  <a:moveTo>
                    <a:pt x="51" y="0"/>
                  </a:moveTo>
                  <a:lnTo>
                    <a:pt x="29" y="1"/>
                  </a:lnTo>
                  <a:lnTo>
                    <a:pt x="0" y="11"/>
                  </a:lnTo>
                  <a:lnTo>
                    <a:pt x="19" y="9"/>
                  </a:lnTo>
                  <a:lnTo>
                    <a:pt x="48" y="4"/>
                  </a:lnTo>
                  <a:lnTo>
                    <a:pt x="109" y="20"/>
                  </a:lnTo>
                  <a:lnTo>
                    <a:pt x="143" y="30"/>
                  </a:lnTo>
                  <a:lnTo>
                    <a:pt x="181" y="36"/>
                  </a:lnTo>
                  <a:lnTo>
                    <a:pt x="188" y="30"/>
                  </a:lnTo>
                  <a:lnTo>
                    <a:pt x="146" y="22"/>
                  </a:lnTo>
                  <a:lnTo>
                    <a:pt x="97" y="11"/>
                  </a:lnTo>
                  <a:lnTo>
                    <a:pt x="51"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4902" name="Freeform 283"/>
            <p:cNvSpPr>
              <a:spLocks/>
            </p:cNvSpPr>
            <p:nvPr/>
          </p:nvSpPr>
          <p:spPr bwMode="auto">
            <a:xfrm>
              <a:off x="5295" y="1929"/>
              <a:ext cx="13" cy="3"/>
            </a:xfrm>
            <a:custGeom>
              <a:avLst/>
              <a:gdLst>
                <a:gd name="T0" fmla="*/ 0 w 76"/>
                <a:gd name="T1" fmla="*/ 0 h 17"/>
                <a:gd name="T2" fmla="*/ 0 w 76"/>
                <a:gd name="T3" fmla="*/ 0 h 17"/>
                <a:gd name="T4" fmla="*/ 0 w 76"/>
                <a:gd name="T5" fmla="*/ 0 h 17"/>
                <a:gd name="T6" fmla="*/ 0 w 76"/>
                <a:gd name="T7" fmla="*/ 0 h 17"/>
                <a:gd name="T8" fmla="*/ 0 w 76"/>
                <a:gd name="T9" fmla="*/ 0 h 17"/>
                <a:gd name="T10" fmla="*/ 0 w 76"/>
                <a:gd name="T11" fmla="*/ 0 h 17"/>
                <a:gd name="T12" fmla="*/ 0 w 76"/>
                <a:gd name="T13" fmla="*/ 0 h 1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6" h="17">
                  <a:moveTo>
                    <a:pt x="0" y="8"/>
                  </a:moveTo>
                  <a:lnTo>
                    <a:pt x="8" y="17"/>
                  </a:lnTo>
                  <a:lnTo>
                    <a:pt x="36" y="12"/>
                  </a:lnTo>
                  <a:lnTo>
                    <a:pt x="67" y="12"/>
                  </a:lnTo>
                  <a:lnTo>
                    <a:pt x="76" y="0"/>
                  </a:lnTo>
                  <a:lnTo>
                    <a:pt x="55" y="4"/>
                  </a:lnTo>
                  <a:lnTo>
                    <a:pt x="0" y="8"/>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4903" name="Freeform 284"/>
            <p:cNvSpPr>
              <a:spLocks/>
            </p:cNvSpPr>
            <p:nvPr/>
          </p:nvSpPr>
          <p:spPr bwMode="auto">
            <a:xfrm>
              <a:off x="5268" y="1926"/>
              <a:ext cx="3" cy="6"/>
            </a:xfrm>
            <a:custGeom>
              <a:avLst/>
              <a:gdLst>
                <a:gd name="T0" fmla="*/ 0 w 19"/>
                <a:gd name="T1" fmla="*/ 0 h 32"/>
                <a:gd name="T2" fmla="*/ 0 w 19"/>
                <a:gd name="T3" fmla="*/ 0 h 32"/>
                <a:gd name="T4" fmla="*/ 0 w 19"/>
                <a:gd name="T5" fmla="*/ 0 h 32"/>
                <a:gd name="T6" fmla="*/ 0 w 19"/>
                <a:gd name="T7" fmla="*/ 0 h 32"/>
                <a:gd name="T8" fmla="*/ 0 w 19"/>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32">
                  <a:moveTo>
                    <a:pt x="19" y="0"/>
                  </a:moveTo>
                  <a:lnTo>
                    <a:pt x="19" y="9"/>
                  </a:lnTo>
                  <a:lnTo>
                    <a:pt x="14" y="24"/>
                  </a:lnTo>
                  <a:lnTo>
                    <a:pt x="0" y="32"/>
                  </a:lnTo>
                  <a:lnTo>
                    <a:pt x="19"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4904" name="Freeform 285"/>
            <p:cNvSpPr>
              <a:spLocks/>
            </p:cNvSpPr>
            <p:nvPr/>
          </p:nvSpPr>
          <p:spPr bwMode="auto">
            <a:xfrm>
              <a:off x="5277" y="1940"/>
              <a:ext cx="3" cy="3"/>
            </a:xfrm>
            <a:custGeom>
              <a:avLst/>
              <a:gdLst>
                <a:gd name="T0" fmla="*/ 0 w 14"/>
                <a:gd name="T1" fmla="*/ 0 h 18"/>
                <a:gd name="T2" fmla="*/ 0 w 14"/>
                <a:gd name="T3" fmla="*/ 0 h 18"/>
                <a:gd name="T4" fmla="*/ 0 w 14"/>
                <a:gd name="T5" fmla="*/ 0 h 18"/>
                <a:gd name="T6" fmla="*/ 0 w 14"/>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18">
                  <a:moveTo>
                    <a:pt x="14" y="0"/>
                  </a:moveTo>
                  <a:lnTo>
                    <a:pt x="11" y="9"/>
                  </a:lnTo>
                  <a:lnTo>
                    <a:pt x="0" y="18"/>
                  </a:lnTo>
                  <a:lnTo>
                    <a:pt x="14"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4905" name="Freeform 286"/>
            <p:cNvSpPr>
              <a:spLocks/>
            </p:cNvSpPr>
            <p:nvPr/>
          </p:nvSpPr>
          <p:spPr bwMode="auto">
            <a:xfrm>
              <a:off x="5319" y="1921"/>
              <a:ext cx="6" cy="7"/>
            </a:xfrm>
            <a:custGeom>
              <a:avLst/>
              <a:gdLst>
                <a:gd name="T0" fmla="*/ 0 w 35"/>
                <a:gd name="T1" fmla="*/ 0 h 43"/>
                <a:gd name="T2" fmla="*/ 0 w 35"/>
                <a:gd name="T3" fmla="*/ 0 h 43"/>
                <a:gd name="T4" fmla="*/ 0 w 35"/>
                <a:gd name="T5" fmla="*/ 0 h 43"/>
                <a:gd name="T6" fmla="*/ 0 w 35"/>
                <a:gd name="T7" fmla="*/ 0 h 43"/>
                <a:gd name="T8" fmla="*/ 0 w 35"/>
                <a:gd name="T9" fmla="*/ 0 h 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43">
                  <a:moveTo>
                    <a:pt x="0" y="0"/>
                  </a:moveTo>
                  <a:lnTo>
                    <a:pt x="7" y="14"/>
                  </a:lnTo>
                  <a:lnTo>
                    <a:pt x="7" y="24"/>
                  </a:lnTo>
                  <a:lnTo>
                    <a:pt x="35" y="43"/>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4906" name="Freeform 287"/>
            <p:cNvSpPr>
              <a:spLocks/>
            </p:cNvSpPr>
            <p:nvPr/>
          </p:nvSpPr>
          <p:spPr bwMode="auto">
            <a:xfrm>
              <a:off x="5330" y="1921"/>
              <a:ext cx="19" cy="19"/>
            </a:xfrm>
            <a:custGeom>
              <a:avLst/>
              <a:gdLst>
                <a:gd name="T0" fmla="*/ 0 w 114"/>
                <a:gd name="T1" fmla="*/ 0 h 114"/>
                <a:gd name="T2" fmla="*/ 0 w 114"/>
                <a:gd name="T3" fmla="*/ 0 h 114"/>
                <a:gd name="T4" fmla="*/ 0 w 114"/>
                <a:gd name="T5" fmla="*/ 0 h 114"/>
                <a:gd name="T6" fmla="*/ 0 w 114"/>
                <a:gd name="T7" fmla="*/ 0 h 114"/>
                <a:gd name="T8" fmla="*/ 0 w 114"/>
                <a:gd name="T9" fmla="*/ 0 h 114"/>
                <a:gd name="T10" fmla="*/ 0 w 114"/>
                <a:gd name="T11" fmla="*/ 0 h 11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4" h="114">
                  <a:moveTo>
                    <a:pt x="0" y="0"/>
                  </a:moveTo>
                  <a:lnTo>
                    <a:pt x="21" y="35"/>
                  </a:lnTo>
                  <a:lnTo>
                    <a:pt x="43" y="63"/>
                  </a:lnTo>
                  <a:lnTo>
                    <a:pt x="114" y="114"/>
                  </a:lnTo>
                  <a:lnTo>
                    <a:pt x="47" y="53"/>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4907" name="Freeform 288"/>
            <p:cNvSpPr>
              <a:spLocks/>
            </p:cNvSpPr>
            <p:nvPr/>
          </p:nvSpPr>
          <p:spPr bwMode="auto">
            <a:xfrm>
              <a:off x="5354" y="1948"/>
              <a:ext cx="4" cy="13"/>
            </a:xfrm>
            <a:custGeom>
              <a:avLst/>
              <a:gdLst>
                <a:gd name="T0" fmla="*/ 0 w 27"/>
                <a:gd name="T1" fmla="*/ 0 h 82"/>
                <a:gd name="T2" fmla="*/ 0 w 27"/>
                <a:gd name="T3" fmla="*/ 0 h 82"/>
                <a:gd name="T4" fmla="*/ 0 w 27"/>
                <a:gd name="T5" fmla="*/ 0 h 82"/>
                <a:gd name="T6" fmla="*/ 0 w 27"/>
                <a:gd name="T7" fmla="*/ 0 h 82"/>
                <a:gd name="T8" fmla="*/ 0 w 27"/>
                <a:gd name="T9" fmla="*/ 0 h 82"/>
                <a:gd name="T10" fmla="*/ 0 w 27"/>
                <a:gd name="T11" fmla="*/ 0 h 82"/>
                <a:gd name="T12" fmla="*/ 0 w 27"/>
                <a:gd name="T13" fmla="*/ 0 h 8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7" h="82">
                  <a:moveTo>
                    <a:pt x="27" y="0"/>
                  </a:moveTo>
                  <a:lnTo>
                    <a:pt x="9" y="29"/>
                  </a:lnTo>
                  <a:lnTo>
                    <a:pt x="4" y="57"/>
                  </a:lnTo>
                  <a:lnTo>
                    <a:pt x="3" y="82"/>
                  </a:lnTo>
                  <a:lnTo>
                    <a:pt x="0" y="47"/>
                  </a:lnTo>
                  <a:lnTo>
                    <a:pt x="3" y="21"/>
                  </a:lnTo>
                  <a:lnTo>
                    <a:pt x="27"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4908" name="Freeform 289"/>
            <p:cNvSpPr>
              <a:spLocks/>
            </p:cNvSpPr>
            <p:nvPr/>
          </p:nvSpPr>
          <p:spPr bwMode="auto">
            <a:xfrm>
              <a:off x="5312" y="1934"/>
              <a:ext cx="2" cy="5"/>
            </a:xfrm>
            <a:custGeom>
              <a:avLst/>
              <a:gdLst>
                <a:gd name="T0" fmla="*/ 0 w 15"/>
                <a:gd name="T1" fmla="*/ 0 h 30"/>
                <a:gd name="T2" fmla="*/ 0 w 15"/>
                <a:gd name="T3" fmla="*/ 0 h 30"/>
                <a:gd name="T4" fmla="*/ 0 w 15"/>
                <a:gd name="T5" fmla="*/ 0 h 30"/>
                <a:gd name="T6" fmla="*/ 0 w 15"/>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 h="30">
                  <a:moveTo>
                    <a:pt x="11" y="0"/>
                  </a:moveTo>
                  <a:lnTo>
                    <a:pt x="15" y="12"/>
                  </a:lnTo>
                  <a:lnTo>
                    <a:pt x="0" y="30"/>
                  </a:lnTo>
                  <a:lnTo>
                    <a:pt x="11"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grpSp>
      <p:grpSp>
        <p:nvGrpSpPr>
          <p:cNvPr id="244800" name="Group 290"/>
          <p:cNvGrpSpPr>
            <a:grpSpLocks/>
          </p:cNvGrpSpPr>
          <p:nvPr/>
        </p:nvGrpSpPr>
        <p:grpSpPr bwMode="auto">
          <a:xfrm>
            <a:off x="9327437" y="4537075"/>
            <a:ext cx="460904" cy="484188"/>
            <a:chOff x="5362" y="1748"/>
            <a:chExt cx="268" cy="305"/>
          </a:xfrm>
        </p:grpSpPr>
        <p:sp>
          <p:nvSpPr>
            <p:cNvPr id="244885" name="Freeform 291"/>
            <p:cNvSpPr>
              <a:spLocks/>
            </p:cNvSpPr>
            <p:nvPr/>
          </p:nvSpPr>
          <p:spPr bwMode="auto">
            <a:xfrm>
              <a:off x="5477" y="1748"/>
              <a:ext cx="8" cy="6"/>
            </a:xfrm>
            <a:custGeom>
              <a:avLst/>
              <a:gdLst>
                <a:gd name="T0" fmla="*/ 0 w 51"/>
                <a:gd name="T1" fmla="*/ 0 h 36"/>
                <a:gd name="T2" fmla="*/ 0 w 51"/>
                <a:gd name="T3" fmla="*/ 0 h 36"/>
                <a:gd name="T4" fmla="*/ 0 w 51"/>
                <a:gd name="T5" fmla="*/ 0 h 36"/>
                <a:gd name="T6" fmla="*/ 0 w 51"/>
                <a:gd name="T7" fmla="*/ 0 h 36"/>
                <a:gd name="T8" fmla="*/ 0 w 51"/>
                <a:gd name="T9" fmla="*/ 0 h 36"/>
                <a:gd name="T10" fmla="*/ 0 w 51"/>
                <a:gd name="T11" fmla="*/ 0 h 36"/>
                <a:gd name="T12" fmla="*/ 0 w 51"/>
                <a:gd name="T13" fmla="*/ 0 h 36"/>
                <a:gd name="T14" fmla="*/ 0 w 51"/>
                <a:gd name="T15" fmla="*/ 0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1" h="36">
                  <a:moveTo>
                    <a:pt x="0" y="0"/>
                  </a:moveTo>
                  <a:lnTo>
                    <a:pt x="14" y="10"/>
                  </a:lnTo>
                  <a:lnTo>
                    <a:pt x="29" y="15"/>
                  </a:lnTo>
                  <a:lnTo>
                    <a:pt x="43" y="23"/>
                  </a:lnTo>
                  <a:lnTo>
                    <a:pt x="51" y="36"/>
                  </a:lnTo>
                  <a:lnTo>
                    <a:pt x="39" y="32"/>
                  </a:lnTo>
                  <a:lnTo>
                    <a:pt x="14" y="24"/>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4886" name="Freeform 292"/>
            <p:cNvSpPr>
              <a:spLocks/>
            </p:cNvSpPr>
            <p:nvPr/>
          </p:nvSpPr>
          <p:spPr bwMode="auto">
            <a:xfrm>
              <a:off x="5479" y="1758"/>
              <a:ext cx="2" cy="4"/>
            </a:xfrm>
            <a:custGeom>
              <a:avLst/>
              <a:gdLst>
                <a:gd name="T0" fmla="*/ 0 w 14"/>
                <a:gd name="T1" fmla="*/ 0 h 24"/>
                <a:gd name="T2" fmla="*/ 0 w 14"/>
                <a:gd name="T3" fmla="*/ 0 h 24"/>
                <a:gd name="T4" fmla="*/ 0 w 14"/>
                <a:gd name="T5" fmla="*/ 0 h 24"/>
                <a:gd name="T6" fmla="*/ 0 w 14"/>
                <a:gd name="T7" fmla="*/ 0 h 2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4">
                  <a:moveTo>
                    <a:pt x="0" y="0"/>
                  </a:moveTo>
                  <a:lnTo>
                    <a:pt x="14" y="0"/>
                  </a:lnTo>
                  <a:lnTo>
                    <a:pt x="14" y="24"/>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4887" name="Freeform 293"/>
            <p:cNvSpPr>
              <a:spLocks/>
            </p:cNvSpPr>
            <p:nvPr/>
          </p:nvSpPr>
          <p:spPr bwMode="auto">
            <a:xfrm>
              <a:off x="5444" y="1788"/>
              <a:ext cx="71" cy="180"/>
            </a:xfrm>
            <a:custGeom>
              <a:avLst/>
              <a:gdLst>
                <a:gd name="T0" fmla="*/ 0 w 431"/>
                <a:gd name="T1" fmla="*/ 0 h 1076"/>
                <a:gd name="T2" fmla="*/ 0 w 431"/>
                <a:gd name="T3" fmla="*/ 0 h 1076"/>
                <a:gd name="T4" fmla="*/ 0 w 431"/>
                <a:gd name="T5" fmla="*/ 0 h 1076"/>
                <a:gd name="T6" fmla="*/ 0 w 431"/>
                <a:gd name="T7" fmla="*/ 0 h 1076"/>
                <a:gd name="T8" fmla="*/ 0 w 431"/>
                <a:gd name="T9" fmla="*/ 0 h 1076"/>
                <a:gd name="T10" fmla="*/ 0 w 431"/>
                <a:gd name="T11" fmla="*/ 0 h 1076"/>
                <a:gd name="T12" fmla="*/ 0 w 431"/>
                <a:gd name="T13" fmla="*/ 0 h 1076"/>
                <a:gd name="T14" fmla="*/ 0 w 431"/>
                <a:gd name="T15" fmla="*/ 0 h 1076"/>
                <a:gd name="T16" fmla="*/ 0 w 431"/>
                <a:gd name="T17" fmla="*/ 0 h 1076"/>
                <a:gd name="T18" fmla="*/ 0 w 431"/>
                <a:gd name="T19" fmla="*/ 0 h 107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31" h="1076">
                  <a:moveTo>
                    <a:pt x="369" y="0"/>
                  </a:moveTo>
                  <a:lnTo>
                    <a:pt x="328" y="44"/>
                  </a:lnTo>
                  <a:lnTo>
                    <a:pt x="317" y="108"/>
                  </a:lnTo>
                  <a:lnTo>
                    <a:pt x="254" y="170"/>
                  </a:lnTo>
                  <a:lnTo>
                    <a:pt x="126" y="461"/>
                  </a:lnTo>
                  <a:lnTo>
                    <a:pt x="57" y="724"/>
                  </a:lnTo>
                  <a:lnTo>
                    <a:pt x="0" y="1076"/>
                  </a:lnTo>
                  <a:lnTo>
                    <a:pt x="178" y="919"/>
                  </a:lnTo>
                  <a:lnTo>
                    <a:pt x="431" y="140"/>
                  </a:lnTo>
                  <a:lnTo>
                    <a:pt x="369" y="0"/>
                  </a:lnTo>
                  <a:close/>
                </a:path>
              </a:pathLst>
            </a:custGeom>
            <a:solidFill>
              <a:srgbClr val="400000"/>
            </a:solidFill>
            <a:ln w="1588">
              <a:solidFill>
                <a:srgbClr val="000000"/>
              </a:solidFill>
              <a:prstDash val="solid"/>
              <a:round/>
              <a:headEnd/>
              <a:tailEnd/>
            </a:ln>
          </p:spPr>
          <p:txBody>
            <a:bodyPr/>
            <a:lstStyle/>
            <a:p>
              <a:endParaRPr lang="zh-CN" altLang="en-US" b="1">
                <a:solidFill>
                  <a:srgbClr val="000099"/>
                </a:solidFill>
              </a:endParaRPr>
            </a:p>
          </p:txBody>
        </p:sp>
        <p:sp>
          <p:nvSpPr>
            <p:cNvPr id="244888" name="Freeform 294"/>
            <p:cNvSpPr>
              <a:spLocks/>
            </p:cNvSpPr>
            <p:nvPr/>
          </p:nvSpPr>
          <p:spPr bwMode="auto">
            <a:xfrm>
              <a:off x="5362" y="1754"/>
              <a:ext cx="268" cy="299"/>
            </a:xfrm>
            <a:custGeom>
              <a:avLst/>
              <a:gdLst>
                <a:gd name="T0" fmla="*/ 0 w 1606"/>
                <a:gd name="T1" fmla="*/ 0 h 1792"/>
                <a:gd name="T2" fmla="*/ 0 w 1606"/>
                <a:gd name="T3" fmla="*/ 0 h 1792"/>
                <a:gd name="T4" fmla="*/ 0 w 1606"/>
                <a:gd name="T5" fmla="*/ 0 h 1792"/>
                <a:gd name="T6" fmla="*/ 0 w 1606"/>
                <a:gd name="T7" fmla="*/ 0 h 1792"/>
                <a:gd name="T8" fmla="*/ 0 w 1606"/>
                <a:gd name="T9" fmla="*/ 0 h 1792"/>
                <a:gd name="T10" fmla="*/ 0 w 1606"/>
                <a:gd name="T11" fmla="*/ 0 h 1792"/>
                <a:gd name="T12" fmla="*/ 0 w 1606"/>
                <a:gd name="T13" fmla="*/ 0 h 1792"/>
                <a:gd name="T14" fmla="*/ 0 w 1606"/>
                <a:gd name="T15" fmla="*/ 0 h 1792"/>
                <a:gd name="T16" fmla="*/ 0 w 1606"/>
                <a:gd name="T17" fmla="*/ 0 h 1792"/>
                <a:gd name="T18" fmla="*/ 0 w 1606"/>
                <a:gd name="T19" fmla="*/ 0 h 1792"/>
                <a:gd name="T20" fmla="*/ 0 w 1606"/>
                <a:gd name="T21" fmla="*/ 0 h 1792"/>
                <a:gd name="T22" fmla="*/ 0 w 1606"/>
                <a:gd name="T23" fmla="*/ 0 h 1792"/>
                <a:gd name="T24" fmla="*/ 0 w 1606"/>
                <a:gd name="T25" fmla="*/ 0 h 1792"/>
                <a:gd name="T26" fmla="*/ 0 w 1606"/>
                <a:gd name="T27" fmla="*/ 0 h 1792"/>
                <a:gd name="T28" fmla="*/ 0 w 1606"/>
                <a:gd name="T29" fmla="*/ 0 h 1792"/>
                <a:gd name="T30" fmla="*/ 0 w 1606"/>
                <a:gd name="T31" fmla="*/ 0 h 1792"/>
                <a:gd name="T32" fmla="*/ 0 w 1606"/>
                <a:gd name="T33" fmla="*/ 0 h 1792"/>
                <a:gd name="T34" fmla="*/ 0 w 1606"/>
                <a:gd name="T35" fmla="*/ 0 h 1792"/>
                <a:gd name="T36" fmla="*/ 0 w 1606"/>
                <a:gd name="T37" fmla="*/ 0 h 1792"/>
                <a:gd name="T38" fmla="*/ 0 w 1606"/>
                <a:gd name="T39" fmla="*/ 0 h 1792"/>
                <a:gd name="T40" fmla="*/ 0 w 1606"/>
                <a:gd name="T41" fmla="*/ 0 h 1792"/>
                <a:gd name="T42" fmla="*/ 0 w 1606"/>
                <a:gd name="T43" fmla="*/ 0 h 1792"/>
                <a:gd name="T44" fmla="*/ 0 w 1606"/>
                <a:gd name="T45" fmla="*/ 0 h 1792"/>
                <a:gd name="T46" fmla="*/ 0 w 1606"/>
                <a:gd name="T47" fmla="*/ 0 h 1792"/>
                <a:gd name="T48" fmla="*/ 0 w 1606"/>
                <a:gd name="T49" fmla="*/ 0 h 1792"/>
                <a:gd name="T50" fmla="*/ 0 w 1606"/>
                <a:gd name="T51" fmla="*/ 0 h 1792"/>
                <a:gd name="T52" fmla="*/ 0 w 1606"/>
                <a:gd name="T53" fmla="*/ 0 h 1792"/>
                <a:gd name="T54" fmla="*/ 0 w 1606"/>
                <a:gd name="T55" fmla="*/ 0 h 1792"/>
                <a:gd name="T56" fmla="*/ 0 w 1606"/>
                <a:gd name="T57" fmla="*/ 0 h 1792"/>
                <a:gd name="T58" fmla="*/ 0 w 1606"/>
                <a:gd name="T59" fmla="*/ 0 h 1792"/>
                <a:gd name="T60" fmla="*/ 0 w 1606"/>
                <a:gd name="T61" fmla="*/ 0 h 1792"/>
                <a:gd name="T62" fmla="*/ 0 w 1606"/>
                <a:gd name="T63" fmla="*/ 0 h 1792"/>
                <a:gd name="T64" fmla="*/ 0 w 1606"/>
                <a:gd name="T65" fmla="*/ 0 h 1792"/>
                <a:gd name="T66" fmla="*/ 0 w 1606"/>
                <a:gd name="T67" fmla="*/ 0 h 1792"/>
                <a:gd name="T68" fmla="*/ 0 w 1606"/>
                <a:gd name="T69" fmla="*/ 0 h 1792"/>
                <a:gd name="T70" fmla="*/ 0 w 1606"/>
                <a:gd name="T71" fmla="*/ 0 h 1792"/>
                <a:gd name="T72" fmla="*/ 0 w 1606"/>
                <a:gd name="T73" fmla="*/ 0 h 1792"/>
                <a:gd name="T74" fmla="*/ 0 w 1606"/>
                <a:gd name="T75" fmla="*/ 0 h 1792"/>
                <a:gd name="T76" fmla="*/ 0 w 1606"/>
                <a:gd name="T77" fmla="*/ 0 h 1792"/>
                <a:gd name="T78" fmla="*/ 0 w 1606"/>
                <a:gd name="T79" fmla="*/ 0 h 1792"/>
                <a:gd name="T80" fmla="*/ 0 w 1606"/>
                <a:gd name="T81" fmla="*/ 0 h 1792"/>
                <a:gd name="T82" fmla="*/ 0 w 1606"/>
                <a:gd name="T83" fmla="*/ 0 h 1792"/>
                <a:gd name="T84" fmla="*/ 0 w 1606"/>
                <a:gd name="T85" fmla="*/ 0 h 1792"/>
                <a:gd name="T86" fmla="*/ 0 w 1606"/>
                <a:gd name="T87" fmla="*/ 0 h 1792"/>
                <a:gd name="T88" fmla="*/ 0 w 1606"/>
                <a:gd name="T89" fmla="*/ 0 h 1792"/>
                <a:gd name="T90" fmla="*/ 0 w 1606"/>
                <a:gd name="T91" fmla="*/ 0 h 1792"/>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1606" h="1792">
                  <a:moveTo>
                    <a:pt x="1309" y="94"/>
                  </a:moveTo>
                  <a:lnTo>
                    <a:pt x="1258" y="0"/>
                  </a:lnTo>
                  <a:lnTo>
                    <a:pt x="867" y="163"/>
                  </a:lnTo>
                  <a:lnTo>
                    <a:pt x="850" y="288"/>
                  </a:lnTo>
                  <a:lnTo>
                    <a:pt x="818" y="332"/>
                  </a:lnTo>
                  <a:lnTo>
                    <a:pt x="773" y="382"/>
                  </a:lnTo>
                  <a:lnTo>
                    <a:pt x="747" y="472"/>
                  </a:lnTo>
                  <a:lnTo>
                    <a:pt x="660" y="678"/>
                  </a:lnTo>
                  <a:lnTo>
                    <a:pt x="590" y="924"/>
                  </a:lnTo>
                  <a:lnTo>
                    <a:pt x="558" y="1088"/>
                  </a:lnTo>
                  <a:lnTo>
                    <a:pt x="243" y="1094"/>
                  </a:lnTo>
                  <a:lnTo>
                    <a:pt x="192" y="1125"/>
                  </a:lnTo>
                  <a:lnTo>
                    <a:pt x="47" y="1125"/>
                  </a:lnTo>
                  <a:lnTo>
                    <a:pt x="7" y="1189"/>
                  </a:lnTo>
                  <a:lnTo>
                    <a:pt x="0" y="1264"/>
                  </a:lnTo>
                  <a:lnTo>
                    <a:pt x="15" y="1332"/>
                  </a:lnTo>
                  <a:lnTo>
                    <a:pt x="148" y="1358"/>
                  </a:lnTo>
                  <a:lnTo>
                    <a:pt x="211" y="1452"/>
                  </a:lnTo>
                  <a:lnTo>
                    <a:pt x="337" y="1484"/>
                  </a:lnTo>
                  <a:lnTo>
                    <a:pt x="430" y="1484"/>
                  </a:lnTo>
                  <a:lnTo>
                    <a:pt x="538" y="1503"/>
                  </a:lnTo>
                  <a:lnTo>
                    <a:pt x="544" y="1548"/>
                  </a:lnTo>
                  <a:lnTo>
                    <a:pt x="538" y="1642"/>
                  </a:lnTo>
                  <a:lnTo>
                    <a:pt x="550" y="1705"/>
                  </a:lnTo>
                  <a:lnTo>
                    <a:pt x="608" y="1712"/>
                  </a:lnTo>
                  <a:lnTo>
                    <a:pt x="677" y="1724"/>
                  </a:lnTo>
                  <a:lnTo>
                    <a:pt x="747" y="1786"/>
                  </a:lnTo>
                  <a:lnTo>
                    <a:pt x="830" y="1786"/>
                  </a:lnTo>
                  <a:lnTo>
                    <a:pt x="905" y="1779"/>
                  </a:lnTo>
                  <a:lnTo>
                    <a:pt x="1019" y="1744"/>
                  </a:lnTo>
                  <a:lnTo>
                    <a:pt x="1145" y="1756"/>
                  </a:lnTo>
                  <a:lnTo>
                    <a:pt x="1273" y="1792"/>
                  </a:lnTo>
                  <a:lnTo>
                    <a:pt x="1392" y="1766"/>
                  </a:lnTo>
                  <a:lnTo>
                    <a:pt x="1473" y="1674"/>
                  </a:lnTo>
                  <a:lnTo>
                    <a:pt x="1467" y="1571"/>
                  </a:lnTo>
                  <a:lnTo>
                    <a:pt x="1497" y="1446"/>
                  </a:lnTo>
                  <a:lnTo>
                    <a:pt x="1516" y="1282"/>
                  </a:lnTo>
                  <a:lnTo>
                    <a:pt x="1554" y="1131"/>
                  </a:lnTo>
                  <a:lnTo>
                    <a:pt x="1606" y="906"/>
                  </a:lnTo>
                  <a:lnTo>
                    <a:pt x="1598" y="678"/>
                  </a:lnTo>
                  <a:lnTo>
                    <a:pt x="1598" y="478"/>
                  </a:lnTo>
                  <a:lnTo>
                    <a:pt x="1586" y="338"/>
                  </a:lnTo>
                  <a:lnTo>
                    <a:pt x="1554" y="276"/>
                  </a:lnTo>
                  <a:lnTo>
                    <a:pt x="1484" y="225"/>
                  </a:lnTo>
                  <a:lnTo>
                    <a:pt x="1403" y="142"/>
                  </a:lnTo>
                  <a:lnTo>
                    <a:pt x="1309" y="94"/>
                  </a:lnTo>
                  <a:close/>
                </a:path>
              </a:pathLst>
            </a:custGeom>
            <a:solidFill>
              <a:srgbClr val="C0C0C0"/>
            </a:solidFill>
            <a:ln w="1588">
              <a:solidFill>
                <a:srgbClr val="000000"/>
              </a:solidFill>
              <a:prstDash val="solid"/>
              <a:round/>
              <a:headEnd/>
              <a:tailEnd/>
            </a:ln>
          </p:spPr>
          <p:txBody>
            <a:bodyPr/>
            <a:lstStyle/>
            <a:p>
              <a:endParaRPr lang="zh-CN" altLang="en-US" b="1">
                <a:solidFill>
                  <a:srgbClr val="000099"/>
                </a:solidFill>
              </a:endParaRPr>
            </a:p>
          </p:txBody>
        </p:sp>
        <p:sp>
          <p:nvSpPr>
            <p:cNvPr id="244889" name="Freeform 295"/>
            <p:cNvSpPr>
              <a:spLocks/>
            </p:cNvSpPr>
            <p:nvPr/>
          </p:nvSpPr>
          <p:spPr bwMode="auto">
            <a:xfrm>
              <a:off x="5456" y="1772"/>
              <a:ext cx="169" cy="278"/>
            </a:xfrm>
            <a:custGeom>
              <a:avLst/>
              <a:gdLst>
                <a:gd name="T0" fmla="*/ 0 w 1014"/>
                <a:gd name="T1" fmla="*/ 0 h 1671"/>
                <a:gd name="T2" fmla="*/ 0 w 1014"/>
                <a:gd name="T3" fmla="*/ 0 h 1671"/>
                <a:gd name="T4" fmla="*/ 0 w 1014"/>
                <a:gd name="T5" fmla="*/ 0 h 1671"/>
                <a:gd name="T6" fmla="*/ 0 w 1014"/>
                <a:gd name="T7" fmla="*/ 0 h 1671"/>
                <a:gd name="T8" fmla="*/ 0 w 1014"/>
                <a:gd name="T9" fmla="*/ 0 h 1671"/>
                <a:gd name="T10" fmla="*/ 0 w 1014"/>
                <a:gd name="T11" fmla="*/ 0 h 1671"/>
                <a:gd name="T12" fmla="*/ 0 w 1014"/>
                <a:gd name="T13" fmla="*/ 0 h 1671"/>
                <a:gd name="T14" fmla="*/ 0 w 1014"/>
                <a:gd name="T15" fmla="*/ 0 h 1671"/>
                <a:gd name="T16" fmla="*/ 0 w 1014"/>
                <a:gd name="T17" fmla="*/ 0 h 1671"/>
                <a:gd name="T18" fmla="*/ 0 w 1014"/>
                <a:gd name="T19" fmla="*/ 0 h 1671"/>
                <a:gd name="T20" fmla="*/ 0 w 1014"/>
                <a:gd name="T21" fmla="*/ 0 h 1671"/>
                <a:gd name="T22" fmla="*/ 0 w 1014"/>
                <a:gd name="T23" fmla="*/ 0 h 1671"/>
                <a:gd name="T24" fmla="*/ 0 w 1014"/>
                <a:gd name="T25" fmla="*/ 0 h 1671"/>
                <a:gd name="T26" fmla="*/ 0 w 1014"/>
                <a:gd name="T27" fmla="*/ 0 h 1671"/>
                <a:gd name="T28" fmla="*/ 0 w 1014"/>
                <a:gd name="T29" fmla="*/ 0 h 1671"/>
                <a:gd name="T30" fmla="*/ 0 w 1014"/>
                <a:gd name="T31" fmla="*/ 0 h 1671"/>
                <a:gd name="T32" fmla="*/ 0 w 1014"/>
                <a:gd name="T33" fmla="*/ 0 h 1671"/>
                <a:gd name="T34" fmla="*/ 0 w 1014"/>
                <a:gd name="T35" fmla="*/ 0 h 1671"/>
                <a:gd name="T36" fmla="*/ 0 w 1014"/>
                <a:gd name="T37" fmla="*/ 0 h 1671"/>
                <a:gd name="T38" fmla="*/ 0 w 1014"/>
                <a:gd name="T39" fmla="*/ 0 h 1671"/>
                <a:gd name="T40" fmla="*/ 0 w 1014"/>
                <a:gd name="T41" fmla="*/ 0 h 1671"/>
                <a:gd name="T42" fmla="*/ 0 w 1014"/>
                <a:gd name="T43" fmla="*/ 0 h 1671"/>
                <a:gd name="T44" fmla="*/ 0 w 1014"/>
                <a:gd name="T45" fmla="*/ 0 h 1671"/>
                <a:gd name="T46" fmla="*/ 0 w 1014"/>
                <a:gd name="T47" fmla="*/ 0 h 1671"/>
                <a:gd name="T48" fmla="*/ 0 w 1014"/>
                <a:gd name="T49" fmla="*/ 0 h 1671"/>
                <a:gd name="T50" fmla="*/ 0 w 1014"/>
                <a:gd name="T51" fmla="*/ 0 h 1671"/>
                <a:gd name="T52" fmla="*/ 0 w 1014"/>
                <a:gd name="T53" fmla="*/ 0 h 1671"/>
                <a:gd name="T54" fmla="*/ 0 w 1014"/>
                <a:gd name="T55" fmla="*/ 0 h 1671"/>
                <a:gd name="T56" fmla="*/ 0 w 1014"/>
                <a:gd name="T57" fmla="*/ 0 h 1671"/>
                <a:gd name="T58" fmla="*/ 0 w 1014"/>
                <a:gd name="T59" fmla="*/ 0 h 1671"/>
                <a:gd name="T60" fmla="*/ 0 w 1014"/>
                <a:gd name="T61" fmla="*/ 0 h 1671"/>
                <a:gd name="T62" fmla="*/ 0 w 1014"/>
                <a:gd name="T63" fmla="*/ 0 h 1671"/>
                <a:gd name="T64" fmla="*/ 0 w 1014"/>
                <a:gd name="T65" fmla="*/ 0 h 1671"/>
                <a:gd name="T66" fmla="*/ 0 w 1014"/>
                <a:gd name="T67" fmla="*/ 0 h 1671"/>
                <a:gd name="T68" fmla="*/ 0 w 1014"/>
                <a:gd name="T69" fmla="*/ 0 h 1671"/>
                <a:gd name="T70" fmla="*/ 0 w 1014"/>
                <a:gd name="T71" fmla="*/ 0 h 1671"/>
                <a:gd name="T72" fmla="*/ 0 w 1014"/>
                <a:gd name="T73" fmla="*/ 0 h 1671"/>
                <a:gd name="T74" fmla="*/ 0 w 1014"/>
                <a:gd name="T75" fmla="*/ 0 h 1671"/>
                <a:gd name="T76" fmla="*/ 0 w 1014"/>
                <a:gd name="T77" fmla="*/ 0 h 167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1014" h="1671">
                  <a:moveTo>
                    <a:pt x="0" y="1402"/>
                  </a:moveTo>
                  <a:lnTo>
                    <a:pt x="132" y="1382"/>
                  </a:lnTo>
                  <a:lnTo>
                    <a:pt x="245" y="1376"/>
                  </a:lnTo>
                  <a:lnTo>
                    <a:pt x="370" y="1363"/>
                  </a:lnTo>
                  <a:lnTo>
                    <a:pt x="509" y="1344"/>
                  </a:lnTo>
                  <a:lnTo>
                    <a:pt x="573" y="1301"/>
                  </a:lnTo>
                  <a:lnTo>
                    <a:pt x="744" y="1088"/>
                  </a:lnTo>
                  <a:lnTo>
                    <a:pt x="656" y="1149"/>
                  </a:lnTo>
                  <a:lnTo>
                    <a:pt x="598" y="1201"/>
                  </a:lnTo>
                  <a:lnTo>
                    <a:pt x="630" y="1050"/>
                  </a:lnTo>
                  <a:lnTo>
                    <a:pt x="693" y="992"/>
                  </a:lnTo>
                  <a:lnTo>
                    <a:pt x="787" y="837"/>
                  </a:lnTo>
                  <a:lnTo>
                    <a:pt x="699" y="911"/>
                  </a:lnTo>
                  <a:lnTo>
                    <a:pt x="642" y="931"/>
                  </a:lnTo>
                  <a:lnTo>
                    <a:pt x="656" y="823"/>
                  </a:lnTo>
                  <a:lnTo>
                    <a:pt x="718" y="741"/>
                  </a:lnTo>
                  <a:lnTo>
                    <a:pt x="781" y="679"/>
                  </a:lnTo>
                  <a:lnTo>
                    <a:pt x="845" y="497"/>
                  </a:lnTo>
                  <a:lnTo>
                    <a:pt x="724" y="647"/>
                  </a:lnTo>
                  <a:lnTo>
                    <a:pt x="656" y="703"/>
                  </a:lnTo>
                  <a:lnTo>
                    <a:pt x="648" y="471"/>
                  </a:lnTo>
                  <a:lnTo>
                    <a:pt x="630" y="378"/>
                  </a:lnTo>
                  <a:lnTo>
                    <a:pt x="592" y="334"/>
                  </a:lnTo>
                  <a:lnTo>
                    <a:pt x="535" y="264"/>
                  </a:lnTo>
                  <a:lnTo>
                    <a:pt x="445" y="232"/>
                  </a:lnTo>
                  <a:lnTo>
                    <a:pt x="402" y="214"/>
                  </a:lnTo>
                  <a:lnTo>
                    <a:pt x="528" y="94"/>
                  </a:lnTo>
                  <a:lnTo>
                    <a:pt x="661" y="126"/>
                  </a:lnTo>
                  <a:lnTo>
                    <a:pt x="750" y="176"/>
                  </a:lnTo>
                  <a:lnTo>
                    <a:pt x="781" y="226"/>
                  </a:lnTo>
                  <a:lnTo>
                    <a:pt x="756" y="150"/>
                  </a:lnTo>
                  <a:lnTo>
                    <a:pt x="705" y="126"/>
                  </a:lnTo>
                  <a:lnTo>
                    <a:pt x="624" y="94"/>
                  </a:lnTo>
                  <a:lnTo>
                    <a:pt x="560" y="82"/>
                  </a:lnTo>
                  <a:lnTo>
                    <a:pt x="598" y="62"/>
                  </a:lnTo>
                  <a:lnTo>
                    <a:pt x="661" y="44"/>
                  </a:lnTo>
                  <a:lnTo>
                    <a:pt x="718" y="25"/>
                  </a:lnTo>
                  <a:lnTo>
                    <a:pt x="750" y="0"/>
                  </a:lnTo>
                  <a:lnTo>
                    <a:pt x="825" y="50"/>
                  </a:lnTo>
                  <a:lnTo>
                    <a:pt x="868" y="94"/>
                  </a:lnTo>
                  <a:lnTo>
                    <a:pt x="913" y="150"/>
                  </a:lnTo>
                  <a:lnTo>
                    <a:pt x="976" y="182"/>
                  </a:lnTo>
                  <a:lnTo>
                    <a:pt x="988" y="240"/>
                  </a:lnTo>
                  <a:lnTo>
                    <a:pt x="1014" y="334"/>
                  </a:lnTo>
                  <a:lnTo>
                    <a:pt x="1014" y="478"/>
                  </a:lnTo>
                  <a:lnTo>
                    <a:pt x="1008" y="628"/>
                  </a:lnTo>
                  <a:lnTo>
                    <a:pt x="1002" y="799"/>
                  </a:lnTo>
                  <a:lnTo>
                    <a:pt x="970" y="975"/>
                  </a:lnTo>
                  <a:lnTo>
                    <a:pt x="931" y="1157"/>
                  </a:lnTo>
                  <a:lnTo>
                    <a:pt x="913" y="1314"/>
                  </a:lnTo>
                  <a:lnTo>
                    <a:pt x="882" y="1426"/>
                  </a:lnTo>
                  <a:lnTo>
                    <a:pt x="888" y="1527"/>
                  </a:lnTo>
                  <a:lnTo>
                    <a:pt x="875" y="1584"/>
                  </a:lnTo>
                  <a:lnTo>
                    <a:pt x="830" y="1627"/>
                  </a:lnTo>
                  <a:lnTo>
                    <a:pt x="775" y="1664"/>
                  </a:lnTo>
                  <a:lnTo>
                    <a:pt x="699" y="1671"/>
                  </a:lnTo>
                  <a:lnTo>
                    <a:pt x="661" y="1652"/>
                  </a:lnTo>
                  <a:lnTo>
                    <a:pt x="612" y="1648"/>
                  </a:lnTo>
                  <a:lnTo>
                    <a:pt x="490" y="1622"/>
                  </a:lnTo>
                  <a:lnTo>
                    <a:pt x="541" y="1559"/>
                  </a:lnTo>
                  <a:lnTo>
                    <a:pt x="598" y="1470"/>
                  </a:lnTo>
                  <a:lnTo>
                    <a:pt x="516" y="1534"/>
                  </a:lnTo>
                  <a:lnTo>
                    <a:pt x="452" y="1590"/>
                  </a:lnTo>
                  <a:lnTo>
                    <a:pt x="407" y="1622"/>
                  </a:lnTo>
                  <a:lnTo>
                    <a:pt x="345" y="1652"/>
                  </a:lnTo>
                  <a:lnTo>
                    <a:pt x="276" y="1652"/>
                  </a:lnTo>
                  <a:lnTo>
                    <a:pt x="208" y="1652"/>
                  </a:lnTo>
                  <a:lnTo>
                    <a:pt x="170" y="1636"/>
                  </a:lnTo>
                  <a:lnTo>
                    <a:pt x="151" y="1616"/>
                  </a:lnTo>
                  <a:lnTo>
                    <a:pt x="240" y="1565"/>
                  </a:lnTo>
                  <a:lnTo>
                    <a:pt x="327" y="1484"/>
                  </a:lnTo>
                  <a:lnTo>
                    <a:pt x="352" y="1446"/>
                  </a:lnTo>
                  <a:lnTo>
                    <a:pt x="282" y="1463"/>
                  </a:lnTo>
                  <a:lnTo>
                    <a:pt x="176" y="1546"/>
                  </a:lnTo>
                  <a:lnTo>
                    <a:pt x="132" y="1584"/>
                  </a:lnTo>
                  <a:lnTo>
                    <a:pt x="32" y="1590"/>
                  </a:lnTo>
                  <a:lnTo>
                    <a:pt x="0" y="1572"/>
                  </a:lnTo>
                  <a:lnTo>
                    <a:pt x="0" y="1527"/>
                  </a:lnTo>
                  <a:lnTo>
                    <a:pt x="0" y="1402"/>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4890" name="Freeform 296"/>
            <p:cNvSpPr>
              <a:spLocks/>
            </p:cNvSpPr>
            <p:nvPr/>
          </p:nvSpPr>
          <p:spPr bwMode="auto">
            <a:xfrm>
              <a:off x="5563" y="1910"/>
              <a:ext cx="50" cy="129"/>
            </a:xfrm>
            <a:custGeom>
              <a:avLst/>
              <a:gdLst>
                <a:gd name="T0" fmla="*/ 0 w 295"/>
                <a:gd name="T1" fmla="*/ 0 h 774"/>
                <a:gd name="T2" fmla="*/ 0 w 295"/>
                <a:gd name="T3" fmla="*/ 0 h 774"/>
                <a:gd name="T4" fmla="*/ 0 w 295"/>
                <a:gd name="T5" fmla="*/ 0 h 774"/>
                <a:gd name="T6" fmla="*/ 0 w 295"/>
                <a:gd name="T7" fmla="*/ 0 h 774"/>
                <a:gd name="T8" fmla="*/ 0 w 295"/>
                <a:gd name="T9" fmla="*/ 0 h 774"/>
                <a:gd name="T10" fmla="*/ 0 w 295"/>
                <a:gd name="T11" fmla="*/ 0 h 774"/>
                <a:gd name="T12" fmla="*/ 0 w 295"/>
                <a:gd name="T13" fmla="*/ 0 h 774"/>
                <a:gd name="T14" fmla="*/ 0 w 295"/>
                <a:gd name="T15" fmla="*/ 0 h 774"/>
                <a:gd name="T16" fmla="*/ 0 w 295"/>
                <a:gd name="T17" fmla="*/ 0 h 774"/>
                <a:gd name="T18" fmla="*/ 0 w 295"/>
                <a:gd name="T19" fmla="*/ 0 h 774"/>
                <a:gd name="T20" fmla="*/ 0 w 295"/>
                <a:gd name="T21" fmla="*/ 0 h 774"/>
                <a:gd name="T22" fmla="*/ 0 w 295"/>
                <a:gd name="T23" fmla="*/ 0 h 774"/>
                <a:gd name="T24" fmla="*/ 0 w 295"/>
                <a:gd name="T25" fmla="*/ 0 h 774"/>
                <a:gd name="T26" fmla="*/ 0 w 295"/>
                <a:gd name="T27" fmla="*/ 0 h 77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95" h="774">
                  <a:moveTo>
                    <a:pt x="0" y="774"/>
                  </a:moveTo>
                  <a:lnTo>
                    <a:pt x="51" y="748"/>
                  </a:lnTo>
                  <a:lnTo>
                    <a:pt x="107" y="686"/>
                  </a:lnTo>
                  <a:lnTo>
                    <a:pt x="156" y="573"/>
                  </a:lnTo>
                  <a:lnTo>
                    <a:pt x="183" y="477"/>
                  </a:lnTo>
                  <a:lnTo>
                    <a:pt x="220" y="371"/>
                  </a:lnTo>
                  <a:lnTo>
                    <a:pt x="239" y="270"/>
                  </a:lnTo>
                  <a:lnTo>
                    <a:pt x="270" y="114"/>
                  </a:lnTo>
                  <a:lnTo>
                    <a:pt x="295" y="0"/>
                  </a:lnTo>
                  <a:lnTo>
                    <a:pt x="232" y="226"/>
                  </a:lnTo>
                  <a:lnTo>
                    <a:pt x="183" y="402"/>
                  </a:lnTo>
                  <a:lnTo>
                    <a:pt x="126" y="521"/>
                  </a:lnTo>
                  <a:lnTo>
                    <a:pt x="38" y="648"/>
                  </a:lnTo>
                  <a:lnTo>
                    <a:pt x="0" y="774"/>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4891" name="Freeform 297"/>
            <p:cNvSpPr>
              <a:spLocks/>
            </p:cNvSpPr>
            <p:nvPr/>
          </p:nvSpPr>
          <p:spPr bwMode="auto">
            <a:xfrm>
              <a:off x="5367" y="1806"/>
              <a:ext cx="195" cy="194"/>
            </a:xfrm>
            <a:custGeom>
              <a:avLst/>
              <a:gdLst>
                <a:gd name="T0" fmla="*/ 0 w 1172"/>
                <a:gd name="T1" fmla="*/ 0 h 1162"/>
                <a:gd name="T2" fmla="*/ 0 w 1172"/>
                <a:gd name="T3" fmla="*/ 0 h 1162"/>
                <a:gd name="T4" fmla="*/ 0 w 1172"/>
                <a:gd name="T5" fmla="*/ 0 h 1162"/>
                <a:gd name="T6" fmla="*/ 0 w 1172"/>
                <a:gd name="T7" fmla="*/ 0 h 1162"/>
                <a:gd name="T8" fmla="*/ 0 w 1172"/>
                <a:gd name="T9" fmla="*/ 0 h 1162"/>
                <a:gd name="T10" fmla="*/ 0 w 1172"/>
                <a:gd name="T11" fmla="*/ 0 h 1162"/>
                <a:gd name="T12" fmla="*/ 0 w 1172"/>
                <a:gd name="T13" fmla="*/ 0 h 1162"/>
                <a:gd name="T14" fmla="*/ 0 w 1172"/>
                <a:gd name="T15" fmla="*/ 0 h 1162"/>
                <a:gd name="T16" fmla="*/ 0 w 1172"/>
                <a:gd name="T17" fmla="*/ 0 h 1162"/>
                <a:gd name="T18" fmla="*/ 0 w 1172"/>
                <a:gd name="T19" fmla="*/ 0 h 1162"/>
                <a:gd name="T20" fmla="*/ 0 w 1172"/>
                <a:gd name="T21" fmla="*/ 0 h 1162"/>
                <a:gd name="T22" fmla="*/ 0 w 1172"/>
                <a:gd name="T23" fmla="*/ 0 h 1162"/>
                <a:gd name="T24" fmla="*/ 0 w 1172"/>
                <a:gd name="T25" fmla="*/ 0 h 1162"/>
                <a:gd name="T26" fmla="*/ 0 w 1172"/>
                <a:gd name="T27" fmla="*/ 0 h 1162"/>
                <a:gd name="T28" fmla="*/ 0 w 1172"/>
                <a:gd name="T29" fmla="*/ 0 h 1162"/>
                <a:gd name="T30" fmla="*/ 0 w 1172"/>
                <a:gd name="T31" fmla="*/ 0 h 1162"/>
                <a:gd name="T32" fmla="*/ 0 w 1172"/>
                <a:gd name="T33" fmla="*/ 0 h 1162"/>
                <a:gd name="T34" fmla="*/ 0 w 1172"/>
                <a:gd name="T35" fmla="*/ 0 h 1162"/>
                <a:gd name="T36" fmla="*/ 0 w 1172"/>
                <a:gd name="T37" fmla="*/ 0 h 1162"/>
                <a:gd name="T38" fmla="*/ 0 w 1172"/>
                <a:gd name="T39" fmla="*/ 0 h 1162"/>
                <a:gd name="T40" fmla="*/ 0 w 1172"/>
                <a:gd name="T41" fmla="*/ 0 h 1162"/>
                <a:gd name="T42" fmla="*/ 0 w 1172"/>
                <a:gd name="T43" fmla="*/ 0 h 1162"/>
                <a:gd name="T44" fmla="*/ 0 w 1172"/>
                <a:gd name="T45" fmla="*/ 0 h 1162"/>
                <a:gd name="T46" fmla="*/ 0 w 1172"/>
                <a:gd name="T47" fmla="*/ 0 h 1162"/>
                <a:gd name="T48" fmla="*/ 0 w 1172"/>
                <a:gd name="T49" fmla="*/ 0 h 1162"/>
                <a:gd name="T50" fmla="*/ 0 w 1172"/>
                <a:gd name="T51" fmla="*/ 0 h 1162"/>
                <a:gd name="T52" fmla="*/ 0 w 1172"/>
                <a:gd name="T53" fmla="*/ 0 h 1162"/>
                <a:gd name="T54" fmla="*/ 0 w 1172"/>
                <a:gd name="T55" fmla="*/ 0 h 1162"/>
                <a:gd name="T56" fmla="*/ 0 w 1172"/>
                <a:gd name="T57" fmla="*/ 0 h 1162"/>
                <a:gd name="T58" fmla="*/ 0 w 1172"/>
                <a:gd name="T59" fmla="*/ 0 h 1162"/>
                <a:gd name="T60" fmla="*/ 0 w 1172"/>
                <a:gd name="T61" fmla="*/ 0 h 1162"/>
                <a:gd name="T62" fmla="*/ 0 w 1172"/>
                <a:gd name="T63" fmla="*/ 0 h 1162"/>
                <a:gd name="T64" fmla="*/ 0 w 1172"/>
                <a:gd name="T65" fmla="*/ 0 h 1162"/>
                <a:gd name="T66" fmla="*/ 0 w 1172"/>
                <a:gd name="T67" fmla="*/ 0 h 1162"/>
                <a:gd name="T68" fmla="*/ 0 w 1172"/>
                <a:gd name="T69" fmla="*/ 0 h 1162"/>
                <a:gd name="T70" fmla="*/ 0 w 1172"/>
                <a:gd name="T71" fmla="*/ 0 h 1162"/>
                <a:gd name="T72" fmla="*/ 0 w 1172"/>
                <a:gd name="T73" fmla="*/ 0 h 1162"/>
                <a:gd name="T74" fmla="*/ 0 w 1172"/>
                <a:gd name="T75" fmla="*/ 0 h 1162"/>
                <a:gd name="T76" fmla="*/ 0 w 1172"/>
                <a:gd name="T77" fmla="*/ 0 h 1162"/>
                <a:gd name="T78" fmla="*/ 0 w 1172"/>
                <a:gd name="T79" fmla="*/ 0 h 1162"/>
                <a:gd name="T80" fmla="*/ 0 w 1172"/>
                <a:gd name="T81" fmla="*/ 0 h 1162"/>
                <a:gd name="T82" fmla="*/ 0 w 1172"/>
                <a:gd name="T83" fmla="*/ 0 h 1162"/>
                <a:gd name="T84" fmla="*/ 0 w 1172"/>
                <a:gd name="T85" fmla="*/ 0 h 1162"/>
                <a:gd name="T86" fmla="*/ 0 w 1172"/>
                <a:gd name="T87" fmla="*/ 0 h 1162"/>
                <a:gd name="T88" fmla="*/ 0 w 1172"/>
                <a:gd name="T89" fmla="*/ 0 h 1162"/>
                <a:gd name="T90" fmla="*/ 0 w 1172"/>
                <a:gd name="T91" fmla="*/ 0 h 1162"/>
                <a:gd name="T92" fmla="*/ 0 w 1172"/>
                <a:gd name="T93" fmla="*/ 0 h 1162"/>
                <a:gd name="T94" fmla="*/ 0 w 1172"/>
                <a:gd name="T95" fmla="*/ 0 h 1162"/>
                <a:gd name="T96" fmla="*/ 0 w 1172"/>
                <a:gd name="T97" fmla="*/ 0 h 1162"/>
                <a:gd name="T98" fmla="*/ 0 w 1172"/>
                <a:gd name="T99" fmla="*/ 0 h 1162"/>
                <a:gd name="T100" fmla="*/ 0 w 1172"/>
                <a:gd name="T101" fmla="*/ 0 h 1162"/>
                <a:gd name="T102" fmla="*/ 0 w 1172"/>
                <a:gd name="T103" fmla="*/ 0 h 1162"/>
                <a:gd name="T104" fmla="*/ 0 w 1172"/>
                <a:gd name="T105" fmla="*/ 0 h 1162"/>
                <a:gd name="T106" fmla="*/ 0 w 1172"/>
                <a:gd name="T107" fmla="*/ 0 h 1162"/>
                <a:gd name="T108" fmla="*/ 0 w 1172"/>
                <a:gd name="T109" fmla="*/ 0 h 1162"/>
                <a:gd name="T110" fmla="*/ 0 w 1172"/>
                <a:gd name="T111" fmla="*/ 0 h 1162"/>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1172" h="1162">
                  <a:moveTo>
                    <a:pt x="959" y="0"/>
                  </a:moveTo>
                  <a:lnTo>
                    <a:pt x="820" y="43"/>
                  </a:lnTo>
                  <a:lnTo>
                    <a:pt x="756" y="100"/>
                  </a:lnTo>
                  <a:lnTo>
                    <a:pt x="719" y="213"/>
                  </a:lnTo>
                  <a:lnTo>
                    <a:pt x="719" y="321"/>
                  </a:lnTo>
                  <a:lnTo>
                    <a:pt x="739" y="381"/>
                  </a:lnTo>
                  <a:lnTo>
                    <a:pt x="727" y="489"/>
                  </a:lnTo>
                  <a:lnTo>
                    <a:pt x="727" y="571"/>
                  </a:lnTo>
                  <a:lnTo>
                    <a:pt x="745" y="591"/>
                  </a:lnTo>
                  <a:lnTo>
                    <a:pt x="727" y="621"/>
                  </a:lnTo>
                  <a:lnTo>
                    <a:pt x="713" y="652"/>
                  </a:lnTo>
                  <a:lnTo>
                    <a:pt x="739" y="684"/>
                  </a:lnTo>
                  <a:lnTo>
                    <a:pt x="739" y="716"/>
                  </a:lnTo>
                  <a:lnTo>
                    <a:pt x="688" y="729"/>
                  </a:lnTo>
                  <a:lnTo>
                    <a:pt x="695" y="761"/>
                  </a:lnTo>
                  <a:lnTo>
                    <a:pt x="644" y="779"/>
                  </a:lnTo>
                  <a:lnTo>
                    <a:pt x="599" y="767"/>
                  </a:lnTo>
                  <a:lnTo>
                    <a:pt x="569" y="779"/>
                  </a:lnTo>
                  <a:lnTo>
                    <a:pt x="428" y="799"/>
                  </a:lnTo>
                  <a:lnTo>
                    <a:pt x="304" y="793"/>
                  </a:lnTo>
                  <a:lnTo>
                    <a:pt x="222" y="799"/>
                  </a:lnTo>
                  <a:lnTo>
                    <a:pt x="170" y="831"/>
                  </a:lnTo>
                  <a:lnTo>
                    <a:pt x="45" y="831"/>
                  </a:lnTo>
                  <a:lnTo>
                    <a:pt x="0" y="873"/>
                  </a:lnTo>
                  <a:lnTo>
                    <a:pt x="0" y="923"/>
                  </a:lnTo>
                  <a:lnTo>
                    <a:pt x="6" y="1004"/>
                  </a:lnTo>
                  <a:lnTo>
                    <a:pt x="109" y="1030"/>
                  </a:lnTo>
                  <a:lnTo>
                    <a:pt x="109" y="978"/>
                  </a:lnTo>
                  <a:lnTo>
                    <a:pt x="115" y="935"/>
                  </a:lnTo>
                  <a:lnTo>
                    <a:pt x="133" y="916"/>
                  </a:lnTo>
                  <a:lnTo>
                    <a:pt x="141" y="966"/>
                  </a:lnTo>
                  <a:lnTo>
                    <a:pt x="147" y="1030"/>
                  </a:lnTo>
                  <a:lnTo>
                    <a:pt x="170" y="1068"/>
                  </a:lnTo>
                  <a:lnTo>
                    <a:pt x="215" y="1118"/>
                  </a:lnTo>
                  <a:lnTo>
                    <a:pt x="321" y="1142"/>
                  </a:lnTo>
                  <a:lnTo>
                    <a:pt x="403" y="1155"/>
                  </a:lnTo>
                  <a:lnTo>
                    <a:pt x="499" y="1162"/>
                  </a:lnTo>
                  <a:lnTo>
                    <a:pt x="379" y="1093"/>
                  </a:lnTo>
                  <a:lnTo>
                    <a:pt x="297" y="1030"/>
                  </a:lnTo>
                  <a:lnTo>
                    <a:pt x="279" y="978"/>
                  </a:lnTo>
                  <a:lnTo>
                    <a:pt x="291" y="935"/>
                  </a:lnTo>
                  <a:lnTo>
                    <a:pt x="358" y="929"/>
                  </a:lnTo>
                  <a:lnTo>
                    <a:pt x="385" y="978"/>
                  </a:lnTo>
                  <a:lnTo>
                    <a:pt x="403" y="1036"/>
                  </a:lnTo>
                  <a:lnTo>
                    <a:pt x="467" y="1098"/>
                  </a:lnTo>
                  <a:lnTo>
                    <a:pt x="537" y="1149"/>
                  </a:lnTo>
                  <a:lnTo>
                    <a:pt x="607" y="1155"/>
                  </a:lnTo>
                  <a:lnTo>
                    <a:pt x="713" y="1149"/>
                  </a:lnTo>
                  <a:lnTo>
                    <a:pt x="599" y="1061"/>
                  </a:lnTo>
                  <a:lnTo>
                    <a:pt x="517" y="1016"/>
                  </a:lnTo>
                  <a:lnTo>
                    <a:pt x="454" y="966"/>
                  </a:lnTo>
                  <a:lnTo>
                    <a:pt x="435" y="929"/>
                  </a:lnTo>
                  <a:lnTo>
                    <a:pt x="441" y="891"/>
                  </a:lnTo>
                  <a:lnTo>
                    <a:pt x="479" y="885"/>
                  </a:lnTo>
                  <a:lnTo>
                    <a:pt x="523" y="923"/>
                  </a:lnTo>
                  <a:lnTo>
                    <a:pt x="549" y="972"/>
                  </a:lnTo>
                  <a:lnTo>
                    <a:pt x="607" y="1036"/>
                  </a:lnTo>
                  <a:lnTo>
                    <a:pt x="675" y="1068"/>
                  </a:lnTo>
                  <a:lnTo>
                    <a:pt x="727" y="1098"/>
                  </a:lnTo>
                  <a:lnTo>
                    <a:pt x="782" y="1123"/>
                  </a:lnTo>
                  <a:lnTo>
                    <a:pt x="846" y="1136"/>
                  </a:lnTo>
                  <a:lnTo>
                    <a:pt x="921" y="1136"/>
                  </a:lnTo>
                  <a:lnTo>
                    <a:pt x="994" y="1122"/>
                  </a:lnTo>
                  <a:lnTo>
                    <a:pt x="833" y="1068"/>
                  </a:lnTo>
                  <a:lnTo>
                    <a:pt x="771" y="1036"/>
                  </a:lnTo>
                  <a:lnTo>
                    <a:pt x="727" y="978"/>
                  </a:lnTo>
                  <a:lnTo>
                    <a:pt x="719" y="929"/>
                  </a:lnTo>
                  <a:lnTo>
                    <a:pt x="756" y="929"/>
                  </a:lnTo>
                  <a:lnTo>
                    <a:pt x="777" y="972"/>
                  </a:lnTo>
                  <a:lnTo>
                    <a:pt x="808" y="1010"/>
                  </a:lnTo>
                  <a:lnTo>
                    <a:pt x="859" y="1049"/>
                  </a:lnTo>
                  <a:lnTo>
                    <a:pt x="914" y="1087"/>
                  </a:lnTo>
                  <a:lnTo>
                    <a:pt x="989" y="1119"/>
                  </a:lnTo>
                  <a:lnTo>
                    <a:pt x="1046" y="1098"/>
                  </a:lnTo>
                  <a:lnTo>
                    <a:pt x="1072" y="1068"/>
                  </a:lnTo>
                  <a:lnTo>
                    <a:pt x="1117" y="991"/>
                  </a:lnTo>
                  <a:lnTo>
                    <a:pt x="1034" y="972"/>
                  </a:lnTo>
                  <a:lnTo>
                    <a:pt x="878" y="954"/>
                  </a:lnTo>
                  <a:lnTo>
                    <a:pt x="782" y="910"/>
                  </a:lnTo>
                  <a:lnTo>
                    <a:pt x="733" y="868"/>
                  </a:lnTo>
                  <a:lnTo>
                    <a:pt x="713" y="816"/>
                  </a:lnTo>
                  <a:lnTo>
                    <a:pt x="707" y="793"/>
                  </a:lnTo>
                  <a:lnTo>
                    <a:pt x="733" y="793"/>
                  </a:lnTo>
                  <a:lnTo>
                    <a:pt x="765" y="831"/>
                  </a:lnTo>
                  <a:lnTo>
                    <a:pt x="814" y="897"/>
                  </a:lnTo>
                  <a:lnTo>
                    <a:pt x="927" y="935"/>
                  </a:lnTo>
                  <a:lnTo>
                    <a:pt x="1034" y="968"/>
                  </a:lnTo>
                  <a:lnTo>
                    <a:pt x="1117" y="991"/>
                  </a:lnTo>
                  <a:lnTo>
                    <a:pt x="1149" y="861"/>
                  </a:lnTo>
                  <a:lnTo>
                    <a:pt x="1155" y="767"/>
                  </a:lnTo>
                  <a:lnTo>
                    <a:pt x="1155" y="683"/>
                  </a:lnTo>
                  <a:lnTo>
                    <a:pt x="1046" y="741"/>
                  </a:lnTo>
                  <a:lnTo>
                    <a:pt x="921" y="767"/>
                  </a:lnTo>
                  <a:lnTo>
                    <a:pt x="820" y="761"/>
                  </a:lnTo>
                  <a:lnTo>
                    <a:pt x="795" y="748"/>
                  </a:lnTo>
                  <a:lnTo>
                    <a:pt x="782" y="716"/>
                  </a:lnTo>
                  <a:lnTo>
                    <a:pt x="840" y="716"/>
                  </a:lnTo>
                  <a:lnTo>
                    <a:pt x="901" y="735"/>
                  </a:lnTo>
                  <a:lnTo>
                    <a:pt x="1049" y="741"/>
                  </a:lnTo>
                  <a:lnTo>
                    <a:pt x="1155" y="684"/>
                  </a:lnTo>
                  <a:lnTo>
                    <a:pt x="1161" y="565"/>
                  </a:lnTo>
                  <a:lnTo>
                    <a:pt x="1167" y="483"/>
                  </a:lnTo>
                  <a:lnTo>
                    <a:pt x="1172" y="401"/>
                  </a:lnTo>
                  <a:lnTo>
                    <a:pt x="1161" y="264"/>
                  </a:lnTo>
                  <a:lnTo>
                    <a:pt x="1129" y="213"/>
                  </a:lnTo>
                  <a:lnTo>
                    <a:pt x="1034" y="152"/>
                  </a:lnTo>
                  <a:lnTo>
                    <a:pt x="1065" y="158"/>
                  </a:lnTo>
                  <a:lnTo>
                    <a:pt x="1161" y="201"/>
                  </a:lnTo>
                  <a:lnTo>
                    <a:pt x="1123" y="113"/>
                  </a:lnTo>
                  <a:lnTo>
                    <a:pt x="1091" y="68"/>
                  </a:lnTo>
                  <a:lnTo>
                    <a:pt x="1065" y="38"/>
                  </a:lnTo>
                  <a:lnTo>
                    <a:pt x="959"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4892" name="Freeform 298"/>
            <p:cNvSpPr>
              <a:spLocks/>
            </p:cNvSpPr>
            <p:nvPr/>
          </p:nvSpPr>
          <p:spPr bwMode="auto">
            <a:xfrm>
              <a:off x="5500" y="1878"/>
              <a:ext cx="49" cy="44"/>
            </a:xfrm>
            <a:custGeom>
              <a:avLst/>
              <a:gdLst>
                <a:gd name="T0" fmla="*/ 0 w 295"/>
                <a:gd name="T1" fmla="*/ 0 h 263"/>
                <a:gd name="T2" fmla="*/ 0 w 295"/>
                <a:gd name="T3" fmla="*/ 0 h 263"/>
                <a:gd name="T4" fmla="*/ 0 w 295"/>
                <a:gd name="T5" fmla="*/ 0 h 263"/>
                <a:gd name="T6" fmla="*/ 0 w 295"/>
                <a:gd name="T7" fmla="*/ 0 h 263"/>
                <a:gd name="T8" fmla="*/ 0 w 295"/>
                <a:gd name="T9" fmla="*/ 0 h 263"/>
                <a:gd name="T10" fmla="*/ 0 w 295"/>
                <a:gd name="T11" fmla="*/ 0 h 263"/>
                <a:gd name="T12" fmla="*/ 0 w 295"/>
                <a:gd name="T13" fmla="*/ 0 h 263"/>
                <a:gd name="T14" fmla="*/ 0 w 295"/>
                <a:gd name="T15" fmla="*/ 0 h 263"/>
                <a:gd name="T16" fmla="*/ 0 w 295"/>
                <a:gd name="T17" fmla="*/ 0 h 263"/>
                <a:gd name="T18" fmla="*/ 0 w 295"/>
                <a:gd name="T19" fmla="*/ 0 h 263"/>
                <a:gd name="T20" fmla="*/ 0 w 295"/>
                <a:gd name="T21" fmla="*/ 0 h 263"/>
                <a:gd name="T22" fmla="*/ 0 w 295"/>
                <a:gd name="T23" fmla="*/ 0 h 263"/>
                <a:gd name="T24" fmla="*/ 0 w 295"/>
                <a:gd name="T25" fmla="*/ 0 h 263"/>
                <a:gd name="T26" fmla="*/ 0 w 295"/>
                <a:gd name="T27" fmla="*/ 0 h 263"/>
                <a:gd name="T28" fmla="*/ 0 w 295"/>
                <a:gd name="T29" fmla="*/ 0 h 263"/>
                <a:gd name="T30" fmla="*/ 0 w 295"/>
                <a:gd name="T31" fmla="*/ 0 h 263"/>
                <a:gd name="T32" fmla="*/ 0 w 295"/>
                <a:gd name="T33" fmla="*/ 0 h 263"/>
                <a:gd name="T34" fmla="*/ 0 w 295"/>
                <a:gd name="T35" fmla="*/ 0 h 263"/>
                <a:gd name="T36" fmla="*/ 0 w 295"/>
                <a:gd name="T37" fmla="*/ 0 h 263"/>
                <a:gd name="T38" fmla="*/ 0 w 295"/>
                <a:gd name="T39" fmla="*/ 0 h 263"/>
                <a:gd name="T40" fmla="*/ 0 w 295"/>
                <a:gd name="T41" fmla="*/ 0 h 263"/>
                <a:gd name="T42" fmla="*/ 0 w 295"/>
                <a:gd name="T43" fmla="*/ 0 h 263"/>
                <a:gd name="T44" fmla="*/ 0 w 295"/>
                <a:gd name="T45" fmla="*/ 0 h 26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295" h="263">
                  <a:moveTo>
                    <a:pt x="0" y="0"/>
                  </a:moveTo>
                  <a:lnTo>
                    <a:pt x="0" y="21"/>
                  </a:lnTo>
                  <a:lnTo>
                    <a:pt x="38" y="71"/>
                  </a:lnTo>
                  <a:lnTo>
                    <a:pt x="75" y="99"/>
                  </a:lnTo>
                  <a:lnTo>
                    <a:pt x="152" y="158"/>
                  </a:lnTo>
                  <a:lnTo>
                    <a:pt x="184" y="182"/>
                  </a:lnTo>
                  <a:lnTo>
                    <a:pt x="260" y="239"/>
                  </a:lnTo>
                  <a:lnTo>
                    <a:pt x="178" y="213"/>
                  </a:lnTo>
                  <a:lnTo>
                    <a:pt x="97" y="188"/>
                  </a:lnTo>
                  <a:lnTo>
                    <a:pt x="16" y="182"/>
                  </a:lnTo>
                  <a:lnTo>
                    <a:pt x="22" y="207"/>
                  </a:lnTo>
                  <a:lnTo>
                    <a:pt x="152" y="231"/>
                  </a:lnTo>
                  <a:lnTo>
                    <a:pt x="222" y="257"/>
                  </a:lnTo>
                  <a:lnTo>
                    <a:pt x="260" y="263"/>
                  </a:lnTo>
                  <a:lnTo>
                    <a:pt x="292" y="252"/>
                  </a:lnTo>
                  <a:lnTo>
                    <a:pt x="295" y="222"/>
                  </a:lnTo>
                  <a:lnTo>
                    <a:pt x="269" y="199"/>
                  </a:lnTo>
                  <a:lnTo>
                    <a:pt x="232" y="162"/>
                  </a:lnTo>
                  <a:lnTo>
                    <a:pt x="188" y="112"/>
                  </a:lnTo>
                  <a:lnTo>
                    <a:pt x="144" y="56"/>
                  </a:lnTo>
                  <a:lnTo>
                    <a:pt x="91" y="17"/>
                  </a:lnTo>
                  <a:lnTo>
                    <a:pt x="35" y="3"/>
                  </a:lnTo>
                  <a:lnTo>
                    <a:pt x="0"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4893" name="Freeform 299"/>
            <p:cNvSpPr>
              <a:spLocks/>
            </p:cNvSpPr>
            <p:nvPr/>
          </p:nvSpPr>
          <p:spPr bwMode="auto">
            <a:xfrm>
              <a:off x="5503" y="1842"/>
              <a:ext cx="44" cy="57"/>
            </a:xfrm>
            <a:custGeom>
              <a:avLst/>
              <a:gdLst>
                <a:gd name="T0" fmla="*/ 0 w 270"/>
                <a:gd name="T1" fmla="*/ 0 h 345"/>
                <a:gd name="T2" fmla="*/ 0 w 270"/>
                <a:gd name="T3" fmla="*/ 0 h 345"/>
                <a:gd name="T4" fmla="*/ 0 w 270"/>
                <a:gd name="T5" fmla="*/ 0 h 345"/>
                <a:gd name="T6" fmla="*/ 0 w 270"/>
                <a:gd name="T7" fmla="*/ 0 h 345"/>
                <a:gd name="T8" fmla="*/ 0 w 270"/>
                <a:gd name="T9" fmla="*/ 0 h 345"/>
                <a:gd name="T10" fmla="*/ 0 w 270"/>
                <a:gd name="T11" fmla="*/ 0 h 345"/>
                <a:gd name="T12" fmla="*/ 0 w 270"/>
                <a:gd name="T13" fmla="*/ 0 h 345"/>
                <a:gd name="T14" fmla="*/ 0 w 270"/>
                <a:gd name="T15" fmla="*/ 0 h 345"/>
                <a:gd name="T16" fmla="*/ 0 w 270"/>
                <a:gd name="T17" fmla="*/ 0 h 345"/>
                <a:gd name="T18" fmla="*/ 0 w 270"/>
                <a:gd name="T19" fmla="*/ 0 h 345"/>
                <a:gd name="T20" fmla="*/ 0 w 270"/>
                <a:gd name="T21" fmla="*/ 0 h 345"/>
                <a:gd name="T22" fmla="*/ 0 w 270"/>
                <a:gd name="T23" fmla="*/ 0 h 345"/>
                <a:gd name="T24" fmla="*/ 0 w 270"/>
                <a:gd name="T25" fmla="*/ 0 h 345"/>
                <a:gd name="T26" fmla="*/ 0 w 270"/>
                <a:gd name="T27" fmla="*/ 0 h 345"/>
                <a:gd name="T28" fmla="*/ 0 w 270"/>
                <a:gd name="T29" fmla="*/ 0 h 345"/>
                <a:gd name="T30" fmla="*/ 0 w 270"/>
                <a:gd name="T31" fmla="*/ 0 h 345"/>
                <a:gd name="T32" fmla="*/ 0 w 270"/>
                <a:gd name="T33" fmla="*/ 0 h 34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70" h="345">
                  <a:moveTo>
                    <a:pt x="51" y="0"/>
                  </a:moveTo>
                  <a:lnTo>
                    <a:pt x="13" y="7"/>
                  </a:lnTo>
                  <a:lnTo>
                    <a:pt x="0" y="39"/>
                  </a:lnTo>
                  <a:lnTo>
                    <a:pt x="3" y="65"/>
                  </a:lnTo>
                  <a:lnTo>
                    <a:pt x="26" y="101"/>
                  </a:lnTo>
                  <a:lnTo>
                    <a:pt x="57" y="112"/>
                  </a:lnTo>
                  <a:lnTo>
                    <a:pt x="116" y="149"/>
                  </a:lnTo>
                  <a:lnTo>
                    <a:pt x="172" y="195"/>
                  </a:lnTo>
                  <a:lnTo>
                    <a:pt x="212" y="259"/>
                  </a:lnTo>
                  <a:lnTo>
                    <a:pt x="257" y="325"/>
                  </a:lnTo>
                  <a:lnTo>
                    <a:pt x="270" y="345"/>
                  </a:lnTo>
                  <a:lnTo>
                    <a:pt x="257" y="267"/>
                  </a:lnTo>
                  <a:lnTo>
                    <a:pt x="247" y="198"/>
                  </a:lnTo>
                  <a:lnTo>
                    <a:pt x="225" y="140"/>
                  </a:lnTo>
                  <a:lnTo>
                    <a:pt x="188" y="86"/>
                  </a:lnTo>
                  <a:lnTo>
                    <a:pt x="90" y="10"/>
                  </a:lnTo>
                  <a:lnTo>
                    <a:pt x="51"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4894" name="Freeform 300"/>
            <p:cNvSpPr>
              <a:spLocks/>
            </p:cNvSpPr>
            <p:nvPr/>
          </p:nvSpPr>
          <p:spPr bwMode="auto">
            <a:xfrm>
              <a:off x="5494" y="1785"/>
              <a:ext cx="48" cy="34"/>
            </a:xfrm>
            <a:custGeom>
              <a:avLst/>
              <a:gdLst>
                <a:gd name="T0" fmla="*/ 0 w 287"/>
                <a:gd name="T1" fmla="*/ 0 h 199"/>
                <a:gd name="T2" fmla="*/ 0 w 287"/>
                <a:gd name="T3" fmla="*/ 0 h 199"/>
                <a:gd name="T4" fmla="*/ 0 w 287"/>
                <a:gd name="T5" fmla="*/ 0 h 199"/>
                <a:gd name="T6" fmla="*/ 0 w 287"/>
                <a:gd name="T7" fmla="*/ 0 h 199"/>
                <a:gd name="T8" fmla="*/ 0 w 287"/>
                <a:gd name="T9" fmla="*/ 0 h 199"/>
                <a:gd name="T10" fmla="*/ 0 w 287"/>
                <a:gd name="T11" fmla="*/ 0 h 199"/>
                <a:gd name="T12" fmla="*/ 0 w 287"/>
                <a:gd name="T13" fmla="*/ 0 h 199"/>
                <a:gd name="T14" fmla="*/ 0 w 287"/>
                <a:gd name="T15" fmla="*/ 0 h 199"/>
                <a:gd name="T16" fmla="*/ 0 w 287"/>
                <a:gd name="T17" fmla="*/ 0 h 199"/>
                <a:gd name="T18" fmla="*/ 0 w 287"/>
                <a:gd name="T19" fmla="*/ 0 h 19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87" h="199">
                  <a:moveTo>
                    <a:pt x="0" y="199"/>
                  </a:moveTo>
                  <a:lnTo>
                    <a:pt x="49" y="156"/>
                  </a:lnTo>
                  <a:lnTo>
                    <a:pt x="130" y="125"/>
                  </a:lnTo>
                  <a:lnTo>
                    <a:pt x="185" y="111"/>
                  </a:lnTo>
                  <a:lnTo>
                    <a:pt x="287" y="0"/>
                  </a:lnTo>
                  <a:lnTo>
                    <a:pt x="211" y="44"/>
                  </a:lnTo>
                  <a:lnTo>
                    <a:pt x="142" y="74"/>
                  </a:lnTo>
                  <a:lnTo>
                    <a:pt x="93" y="99"/>
                  </a:lnTo>
                  <a:lnTo>
                    <a:pt x="68" y="125"/>
                  </a:lnTo>
                  <a:lnTo>
                    <a:pt x="0" y="199"/>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4895" name="Freeform 301"/>
            <p:cNvSpPr>
              <a:spLocks/>
            </p:cNvSpPr>
            <p:nvPr/>
          </p:nvSpPr>
          <p:spPr bwMode="auto">
            <a:xfrm>
              <a:off x="5458" y="1846"/>
              <a:ext cx="27" cy="86"/>
            </a:xfrm>
            <a:custGeom>
              <a:avLst/>
              <a:gdLst>
                <a:gd name="T0" fmla="*/ 0 w 162"/>
                <a:gd name="T1" fmla="*/ 0 h 514"/>
                <a:gd name="T2" fmla="*/ 0 w 162"/>
                <a:gd name="T3" fmla="*/ 0 h 514"/>
                <a:gd name="T4" fmla="*/ 0 w 162"/>
                <a:gd name="T5" fmla="*/ 0 h 514"/>
                <a:gd name="T6" fmla="*/ 0 w 162"/>
                <a:gd name="T7" fmla="*/ 0 h 514"/>
                <a:gd name="T8" fmla="*/ 0 w 162"/>
                <a:gd name="T9" fmla="*/ 0 h 514"/>
                <a:gd name="T10" fmla="*/ 0 w 162"/>
                <a:gd name="T11" fmla="*/ 0 h 514"/>
                <a:gd name="T12" fmla="*/ 0 w 162"/>
                <a:gd name="T13" fmla="*/ 0 h 514"/>
                <a:gd name="T14" fmla="*/ 0 w 162"/>
                <a:gd name="T15" fmla="*/ 0 h 514"/>
                <a:gd name="T16" fmla="*/ 0 w 162"/>
                <a:gd name="T17" fmla="*/ 0 h 514"/>
                <a:gd name="T18" fmla="*/ 0 w 162"/>
                <a:gd name="T19" fmla="*/ 0 h 514"/>
                <a:gd name="T20" fmla="*/ 0 w 162"/>
                <a:gd name="T21" fmla="*/ 0 h 514"/>
                <a:gd name="T22" fmla="*/ 0 w 162"/>
                <a:gd name="T23" fmla="*/ 0 h 514"/>
                <a:gd name="T24" fmla="*/ 0 w 162"/>
                <a:gd name="T25" fmla="*/ 0 h 514"/>
                <a:gd name="T26" fmla="*/ 0 w 162"/>
                <a:gd name="T27" fmla="*/ 0 h 514"/>
                <a:gd name="T28" fmla="*/ 0 w 162"/>
                <a:gd name="T29" fmla="*/ 0 h 514"/>
                <a:gd name="T30" fmla="*/ 0 w 162"/>
                <a:gd name="T31" fmla="*/ 0 h 514"/>
                <a:gd name="T32" fmla="*/ 0 w 162"/>
                <a:gd name="T33" fmla="*/ 0 h 514"/>
                <a:gd name="T34" fmla="*/ 0 w 162"/>
                <a:gd name="T35" fmla="*/ 0 h 514"/>
                <a:gd name="T36" fmla="*/ 0 w 162"/>
                <a:gd name="T37" fmla="*/ 0 h 51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62" h="514">
                  <a:moveTo>
                    <a:pt x="0" y="514"/>
                  </a:moveTo>
                  <a:lnTo>
                    <a:pt x="81" y="514"/>
                  </a:lnTo>
                  <a:lnTo>
                    <a:pt x="106" y="508"/>
                  </a:lnTo>
                  <a:lnTo>
                    <a:pt x="106" y="489"/>
                  </a:lnTo>
                  <a:lnTo>
                    <a:pt x="124" y="470"/>
                  </a:lnTo>
                  <a:lnTo>
                    <a:pt x="150" y="451"/>
                  </a:lnTo>
                  <a:lnTo>
                    <a:pt x="137" y="433"/>
                  </a:lnTo>
                  <a:lnTo>
                    <a:pt x="137" y="407"/>
                  </a:lnTo>
                  <a:lnTo>
                    <a:pt x="156" y="376"/>
                  </a:lnTo>
                  <a:lnTo>
                    <a:pt x="156" y="344"/>
                  </a:lnTo>
                  <a:lnTo>
                    <a:pt x="144" y="306"/>
                  </a:lnTo>
                  <a:lnTo>
                    <a:pt x="144" y="224"/>
                  </a:lnTo>
                  <a:lnTo>
                    <a:pt x="162" y="150"/>
                  </a:lnTo>
                  <a:lnTo>
                    <a:pt x="156" y="94"/>
                  </a:lnTo>
                  <a:lnTo>
                    <a:pt x="156" y="0"/>
                  </a:lnTo>
                  <a:lnTo>
                    <a:pt x="106" y="142"/>
                  </a:lnTo>
                  <a:lnTo>
                    <a:pt x="62" y="275"/>
                  </a:lnTo>
                  <a:lnTo>
                    <a:pt x="32" y="419"/>
                  </a:lnTo>
                  <a:lnTo>
                    <a:pt x="0" y="514"/>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4896" name="Freeform 302"/>
            <p:cNvSpPr>
              <a:spLocks/>
            </p:cNvSpPr>
            <p:nvPr/>
          </p:nvSpPr>
          <p:spPr bwMode="auto">
            <a:xfrm>
              <a:off x="5498" y="1939"/>
              <a:ext cx="48" cy="16"/>
            </a:xfrm>
            <a:custGeom>
              <a:avLst/>
              <a:gdLst>
                <a:gd name="T0" fmla="*/ 0 w 289"/>
                <a:gd name="T1" fmla="*/ 0 h 97"/>
                <a:gd name="T2" fmla="*/ 0 w 289"/>
                <a:gd name="T3" fmla="*/ 0 h 97"/>
                <a:gd name="T4" fmla="*/ 0 w 289"/>
                <a:gd name="T5" fmla="*/ 0 h 97"/>
                <a:gd name="T6" fmla="*/ 0 w 289"/>
                <a:gd name="T7" fmla="*/ 0 h 97"/>
                <a:gd name="T8" fmla="*/ 0 w 289"/>
                <a:gd name="T9" fmla="*/ 0 h 97"/>
                <a:gd name="T10" fmla="*/ 0 w 289"/>
                <a:gd name="T11" fmla="*/ 0 h 97"/>
                <a:gd name="T12" fmla="*/ 0 w 289"/>
                <a:gd name="T13" fmla="*/ 0 h 97"/>
                <a:gd name="T14" fmla="*/ 0 w 289"/>
                <a:gd name="T15" fmla="*/ 0 h 97"/>
                <a:gd name="T16" fmla="*/ 0 w 289"/>
                <a:gd name="T17" fmla="*/ 0 h 97"/>
                <a:gd name="T18" fmla="*/ 0 w 289"/>
                <a:gd name="T19" fmla="*/ 0 h 97"/>
                <a:gd name="T20" fmla="*/ 0 w 289"/>
                <a:gd name="T21" fmla="*/ 0 h 9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89" h="97">
                  <a:moveTo>
                    <a:pt x="232" y="47"/>
                  </a:moveTo>
                  <a:lnTo>
                    <a:pt x="168" y="19"/>
                  </a:lnTo>
                  <a:lnTo>
                    <a:pt x="110" y="4"/>
                  </a:lnTo>
                  <a:lnTo>
                    <a:pt x="32" y="0"/>
                  </a:lnTo>
                  <a:lnTo>
                    <a:pt x="0" y="6"/>
                  </a:lnTo>
                  <a:lnTo>
                    <a:pt x="15" y="37"/>
                  </a:lnTo>
                  <a:lnTo>
                    <a:pt x="45" y="61"/>
                  </a:lnTo>
                  <a:lnTo>
                    <a:pt x="113" y="79"/>
                  </a:lnTo>
                  <a:lnTo>
                    <a:pt x="219" y="97"/>
                  </a:lnTo>
                  <a:lnTo>
                    <a:pt x="289" y="91"/>
                  </a:lnTo>
                  <a:lnTo>
                    <a:pt x="232" y="4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4897" name="Freeform 303"/>
            <p:cNvSpPr>
              <a:spLocks/>
            </p:cNvSpPr>
            <p:nvPr/>
          </p:nvSpPr>
          <p:spPr bwMode="auto">
            <a:xfrm>
              <a:off x="5458" y="1947"/>
              <a:ext cx="30" cy="36"/>
            </a:xfrm>
            <a:custGeom>
              <a:avLst/>
              <a:gdLst>
                <a:gd name="T0" fmla="*/ 0 w 176"/>
                <a:gd name="T1" fmla="*/ 0 h 216"/>
                <a:gd name="T2" fmla="*/ 0 w 176"/>
                <a:gd name="T3" fmla="*/ 0 h 216"/>
                <a:gd name="T4" fmla="*/ 0 w 176"/>
                <a:gd name="T5" fmla="*/ 0 h 216"/>
                <a:gd name="T6" fmla="*/ 0 w 176"/>
                <a:gd name="T7" fmla="*/ 0 h 216"/>
                <a:gd name="T8" fmla="*/ 0 w 176"/>
                <a:gd name="T9" fmla="*/ 0 h 216"/>
                <a:gd name="T10" fmla="*/ 0 w 176"/>
                <a:gd name="T11" fmla="*/ 0 h 216"/>
                <a:gd name="T12" fmla="*/ 0 w 176"/>
                <a:gd name="T13" fmla="*/ 0 h 216"/>
                <a:gd name="T14" fmla="*/ 0 w 176"/>
                <a:gd name="T15" fmla="*/ 0 h 216"/>
                <a:gd name="T16" fmla="*/ 0 w 176"/>
                <a:gd name="T17" fmla="*/ 0 h 216"/>
                <a:gd name="T18" fmla="*/ 0 w 176"/>
                <a:gd name="T19" fmla="*/ 0 h 216"/>
                <a:gd name="T20" fmla="*/ 0 w 176"/>
                <a:gd name="T21" fmla="*/ 0 h 216"/>
                <a:gd name="T22" fmla="*/ 0 w 176"/>
                <a:gd name="T23" fmla="*/ 0 h 216"/>
                <a:gd name="T24" fmla="*/ 0 w 176"/>
                <a:gd name="T25" fmla="*/ 0 h 21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6" h="216">
                  <a:moveTo>
                    <a:pt x="81" y="59"/>
                  </a:moveTo>
                  <a:lnTo>
                    <a:pt x="59" y="14"/>
                  </a:lnTo>
                  <a:lnTo>
                    <a:pt x="26" y="0"/>
                  </a:lnTo>
                  <a:lnTo>
                    <a:pt x="3" y="11"/>
                  </a:lnTo>
                  <a:lnTo>
                    <a:pt x="0" y="35"/>
                  </a:lnTo>
                  <a:lnTo>
                    <a:pt x="15" y="76"/>
                  </a:lnTo>
                  <a:lnTo>
                    <a:pt x="40" y="115"/>
                  </a:lnTo>
                  <a:lnTo>
                    <a:pt x="71" y="150"/>
                  </a:lnTo>
                  <a:lnTo>
                    <a:pt x="113" y="185"/>
                  </a:lnTo>
                  <a:lnTo>
                    <a:pt x="176" y="216"/>
                  </a:lnTo>
                  <a:lnTo>
                    <a:pt x="119" y="153"/>
                  </a:lnTo>
                  <a:lnTo>
                    <a:pt x="100" y="108"/>
                  </a:lnTo>
                  <a:lnTo>
                    <a:pt x="81" y="59"/>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44898" name="Freeform 304"/>
            <p:cNvSpPr>
              <a:spLocks/>
            </p:cNvSpPr>
            <p:nvPr/>
          </p:nvSpPr>
          <p:spPr bwMode="auto">
            <a:xfrm>
              <a:off x="5506" y="1757"/>
              <a:ext cx="70" cy="44"/>
            </a:xfrm>
            <a:custGeom>
              <a:avLst/>
              <a:gdLst>
                <a:gd name="T0" fmla="*/ 0 w 418"/>
                <a:gd name="T1" fmla="*/ 0 h 260"/>
                <a:gd name="T2" fmla="*/ 0 w 418"/>
                <a:gd name="T3" fmla="*/ 0 h 260"/>
                <a:gd name="T4" fmla="*/ 0 w 418"/>
                <a:gd name="T5" fmla="*/ 0 h 260"/>
                <a:gd name="T6" fmla="*/ 0 w 418"/>
                <a:gd name="T7" fmla="*/ 0 h 260"/>
                <a:gd name="T8" fmla="*/ 0 w 418"/>
                <a:gd name="T9" fmla="*/ 0 h 260"/>
                <a:gd name="T10" fmla="*/ 0 w 418"/>
                <a:gd name="T11" fmla="*/ 0 h 260"/>
                <a:gd name="T12" fmla="*/ 0 w 418"/>
                <a:gd name="T13" fmla="*/ 0 h 260"/>
                <a:gd name="T14" fmla="*/ 0 w 418"/>
                <a:gd name="T15" fmla="*/ 0 h 260"/>
                <a:gd name="T16" fmla="*/ 0 w 418"/>
                <a:gd name="T17" fmla="*/ 0 h 260"/>
                <a:gd name="T18" fmla="*/ 0 w 418"/>
                <a:gd name="T19" fmla="*/ 0 h 260"/>
                <a:gd name="T20" fmla="*/ 0 w 418"/>
                <a:gd name="T21" fmla="*/ 0 h 260"/>
                <a:gd name="T22" fmla="*/ 0 w 418"/>
                <a:gd name="T23" fmla="*/ 0 h 26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18" h="260">
                  <a:moveTo>
                    <a:pt x="0" y="260"/>
                  </a:moveTo>
                  <a:lnTo>
                    <a:pt x="13" y="153"/>
                  </a:lnTo>
                  <a:lnTo>
                    <a:pt x="101" y="116"/>
                  </a:lnTo>
                  <a:lnTo>
                    <a:pt x="220" y="69"/>
                  </a:lnTo>
                  <a:lnTo>
                    <a:pt x="304" y="35"/>
                  </a:lnTo>
                  <a:lnTo>
                    <a:pt x="386" y="0"/>
                  </a:lnTo>
                  <a:lnTo>
                    <a:pt x="418" y="76"/>
                  </a:lnTo>
                  <a:lnTo>
                    <a:pt x="341" y="119"/>
                  </a:lnTo>
                  <a:lnTo>
                    <a:pt x="252" y="150"/>
                  </a:lnTo>
                  <a:lnTo>
                    <a:pt x="182" y="170"/>
                  </a:lnTo>
                  <a:lnTo>
                    <a:pt x="98" y="216"/>
                  </a:lnTo>
                  <a:lnTo>
                    <a:pt x="0" y="26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grpSp>
      <p:grpSp>
        <p:nvGrpSpPr>
          <p:cNvPr id="244801" name="Group 305"/>
          <p:cNvGrpSpPr>
            <a:grpSpLocks/>
          </p:cNvGrpSpPr>
          <p:nvPr/>
        </p:nvGrpSpPr>
        <p:grpSpPr bwMode="auto">
          <a:xfrm>
            <a:off x="9583686" y="4873626"/>
            <a:ext cx="247650" cy="307975"/>
            <a:chOff x="5511" y="1960"/>
            <a:chExt cx="144" cy="194"/>
          </a:xfrm>
        </p:grpSpPr>
        <p:sp>
          <p:nvSpPr>
            <p:cNvPr id="244883" name="Freeform 306"/>
            <p:cNvSpPr>
              <a:spLocks/>
            </p:cNvSpPr>
            <p:nvPr/>
          </p:nvSpPr>
          <p:spPr bwMode="auto">
            <a:xfrm>
              <a:off x="5511" y="1960"/>
              <a:ext cx="144" cy="194"/>
            </a:xfrm>
            <a:custGeom>
              <a:avLst/>
              <a:gdLst>
                <a:gd name="T0" fmla="*/ 0 w 863"/>
                <a:gd name="T1" fmla="*/ 0 h 1164"/>
                <a:gd name="T2" fmla="*/ 0 w 863"/>
                <a:gd name="T3" fmla="*/ 0 h 1164"/>
                <a:gd name="T4" fmla="*/ 0 w 863"/>
                <a:gd name="T5" fmla="*/ 0 h 1164"/>
                <a:gd name="T6" fmla="*/ 0 w 863"/>
                <a:gd name="T7" fmla="*/ 0 h 1164"/>
                <a:gd name="T8" fmla="*/ 0 w 863"/>
                <a:gd name="T9" fmla="*/ 0 h 1164"/>
                <a:gd name="T10" fmla="*/ 0 w 863"/>
                <a:gd name="T11" fmla="*/ 0 h 1164"/>
                <a:gd name="T12" fmla="*/ 0 w 863"/>
                <a:gd name="T13" fmla="*/ 0 h 1164"/>
                <a:gd name="T14" fmla="*/ 0 w 863"/>
                <a:gd name="T15" fmla="*/ 0 h 1164"/>
                <a:gd name="T16" fmla="*/ 0 w 863"/>
                <a:gd name="T17" fmla="*/ 0 h 1164"/>
                <a:gd name="T18" fmla="*/ 0 w 863"/>
                <a:gd name="T19" fmla="*/ 0 h 1164"/>
                <a:gd name="T20" fmla="*/ 0 w 863"/>
                <a:gd name="T21" fmla="*/ 0 h 1164"/>
                <a:gd name="T22" fmla="*/ 0 w 863"/>
                <a:gd name="T23" fmla="*/ 0 h 1164"/>
                <a:gd name="T24" fmla="*/ 0 w 863"/>
                <a:gd name="T25" fmla="*/ 0 h 1164"/>
                <a:gd name="T26" fmla="*/ 0 w 863"/>
                <a:gd name="T27" fmla="*/ 0 h 1164"/>
                <a:gd name="T28" fmla="*/ 0 w 863"/>
                <a:gd name="T29" fmla="*/ 0 h 1164"/>
                <a:gd name="T30" fmla="*/ 0 w 863"/>
                <a:gd name="T31" fmla="*/ 0 h 1164"/>
                <a:gd name="T32" fmla="*/ 0 w 863"/>
                <a:gd name="T33" fmla="*/ 0 h 1164"/>
                <a:gd name="T34" fmla="*/ 0 w 863"/>
                <a:gd name="T35" fmla="*/ 0 h 1164"/>
                <a:gd name="T36" fmla="*/ 0 w 863"/>
                <a:gd name="T37" fmla="*/ 0 h 1164"/>
                <a:gd name="T38" fmla="*/ 0 w 863"/>
                <a:gd name="T39" fmla="*/ 0 h 1164"/>
                <a:gd name="T40" fmla="*/ 0 w 863"/>
                <a:gd name="T41" fmla="*/ 0 h 1164"/>
                <a:gd name="T42" fmla="*/ 0 w 863"/>
                <a:gd name="T43" fmla="*/ 0 h 1164"/>
                <a:gd name="T44" fmla="*/ 0 w 863"/>
                <a:gd name="T45" fmla="*/ 0 h 1164"/>
                <a:gd name="T46" fmla="*/ 0 w 863"/>
                <a:gd name="T47" fmla="*/ 0 h 1164"/>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863" h="1164">
                  <a:moveTo>
                    <a:pt x="385" y="172"/>
                  </a:moveTo>
                  <a:lnTo>
                    <a:pt x="543" y="158"/>
                  </a:lnTo>
                  <a:lnTo>
                    <a:pt x="637" y="133"/>
                  </a:lnTo>
                  <a:lnTo>
                    <a:pt x="667" y="90"/>
                  </a:lnTo>
                  <a:lnTo>
                    <a:pt x="667" y="52"/>
                  </a:lnTo>
                  <a:lnTo>
                    <a:pt x="694" y="20"/>
                  </a:lnTo>
                  <a:lnTo>
                    <a:pt x="782" y="0"/>
                  </a:lnTo>
                  <a:lnTo>
                    <a:pt x="863" y="7"/>
                  </a:lnTo>
                  <a:lnTo>
                    <a:pt x="763" y="907"/>
                  </a:lnTo>
                  <a:lnTo>
                    <a:pt x="694" y="990"/>
                  </a:lnTo>
                  <a:lnTo>
                    <a:pt x="605" y="1071"/>
                  </a:lnTo>
                  <a:lnTo>
                    <a:pt x="481" y="1134"/>
                  </a:lnTo>
                  <a:lnTo>
                    <a:pt x="334" y="1153"/>
                  </a:lnTo>
                  <a:lnTo>
                    <a:pt x="138" y="1164"/>
                  </a:lnTo>
                  <a:lnTo>
                    <a:pt x="25" y="1147"/>
                  </a:lnTo>
                  <a:lnTo>
                    <a:pt x="0" y="1083"/>
                  </a:lnTo>
                  <a:lnTo>
                    <a:pt x="13" y="1001"/>
                  </a:lnTo>
                  <a:lnTo>
                    <a:pt x="95" y="750"/>
                  </a:lnTo>
                  <a:lnTo>
                    <a:pt x="163" y="499"/>
                  </a:lnTo>
                  <a:lnTo>
                    <a:pt x="195" y="310"/>
                  </a:lnTo>
                  <a:lnTo>
                    <a:pt x="195" y="259"/>
                  </a:lnTo>
                  <a:lnTo>
                    <a:pt x="239" y="190"/>
                  </a:lnTo>
                  <a:lnTo>
                    <a:pt x="291" y="172"/>
                  </a:lnTo>
                  <a:lnTo>
                    <a:pt x="385" y="172"/>
                  </a:lnTo>
                  <a:close/>
                </a:path>
              </a:pathLst>
            </a:custGeom>
            <a:solidFill>
              <a:srgbClr val="404040"/>
            </a:solidFill>
            <a:ln w="1588">
              <a:solidFill>
                <a:srgbClr val="000000"/>
              </a:solidFill>
              <a:prstDash val="solid"/>
              <a:round/>
              <a:headEnd/>
              <a:tailEnd/>
            </a:ln>
          </p:spPr>
          <p:txBody>
            <a:bodyPr/>
            <a:lstStyle/>
            <a:p>
              <a:endParaRPr lang="zh-CN" altLang="en-US" b="1">
                <a:solidFill>
                  <a:srgbClr val="000099"/>
                </a:solidFill>
              </a:endParaRPr>
            </a:p>
          </p:txBody>
        </p:sp>
        <p:sp>
          <p:nvSpPr>
            <p:cNvPr id="244884" name="Freeform 307"/>
            <p:cNvSpPr>
              <a:spLocks/>
            </p:cNvSpPr>
            <p:nvPr/>
          </p:nvSpPr>
          <p:spPr bwMode="auto">
            <a:xfrm>
              <a:off x="5528" y="1970"/>
              <a:ext cx="124" cy="177"/>
            </a:xfrm>
            <a:custGeom>
              <a:avLst/>
              <a:gdLst>
                <a:gd name="T0" fmla="*/ 0 w 743"/>
                <a:gd name="T1" fmla="*/ 0 h 1068"/>
                <a:gd name="T2" fmla="*/ 0 w 743"/>
                <a:gd name="T3" fmla="*/ 0 h 1068"/>
                <a:gd name="T4" fmla="*/ 0 w 743"/>
                <a:gd name="T5" fmla="*/ 0 h 1068"/>
                <a:gd name="T6" fmla="*/ 0 w 743"/>
                <a:gd name="T7" fmla="*/ 0 h 1068"/>
                <a:gd name="T8" fmla="*/ 0 w 743"/>
                <a:gd name="T9" fmla="*/ 0 h 1068"/>
                <a:gd name="T10" fmla="*/ 0 w 743"/>
                <a:gd name="T11" fmla="*/ 0 h 1068"/>
                <a:gd name="T12" fmla="*/ 0 w 743"/>
                <a:gd name="T13" fmla="*/ 0 h 1068"/>
                <a:gd name="T14" fmla="*/ 0 w 743"/>
                <a:gd name="T15" fmla="*/ 0 h 1068"/>
                <a:gd name="T16" fmla="*/ 0 w 743"/>
                <a:gd name="T17" fmla="*/ 0 h 1068"/>
                <a:gd name="T18" fmla="*/ 0 w 743"/>
                <a:gd name="T19" fmla="*/ 0 h 1068"/>
                <a:gd name="T20" fmla="*/ 0 w 743"/>
                <a:gd name="T21" fmla="*/ 0 h 1068"/>
                <a:gd name="T22" fmla="*/ 0 w 743"/>
                <a:gd name="T23" fmla="*/ 0 h 1068"/>
                <a:gd name="T24" fmla="*/ 0 w 743"/>
                <a:gd name="T25" fmla="*/ 0 h 1068"/>
                <a:gd name="T26" fmla="*/ 0 w 743"/>
                <a:gd name="T27" fmla="*/ 0 h 1068"/>
                <a:gd name="T28" fmla="*/ 0 w 743"/>
                <a:gd name="T29" fmla="*/ 0 h 1068"/>
                <a:gd name="T30" fmla="*/ 0 w 743"/>
                <a:gd name="T31" fmla="*/ 0 h 1068"/>
                <a:gd name="T32" fmla="*/ 0 w 743"/>
                <a:gd name="T33" fmla="*/ 0 h 1068"/>
                <a:gd name="T34" fmla="*/ 0 w 743"/>
                <a:gd name="T35" fmla="*/ 0 h 1068"/>
                <a:gd name="T36" fmla="*/ 0 w 743"/>
                <a:gd name="T37" fmla="*/ 0 h 1068"/>
                <a:gd name="T38" fmla="*/ 0 w 743"/>
                <a:gd name="T39" fmla="*/ 0 h 1068"/>
                <a:gd name="T40" fmla="*/ 0 w 743"/>
                <a:gd name="T41" fmla="*/ 0 h 106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743" h="1068">
                  <a:moveTo>
                    <a:pt x="257" y="214"/>
                  </a:moveTo>
                  <a:lnTo>
                    <a:pt x="397" y="207"/>
                  </a:lnTo>
                  <a:lnTo>
                    <a:pt x="542" y="182"/>
                  </a:lnTo>
                  <a:lnTo>
                    <a:pt x="628" y="138"/>
                  </a:lnTo>
                  <a:lnTo>
                    <a:pt x="679" y="100"/>
                  </a:lnTo>
                  <a:lnTo>
                    <a:pt x="743" y="0"/>
                  </a:lnTo>
                  <a:lnTo>
                    <a:pt x="648" y="822"/>
                  </a:lnTo>
                  <a:lnTo>
                    <a:pt x="585" y="898"/>
                  </a:lnTo>
                  <a:lnTo>
                    <a:pt x="516" y="967"/>
                  </a:lnTo>
                  <a:lnTo>
                    <a:pt x="428" y="1016"/>
                  </a:lnTo>
                  <a:lnTo>
                    <a:pt x="353" y="1042"/>
                  </a:lnTo>
                  <a:lnTo>
                    <a:pt x="257" y="1055"/>
                  </a:lnTo>
                  <a:lnTo>
                    <a:pt x="170" y="1068"/>
                  </a:lnTo>
                  <a:lnTo>
                    <a:pt x="69" y="1068"/>
                  </a:lnTo>
                  <a:lnTo>
                    <a:pt x="24" y="1055"/>
                  </a:lnTo>
                  <a:lnTo>
                    <a:pt x="0" y="1016"/>
                  </a:lnTo>
                  <a:lnTo>
                    <a:pt x="11" y="956"/>
                  </a:lnTo>
                  <a:lnTo>
                    <a:pt x="75" y="809"/>
                  </a:lnTo>
                  <a:lnTo>
                    <a:pt x="184" y="321"/>
                  </a:lnTo>
                  <a:lnTo>
                    <a:pt x="201" y="252"/>
                  </a:lnTo>
                  <a:lnTo>
                    <a:pt x="257" y="214"/>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grpSp>
      <p:sp>
        <p:nvSpPr>
          <p:cNvPr id="244802" name="Oval 308"/>
          <p:cNvSpPr>
            <a:spLocks noChangeArrowheads="1"/>
          </p:cNvSpPr>
          <p:nvPr/>
        </p:nvSpPr>
        <p:spPr bwMode="auto">
          <a:xfrm>
            <a:off x="8780543" y="4624389"/>
            <a:ext cx="323321" cy="1619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244803" name="Oval 309"/>
          <p:cNvSpPr>
            <a:spLocks noChangeArrowheads="1"/>
          </p:cNvSpPr>
          <p:nvPr/>
        </p:nvSpPr>
        <p:spPr bwMode="auto">
          <a:xfrm>
            <a:off x="2004564" y="4352925"/>
            <a:ext cx="1405070" cy="1296988"/>
          </a:xfrm>
          <a:prstGeom prst="ellipse">
            <a:avLst/>
          </a:prstGeom>
          <a:solidFill>
            <a:srgbClr val="66FF66"/>
          </a:solidFill>
          <a:ln w="19050">
            <a:solidFill>
              <a:schemeClr val="folHlink"/>
            </a:solidFill>
            <a:round/>
            <a:headEnd/>
            <a:tailEnd/>
          </a:ln>
          <a:effectLst>
            <a:outerShdw dist="35921" dir="2700000" algn="ctr" rotWithShape="0">
              <a:schemeClr val="bg2"/>
            </a:outerShdw>
          </a:effectLst>
        </p:spPr>
        <p:txBody>
          <a:bodyPr wrap="none" anchor="ctr"/>
          <a:lstStyle/>
          <a:p>
            <a:pPr eaLnBrk="1" hangingPunct="1"/>
            <a:endParaRPr lang="zh-CN" altLang="en-US" b="1">
              <a:solidFill>
                <a:srgbClr val="000099"/>
              </a:solidFill>
            </a:endParaRPr>
          </a:p>
        </p:txBody>
      </p:sp>
      <p:grpSp>
        <p:nvGrpSpPr>
          <p:cNvPr id="244804" name="Group 310"/>
          <p:cNvGrpSpPr>
            <a:grpSpLocks/>
          </p:cNvGrpSpPr>
          <p:nvPr/>
        </p:nvGrpSpPr>
        <p:grpSpPr bwMode="auto">
          <a:xfrm>
            <a:off x="2419034" y="4462463"/>
            <a:ext cx="495300" cy="457200"/>
            <a:chOff x="2351" y="2975"/>
            <a:chExt cx="481" cy="433"/>
          </a:xfrm>
        </p:grpSpPr>
        <p:sp>
          <p:nvSpPr>
            <p:cNvPr id="244874" name="Rectangle 311"/>
            <p:cNvSpPr>
              <a:spLocks noChangeArrowheads="1"/>
            </p:cNvSpPr>
            <p:nvPr/>
          </p:nvSpPr>
          <p:spPr bwMode="auto">
            <a:xfrm rot="-5400000">
              <a:off x="2376" y="2952"/>
              <a:ext cx="432" cy="480"/>
            </a:xfrm>
            <a:prstGeom prst="rect">
              <a:avLst/>
            </a:prstGeom>
            <a:solidFill>
              <a:srgbClr val="CCECFF"/>
            </a:solidFill>
            <a:ln w="19050">
              <a:solidFill>
                <a:schemeClr val="tx1"/>
              </a:solidFill>
              <a:miter lim="800000"/>
              <a:headEnd/>
              <a:tailEnd/>
            </a:ln>
            <a:effectLst>
              <a:outerShdw dist="35921" dir="2700000" algn="ctr" rotWithShape="0">
                <a:schemeClr val="bg2"/>
              </a:outerShdw>
            </a:effectLst>
          </p:spPr>
          <p:txBody>
            <a:bodyPr wrap="none" anchor="ctr"/>
            <a:lstStyle/>
            <a:p>
              <a:pPr eaLnBrk="1" hangingPunct="1"/>
              <a:endParaRPr lang="zh-CN" altLang="en-US" b="1">
                <a:solidFill>
                  <a:srgbClr val="000099"/>
                </a:solidFill>
              </a:endParaRPr>
            </a:p>
          </p:txBody>
        </p:sp>
        <p:sp>
          <p:nvSpPr>
            <p:cNvPr id="244875" name="Line 312"/>
            <p:cNvSpPr>
              <a:spLocks noChangeShapeType="1"/>
            </p:cNvSpPr>
            <p:nvPr/>
          </p:nvSpPr>
          <p:spPr bwMode="auto">
            <a:xfrm rot="10800000">
              <a:off x="2351" y="3321"/>
              <a:ext cx="48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4876" name="Line 313"/>
            <p:cNvSpPr>
              <a:spLocks noChangeShapeType="1"/>
            </p:cNvSpPr>
            <p:nvPr/>
          </p:nvSpPr>
          <p:spPr bwMode="auto">
            <a:xfrm rot="10800000">
              <a:off x="2351" y="3234"/>
              <a:ext cx="48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4877" name="Line 314"/>
            <p:cNvSpPr>
              <a:spLocks noChangeShapeType="1"/>
            </p:cNvSpPr>
            <p:nvPr/>
          </p:nvSpPr>
          <p:spPr bwMode="auto">
            <a:xfrm rot="10800000">
              <a:off x="2351" y="3148"/>
              <a:ext cx="48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4878" name="Line 315"/>
            <p:cNvSpPr>
              <a:spLocks noChangeShapeType="1"/>
            </p:cNvSpPr>
            <p:nvPr/>
          </p:nvSpPr>
          <p:spPr bwMode="auto">
            <a:xfrm rot="10800000">
              <a:off x="2351" y="3061"/>
              <a:ext cx="48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4879" name="Line 316"/>
            <p:cNvSpPr>
              <a:spLocks noChangeShapeType="1"/>
            </p:cNvSpPr>
            <p:nvPr/>
          </p:nvSpPr>
          <p:spPr bwMode="auto">
            <a:xfrm rot="5400000">
              <a:off x="2519" y="3191"/>
              <a:ext cx="43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4880" name="Line 317"/>
            <p:cNvSpPr>
              <a:spLocks noChangeShapeType="1"/>
            </p:cNvSpPr>
            <p:nvPr/>
          </p:nvSpPr>
          <p:spPr bwMode="auto">
            <a:xfrm rot="5400000">
              <a:off x="2423" y="3191"/>
              <a:ext cx="43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4881" name="Line 318"/>
            <p:cNvSpPr>
              <a:spLocks noChangeShapeType="1"/>
            </p:cNvSpPr>
            <p:nvPr/>
          </p:nvSpPr>
          <p:spPr bwMode="auto">
            <a:xfrm rot="5400000">
              <a:off x="2327" y="3191"/>
              <a:ext cx="43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4882" name="Line 319"/>
            <p:cNvSpPr>
              <a:spLocks noChangeShapeType="1"/>
            </p:cNvSpPr>
            <p:nvPr/>
          </p:nvSpPr>
          <p:spPr bwMode="auto">
            <a:xfrm rot="5400000">
              <a:off x="2231" y="3191"/>
              <a:ext cx="43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grpSp>
      <p:grpSp>
        <p:nvGrpSpPr>
          <p:cNvPr id="244805" name="Group 320"/>
          <p:cNvGrpSpPr>
            <a:grpSpLocks/>
          </p:cNvGrpSpPr>
          <p:nvPr/>
        </p:nvGrpSpPr>
        <p:grpSpPr bwMode="auto">
          <a:xfrm>
            <a:off x="2305528" y="5014913"/>
            <a:ext cx="791104" cy="457200"/>
            <a:chOff x="1296" y="768"/>
            <a:chExt cx="556" cy="336"/>
          </a:xfrm>
        </p:grpSpPr>
        <p:sp>
          <p:nvSpPr>
            <p:cNvPr id="244851" name="Rectangle 321"/>
            <p:cNvSpPr>
              <a:spLocks noChangeArrowheads="1"/>
            </p:cNvSpPr>
            <p:nvPr/>
          </p:nvSpPr>
          <p:spPr bwMode="auto">
            <a:xfrm>
              <a:off x="1296" y="768"/>
              <a:ext cx="556" cy="336"/>
            </a:xfrm>
            <a:prstGeom prst="rect">
              <a:avLst/>
            </a:prstGeom>
            <a:solidFill>
              <a:srgbClr val="FFFF99"/>
            </a:solidFill>
            <a:ln w="12700">
              <a:solidFill>
                <a:schemeClr val="tx1"/>
              </a:solidFill>
              <a:miter lim="800000"/>
              <a:headEnd/>
              <a:tailEnd/>
            </a:ln>
            <a:effectLst>
              <a:outerShdw dist="35921" dir="2700000" algn="ctr" rotWithShape="0">
                <a:schemeClr val="bg2"/>
              </a:outerShdw>
            </a:effectLst>
          </p:spPr>
          <p:txBody>
            <a:bodyPr wrap="none" anchor="ctr"/>
            <a:lstStyle/>
            <a:p>
              <a:pPr algn="ctr" eaLnBrk="1" hangingPunct="1"/>
              <a:endParaRPr kumimoji="1" lang="zh-CN" altLang="zh-CN" sz="1800" b="1">
                <a:solidFill>
                  <a:srgbClr val="000099"/>
                </a:solidFill>
                <a:latin typeface="Arial" charset="0"/>
                <a:ea typeface="黑体" pitchFamily="49" charset="-122"/>
              </a:endParaRPr>
            </a:p>
          </p:txBody>
        </p:sp>
        <p:grpSp>
          <p:nvGrpSpPr>
            <p:cNvPr id="244852" name="Group 322"/>
            <p:cNvGrpSpPr>
              <a:grpSpLocks/>
            </p:cNvGrpSpPr>
            <p:nvPr/>
          </p:nvGrpSpPr>
          <p:grpSpPr bwMode="auto">
            <a:xfrm>
              <a:off x="1367" y="829"/>
              <a:ext cx="393" cy="214"/>
              <a:chOff x="2928" y="3744"/>
              <a:chExt cx="528" cy="336"/>
            </a:xfrm>
          </p:grpSpPr>
          <p:grpSp>
            <p:nvGrpSpPr>
              <p:cNvPr id="244853" name="Group 323"/>
              <p:cNvGrpSpPr>
                <a:grpSpLocks/>
              </p:cNvGrpSpPr>
              <p:nvPr/>
            </p:nvGrpSpPr>
            <p:grpSpPr bwMode="auto">
              <a:xfrm>
                <a:off x="3024" y="3744"/>
                <a:ext cx="432" cy="240"/>
                <a:chOff x="2736" y="3648"/>
                <a:chExt cx="432" cy="240"/>
              </a:xfrm>
            </p:grpSpPr>
            <p:grpSp>
              <p:nvGrpSpPr>
                <p:cNvPr id="244868" name="Group 324"/>
                <p:cNvGrpSpPr>
                  <a:grpSpLocks/>
                </p:cNvGrpSpPr>
                <p:nvPr/>
              </p:nvGrpSpPr>
              <p:grpSpPr bwMode="auto">
                <a:xfrm>
                  <a:off x="2736" y="3648"/>
                  <a:ext cx="432" cy="240"/>
                  <a:chOff x="2592" y="3504"/>
                  <a:chExt cx="576" cy="384"/>
                </a:xfrm>
              </p:grpSpPr>
              <p:sp>
                <p:nvSpPr>
                  <p:cNvPr id="244870" name="Rectangle 325"/>
                  <p:cNvSpPr>
                    <a:spLocks noChangeArrowheads="1"/>
                  </p:cNvSpPr>
                  <p:nvPr/>
                </p:nvSpPr>
                <p:spPr bwMode="auto">
                  <a:xfrm>
                    <a:off x="2592" y="3504"/>
                    <a:ext cx="576" cy="384"/>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244871" name="Freeform 326"/>
                  <p:cNvSpPr>
                    <a:spLocks/>
                  </p:cNvSpPr>
                  <p:nvPr/>
                </p:nvSpPr>
                <p:spPr bwMode="auto">
                  <a:xfrm>
                    <a:off x="2592" y="3504"/>
                    <a:ext cx="576" cy="240"/>
                  </a:xfrm>
                  <a:custGeom>
                    <a:avLst/>
                    <a:gdLst>
                      <a:gd name="T0" fmla="*/ 0 w 576"/>
                      <a:gd name="T1" fmla="*/ 0 h 240"/>
                      <a:gd name="T2" fmla="*/ 288 w 576"/>
                      <a:gd name="T3" fmla="*/ 240 h 240"/>
                      <a:gd name="T4" fmla="*/ 576 w 576"/>
                      <a:gd name="T5" fmla="*/ 0 h 240"/>
                      <a:gd name="T6" fmla="*/ 0 60000 65536"/>
                      <a:gd name="T7" fmla="*/ 0 60000 65536"/>
                      <a:gd name="T8" fmla="*/ 0 60000 65536"/>
                    </a:gdLst>
                    <a:ahLst/>
                    <a:cxnLst>
                      <a:cxn ang="T6">
                        <a:pos x="T0" y="T1"/>
                      </a:cxn>
                      <a:cxn ang="T7">
                        <a:pos x="T2" y="T3"/>
                      </a:cxn>
                      <a:cxn ang="T8">
                        <a:pos x="T4" y="T5"/>
                      </a:cxn>
                    </a:cxnLst>
                    <a:rect l="0" t="0" r="r" b="b"/>
                    <a:pathLst>
                      <a:path w="576" h="240">
                        <a:moveTo>
                          <a:pt x="0" y="0"/>
                        </a:moveTo>
                        <a:lnTo>
                          <a:pt x="288" y="240"/>
                        </a:lnTo>
                        <a:lnTo>
                          <a:pt x="576" y="0"/>
                        </a:lnTo>
                      </a:path>
                    </a:pathLst>
                  </a:cu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4872" name="Line 327"/>
                  <p:cNvSpPr>
                    <a:spLocks noChangeShapeType="1"/>
                  </p:cNvSpPr>
                  <p:nvPr/>
                </p:nvSpPr>
                <p:spPr bwMode="auto">
                  <a:xfrm flipV="1">
                    <a:off x="2592" y="3704"/>
                    <a:ext cx="232" cy="1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4873" name="Line 328"/>
                  <p:cNvSpPr>
                    <a:spLocks noChangeShapeType="1"/>
                  </p:cNvSpPr>
                  <p:nvPr/>
                </p:nvSpPr>
                <p:spPr bwMode="auto">
                  <a:xfrm flipH="1" flipV="1">
                    <a:off x="2936" y="3704"/>
                    <a:ext cx="232" cy="1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grpSp>
            <p:sp>
              <p:nvSpPr>
                <p:cNvPr id="244869" name="Line 329"/>
                <p:cNvSpPr>
                  <a:spLocks noChangeShapeType="1"/>
                </p:cNvSpPr>
                <p:nvPr/>
              </p:nvSpPr>
              <p:spPr bwMode="auto">
                <a:xfrm>
                  <a:off x="2736" y="3648"/>
                  <a:ext cx="42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grpSp>
          <p:grpSp>
            <p:nvGrpSpPr>
              <p:cNvPr id="244854" name="Group 330"/>
              <p:cNvGrpSpPr>
                <a:grpSpLocks/>
              </p:cNvGrpSpPr>
              <p:nvPr/>
            </p:nvGrpSpPr>
            <p:grpSpPr bwMode="auto">
              <a:xfrm>
                <a:off x="2976" y="3792"/>
                <a:ext cx="432" cy="240"/>
                <a:chOff x="2736" y="3648"/>
                <a:chExt cx="432" cy="240"/>
              </a:xfrm>
            </p:grpSpPr>
            <p:grpSp>
              <p:nvGrpSpPr>
                <p:cNvPr id="244862" name="Group 331"/>
                <p:cNvGrpSpPr>
                  <a:grpSpLocks/>
                </p:cNvGrpSpPr>
                <p:nvPr/>
              </p:nvGrpSpPr>
              <p:grpSpPr bwMode="auto">
                <a:xfrm>
                  <a:off x="2736" y="3648"/>
                  <a:ext cx="432" cy="240"/>
                  <a:chOff x="2592" y="3504"/>
                  <a:chExt cx="576" cy="384"/>
                </a:xfrm>
              </p:grpSpPr>
              <p:sp>
                <p:nvSpPr>
                  <p:cNvPr id="244864" name="Rectangle 332"/>
                  <p:cNvSpPr>
                    <a:spLocks noChangeArrowheads="1"/>
                  </p:cNvSpPr>
                  <p:nvPr/>
                </p:nvSpPr>
                <p:spPr bwMode="auto">
                  <a:xfrm>
                    <a:off x="2592" y="3504"/>
                    <a:ext cx="576" cy="384"/>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244865" name="Freeform 333"/>
                  <p:cNvSpPr>
                    <a:spLocks/>
                  </p:cNvSpPr>
                  <p:nvPr/>
                </p:nvSpPr>
                <p:spPr bwMode="auto">
                  <a:xfrm>
                    <a:off x="2592" y="3504"/>
                    <a:ext cx="576" cy="240"/>
                  </a:xfrm>
                  <a:custGeom>
                    <a:avLst/>
                    <a:gdLst>
                      <a:gd name="T0" fmla="*/ 0 w 576"/>
                      <a:gd name="T1" fmla="*/ 0 h 240"/>
                      <a:gd name="T2" fmla="*/ 288 w 576"/>
                      <a:gd name="T3" fmla="*/ 240 h 240"/>
                      <a:gd name="T4" fmla="*/ 576 w 576"/>
                      <a:gd name="T5" fmla="*/ 0 h 240"/>
                      <a:gd name="T6" fmla="*/ 0 60000 65536"/>
                      <a:gd name="T7" fmla="*/ 0 60000 65536"/>
                      <a:gd name="T8" fmla="*/ 0 60000 65536"/>
                    </a:gdLst>
                    <a:ahLst/>
                    <a:cxnLst>
                      <a:cxn ang="T6">
                        <a:pos x="T0" y="T1"/>
                      </a:cxn>
                      <a:cxn ang="T7">
                        <a:pos x="T2" y="T3"/>
                      </a:cxn>
                      <a:cxn ang="T8">
                        <a:pos x="T4" y="T5"/>
                      </a:cxn>
                    </a:cxnLst>
                    <a:rect l="0" t="0" r="r" b="b"/>
                    <a:pathLst>
                      <a:path w="576" h="240">
                        <a:moveTo>
                          <a:pt x="0" y="0"/>
                        </a:moveTo>
                        <a:lnTo>
                          <a:pt x="288" y="240"/>
                        </a:lnTo>
                        <a:lnTo>
                          <a:pt x="576" y="0"/>
                        </a:lnTo>
                      </a:path>
                    </a:pathLst>
                  </a:cu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4866" name="Line 334"/>
                  <p:cNvSpPr>
                    <a:spLocks noChangeShapeType="1"/>
                  </p:cNvSpPr>
                  <p:nvPr/>
                </p:nvSpPr>
                <p:spPr bwMode="auto">
                  <a:xfrm flipV="1">
                    <a:off x="2592" y="3704"/>
                    <a:ext cx="232" cy="1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4867" name="Line 335"/>
                  <p:cNvSpPr>
                    <a:spLocks noChangeShapeType="1"/>
                  </p:cNvSpPr>
                  <p:nvPr/>
                </p:nvSpPr>
                <p:spPr bwMode="auto">
                  <a:xfrm flipH="1" flipV="1">
                    <a:off x="2936" y="3704"/>
                    <a:ext cx="232" cy="1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grpSp>
            <p:sp>
              <p:nvSpPr>
                <p:cNvPr id="244863" name="Line 336"/>
                <p:cNvSpPr>
                  <a:spLocks noChangeShapeType="1"/>
                </p:cNvSpPr>
                <p:nvPr/>
              </p:nvSpPr>
              <p:spPr bwMode="auto">
                <a:xfrm>
                  <a:off x="2736" y="3648"/>
                  <a:ext cx="42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grpSp>
          <p:grpSp>
            <p:nvGrpSpPr>
              <p:cNvPr id="244855" name="Group 337"/>
              <p:cNvGrpSpPr>
                <a:grpSpLocks/>
              </p:cNvGrpSpPr>
              <p:nvPr/>
            </p:nvGrpSpPr>
            <p:grpSpPr bwMode="auto">
              <a:xfrm>
                <a:off x="2928" y="3840"/>
                <a:ext cx="432" cy="240"/>
                <a:chOff x="2736" y="3648"/>
                <a:chExt cx="432" cy="240"/>
              </a:xfrm>
            </p:grpSpPr>
            <p:grpSp>
              <p:nvGrpSpPr>
                <p:cNvPr id="244856" name="Group 338"/>
                <p:cNvGrpSpPr>
                  <a:grpSpLocks/>
                </p:cNvGrpSpPr>
                <p:nvPr/>
              </p:nvGrpSpPr>
              <p:grpSpPr bwMode="auto">
                <a:xfrm>
                  <a:off x="2736" y="3648"/>
                  <a:ext cx="432" cy="240"/>
                  <a:chOff x="2592" y="3504"/>
                  <a:chExt cx="576" cy="384"/>
                </a:xfrm>
              </p:grpSpPr>
              <p:sp>
                <p:nvSpPr>
                  <p:cNvPr id="244858" name="Rectangle 339"/>
                  <p:cNvSpPr>
                    <a:spLocks noChangeArrowheads="1"/>
                  </p:cNvSpPr>
                  <p:nvPr/>
                </p:nvSpPr>
                <p:spPr bwMode="auto">
                  <a:xfrm>
                    <a:off x="2592" y="3504"/>
                    <a:ext cx="576" cy="384"/>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244859" name="Freeform 340"/>
                  <p:cNvSpPr>
                    <a:spLocks/>
                  </p:cNvSpPr>
                  <p:nvPr/>
                </p:nvSpPr>
                <p:spPr bwMode="auto">
                  <a:xfrm>
                    <a:off x="2592" y="3504"/>
                    <a:ext cx="576" cy="240"/>
                  </a:xfrm>
                  <a:custGeom>
                    <a:avLst/>
                    <a:gdLst>
                      <a:gd name="T0" fmla="*/ 0 w 576"/>
                      <a:gd name="T1" fmla="*/ 0 h 240"/>
                      <a:gd name="T2" fmla="*/ 288 w 576"/>
                      <a:gd name="T3" fmla="*/ 240 h 240"/>
                      <a:gd name="T4" fmla="*/ 576 w 576"/>
                      <a:gd name="T5" fmla="*/ 0 h 240"/>
                      <a:gd name="T6" fmla="*/ 0 60000 65536"/>
                      <a:gd name="T7" fmla="*/ 0 60000 65536"/>
                      <a:gd name="T8" fmla="*/ 0 60000 65536"/>
                    </a:gdLst>
                    <a:ahLst/>
                    <a:cxnLst>
                      <a:cxn ang="T6">
                        <a:pos x="T0" y="T1"/>
                      </a:cxn>
                      <a:cxn ang="T7">
                        <a:pos x="T2" y="T3"/>
                      </a:cxn>
                      <a:cxn ang="T8">
                        <a:pos x="T4" y="T5"/>
                      </a:cxn>
                    </a:cxnLst>
                    <a:rect l="0" t="0" r="r" b="b"/>
                    <a:pathLst>
                      <a:path w="576" h="240">
                        <a:moveTo>
                          <a:pt x="0" y="0"/>
                        </a:moveTo>
                        <a:lnTo>
                          <a:pt x="288" y="240"/>
                        </a:lnTo>
                        <a:lnTo>
                          <a:pt x="576" y="0"/>
                        </a:lnTo>
                      </a:path>
                    </a:pathLst>
                  </a:cu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4860" name="Line 341"/>
                  <p:cNvSpPr>
                    <a:spLocks noChangeShapeType="1"/>
                  </p:cNvSpPr>
                  <p:nvPr/>
                </p:nvSpPr>
                <p:spPr bwMode="auto">
                  <a:xfrm flipV="1">
                    <a:off x="2592" y="3704"/>
                    <a:ext cx="232" cy="1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4861" name="Line 342"/>
                  <p:cNvSpPr>
                    <a:spLocks noChangeShapeType="1"/>
                  </p:cNvSpPr>
                  <p:nvPr/>
                </p:nvSpPr>
                <p:spPr bwMode="auto">
                  <a:xfrm flipH="1" flipV="1">
                    <a:off x="2936" y="3704"/>
                    <a:ext cx="232" cy="1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grpSp>
            <p:sp>
              <p:nvSpPr>
                <p:cNvPr id="244857" name="Line 343"/>
                <p:cNvSpPr>
                  <a:spLocks noChangeShapeType="1"/>
                </p:cNvSpPr>
                <p:nvPr/>
              </p:nvSpPr>
              <p:spPr bwMode="auto">
                <a:xfrm>
                  <a:off x="2736" y="3648"/>
                  <a:ext cx="42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grpSp>
        </p:grpSp>
      </p:grpSp>
      <p:sp>
        <p:nvSpPr>
          <p:cNvPr id="244806" name="Freeform 344"/>
          <p:cNvSpPr>
            <a:spLocks/>
          </p:cNvSpPr>
          <p:nvPr/>
        </p:nvSpPr>
        <p:spPr bwMode="auto">
          <a:xfrm>
            <a:off x="1075876" y="4694239"/>
            <a:ext cx="1341438" cy="496887"/>
          </a:xfrm>
          <a:custGeom>
            <a:avLst/>
            <a:gdLst>
              <a:gd name="T0" fmla="*/ 0 w 780"/>
              <a:gd name="T1" fmla="*/ 2147483646 h 313"/>
              <a:gd name="T2" fmla="*/ 2147483646 w 780"/>
              <a:gd name="T3" fmla="*/ 2147483646 h 313"/>
              <a:gd name="T4" fmla="*/ 2147483646 w 780"/>
              <a:gd name="T5" fmla="*/ 2147483646 h 313"/>
              <a:gd name="T6" fmla="*/ 2147483646 w 780"/>
              <a:gd name="T7" fmla="*/ 2147483646 h 313"/>
              <a:gd name="T8" fmla="*/ 2147483646 w 780"/>
              <a:gd name="T9" fmla="*/ 2147483646 h 313"/>
              <a:gd name="T10" fmla="*/ 2147483646 w 780"/>
              <a:gd name="T11" fmla="*/ 2147483646 h 31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80" h="313">
                <a:moveTo>
                  <a:pt x="0" y="99"/>
                </a:moveTo>
                <a:cubicBezTo>
                  <a:pt x="38" y="85"/>
                  <a:pt x="154" y="26"/>
                  <a:pt x="228" y="13"/>
                </a:cubicBezTo>
                <a:cubicBezTo>
                  <a:pt x="302" y="0"/>
                  <a:pt x="385" y="10"/>
                  <a:pt x="444" y="19"/>
                </a:cubicBezTo>
                <a:cubicBezTo>
                  <a:pt x="503" y="28"/>
                  <a:pt x="534" y="34"/>
                  <a:pt x="582" y="67"/>
                </a:cubicBezTo>
                <a:cubicBezTo>
                  <a:pt x="630" y="100"/>
                  <a:pt x="699" y="176"/>
                  <a:pt x="732" y="217"/>
                </a:cubicBezTo>
                <a:cubicBezTo>
                  <a:pt x="765" y="258"/>
                  <a:pt x="768" y="289"/>
                  <a:pt x="780" y="313"/>
                </a:cubicBezTo>
              </a:path>
            </a:pathLst>
          </a:custGeom>
          <a:noFill/>
          <a:ln w="76200" cap="flat" cmpd="sng">
            <a:solidFill>
              <a:schemeClr val="hlink"/>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4807" name="Freeform 345"/>
          <p:cNvSpPr>
            <a:spLocks/>
          </p:cNvSpPr>
          <p:nvPr/>
        </p:nvSpPr>
        <p:spPr bwMode="auto">
          <a:xfrm>
            <a:off x="2747514" y="4092575"/>
            <a:ext cx="4834335" cy="1022350"/>
          </a:xfrm>
          <a:custGeom>
            <a:avLst/>
            <a:gdLst>
              <a:gd name="T0" fmla="*/ 0 w 2811"/>
              <a:gd name="T1" fmla="*/ 2147483646 h 644"/>
              <a:gd name="T2" fmla="*/ 2147483646 w 2811"/>
              <a:gd name="T3" fmla="*/ 2147483646 h 644"/>
              <a:gd name="T4" fmla="*/ 2147483646 w 2811"/>
              <a:gd name="T5" fmla="*/ 2147483646 h 644"/>
              <a:gd name="T6" fmla="*/ 2147483646 w 2811"/>
              <a:gd name="T7" fmla="*/ 2147483646 h 644"/>
              <a:gd name="T8" fmla="*/ 2147483646 w 2811"/>
              <a:gd name="T9" fmla="*/ 2147483646 h 644"/>
              <a:gd name="T10" fmla="*/ 2147483646 w 2811"/>
              <a:gd name="T11" fmla="*/ 2147483646 h 644"/>
              <a:gd name="T12" fmla="*/ 2147483646 w 2811"/>
              <a:gd name="T13" fmla="*/ 2147483646 h 64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811" h="644">
                <a:moveTo>
                  <a:pt x="0" y="644"/>
                </a:moveTo>
                <a:cubicBezTo>
                  <a:pt x="81" y="585"/>
                  <a:pt x="354" y="376"/>
                  <a:pt x="488" y="292"/>
                </a:cubicBezTo>
                <a:cubicBezTo>
                  <a:pt x="622" y="208"/>
                  <a:pt x="688" y="181"/>
                  <a:pt x="807" y="137"/>
                </a:cubicBezTo>
                <a:cubicBezTo>
                  <a:pt x="926" y="93"/>
                  <a:pt x="1051" y="49"/>
                  <a:pt x="1200" y="28"/>
                </a:cubicBezTo>
                <a:cubicBezTo>
                  <a:pt x="1349" y="7"/>
                  <a:pt x="1533" y="0"/>
                  <a:pt x="1704" y="12"/>
                </a:cubicBezTo>
                <a:cubicBezTo>
                  <a:pt x="1875" y="24"/>
                  <a:pt x="2042" y="45"/>
                  <a:pt x="2226" y="98"/>
                </a:cubicBezTo>
                <a:cubicBezTo>
                  <a:pt x="2410" y="151"/>
                  <a:pt x="2689" y="281"/>
                  <a:pt x="2811" y="329"/>
                </a:cubicBezTo>
              </a:path>
            </a:pathLst>
          </a:custGeom>
          <a:noFill/>
          <a:ln w="76200" cap="flat" cmpd="sng">
            <a:solidFill>
              <a:schemeClr val="hlink"/>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4808" name="Freeform 346"/>
          <p:cNvSpPr>
            <a:spLocks/>
          </p:cNvSpPr>
          <p:nvPr/>
        </p:nvSpPr>
        <p:spPr bwMode="auto">
          <a:xfrm>
            <a:off x="7688476" y="4386263"/>
            <a:ext cx="1250288" cy="347662"/>
          </a:xfrm>
          <a:custGeom>
            <a:avLst/>
            <a:gdLst>
              <a:gd name="T0" fmla="*/ 0 w 727"/>
              <a:gd name="T1" fmla="*/ 2147483646 h 219"/>
              <a:gd name="T2" fmla="*/ 2147483646 w 727"/>
              <a:gd name="T3" fmla="*/ 2147483646 h 219"/>
              <a:gd name="T4" fmla="*/ 2147483646 w 727"/>
              <a:gd name="T5" fmla="*/ 2147483646 h 219"/>
              <a:gd name="T6" fmla="*/ 2147483646 w 727"/>
              <a:gd name="T7" fmla="*/ 2147483646 h 219"/>
              <a:gd name="T8" fmla="*/ 2147483646 w 727"/>
              <a:gd name="T9" fmla="*/ 2147483646 h 219"/>
              <a:gd name="T10" fmla="*/ 2147483646 w 727"/>
              <a:gd name="T11" fmla="*/ 2147483646 h 219"/>
              <a:gd name="T12" fmla="*/ 2147483646 w 727"/>
              <a:gd name="T13" fmla="*/ 2147483646 h 21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27" h="219">
                <a:moveTo>
                  <a:pt x="0" y="129"/>
                </a:moveTo>
                <a:cubicBezTo>
                  <a:pt x="24" y="114"/>
                  <a:pt x="107" y="58"/>
                  <a:pt x="145" y="38"/>
                </a:cubicBezTo>
                <a:cubicBezTo>
                  <a:pt x="183" y="18"/>
                  <a:pt x="202" y="15"/>
                  <a:pt x="229" y="9"/>
                </a:cubicBezTo>
                <a:cubicBezTo>
                  <a:pt x="256" y="3"/>
                  <a:pt x="282" y="3"/>
                  <a:pt x="307" y="3"/>
                </a:cubicBezTo>
                <a:cubicBezTo>
                  <a:pt x="332" y="3"/>
                  <a:pt x="353" y="0"/>
                  <a:pt x="382" y="6"/>
                </a:cubicBezTo>
                <a:cubicBezTo>
                  <a:pt x="411" y="12"/>
                  <a:pt x="423" y="3"/>
                  <a:pt x="481" y="39"/>
                </a:cubicBezTo>
                <a:cubicBezTo>
                  <a:pt x="539" y="75"/>
                  <a:pt x="676" y="182"/>
                  <a:pt x="727" y="219"/>
                </a:cubicBezTo>
              </a:path>
            </a:pathLst>
          </a:custGeom>
          <a:noFill/>
          <a:ln w="76200" cap="flat" cmpd="sng">
            <a:solidFill>
              <a:schemeClr val="hlink"/>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4809" name="Text Box 347"/>
          <p:cNvSpPr txBox="1">
            <a:spLocks noChangeArrowheads="1"/>
          </p:cNvSpPr>
          <p:nvPr/>
        </p:nvSpPr>
        <p:spPr bwMode="auto">
          <a:xfrm>
            <a:off x="4907572" y="3771901"/>
            <a:ext cx="82586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1800" b="1">
                <a:solidFill>
                  <a:srgbClr val="000099"/>
                </a:solidFill>
                <a:latin typeface="Arial" charset="0"/>
                <a:ea typeface="黑体" pitchFamily="49" charset="-122"/>
              </a:rPr>
              <a:t>SMTP</a:t>
            </a:r>
          </a:p>
        </p:txBody>
      </p:sp>
      <p:sp>
        <p:nvSpPr>
          <p:cNvPr id="244810" name="Text Box 348"/>
          <p:cNvSpPr txBox="1">
            <a:spLocks noChangeArrowheads="1"/>
          </p:cNvSpPr>
          <p:nvPr/>
        </p:nvSpPr>
        <p:spPr bwMode="auto">
          <a:xfrm>
            <a:off x="1289130" y="4340226"/>
            <a:ext cx="82586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1800" b="1">
                <a:solidFill>
                  <a:srgbClr val="000099"/>
                </a:solidFill>
                <a:latin typeface="Arial" charset="0"/>
                <a:ea typeface="黑体" pitchFamily="49" charset="-122"/>
              </a:rPr>
              <a:t>SMTP</a:t>
            </a:r>
          </a:p>
        </p:txBody>
      </p:sp>
      <p:sp>
        <p:nvSpPr>
          <p:cNvPr id="244811" name="Text Box 349"/>
          <p:cNvSpPr txBox="1">
            <a:spLocks noChangeArrowheads="1"/>
          </p:cNvSpPr>
          <p:nvPr/>
        </p:nvSpPr>
        <p:spPr bwMode="auto">
          <a:xfrm>
            <a:off x="7870774" y="4057651"/>
            <a:ext cx="80021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1800" b="1">
                <a:solidFill>
                  <a:srgbClr val="000099"/>
                </a:solidFill>
                <a:latin typeface="Arial" charset="0"/>
                <a:ea typeface="黑体" pitchFamily="49" charset="-122"/>
              </a:rPr>
              <a:t>POP3</a:t>
            </a:r>
          </a:p>
        </p:txBody>
      </p:sp>
      <p:sp>
        <p:nvSpPr>
          <p:cNvPr id="244812" name="Text Box 350"/>
          <p:cNvSpPr txBox="1">
            <a:spLocks noChangeArrowheads="1"/>
          </p:cNvSpPr>
          <p:nvPr/>
        </p:nvSpPr>
        <p:spPr bwMode="auto">
          <a:xfrm>
            <a:off x="2830064" y="5956300"/>
            <a:ext cx="133882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1800" b="1">
                <a:solidFill>
                  <a:srgbClr val="000099"/>
                </a:solidFill>
                <a:latin typeface="Arial" charset="0"/>
                <a:ea typeface="黑体" pitchFamily="49" charset="-122"/>
              </a:rPr>
              <a:t>   </a:t>
            </a:r>
            <a:r>
              <a:rPr kumimoji="1" lang="zh-CN" altLang="en-US" sz="1800" b="1">
                <a:solidFill>
                  <a:srgbClr val="000099"/>
                </a:solidFill>
                <a:latin typeface="Arial" charset="0"/>
                <a:ea typeface="黑体" pitchFamily="49" charset="-122"/>
              </a:rPr>
              <a:t>发送方</a:t>
            </a:r>
          </a:p>
          <a:p>
            <a:pPr eaLnBrk="1" hangingPunct="1"/>
            <a:r>
              <a:rPr kumimoji="1" lang="zh-CN" altLang="en-US" sz="1800" b="1">
                <a:solidFill>
                  <a:srgbClr val="000099"/>
                </a:solidFill>
                <a:latin typeface="Arial" charset="0"/>
                <a:ea typeface="黑体" pitchFamily="49" charset="-122"/>
              </a:rPr>
              <a:t>邮件服务器</a:t>
            </a:r>
          </a:p>
        </p:txBody>
      </p:sp>
      <p:sp>
        <p:nvSpPr>
          <p:cNvPr id="244813" name="Line 351"/>
          <p:cNvSpPr>
            <a:spLocks noChangeShapeType="1"/>
          </p:cNvSpPr>
          <p:nvPr/>
        </p:nvSpPr>
        <p:spPr bwMode="auto">
          <a:xfrm flipV="1">
            <a:off x="8856214" y="4678363"/>
            <a:ext cx="128985" cy="741362"/>
          </a:xfrm>
          <a:prstGeom prst="line">
            <a:avLst/>
          </a:prstGeom>
          <a:noFill/>
          <a:ln w="28575">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4814" name="Line 352"/>
          <p:cNvSpPr>
            <a:spLocks noChangeShapeType="1"/>
          </p:cNvSpPr>
          <p:nvPr/>
        </p:nvSpPr>
        <p:spPr bwMode="auto">
          <a:xfrm flipV="1">
            <a:off x="1922014" y="5343525"/>
            <a:ext cx="660400" cy="609600"/>
          </a:xfrm>
          <a:prstGeom prst="line">
            <a:avLst/>
          </a:prstGeom>
          <a:noFill/>
          <a:ln w="127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4815" name="Line 353"/>
          <p:cNvSpPr>
            <a:spLocks noChangeShapeType="1"/>
          </p:cNvSpPr>
          <p:nvPr/>
        </p:nvSpPr>
        <p:spPr bwMode="auto">
          <a:xfrm flipV="1">
            <a:off x="903897" y="4868863"/>
            <a:ext cx="187458" cy="876300"/>
          </a:xfrm>
          <a:prstGeom prst="line">
            <a:avLst/>
          </a:prstGeom>
          <a:noFill/>
          <a:ln w="28575">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4816" name="Text Box 354"/>
          <p:cNvSpPr txBox="1">
            <a:spLocks noChangeArrowheads="1"/>
          </p:cNvSpPr>
          <p:nvPr/>
        </p:nvSpPr>
        <p:spPr bwMode="auto">
          <a:xfrm>
            <a:off x="353564" y="5688013"/>
            <a:ext cx="110799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1800" b="1">
                <a:solidFill>
                  <a:srgbClr val="000099"/>
                </a:solidFill>
                <a:latin typeface="Arial" charset="0"/>
                <a:ea typeface="黑体" pitchFamily="49" charset="-122"/>
              </a:rPr>
              <a:t>用户代理</a:t>
            </a:r>
          </a:p>
        </p:txBody>
      </p:sp>
      <p:sp>
        <p:nvSpPr>
          <p:cNvPr id="244817" name="Text Box 355"/>
          <p:cNvSpPr txBox="1">
            <a:spLocks noChangeArrowheads="1"/>
          </p:cNvSpPr>
          <p:nvPr/>
        </p:nvSpPr>
        <p:spPr bwMode="auto">
          <a:xfrm>
            <a:off x="6544814" y="3640138"/>
            <a:ext cx="1107996"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1800" b="1">
                <a:solidFill>
                  <a:srgbClr val="000099"/>
                </a:solidFill>
                <a:latin typeface="Arial" charset="0"/>
                <a:ea typeface="黑体" pitchFamily="49" charset="-122"/>
              </a:rPr>
              <a:t>用户邮箱</a:t>
            </a:r>
          </a:p>
        </p:txBody>
      </p:sp>
      <p:sp>
        <p:nvSpPr>
          <p:cNvPr id="244818" name="Line 356"/>
          <p:cNvSpPr>
            <a:spLocks noChangeShapeType="1"/>
          </p:cNvSpPr>
          <p:nvPr/>
        </p:nvSpPr>
        <p:spPr bwMode="auto">
          <a:xfrm rot="10800000" flipH="1" flipV="1">
            <a:off x="7122664" y="3971925"/>
            <a:ext cx="476383" cy="444500"/>
          </a:xfrm>
          <a:prstGeom prst="line">
            <a:avLst/>
          </a:prstGeom>
          <a:noFill/>
          <a:ln w="28575">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4819" name="Text Box 357"/>
          <p:cNvSpPr txBox="1">
            <a:spLocks noChangeArrowheads="1"/>
          </p:cNvSpPr>
          <p:nvPr/>
        </p:nvSpPr>
        <p:spPr bwMode="auto">
          <a:xfrm>
            <a:off x="9069468" y="3944938"/>
            <a:ext cx="87716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1800" b="1">
                <a:solidFill>
                  <a:srgbClr val="000099"/>
                </a:solidFill>
                <a:latin typeface="Arial" charset="0"/>
                <a:ea typeface="黑体" pitchFamily="49" charset="-122"/>
              </a:rPr>
              <a:t>接收方</a:t>
            </a:r>
          </a:p>
        </p:txBody>
      </p:sp>
      <p:sp>
        <p:nvSpPr>
          <p:cNvPr id="244820" name="Line 358"/>
          <p:cNvSpPr>
            <a:spLocks noChangeShapeType="1"/>
          </p:cNvSpPr>
          <p:nvPr/>
        </p:nvSpPr>
        <p:spPr bwMode="auto">
          <a:xfrm flipV="1">
            <a:off x="6709915" y="5605464"/>
            <a:ext cx="644922" cy="403225"/>
          </a:xfrm>
          <a:prstGeom prst="line">
            <a:avLst/>
          </a:prstGeom>
          <a:noFill/>
          <a:ln w="28575">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4821" name="Line 359"/>
          <p:cNvSpPr>
            <a:spLocks noChangeShapeType="1"/>
          </p:cNvSpPr>
          <p:nvPr/>
        </p:nvSpPr>
        <p:spPr bwMode="auto">
          <a:xfrm flipH="1" flipV="1">
            <a:off x="2912614" y="5648326"/>
            <a:ext cx="474663" cy="371475"/>
          </a:xfrm>
          <a:prstGeom prst="line">
            <a:avLst/>
          </a:prstGeom>
          <a:noFill/>
          <a:ln w="28575">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4822" name="Text Box 375"/>
          <p:cNvSpPr txBox="1">
            <a:spLocks noChangeArrowheads="1"/>
          </p:cNvSpPr>
          <p:nvPr/>
        </p:nvSpPr>
        <p:spPr bwMode="auto">
          <a:xfrm>
            <a:off x="1106833" y="4071938"/>
            <a:ext cx="126188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1800" b="1">
                <a:solidFill>
                  <a:srgbClr val="000099"/>
                </a:solidFill>
                <a:latin typeface="Arial" charset="0"/>
                <a:ea typeface="黑体" pitchFamily="49" charset="-122"/>
              </a:rPr>
              <a:t>(</a:t>
            </a:r>
            <a:r>
              <a:rPr kumimoji="1" lang="zh-CN" altLang="en-US" sz="1800" b="1">
                <a:solidFill>
                  <a:srgbClr val="000099"/>
                </a:solidFill>
                <a:latin typeface="Arial" charset="0"/>
                <a:ea typeface="黑体" pitchFamily="49" charset="-122"/>
              </a:rPr>
              <a:t>发送邮件</a:t>
            </a:r>
            <a:r>
              <a:rPr kumimoji="1" lang="en-US" altLang="zh-CN" sz="1800" b="1">
                <a:solidFill>
                  <a:srgbClr val="000099"/>
                </a:solidFill>
                <a:latin typeface="Arial" charset="0"/>
                <a:ea typeface="黑体" pitchFamily="49" charset="-122"/>
              </a:rPr>
              <a:t>)</a:t>
            </a:r>
          </a:p>
        </p:txBody>
      </p:sp>
      <p:sp>
        <p:nvSpPr>
          <p:cNvPr id="244823" name="Text Box 376"/>
          <p:cNvSpPr txBox="1">
            <a:spLocks noChangeArrowheads="1"/>
          </p:cNvSpPr>
          <p:nvPr/>
        </p:nvSpPr>
        <p:spPr bwMode="auto">
          <a:xfrm>
            <a:off x="4529218" y="3455988"/>
            <a:ext cx="156966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1800" b="1">
                <a:solidFill>
                  <a:srgbClr val="000099"/>
                </a:solidFill>
                <a:latin typeface="Arial" charset="0"/>
                <a:ea typeface="黑体" pitchFamily="49" charset="-122"/>
              </a:rPr>
              <a:t>（发送邮件）</a:t>
            </a:r>
          </a:p>
        </p:txBody>
      </p:sp>
      <p:sp>
        <p:nvSpPr>
          <p:cNvPr id="244824" name="Text Box 379"/>
          <p:cNvSpPr txBox="1">
            <a:spLocks noChangeArrowheads="1"/>
          </p:cNvSpPr>
          <p:nvPr/>
        </p:nvSpPr>
        <p:spPr bwMode="auto">
          <a:xfrm>
            <a:off x="7676437" y="3748088"/>
            <a:ext cx="126188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1800" b="1">
                <a:solidFill>
                  <a:srgbClr val="000099"/>
                </a:solidFill>
                <a:latin typeface="Arial" charset="0"/>
                <a:ea typeface="黑体" pitchFamily="49" charset="-122"/>
              </a:rPr>
              <a:t>(</a:t>
            </a:r>
            <a:r>
              <a:rPr kumimoji="1" lang="zh-CN" altLang="en-US" sz="1800" b="1">
                <a:solidFill>
                  <a:srgbClr val="000099"/>
                </a:solidFill>
                <a:latin typeface="Arial" charset="0"/>
                <a:ea typeface="黑体" pitchFamily="49" charset="-122"/>
              </a:rPr>
              <a:t>读取邮件</a:t>
            </a:r>
            <a:r>
              <a:rPr kumimoji="1" lang="en-US" altLang="zh-CN" sz="1800" b="1">
                <a:solidFill>
                  <a:srgbClr val="000099"/>
                </a:solidFill>
                <a:latin typeface="Arial" charset="0"/>
                <a:ea typeface="黑体" pitchFamily="49" charset="-122"/>
              </a:rPr>
              <a:t>)</a:t>
            </a:r>
          </a:p>
        </p:txBody>
      </p:sp>
      <p:sp>
        <p:nvSpPr>
          <p:cNvPr id="244825" name="Text Box 384"/>
          <p:cNvSpPr txBox="1">
            <a:spLocks noChangeArrowheads="1"/>
          </p:cNvSpPr>
          <p:nvPr/>
        </p:nvSpPr>
        <p:spPr bwMode="auto">
          <a:xfrm>
            <a:off x="4788907" y="4806951"/>
            <a:ext cx="87716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1800" b="1">
                <a:solidFill>
                  <a:srgbClr val="000099"/>
                </a:solidFill>
                <a:latin typeface="Arial" charset="0"/>
                <a:ea typeface="黑体" pitchFamily="49" charset="-122"/>
              </a:rPr>
              <a:t>互联网</a:t>
            </a:r>
          </a:p>
        </p:txBody>
      </p:sp>
      <p:sp>
        <p:nvSpPr>
          <p:cNvPr id="244826" name="Rectangle 385"/>
          <p:cNvSpPr>
            <a:spLocks noChangeArrowheads="1"/>
          </p:cNvSpPr>
          <p:nvPr/>
        </p:nvSpPr>
        <p:spPr bwMode="auto">
          <a:xfrm>
            <a:off x="8925005" y="1484314"/>
            <a:ext cx="935567" cy="1728787"/>
          </a:xfrm>
          <a:prstGeom prst="rect">
            <a:avLst/>
          </a:prstGeom>
          <a:solidFill>
            <a:srgbClr val="CCECFF"/>
          </a:solidFill>
          <a:ln w="9525" algn="ctr">
            <a:solidFill>
              <a:schemeClr val="folHlink"/>
            </a:solidFill>
            <a:miter lim="800000"/>
            <a:headEnd/>
            <a:tailEnd/>
          </a:ln>
          <a:effectLst>
            <a:outerShdw dist="35921" dir="2700000" algn="ctr" rotWithShape="0">
              <a:schemeClr val="bg2"/>
            </a:outerShdw>
          </a:effectLst>
        </p:spPr>
        <p:txBody>
          <a:bodyPr wrap="none" anchor="ctr"/>
          <a:lstStyle/>
          <a:p>
            <a:pPr eaLnBrk="1" hangingPunct="1"/>
            <a:endParaRPr lang="zh-CN" altLang="en-US" b="1">
              <a:solidFill>
                <a:srgbClr val="000099"/>
              </a:solidFill>
            </a:endParaRPr>
          </a:p>
        </p:txBody>
      </p:sp>
      <p:sp>
        <p:nvSpPr>
          <p:cNvPr id="244827" name="Rectangle 386"/>
          <p:cNvSpPr>
            <a:spLocks noChangeArrowheads="1"/>
          </p:cNvSpPr>
          <p:nvPr/>
        </p:nvSpPr>
        <p:spPr bwMode="auto">
          <a:xfrm>
            <a:off x="2138707" y="1473200"/>
            <a:ext cx="935567" cy="1739900"/>
          </a:xfrm>
          <a:prstGeom prst="rect">
            <a:avLst/>
          </a:prstGeom>
          <a:solidFill>
            <a:srgbClr val="66FF66"/>
          </a:solidFill>
          <a:ln w="19050" algn="ctr">
            <a:solidFill>
              <a:schemeClr val="folHlink"/>
            </a:solidFill>
            <a:miter lim="800000"/>
            <a:headEnd/>
            <a:tailEnd/>
          </a:ln>
          <a:effectLst>
            <a:outerShdw dist="35921" dir="2700000" algn="ctr" rotWithShape="0">
              <a:schemeClr val="bg2"/>
            </a:outerShdw>
          </a:effectLst>
        </p:spPr>
        <p:txBody>
          <a:bodyPr wrap="none" anchor="ctr"/>
          <a:lstStyle/>
          <a:p>
            <a:pPr eaLnBrk="1" hangingPunct="1"/>
            <a:endParaRPr lang="zh-CN" altLang="en-US" b="1">
              <a:solidFill>
                <a:srgbClr val="000099"/>
              </a:solidFill>
            </a:endParaRPr>
          </a:p>
        </p:txBody>
      </p:sp>
      <p:sp>
        <p:nvSpPr>
          <p:cNvPr id="244828" name="Rectangle 387"/>
          <p:cNvSpPr>
            <a:spLocks noChangeArrowheads="1"/>
          </p:cNvSpPr>
          <p:nvPr/>
        </p:nvSpPr>
        <p:spPr bwMode="auto">
          <a:xfrm>
            <a:off x="265855" y="1473200"/>
            <a:ext cx="935567" cy="1739900"/>
          </a:xfrm>
          <a:prstGeom prst="rect">
            <a:avLst/>
          </a:prstGeom>
          <a:solidFill>
            <a:srgbClr val="CCECFF"/>
          </a:solidFill>
          <a:ln w="9525">
            <a:solidFill>
              <a:schemeClr val="folHlink"/>
            </a:solidFill>
            <a:miter lim="800000"/>
            <a:headEnd/>
            <a:tailEnd/>
          </a:ln>
          <a:effectLst>
            <a:outerShdw dist="35921" dir="2700000" algn="ctr" rotWithShape="0">
              <a:schemeClr val="bg2"/>
            </a:outerShdw>
          </a:effectLst>
        </p:spPr>
        <p:txBody>
          <a:bodyPr wrap="none" anchor="ctr"/>
          <a:lstStyle/>
          <a:p>
            <a:pPr eaLnBrk="1" hangingPunct="1"/>
            <a:endParaRPr lang="zh-CN" altLang="en-US" b="1">
              <a:solidFill>
                <a:srgbClr val="000099"/>
              </a:solidFill>
            </a:endParaRPr>
          </a:p>
        </p:txBody>
      </p:sp>
      <p:sp>
        <p:nvSpPr>
          <p:cNvPr id="244829" name="Line 388"/>
          <p:cNvSpPr>
            <a:spLocks noChangeShapeType="1"/>
          </p:cNvSpPr>
          <p:nvPr/>
        </p:nvSpPr>
        <p:spPr bwMode="auto">
          <a:xfrm>
            <a:off x="921095" y="1916113"/>
            <a:ext cx="1295004" cy="0"/>
          </a:xfrm>
          <a:prstGeom prst="line">
            <a:avLst/>
          </a:prstGeom>
          <a:noFill/>
          <a:ln w="7620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4830" name="Text Box 389"/>
          <p:cNvSpPr txBox="1">
            <a:spLocks noChangeArrowheads="1"/>
          </p:cNvSpPr>
          <p:nvPr/>
        </p:nvSpPr>
        <p:spPr bwMode="auto">
          <a:xfrm>
            <a:off x="1185944" y="1592263"/>
            <a:ext cx="75373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1600" b="1">
                <a:solidFill>
                  <a:srgbClr val="000099"/>
                </a:solidFill>
                <a:latin typeface="Arial" charset="0"/>
                <a:ea typeface="黑体" pitchFamily="49" charset="-122"/>
              </a:rPr>
              <a:t>SMTP</a:t>
            </a:r>
          </a:p>
        </p:txBody>
      </p:sp>
      <p:sp>
        <p:nvSpPr>
          <p:cNvPr id="244831" name="Text Box 390"/>
          <p:cNvSpPr txBox="1">
            <a:spLocks noChangeArrowheads="1"/>
          </p:cNvSpPr>
          <p:nvPr/>
        </p:nvSpPr>
        <p:spPr bwMode="auto">
          <a:xfrm>
            <a:off x="8135622" y="1577975"/>
            <a:ext cx="73129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1600" b="1">
                <a:solidFill>
                  <a:srgbClr val="000099"/>
                </a:solidFill>
                <a:latin typeface="Arial" charset="0"/>
                <a:ea typeface="黑体" pitchFamily="49" charset="-122"/>
              </a:rPr>
              <a:t>POP3</a:t>
            </a:r>
          </a:p>
        </p:txBody>
      </p:sp>
      <p:sp>
        <p:nvSpPr>
          <p:cNvPr id="244832" name="Text Box 391"/>
          <p:cNvSpPr txBox="1">
            <a:spLocks noChangeArrowheads="1"/>
          </p:cNvSpPr>
          <p:nvPr/>
        </p:nvSpPr>
        <p:spPr bwMode="auto">
          <a:xfrm>
            <a:off x="1302896" y="1123951"/>
            <a:ext cx="59503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algn="ctr" eaLnBrk="1" hangingPunct="1"/>
            <a:r>
              <a:rPr kumimoji="1" lang="zh-CN" altLang="en-US" sz="1600" b="1">
                <a:solidFill>
                  <a:srgbClr val="000099"/>
                </a:solidFill>
                <a:latin typeface="Arial" charset="0"/>
                <a:ea typeface="黑体" pitchFamily="49" charset="-122"/>
              </a:rPr>
              <a:t>发送</a:t>
            </a:r>
          </a:p>
          <a:p>
            <a:pPr algn="ctr" eaLnBrk="1" hangingPunct="1"/>
            <a:r>
              <a:rPr kumimoji="1" lang="zh-CN" altLang="en-US" sz="1600" b="1">
                <a:solidFill>
                  <a:srgbClr val="000099"/>
                </a:solidFill>
                <a:latin typeface="Arial" charset="0"/>
                <a:ea typeface="黑体" pitchFamily="49" charset="-122"/>
              </a:rPr>
              <a:t>邮件</a:t>
            </a:r>
          </a:p>
        </p:txBody>
      </p:sp>
      <p:sp>
        <p:nvSpPr>
          <p:cNvPr id="244833" name="Text Box 392"/>
          <p:cNvSpPr txBox="1">
            <a:spLocks noChangeArrowheads="1"/>
          </p:cNvSpPr>
          <p:nvPr/>
        </p:nvSpPr>
        <p:spPr bwMode="auto">
          <a:xfrm>
            <a:off x="4166343" y="2346325"/>
            <a:ext cx="163217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1600" b="1">
                <a:solidFill>
                  <a:srgbClr val="000099"/>
                </a:solidFill>
                <a:latin typeface="Arial" charset="0"/>
                <a:ea typeface="黑体" pitchFamily="49" charset="-122"/>
              </a:rPr>
              <a:t>发送邮件 </a:t>
            </a:r>
            <a:r>
              <a:rPr kumimoji="1" lang="en-US" altLang="zh-CN" sz="1600" b="1">
                <a:solidFill>
                  <a:srgbClr val="000099"/>
                </a:solidFill>
                <a:latin typeface="Arial" charset="0"/>
                <a:ea typeface="黑体" pitchFamily="49" charset="-122"/>
              </a:rPr>
              <a:t>SMTP</a:t>
            </a:r>
          </a:p>
        </p:txBody>
      </p:sp>
      <p:sp>
        <p:nvSpPr>
          <p:cNvPr id="244834" name="Text Box 393"/>
          <p:cNvSpPr txBox="1">
            <a:spLocks noChangeArrowheads="1"/>
          </p:cNvSpPr>
          <p:nvPr/>
        </p:nvSpPr>
        <p:spPr bwMode="auto">
          <a:xfrm>
            <a:off x="8144220" y="1052514"/>
            <a:ext cx="59503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1600" b="1">
                <a:solidFill>
                  <a:srgbClr val="000099"/>
                </a:solidFill>
                <a:latin typeface="Arial" charset="0"/>
                <a:ea typeface="黑体" pitchFamily="49" charset="-122"/>
              </a:rPr>
              <a:t>读取</a:t>
            </a:r>
          </a:p>
          <a:p>
            <a:pPr eaLnBrk="1" hangingPunct="1"/>
            <a:r>
              <a:rPr kumimoji="1" lang="zh-CN" altLang="en-US" sz="1600" b="1">
                <a:solidFill>
                  <a:srgbClr val="000099"/>
                </a:solidFill>
                <a:latin typeface="Arial" charset="0"/>
                <a:ea typeface="黑体" pitchFamily="49" charset="-122"/>
              </a:rPr>
              <a:t>邮件</a:t>
            </a:r>
          </a:p>
        </p:txBody>
      </p:sp>
      <p:sp>
        <p:nvSpPr>
          <p:cNvPr id="244835" name="Text Box 394"/>
          <p:cNvSpPr txBox="1">
            <a:spLocks noChangeArrowheads="1"/>
          </p:cNvSpPr>
          <p:nvPr/>
        </p:nvSpPr>
        <p:spPr bwMode="auto">
          <a:xfrm>
            <a:off x="1280532" y="1914526"/>
            <a:ext cx="59503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1600" b="1">
                <a:solidFill>
                  <a:srgbClr val="000099"/>
                </a:solidFill>
                <a:latin typeface="Arial" charset="0"/>
                <a:ea typeface="黑体" pitchFamily="49" charset="-122"/>
              </a:rPr>
              <a:t>TCP</a:t>
            </a:r>
          </a:p>
          <a:p>
            <a:pPr eaLnBrk="1" hangingPunct="1"/>
            <a:r>
              <a:rPr kumimoji="1" lang="zh-CN" altLang="en-US" sz="1600" b="1">
                <a:solidFill>
                  <a:srgbClr val="000099"/>
                </a:solidFill>
                <a:latin typeface="Arial" charset="0"/>
                <a:ea typeface="黑体" pitchFamily="49" charset="-122"/>
              </a:rPr>
              <a:t>连接</a:t>
            </a:r>
          </a:p>
        </p:txBody>
      </p:sp>
      <p:sp>
        <p:nvSpPr>
          <p:cNvPr id="244836" name="Text Box 395"/>
          <p:cNvSpPr txBox="1">
            <a:spLocks noChangeArrowheads="1"/>
          </p:cNvSpPr>
          <p:nvPr/>
        </p:nvSpPr>
        <p:spPr bwMode="auto">
          <a:xfrm>
            <a:off x="8128742" y="1984376"/>
            <a:ext cx="59503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1600" b="1">
                <a:solidFill>
                  <a:srgbClr val="000099"/>
                </a:solidFill>
                <a:latin typeface="Arial" charset="0"/>
                <a:ea typeface="黑体" pitchFamily="49" charset="-122"/>
              </a:rPr>
              <a:t>TCP</a:t>
            </a:r>
          </a:p>
          <a:p>
            <a:pPr eaLnBrk="1" hangingPunct="1"/>
            <a:r>
              <a:rPr kumimoji="1" lang="zh-CN" altLang="en-US" sz="1600" b="1">
                <a:solidFill>
                  <a:srgbClr val="000099"/>
                </a:solidFill>
                <a:latin typeface="Arial" charset="0"/>
                <a:ea typeface="黑体" pitchFamily="49" charset="-122"/>
              </a:rPr>
              <a:t>连接</a:t>
            </a:r>
          </a:p>
        </p:txBody>
      </p:sp>
      <p:sp>
        <p:nvSpPr>
          <p:cNvPr id="244837" name="Text Box 396"/>
          <p:cNvSpPr txBox="1">
            <a:spLocks noChangeArrowheads="1"/>
          </p:cNvSpPr>
          <p:nvPr/>
        </p:nvSpPr>
        <p:spPr bwMode="auto">
          <a:xfrm>
            <a:off x="1959921" y="863601"/>
            <a:ext cx="121058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algn="ctr" eaLnBrk="1" hangingPunct="1"/>
            <a:r>
              <a:rPr kumimoji="1" lang="zh-CN" altLang="en-US" sz="1600" b="1">
                <a:solidFill>
                  <a:srgbClr val="000099"/>
                </a:solidFill>
                <a:latin typeface="Arial" charset="0"/>
                <a:ea typeface="黑体" pitchFamily="49" charset="-122"/>
              </a:rPr>
              <a:t>发送方</a:t>
            </a:r>
          </a:p>
          <a:p>
            <a:pPr algn="ctr" eaLnBrk="1" hangingPunct="1"/>
            <a:r>
              <a:rPr kumimoji="1" lang="zh-CN" altLang="en-US" sz="1600" b="1">
                <a:solidFill>
                  <a:srgbClr val="000099"/>
                </a:solidFill>
                <a:latin typeface="Arial" charset="0"/>
                <a:ea typeface="黑体" pitchFamily="49" charset="-122"/>
              </a:rPr>
              <a:t>邮件服务器</a:t>
            </a:r>
          </a:p>
        </p:txBody>
      </p:sp>
      <p:sp>
        <p:nvSpPr>
          <p:cNvPr id="244838" name="Oval 397"/>
          <p:cNvSpPr>
            <a:spLocks noChangeArrowheads="1"/>
          </p:cNvSpPr>
          <p:nvPr/>
        </p:nvSpPr>
        <p:spPr bwMode="auto">
          <a:xfrm>
            <a:off x="343245" y="1555750"/>
            <a:ext cx="779066" cy="719138"/>
          </a:xfrm>
          <a:prstGeom prst="ellipse">
            <a:avLst/>
          </a:prstGeom>
          <a:solidFill>
            <a:srgbClr val="FFFF99"/>
          </a:soli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1600" b="1">
                <a:solidFill>
                  <a:srgbClr val="000099"/>
                </a:solidFill>
                <a:latin typeface="Arial" charset="0"/>
                <a:ea typeface="黑体" pitchFamily="49" charset="-122"/>
              </a:rPr>
              <a:t>SMTP</a:t>
            </a:r>
          </a:p>
          <a:p>
            <a:pPr algn="ctr" eaLnBrk="1" hangingPunct="1"/>
            <a:r>
              <a:rPr kumimoji="1" lang="zh-CN" altLang="en-US" sz="1600" b="1">
                <a:solidFill>
                  <a:srgbClr val="000099"/>
                </a:solidFill>
                <a:latin typeface="Arial" charset="0"/>
                <a:ea typeface="黑体" pitchFamily="49" charset="-122"/>
              </a:rPr>
              <a:t>客户</a:t>
            </a:r>
          </a:p>
        </p:txBody>
      </p:sp>
      <p:sp>
        <p:nvSpPr>
          <p:cNvPr id="244839" name="Oval 398"/>
          <p:cNvSpPr>
            <a:spLocks noChangeArrowheads="1"/>
          </p:cNvSpPr>
          <p:nvPr/>
        </p:nvSpPr>
        <p:spPr bwMode="auto">
          <a:xfrm>
            <a:off x="9002397" y="1555750"/>
            <a:ext cx="779065" cy="719138"/>
          </a:xfrm>
          <a:prstGeom prst="ellipse">
            <a:avLst/>
          </a:prstGeom>
          <a:solidFill>
            <a:srgbClr val="CCCC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1600" b="1">
                <a:solidFill>
                  <a:srgbClr val="000099"/>
                </a:solidFill>
                <a:latin typeface="Arial" charset="0"/>
                <a:ea typeface="黑体" pitchFamily="49" charset="-122"/>
              </a:rPr>
              <a:t>POP3</a:t>
            </a:r>
          </a:p>
          <a:p>
            <a:pPr algn="ctr" eaLnBrk="1" hangingPunct="1"/>
            <a:r>
              <a:rPr kumimoji="1" lang="zh-CN" altLang="en-US" sz="1600" b="1">
                <a:solidFill>
                  <a:srgbClr val="000099"/>
                </a:solidFill>
                <a:latin typeface="Arial" charset="0"/>
                <a:ea typeface="黑体" pitchFamily="49" charset="-122"/>
              </a:rPr>
              <a:t>客户</a:t>
            </a:r>
          </a:p>
        </p:txBody>
      </p:sp>
      <p:sp>
        <p:nvSpPr>
          <p:cNvPr id="244840" name="Text Box 399"/>
          <p:cNvSpPr txBox="1">
            <a:spLocks noChangeArrowheads="1"/>
          </p:cNvSpPr>
          <p:nvPr/>
        </p:nvSpPr>
        <p:spPr bwMode="auto">
          <a:xfrm>
            <a:off x="193101" y="863601"/>
            <a:ext cx="100540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algn="ctr" eaLnBrk="1" hangingPunct="1"/>
            <a:r>
              <a:rPr kumimoji="1" lang="zh-CN" altLang="en-US" sz="1600" b="1">
                <a:solidFill>
                  <a:srgbClr val="000099"/>
                </a:solidFill>
                <a:latin typeface="Arial" charset="0"/>
                <a:ea typeface="黑体" pitchFamily="49" charset="-122"/>
              </a:rPr>
              <a:t>发件人</a:t>
            </a:r>
          </a:p>
          <a:p>
            <a:pPr algn="ctr" eaLnBrk="1" hangingPunct="1"/>
            <a:r>
              <a:rPr kumimoji="1" lang="zh-CN" altLang="en-US" sz="1600" b="1">
                <a:solidFill>
                  <a:srgbClr val="000099"/>
                </a:solidFill>
                <a:latin typeface="Arial" charset="0"/>
                <a:ea typeface="黑体" pitchFamily="49" charset="-122"/>
              </a:rPr>
              <a:t>用户代理</a:t>
            </a:r>
          </a:p>
        </p:txBody>
      </p:sp>
      <p:sp>
        <p:nvSpPr>
          <p:cNvPr id="244841" name="Text Box 400"/>
          <p:cNvSpPr txBox="1">
            <a:spLocks noChangeArrowheads="1"/>
          </p:cNvSpPr>
          <p:nvPr/>
        </p:nvSpPr>
        <p:spPr bwMode="auto">
          <a:xfrm>
            <a:off x="6888844" y="863601"/>
            <a:ext cx="121058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algn="ctr" eaLnBrk="1" hangingPunct="1"/>
            <a:r>
              <a:rPr kumimoji="1" lang="zh-CN" altLang="en-US" sz="1600" b="1">
                <a:solidFill>
                  <a:srgbClr val="000099"/>
                </a:solidFill>
                <a:latin typeface="Arial" charset="0"/>
                <a:ea typeface="黑体" pitchFamily="49" charset="-122"/>
              </a:rPr>
              <a:t>接收方</a:t>
            </a:r>
          </a:p>
          <a:p>
            <a:pPr algn="ctr" eaLnBrk="1" hangingPunct="1"/>
            <a:r>
              <a:rPr kumimoji="1" lang="zh-CN" altLang="en-US" sz="1600" b="1">
                <a:solidFill>
                  <a:srgbClr val="000099"/>
                </a:solidFill>
                <a:latin typeface="Arial" charset="0"/>
                <a:ea typeface="黑体" pitchFamily="49" charset="-122"/>
              </a:rPr>
              <a:t>邮件服务器</a:t>
            </a:r>
          </a:p>
        </p:txBody>
      </p:sp>
      <p:sp>
        <p:nvSpPr>
          <p:cNvPr id="244842" name="Rectangle 401"/>
          <p:cNvSpPr>
            <a:spLocks noChangeArrowheads="1"/>
          </p:cNvSpPr>
          <p:nvPr/>
        </p:nvSpPr>
        <p:spPr bwMode="auto">
          <a:xfrm>
            <a:off x="7053872" y="1484314"/>
            <a:ext cx="935567" cy="1728787"/>
          </a:xfrm>
          <a:prstGeom prst="rect">
            <a:avLst/>
          </a:prstGeom>
          <a:solidFill>
            <a:srgbClr val="66FF66"/>
          </a:solidFill>
          <a:ln w="19050" algn="ctr">
            <a:solidFill>
              <a:schemeClr val="folHlink"/>
            </a:solidFill>
            <a:miter lim="800000"/>
            <a:headEnd/>
            <a:tailEnd/>
          </a:ln>
          <a:effectLst>
            <a:outerShdw dist="35921" dir="2700000" algn="ctr" rotWithShape="0">
              <a:schemeClr val="bg2"/>
            </a:outerShdw>
          </a:effectLst>
        </p:spPr>
        <p:txBody>
          <a:bodyPr wrap="none" anchor="ctr"/>
          <a:lstStyle/>
          <a:p>
            <a:pPr eaLnBrk="1" hangingPunct="1"/>
            <a:endParaRPr lang="zh-CN" altLang="en-US" b="1">
              <a:solidFill>
                <a:srgbClr val="000099"/>
              </a:solidFill>
            </a:endParaRPr>
          </a:p>
        </p:txBody>
      </p:sp>
      <p:sp>
        <p:nvSpPr>
          <p:cNvPr id="244843" name="Oval 402"/>
          <p:cNvSpPr>
            <a:spLocks noChangeArrowheads="1"/>
          </p:cNvSpPr>
          <p:nvPr/>
        </p:nvSpPr>
        <p:spPr bwMode="auto">
          <a:xfrm>
            <a:off x="7131264" y="2347914"/>
            <a:ext cx="779065" cy="719137"/>
          </a:xfrm>
          <a:prstGeom prst="ellipse">
            <a:avLst/>
          </a:prstGeom>
          <a:solidFill>
            <a:srgbClr val="FFCCFF"/>
          </a:solidFill>
          <a:ln w="9525" algn="ctr">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1600" b="1">
                <a:solidFill>
                  <a:srgbClr val="000099"/>
                </a:solidFill>
                <a:latin typeface="Arial" charset="0"/>
                <a:ea typeface="黑体" pitchFamily="49" charset="-122"/>
              </a:rPr>
              <a:t>SMTP</a:t>
            </a:r>
          </a:p>
          <a:p>
            <a:pPr algn="ctr" eaLnBrk="1" hangingPunct="1"/>
            <a:r>
              <a:rPr kumimoji="1" lang="zh-CN" altLang="en-US" sz="1600" b="1">
                <a:solidFill>
                  <a:srgbClr val="000099"/>
                </a:solidFill>
                <a:latin typeface="Arial" charset="0"/>
                <a:ea typeface="黑体" pitchFamily="49" charset="-122"/>
              </a:rPr>
              <a:t>服务器</a:t>
            </a:r>
          </a:p>
        </p:txBody>
      </p:sp>
      <p:sp>
        <p:nvSpPr>
          <p:cNvPr id="244844" name="Oval 403"/>
          <p:cNvSpPr>
            <a:spLocks noChangeArrowheads="1"/>
          </p:cNvSpPr>
          <p:nvPr/>
        </p:nvSpPr>
        <p:spPr bwMode="auto">
          <a:xfrm>
            <a:off x="7131264" y="1555750"/>
            <a:ext cx="779065" cy="719138"/>
          </a:xfrm>
          <a:prstGeom prst="ellipse">
            <a:avLst/>
          </a:prstGeom>
          <a:solidFill>
            <a:srgbClr val="FF99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1600" b="1">
                <a:solidFill>
                  <a:srgbClr val="000099"/>
                </a:solidFill>
                <a:latin typeface="Arial" charset="0"/>
                <a:ea typeface="黑体" pitchFamily="49" charset="-122"/>
              </a:rPr>
              <a:t>POP3</a:t>
            </a:r>
          </a:p>
          <a:p>
            <a:pPr algn="ctr" eaLnBrk="1" hangingPunct="1"/>
            <a:r>
              <a:rPr kumimoji="1" lang="zh-CN" altLang="en-US" sz="1600" b="1">
                <a:solidFill>
                  <a:srgbClr val="000099"/>
                </a:solidFill>
                <a:latin typeface="Arial" charset="0"/>
                <a:ea typeface="黑体" pitchFamily="49" charset="-122"/>
              </a:rPr>
              <a:t>服务器</a:t>
            </a:r>
          </a:p>
        </p:txBody>
      </p:sp>
      <p:sp>
        <p:nvSpPr>
          <p:cNvPr id="244845" name="Line 404"/>
          <p:cNvSpPr>
            <a:spLocks noChangeShapeType="1"/>
          </p:cNvSpPr>
          <p:nvPr/>
        </p:nvSpPr>
        <p:spPr bwMode="auto">
          <a:xfrm flipV="1">
            <a:off x="2917774" y="2708275"/>
            <a:ext cx="4211769" cy="0"/>
          </a:xfrm>
          <a:prstGeom prst="line">
            <a:avLst/>
          </a:prstGeom>
          <a:noFill/>
          <a:ln w="7620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4846" name="Oval 405"/>
          <p:cNvSpPr>
            <a:spLocks noChangeArrowheads="1"/>
          </p:cNvSpPr>
          <p:nvPr/>
        </p:nvSpPr>
        <p:spPr bwMode="auto">
          <a:xfrm>
            <a:off x="2217818" y="1555750"/>
            <a:ext cx="779066" cy="719138"/>
          </a:xfrm>
          <a:prstGeom prst="ellipse">
            <a:avLst/>
          </a:prstGeom>
          <a:solidFill>
            <a:srgbClr val="FFCCFF"/>
          </a:soli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1600" b="1">
                <a:solidFill>
                  <a:srgbClr val="000099"/>
                </a:solidFill>
                <a:latin typeface="Arial" charset="0"/>
                <a:ea typeface="黑体" pitchFamily="49" charset="-122"/>
              </a:rPr>
              <a:t>SMTP</a:t>
            </a:r>
          </a:p>
          <a:p>
            <a:pPr algn="ctr" eaLnBrk="1" hangingPunct="1"/>
            <a:r>
              <a:rPr kumimoji="1" lang="zh-CN" altLang="en-US" sz="1600" b="1">
                <a:solidFill>
                  <a:srgbClr val="000099"/>
                </a:solidFill>
                <a:latin typeface="Arial" charset="0"/>
                <a:ea typeface="黑体" pitchFamily="49" charset="-122"/>
              </a:rPr>
              <a:t>服务器</a:t>
            </a:r>
          </a:p>
        </p:txBody>
      </p:sp>
      <p:sp>
        <p:nvSpPr>
          <p:cNvPr id="244847" name="Oval 406"/>
          <p:cNvSpPr>
            <a:spLocks noChangeArrowheads="1"/>
          </p:cNvSpPr>
          <p:nvPr/>
        </p:nvSpPr>
        <p:spPr bwMode="auto">
          <a:xfrm>
            <a:off x="2217818" y="2347914"/>
            <a:ext cx="779066" cy="719137"/>
          </a:xfrm>
          <a:prstGeom prst="ellipse">
            <a:avLst/>
          </a:prstGeom>
          <a:solidFill>
            <a:srgbClr val="FFFF99"/>
          </a:solidFill>
          <a:ln w="9525" algn="ctr">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1600" b="1">
                <a:solidFill>
                  <a:srgbClr val="000099"/>
                </a:solidFill>
                <a:latin typeface="Arial" charset="0"/>
                <a:ea typeface="黑体" pitchFamily="49" charset="-122"/>
              </a:rPr>
              <a:t>SMTP</a:t>
            </a:r>
          </a:p>
          <a:p>
            <a:pPr algn="ctr" eaLnBrk="1" hangingPunct="1"/>
            <a:r>
              <a:rPr kumimoji="1" lang="zh-CN" altLang="en-US" sz="1600" b="1">
                <a:solidFill>
                  <a:srgbClr val="000099"/>
                </a:solidFill>
                <a:latin typeface="Arial" charset="0"/>
                <a:ea typeface="黑体" pitchFamily="49" charset="-122"/>
              </a:rPr>
              <a:t>客户</a:t>
            </a:r>
          </a:p>
        </p:txBody>
      </p:sp>
      <p:sp>
        <p:nvSpPr>
          <p:cNvPr id="244848" name="Text Box 407"/>
          <p:cNvSpPr txBox="1">
            <a:spLocks noChangeArrowheads="1"/>
          </p:cNvSpPr>
          <p:nvPr/>
        </p:nvSpPr>
        <p:spPr bwMode="auto">
          <a:xfrm>
            <a:off x="8934802" y="863601"/>
            <a:ext cx="100540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algn="ctr" eaLnBrk="1" hangingPunct="1"/>
            <a:r>
              <a:rPr kumimoji="1" lang="zh-CN" altLang="en-US" sz="1600" b="1">
                <a:solidFill>
                  <a:srgbClr val="000099"/>
                </a:solidFill>
                <a:latin typeface="Arial" charset="0"/>
                <a:ea typeface="黑体" pitchFamily="49" charset="-122"/>
              </a:rPr>
              <a:t>收件人</a:t>
            </a:r>
          </a:p>
          <a:p>
            <a:pPr algn="ctr" eaLnBrk="1" hangingPunct="1"/>
            <a:r>
              <a:rPr kumimoji="1" lang="zh-CN" altLang="en-US" sz="1600" b="1">
                <a:solidFill>
                  <a:srgbClr val="000099"/>
                </a:solidFill>
                <a:latin typeface="Arial" charset="0"/>
                <a:ea typeface="黑体" pitchFamily="49" charset="-122"/>
              </a:rPr>
              <a:t>用户代理</a:t>
            </a:r>
          </a:p>
        </p:txBody>
      </p:sp>
      <p:sp>
        <p:nvSpPr>
          <p:cNvPr id="244849" name="Line 408"/>
          <p:cNvSpPr>
            <a:spLocks noChangeShapeType="1"/>
          </p:cNvSpPr>
          <p:nvPr/>
        </p:nvSpPr>
        <p:spPr bwMode="auto">
          <a:xfrm flipV="1">
            <a:off x="7910329" y="1916113"/>
            <a:ext cx="1092068" cy="0"/>
          </a:xfrm>
          <a:prstGeom prst="line">
            <a:avLst/>
          </a:prstGeom>
          <a:noFill/>
          <a:ln w="7620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4850" name="Text Box 409"/>
          <p:cNvSpPr txBox="1">
            <a:spLocks noChangeArrowheads="1"/>
          </p:cNvSpPr>
          <p:nvPr/>
        </p:nvSpPr>
        <p:spPr bwMode="auto">
          <a:xfrm>
            <a:off x="4477625" y="2730500"/>
            <a:ext cx="105779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1600" b="1">
                <a:solidFill>
                  <a:srgbClr val="000099"/>
                </a:solidFill>
                <a:latin typeface="Arial" charset="0"/>
                <a:ea typeface="黑体" pitchFamily="49" charset="-122"/>
              </a:rPr>
              <a:t>TCP </a:t>
            </a:r>
            <a:r>
              <a:rPr kumimoji="1" lang="zh-CN" altLang="en-US" sz="1600" b="1">
                <a:solidFill>
                  <a:srgbClr val="000099"/>
                </a:solidFill>
                <a:latin typeface="Arial" charset="0"/>
                <a:ea typeface="黑体" pitchFamily="49" charset="-122"/>
              </a:rPr>
              <a:t>连接</a:t>
            </a:r>
          </a:p>
        </p:txBody>
      </p:sp>
    </p:spTree>
    <p:extLst>
      <p:ext uri="{BB962C8B-B14F-4D97-AF65-F5344CB8AC3E}">
        <p14:creationId xmlns:p14="http://schemas.microsoft.com/office/powerpoint/2010/main" val="19619351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Rectangle 2"/>
          <p:cNvSpPr>
            <a:spLocks noGrp="1" noChangeArrowheads="1"/>
          </p:cNvSpPr>
          <p:nvPr>
            <p:ph type="title"/>
          </p:nvPr>
        </p:nvSpPr>
        <p:spPr/>
        <p:txBody>
          <a:bodyPr/>
          <a:lstStyle/>
          <a:p>
            <a:pPr algn="ctr" eaLnBrk="1" hangingPunct="1"/>
            <a:r>
              <a:rPr lang="zh-CN" altLang="en-US">
                <a:ea typeface="黑体" pitchFamily="49" charset="-122"/>
              </a:rPr>
              <a:t>用户代理 </a:t>
            </a:r>
            <a:r>
              <a:rPr lang="en-US" altLang="zh-CN">
                <a:ea typeface="黑体" pitchFamily="49" charset="-122"/>
              </a:rPr>
              <a:t>UA (User Agent)</a:t>
            </a:r>
          </a:p>
        </p:txBody>
      </p:sp>
      <p:sp>
        <p:nvSpPr>
          <p:cNvPr id="1138691" name="Rectangle 3"/>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r>
              <a:rPr lang="zh-CN" altLang="en-US" dirty="0"/>
              <a:t>用户代理 </a:t>
            </a:r>
            <a:r>
              <a:rPr lang="en-US" altLang="zh-CN" dirty="0"/>
              <a:t>UA </a:t>
            </a:r>
            <a:r>
              <a:rPr lang="zh-CN" altLang="en-US" dirty="0"/>
              <a:t>就是用户与电子邮件系统的接口，是电子邮件客户端软件。</a:t>
            </a:r>
          </a:p>
          <a:p>
            <a:r>
              <a:rPr lang="zh-CN" altLang="en-US" dirty="0"/>
              <a:t>用户代理的</a:t>
            </a:r>
            <a:r>
              <a:rPr lang="zh-CN" altLang="en-US" dirty="0">
                <a:solidFill>
                  <a:srgbClr val="FF0000"/>
                </a:solidFill>
              </a:rPr>
              <a:t>功能：</a:t>
            </a:r>
            <a:r>
              <a:rPr lang="zh-CN" altLang="en-US" dirty="0"/>
              <a:t>撰写、显示、处理和通信。</a:t>
            </a:r>
          </a:p>
          <a:p>
            <a:r>
              <a:rPr lang="zh-CN" altLang="en-US" dirty="0"/>
              <a:t>邮件服务器的功能是发送和接收邮件，同时还要向发信人报告邮件传送的情况（已交付、被拒绝、丢失等）。</a:t>
            </a:r>
          </a:p>
          <a:p>
            <a:r>
              <a:rPr lang="zh-CN" altLang="en-US" dirty="0"/>
              <a:t>邮件服务器按照</a:t>
            </a:r>
            <a:r>
              <a:rPr lang="zh-CN" altLang="en-US" dirty="0">
                <a:solidFill>
                  <a:srgbClr val="FF0000"/>
                </a:solidFill>
              </a:rPr>
              <a:t>客户</a:t>
            </a:r>
            <a:r>
              <a:rPr lang="zh-CN" altLang="en-US" dirty="0">
                <a:solidFill>
                  <a:srgbClr val="FF0000"/>
                </a:solidFill>
                <a:sym typeface="Symbol" panose="05050102010706020507" pitchFamily="18" charset="2"/>
              </a:rPr>
              <a:t></a:t>
            </a:r>
            <a:r>
              <a:rPr lang="zh-CN" altLang="en-US" dirty="0">
                <a:solidFill>
                  <a:srgbClr val="FF0000"/>
                </a:solidFill>
              </a:rPr>
              <a:t>服务器</a:t>
            </a:r>
            <a:r>
              <a:rPr lang="zh-CN" altLang="en-US" dirty="0"/>
              <a:t>方式工作。邮件服务器需要使用发送和读取两个不同的协议。</a:t>
            </a:r>
          </a:p>
        </p:txBody>
      </p:sp>
    </p:spTree>
    <p:extLst>
      <p:ext uri="{BB962C8B-B14F-4D97-AF65-F5344CB8AC3E}">
        <p14:creationId xmlns:p14="http://schemas.microsoft.com/office/powerpoint/2010/main" val="30504585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Rectangle 2"/>
          <p:cNvSpPr>
            <a:spLocks noGrp="1" noChangeArrowheads="1"/>
          </p:cNvSpPr>
          <p:nvPr>
            <p:ph type="title"/>
          </p:nvPr>
        </p:nvSpPr>
        <p:spPr>
          <a:xfrm>
            <a:off x="496800" y="188640"/>
            <a:ext cx="8560656" cy="792000"/>
          </a:xfrm>
        </p:spPr>
        <p:txBody>
          <a:bodyPr/>
          <a:lstStyle/>
          <a:p>
            <a:pPr algn="ctr" eaLnBrk="1" hangingPunct="1"/>
            <a:r>
              <a:rPr lang="zh-CN" altLang="en-US" sz="4000" dirty="0">
                <a:ea typeface="黑体" pitchFamily="49" charset="-122"/>
              </a:rPr>
              <a:t>发送和接收电子邮件的几个重要步骤</a:t>
            </a:r>
          </a:p>
        </p:txBody>
      </p:sp>
      <p:sp>
        <p:nvSpPr>
          <p:cNvPr id="250883" name="Rectangle 3"/>
          <p:cNvSpPr>
            <a:spLocks noGrp="1" noChangeArrowheads="1"/>
          </p:cNvSpPr>
          <p:nvPr>
            <p:ph idx="1"/>
          </p:nvPr>
        </p:nvSpPr>
        <p:spPr/>
        <p:txBody>
          <a:bodyPr/>
          <a:lstStyle/>
          <a:p>
            <a:pPr eaLnBrk="1" hangingPunct="1">
              <a:buFont typeface="Wingdings" panose="05000000000000000000" pitchFamily="2" charset="2"/>
              <a:buNone/>
            </a:pPr>
            <a:r>
              <a:rPr lang="en-US" altLang="zh-CN" dirty="0">
                <a:ea typeface="黑体" pitchFamily="49" charset="-122"/>
                <a:sym typeface="Wingdings" pitchFamily="2" charset="2"/>
              </a:rPr>
              <a:t></a:t>
            </a:r>
            <a:r>
              <a:rPr lang="en-US" altLang="zh-CN" dirty="0">
                <a:ea typeface="黑体" pitchFamily="49" charset="-122"/>
              </a:rPr>
              <a:t> </a:t>
            </a:r>
            <a:r>
              <a:rPr lang="zh-CN" altLang="en-US" dirty="0">
                <a:ea typeface="黑体" pitchFamily="49" charset="-122"/>
              </a:rPr>
              <a:t>发件人调用 </a:t>
            </a:r>
            <a:r>
              <a:rPr lang="en-US" altLang="zh-CN" dirty="0">
                <a:ea typeface="黑体" pitchFamily="49" charset="-122"/>
              </a:rPr>
              <a:t>PC </a:t>
            </a:r>
            <a:r>
              <a:rPr lang="zh-CN" altLang="en-US" dirty="0">
                <a:ea typeface="黑体" pitchFamily="49" charset="-122"/>
              </a:rPr>
              <a:t>中的用户代理撰写和编辑要发送的邮件。</a:t>
            </a:r>
          </a:p>
          <a:p>
            <a:pPr eaLnBrk="1" hangingPunct="1">
              <a:buFont typeface="Wingdings" panose="05000000000000000000" pitchFamily="2" charset="2"/>
              <a:buNone/>
            </a:pPr>
            <a:r>
              <a:rPr lang="zh-CN" altLang="en-US" dirty="0">
                <a:ea typeface="黑体" pitchFamily="49" charset="-122"/>
                <a:sym typeface="Wingdings" pitchFamily="2" charset="2"/>
              </a:rPr>
              <a:t></a:t>
            </a:r>
            <a:r>
              <a:rPr lang="zh-CN" altLang="en-US" dirty="0">
                <a:ea typeface="黑体" pitchFamily="49" charset="-122"/>
              </a:rPr>
              <a:t> 发件人的用户代理把邮件用 </a:t>
            </a:r>
            <a:r>
              <a:rPr lang="en-US" altLang="zh-CN" dirty="0">
                <a:ea typeface="黑体" pitchFamily="49" charset="-122"/>
              </a:rPr>
              <a:t>SMTP </a:t>
            </a:r>
            <a:r>
              <a:rPr lang="zh-CN" altLang="en-US" dirty="0">
                <a:ea typeface="黑体" pitchFamily="49" charset="-122"/>
              </a:rPr>
              <a:t>协议发给发送方邮件服务器，</a:t>
            </a:r>
          </a:p>
          <a:p>
            <a:pPr eaLnBrk="1" hangingPunct="1">
              <a:buFont typeface="Wingdings" panose="05000000000000000000" pitchFamily="2" charset="2"/>
              <a:buNone/>
            </a:pPr>
            <a:r>
              <a:rPr lang="zh-CN" altLang="en-US" dirty="0">
                <a:ea typeface="黑体" pitchFamily="49" charset="-122"/>
                <a:sym typeface="Wingdings" pitchFamily="2" charset="2"/>
              </a:rPr>
              <a:t></a:t>
            </a:r>
            <a:r>
              <a:rPr lang="zh-CN" altLang="en-US" dirty="0">
                <a:ea typeface="黑体" pitchFamily="49" charset="-122"/>
              </a:rPr>
              <a:t> </a:t>
            </a:r>
            <a:r>
              <a:rPr lang="en-US" altLang="zh-CN" dirty="0">
                <a:ea typeface="黑体" pitchFamily="49" charset="-122"/>
              </a:rPr>
              <a:t>SMTP </a:t>
            </a:r>
            <a:r>
              <a:rPr lang="zh-CN" altLang="en-US" dirty="0">
                <a:ea typeface="黑体" pitchFamily="49" charset="-122"/>
              </a:rPr>
              <a:t>服务器把邮件临时存放在邮件缓存队列中，等待发送。</a:t>
            </a:r>
          </a:p>
          <a:p>
            <a:pPr eaLnBrk="1" hangingPunct="1">
              <a:buFont typeface="Wingdings" panose="05000000000000000000" pitchFamily="2" charset="2"/>
              <a:buNone/>
            </a:pPr>
            <a:r>
              <a:rPr lang="zh-CN" altLang="en-US" dirty="0">
                <a:ea typeface="黑体" pitchFamily="49" charset="-122"/>
                <a:sym typeface="Wingdings" pitchFamily="2" charset="2"/>
              </a:rPr>
              <a:t></a:t>
            </a:r>
            <a:r>
              <a:rPr lang="zh-CN" altLang="en-US" dirty="0">
                <a:ea typeface="黑体" pitchFamily="49" charset="-122"/>
              </a:rPr>
              <a:t> 发送方邮件服务器的 </a:t>
            </a:r>
            <a:r>
              <a:rPr lang="en-US" altLang="zh-CN" dirty="0">
                <a:ea typeface="黑体" pitchFamily="49" charset="-122"/>
              </a:rPr>
              <a:t>SMTP </a:t>
            </a:r>
            <a:r>
              <a:rPr lang="zh-CN" altLang="en-US" dirty="0">
                <a:ea typeface="黑体" pitchFamily="49" charset="-122"/>
              </a:rPr>
              <a:t>客户与接收方邮件服务器的 </a:t>
            </a:r>
            <a:r>
              <a:rPr lang="en-US" altLang="zh-CN" dirty="0">
                <a:ea typeface="黑体" pitchFamily="49" charset="-122"/>
              </a:rPr>
              <a:t>SMTP </a:t>
            </a:r>
            <a:r>
              <a:rPr lang="zh-CN" altLang="en-US" dirty="0">
                <a:ea typeface="黑体" pitchFamily="49" charset="-122"/>
              </a:rPr>
              <a:t>服务器建立 </a:t>
            </a:r>
            <a:r>
              <a:rPr lang="en-US" altLang="zh-CN" dirty="0">
                <a:ea typeface="黑体" pitchFamily="49" charset="-122"/>
              </a:rPr>
              <a:t>TCP </a:t>
            </a:r>
            <a:r>
              <a:rPr lang="zh-CN" altLang="en-US" dirty="0">
                <a:ea typeface="黑体" pitchFamily="49" charset="-122"/>
              </a:rPr>
              <a:t>连接，然后就把邮件缓存队列中的邮件依次发送出去。   </a:t>
            </a:r>
          </a:p>
        </p:txBody>
      </p:sp>
    </p:spTree>
    <p:extLst>
      <p:ext uri="{BB962C8B-B14F-4D97-AF65-F5344CB8AC3E}">
        <p14:creationId xmlns:p14="http://schemas.microsoft.com/office/powerpoint/2010/main" val="32150036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Rectangle 2"/>
          <p:cNvSpPr>
            <a:spLocks noGrp="1" noChangeArrowheads="1"/>
          </p:cNvSpPr>
          <p:nvPr>
            <p:ph type="title"/>
          </p:nvPr>
        </p:nvSpPr>
        <p:spPr>
          <a:xfrm>
            <a:off x="496800" y="188640"/>
            <a:ext cx="8560656" cy="792000"/>
          </a:xfrm>
        </p:spPr>
        <p:txBody>
          <a:bodyPr/>
          <a:lstStyle/>
          <a:p>
            <a:pPr algn="ctr"/>
            <a:r>
              <a:rPr lang="zh-CN" altLang="en-US" sz="4000" dirty="0">
                <a:ea typeface="黑体" pitchFamily="49" charset="-122"/>
              </a:rPr>
              <a:t>发送和接收电子邮件的几个重要步骤</a:t>
            </a:r>
          </a:p>
        </p:txBody>
      </p:sp>
      <p:sp>
        <p:nvSpPr>
          <p:cNvPr id="241668" name="Rectangle 3"/>
          <p:cNvSpPr>
            <a:spLocks noGrp="1" noChangeArrowheads="1"/>
          </p:cNvSpPr>
          <p:nvPr>
            <p:ph idx="1"/>
          </p:nvPr>
        </p:nvSpPr>
        <p:spPr/>
        <p:txBody>
          <a:bodyPr/>
          <a:lstStyle/>
          <a:p>
            <a:pPr eaLnBrk="1" hangingPunct="1">
              <a:buFont typeface="Wingdings" panose="05000000000000000000" pitchFamily="2" charset="2"/>
              <a:buNone/>
              <a:defRPr/>
            </a:pPr>
            <a:r>
              <a:rPr lang="en-US" altLang="zh-CN" dirty="0">
                <a:sym typeface="Wingdings" panose="05000000000000000000" pitchFamily="2" charset="2"/>
              </a:rPr>
              <a:t> </a:t>
            </a:r>
            <a:r>
              <a:rPr lang="zh-CN" altLang="en-US" dirty="0"/>
              <a:t>运行在接收方邮件服务器中的</a:t>
            </a:r>
            <a:r>
              <a:rPr lang="en-US" altLang="zh-CN" dirty="0"/>
              <a:t>SMTP</a:t>
            </a:r>
            <a:r>
              <a:rPr lang="zh-CN" altLang="en-US" dirty="0"/>
              <a:t>服务器进 程收到邮件后，把邮件放入收件人的用户邮箱中，等待收件人进行读取。 </a:t>
            </a:r>
          </a:p>
          <a:p>
            <a:pPr eaLnBrk="1" hangingPunct="1">
              <a:buFont typeface="Wingdings" panose="05000000000000000000" pitchFamily="2" charset="2"/>
              <a:buNone/>
              <a:defRPr/>
            </a:pPr>
            <a:r>
              <a:rPr lang="zh-CN" altLang="en-US" dirty="0">
                <a:sym typeface="Wingdings" panose="05000000000000000000" pitchFamily="2" charset="2"/>
              </a:rPr>
              <a:t> </a:t>
            </a:r>
            <a:r>
              <a:rPr lang="zh-CN" altLang="en-US" dirty="0"/>
              <a:t>收件人在打算收信时，就运行 </a:t>
            </a:r>
            <a:r>
              <a:rPr lang="en-US" altLang="zh-CN" dirty="0"/>
              <a:t>PC </a:t>
            </a:r>
            <a:r>
              <a:rPr lang="zh-CN" altLang="en-US" dirty="0"/>
              <a:t>机中的用户代理，使用 </a:t>
            </a:r>
            <a:r>
              <a:rPr lang="en-US" altLang="zh-CN" dirty="0"/>
              <a:t>POP3</a:t>
            </a:r>
            <a:r>
              <a:rPr lang="zh-CN" altLang="en-US" dirty="0"/>
              <a:t>（或 </a:t>
            </a:r>
            <a:r>
              <a:rPr lang="en-US" altLang="zh-CN" dirty="0"/>
              <a:t>IMAP</a:t>
            </a:r>
            <a:r>
              <a:rPr lang="zh-CN" altLang="en-US" dirty="0"/>
              <a:t>）协议读取发送给自己的邮件。 </a:t>
            </a:r>
          </a:p>
        </p:txBody>
      </p:sp>
    </p:spTree>
    <p:extLst>
      <p:ext uri="{BB962C8B-B14F-4D97-AF65-F5344CB8AC3E}">
        <p14:creationId xmlns:p14="http://schemas.microsoft.com/office/powerpoint/2010/main" val="32836715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Rectangle 2"/>
          <p:cNvSpPr>
            <a:spLocks noGrp="1" noChangeArrowheads="1"/>
          </p:cNvSpPr>
          <p:nvPr>
            <p:ph type="title"/>
          </p:nvPr>
        </p:nvSpPr>
        <p:spPr/>
        <p:txBody>
          <a:bodyPr/>
          <a:lstStyle/>
          <a:p>
            <a:pPr algn="ctr" eaLnBrk="1" hangingPunct="1"/>
            <a:r>
              <a:rPr lang="zh-CN" altLang="en-US" dirty="0">
                <a:ea typeface="黑体" pitchFamily="49" charset="-122"/>
              </a:rPr>
              <a:t>电子邮件的组成</a:t>
            </a:r>
          </a:p>
        </p:txBody>
      </p:sp>
      <p:sp>
        <p:nvSpPr>
          <p:cNvPr id="1155075" name="Rectangle 3"/>
          <p:cNvSpPr>
            <a:spLocks noGrp="1" noChangeArrowheads="1"/>
          </p:cNvSpPr>
          <p:nvPr>
            <p:ph idx="1"/>
          </p:nvPr>
        </p:nvSpPr>
        <p:spPr/>
        <p:txBody>
          <a:bodyPr/>
          <a:lstStyle/>
          <a:p>
            <a:pPr eaLnBrk="1" hangingPunct="1">
              <a:defRPr/>
            </a:pPr>
            <a:r>
              <a:rPr lang="zh-CN" altLang="en-US" dirty="0"/>
              <a:t>电子邮件由</a:t>
            </a:r>
            <a:r>
              <a:rPr lang="zh-CN" altLang="en-US" dirty="0">
                <a:solidFill>
                  <a:srgbClr val="FF0000"/>
                </a:solidFill>
              </a:rPr>
              <a:t>信封 </a:t>
            </a:r>
            <a:r>
              <a:rPr lang="en-US" altLang="zh-CN" dirty="0"/>
              <a:t>(envelope) </a:t>
            </a:r>
            <a:r>
              <a:rPr lang="zh-CN" altLang="en-US" dirty="0"/>
              <a:t>和</a:t>
            </a:r>
            <a:r>
              <a:rPr lang="zh-CN" altLang="en-US" dirty="0">
                <a:solidFill>
                  <a:srgbClr val="FF0000"/>
                </a:solidFill>
              </a:rPr>
              <a:t>内容 </a:t>
            </a:r>
            <a:r>
              <a:rPr lang="en-US" altLang="zh-CN" dirty="0"/>
              <a:t>(content) </a:t>
            </a:r>
            <a:r>
              <a:rPr lang="zh-CN" altLang="en-US" dirty="0"/>
              <a:t>两部分组成。</a:t>
            </a:r>
          </a:p>
          <a:p>
            <a:pPr eaLnBrk="1" hangingPunct="1">
              <a:defRPr/>
            </a:pPr>
            <a:r>
              <a:rPr lang="zh-CN" altLang="en-US" dirty="0"/>
              <a:t>电子邮件的传输程序根据邮件信封上的信息来传送邮件。用户在从自己的邮箱中读取邮件时才能见到邮件的内容。</a:t>
            </a:r>
          </a:p>
          <a:p>
            <a:pPr eaLnBrk="1" hangingPunct="1">
              <a:defRPr/>
            </a:pPr>
            <a:r>
              <a:rPr lang="zh-CN" altLang="en-US" dirty="0"/>
              <a:t>在邮件的信封上，最重要的就是收件人的地址。  </a:t>
            </a:r>
          </a:p>
        </p:txBody>
      </p:sp>
    </p:spTree>
    <p:extLst>
      <p:ext uri="{BB962C8B-B14F-4D97-AF65-F5344CB8AC3E}">
        <p14:creationId xmlns:p14="http://schemas.microsoft.com/office/powerpoint/2010/main" val="11247343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Rectangle 2"/>
          <p:cNvSpPr>
            <a:spLocks noChangeArrowheads="1"/>
          </p:cNvSpPr>
          <p:nvPr/>
        </p:nvSpPr>
        <p:spPr bwMode="auto">
          <a:xfrm>
            <a:off x="776536" y="2371477"/>
            <a:ext cx="8725314" cy="769491"/>
          </a:xfrm>
          <a:prstGeom prst="rect">
            <a:avLst/>
          </a:prstGeom>
          <a:solidFill>
            <a:srgbClr val="FFFF66"/>
          </a:solidFill>
          <a:ln w="9525">
            <a:solidFill>
              <a:schemeClr val="tx1"/>
            </a:solidFill>
            <a:miter lim="800000"/>
            <a:headEnd/>
            <a:tailEnd/>
          </a:ln>
          <a:effectLst/>
        </p:spPr>
        <p:txBody>
          <a:bodyPr wrap="none" anchor="ctr"/>
          <a:lstStyle/>
          <a:p>
            <a:pPr eaLnBrk="1" hangingPunct="1"/>
            <a:endParaRPr lang="zh-CN" altLang="en-US"/>
          </a:p>
        </p:txBody>
      </p:sp>
      <p:sp>
        <p:nvSpPr>
          <p:cNvPr id="242691" name="Rectangle 3"/>
          <p:cNvSpPr>
            <a:spLocks noGrp="1" noChangeArrowheads="1"/>
          </p:cNvSpPr>
          <p:nvPr>
            <p:ph type="title"/>
          </p:nvPr>
        </p:nvSpPr>
        <p:spPr/>
        <p:txBody>
          <a:bodyPr/>
          <a:lstStyle/>
          <a:p>
            <a:pPr algn="ctr" eaLnBrk="1" hangingPunct="1">
              <a:defRPr/>
            </a:pPr>
            <a:r>
              <a:rPr dirty="0"/>
              <a:t>电子邮件地址的格式</a:t>
            </a:r>
          </a:p>
        </p:txBody>
      </p:sp>
      <p:sp>
        <p:nvSpPr>
          <p:cNvPr id="1157124" name="Rectangle 4"/>
          <p:cNvSpPr>
            <a:spLocks noGrp="1" noChangeArrowheads="1"/>
          </p:cNvSpPr>
          <p:nvPr>
            <p:ph idx="1"/>
          </p:nvPr>
        </p:nvSpPr>
        <p:spPr/>
        <p:txBody>
          <a:bodyPr/>
          <a:lstStyle/>
          <a:p>
            <a:pPr marL="316531" indent="-316531" eaLnBrk="1" hangingPunct="1">
              <a:spcBef>
                <a:spcPts val="554"/>
              </a:spcBef>
              <a:defRPr/>
            </a:pPr>
            <a:r>
              <a:rPr lang="en-US" altLang="zh-CN" dirty="0"/>
              <a:t>TCP/IP </a:t>
            </a:r>
            <a:r>
              <a:rPr lang="zh-CN" altLang="en-US" dirty="0"/>
              <a:t>体系的电子邮件系统规定电子邮件地址的格式如下：</a:t>
            </a:r>
          </a:p>
          <a:p>
            <a:pPr marL="316531" indent="-316531" eaLnBrk="1" hangingPunct="1">
              <a:spcBef>
                <a:spcPct val="45000"/>
              </a:spcBef>
              <a:spcAft>
                <a:spcPct val="45000"/>
              </a:spcAft>
              <a:buFont typeface="Wingdings" panose="05000000000000000000" pitchFamily="2" charset="2"/>
              <a:buNone/>
              <a:defRPr/>
            </a:pPr>
            <a:r>
              <a:rPr lang="zh-CN" altLang="en-US" dirty="0"/>
              <a:t> </a:t>
            </a:r>
            <a:r>
              <a:rPr lang="en-US" altLang="zh-CN" dirty="0"/>
              <a:t>	 </a:t>
            </a:r>
            <a:r>
              <a:rPr lang="zh-CN" altLang="en-US" dirty="0"/>
              <a:t>收件人邮箱名</a:t>
            </a:r>
            <a:r>
              <a:rPr lang="en-US" altLang="zh-CN" dirty="0"/>
              <a:t>@</a:t>
            </a:r>
            <a:r>
              <a:rPr lang="zh-CN" altLang="en-US" dirty="0"/>
              <a:t>邮箱所在主机的域名      </a:t>
            </a:r>
            <a:r>
              <a:rPr lang="en-US" altLang="zh-CN" dirty="0"/>
              <a:t>(6-1)</a:t>
            </a:r>
          </a:p>
          <a:p>
            <a:pPr marL="316531" indent="-316531" eaLnBrk="1" hangingPunct="1">
              <a:spcBef>
                <a:spcPct val="0"/>
              </a:spcBef>
              <a:spcAft>
                <a:spcPct val="25000"/>
              </a:spcAft>
              <a:defRPr/>
            </a:pPr>
            <a:r>
              <a:rPr lang="zh-CN" altLang="en-US" dirty="0"/>
              <a:t>符号“</a:t>
            </a:r>
            <a:r>
              <a:rPr lang="en-US" altLang="zh-CN" dirty="0"/>
              <a:t>@”</a:t>
            </a:r>
            <a:r>
              <a:rPr lang="zh-CN" altLang="en-US" dirty="0"/>
              <a:t>读作“</a:t>
            </a:r>
            <a:r>
              <a:rPr lang="en-US" altLang="zh-CN" dirty="0"/>
              <a:t>at”</a:t>
            </a:r>
            <a:r>
              <a:rPr lang="zh-CN" altLang="en-US" dirty="0"/>
              <a:t>，表示“在”的意思。 </a:t>
            </a:r>
          </a:p>
          <a:p>
            <a:pPr marL="316531" indent="-316531" eaLnBrk="1" hangingPunct="1">
              <a:spcBef>
                <a:spcPct val="0"/>
              </a:spcBef>
              <a:spcAft>
                <a:spcPct val="45000"/>
              </a:spcAft>
              <a:defRPr/>
            </a:pPr>
            <a:r>
              <a:rPr lang="zh-CN" altLang="en-US" dirty="0"/>
              <a:t>例如电子邮件地址 </a:t>
            </a:r>
            <a:r>
              <a:rPr lang="en-US" altLang="zh-CN" dirty="0"/>
              <a:t>xiexiren@tsinghua.org.cn</a:t>
            </a:r>
          </a:p>
        </p:txBody>
      </p:sp>
      <p:grpSp>
        <p:nvGrpSpPr>
          <p:cNvPr id="1157125" name="Group 5"/>
          <p:cNvGrpSpPr>
            <a:grpSpLocks/>
          </p:cNvGrpSpPr>
          <p:nvPr/>
        </p:nvGrpSpPr>
        <p:grpSpPr bwMode="auto">
          <a:xfrm>
            <a:off x="5267134" y="4437112"/>
            <a:ext cx="4134380" cy="1728787"/>
            <a:chOff x="3152" y="2931"/>
            <a:chExt cx="2404" cy="1089"/>
          </a:xfrm>
        </p:grpSpPr>
        <p:sp>
          <p:nvSpPr>
            <p:cNvPr id="254987" name="Line 6"/>
            <p:cNvSpPr>
              <a:spLocks noChangeShapeType="1"/>
            </p:cNvSpPr>
            <p:nvPr/>
          </p:nvSpPr>
          <p:spPr bwMode="auto">
            <a:xfrm>
              <a:off x="3696" y="2931"/>
              <a:ext cx="1702" cy="0"/>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grpSp>
          <p:nvGrpSpPr>
            <p:cNvPr id="254988" name="Group 7"/>
            <p:cNvGrpSpPr>
              <a:grpSpLocks/>
            </p:cNvGrpSpPr>
            <p:nvPr/>
          </p:nvGrpSpPr>
          <p:grpSpPr bwMode="auto">
            <a:xfrm>
              <a:off x="3152" y="3339"/>
              <a:ext cx="2404" cy="681"/>
              <a:chOff x="3152" y="3339"/>
              <a:chExt cx="2404" cy="681"/>
            </a:xfrm>
          </p:grpSpPr>
          <p:sp>
            <p:nvSpPr>
              <p:cNvPr id="254989" name="AutoShape 8"/>
              <p:cNvSpPr>
                <a:spLocks noChangeArrowheads="1"/>
              </p:cNvSpPr>
              <p:nvPr/>
            </p:nvSpPr>
            <p:spPr bwMode="auto">
              <a:xfrm>
                <a:off x="3152" y="3339"/>
                <a:ext cx="2404" cy="681"/>
              </a:xfrm>
              <a:prstGeom prst="wedgeRoundRectCallout">
                <a:avLst>
                  <a:gd name="adj1" fmla="val 167"/>
                  <a:gd name="adj2" fmla="val -108148"/>
                  <a:gd name="adj3" fmla="val 16667"/>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endParaRPr lang="zh-CN" altLang="zh-CN" sz="2800" b="1">
                  <a:solidFill>
                    <a:srgbClr val="000099"/>
                  </a:solidFill>
                </a:endParaRPr>
              </a:p>
            </p:txBody>
          </p:sp>
          <p:sp>
            <p:nvSpPr>
              <p:cNvPr id="254990" name="Text Box 9"/>
              <p:cNvSpPr txBox="1">
                <a:spLocks noChangeArrowheads="1"/>
              </p:cNvSpPr>
              <p:nvPr/>
            </p:nvSpPr>
            <p:spPr bwMode="auto">
              <a:xfrm>
                <a:off x="3179" y="3386"/>
                <a:ext cx="2300" cy="6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lang="zh-CN" altLang="en-US" sz="2800" b="1">
                    <a:solidFill>
                      <a:srgbClr val="000099"/>
                    </a:solidFill>
                    <a:latin typeface="黑体" pitchFamily="49" charset="-122"/>
                    <a:ea typeface="黑体" pitchFamily="49" charset="-122"/>
                  </a:rPr>
                  <a:t>邮箱所在的主机的域名</a:t>
                </a:r>
              </a:p>
              <a:p>
                <a:pPr eaLnBrk="1" hangingPunct="1"/>
                <a:r>
                  <a:rPr lang="zh-CN" altLang="en-US" sz="2800" b="1">
                    <a:solidFill>
                      <a:srgbClr val="000099"/>
                    </a:solidFill>
                    <a:latin typeface="黑体" pitchFamily="49" charset="-122"/>
                    <a:ea typeface="黑体" pitchFamily="49" charset="-122"/>
                  </a:rPr>
                  <a:t>在全世界必须是唯一的 </a:t>
                </a:r>
              </a:p>
            </p:txBody>
          </p:sp>
        </p:grpSp>
      </p:grpSp>
      <p:grpSp>
        <p:nvGrpSpPr>
          <p:cNvPr id="1157130" name="Group 10"/>
          <p:cNvGrpSpPr>
            <a:grpSpLocks/>
          </p:cNvGrpSpPr>
          <p:nvPr/>
        </p:nvGrpSpPr>
        <p:grpSpPr bwMode="auto">
          <a:xfrm>
            <a:off x="704528" y="4437112"/>
            <a:ext cx="5030390" cy="1728787"/>
            <a:chOff x="545" y="2931"/>
            <a:chExt cx="2925" cy="1089"/>
          </a:xfrm>
        </p:grpSpPr>
        <p:sp>
          <p:nvSpPr>
            <p:cNvPr id="254983" name="Line 11"/>
            <p:cNvSpPr>
              <a:spLocks noChangeShapeType="1"/>
            </p:cNvSpPr>
            <p:nvPr/>
          </p:nvSpPr>
          <p:spPr bwMode="auto">
            <a:xfrm>
              <a:off x="2597" y="2931"/>
              <a:ext cx="873" cy="0"/>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grpSp>
          <p:nvGrpSpPr>
            <p:cNvPr id="254984" name="Group 12"/>
            <p:cNvGrpSpPr>
              <a:grpSpLocks/>
            </p:cNvGrpSpPr>
            <p:nvPr/>
          </p:nvGrpSpPr>
          <p:grpSpPr bwMode="auto">
            <a:xfrm>
              <a:off x="545" y="3339"/>
              <a:ext cx="2223" cy="681"/>
              <a:chOff x="545" y="3339"/>
              <a:chExt cx="2223" cy="681"/>
            </a:xfrm>
          </p:grpSpPr>
          <p:sp>
            <p:nvSpPr>
              <p:cNvPr id="254985" name="AutoShape 13"/>
              <p:cNvSpPr>
                <a:spLocks noChangeArrowheads="1"/>
              </p:cNvSpPr>
              <p:nvPr/>
            </p:nvSpPr>
            <p:spPr bwMode="auto">
              <a:xfrm>
                <a:off x="545" y="3339"/>
                <a:ext cx="2223" cy="681"/>
              </a:xfrm>
              <a:prstGeom prst="wedgeRoundRectCallout">
                <a:avLst>
                  <a:gd name="adj1" fmla="val 63764"/>
                  <a:gd name="adj2" fmla="val -108148"/>
                  <a:gd name="adj3" fmla="val 16667"/>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endParaRPr lang="zh-CN" altLang="zh-CN" sz="2800" b="1">
                  <a:solidFill>
                    <a:srgbClr val="000099"/>
                  </a:solidFill>
                </a:endParaRPr>
              </a:p>
            </p:txBody>
          </p:sp>
          <p:sp>
            <p:nvSpPr>
              <p:cNvPr id="254986" name="Text Box 14"/>
              <p:cNvSpPr txBox="1">
                <a:spLocks noChangeArrowheads="1"/>
              </p:cNvSpPr>
              <p:nvPr/>
            </p:nvSpPr>
            <p:spPr bwMode="auto">
              <a:xfrm>
                <a:off x="591" y="3385"/>
                <a:ext cx="2091" cy="6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lang="zh-CN" altLang="en-US" sz="2800" b="1">
                    <a:solidFill>
                      <a:srgbClr val="000099"/>
                    </a:solidFill>
                    <a:latin typeface="黑体" pitchFamily="49" charset="-122"/>
                    <a:ea typeface="黑体" pitchFamily="49" charset="-122"/>
                  </a:rPr>
                  <a:t>这个用户名在该域名</a:t>
                </a:r>
              </a:p>
              <a:p>
                <a:pPr eaLnBrk="1" hangingPunct="1"/>
                <a:r>
                  <a:rPr lang="zh-CN" altLang="en-US" sz="2800" b="1">
                    <a:solidFill>
                      <a:srgbClr val="000099"/>
                    </a:solidFill>
                    <a:latin typeface="黑体" pitchFamily="49" charset="-122"/>
                    <a:ea typeface="黑体" pitchFamily="49" charset="-122"/>
                  </a:rPr>
                  <a:t>的范围内是唯一的。 </a:t>
                </a:r>
              </a:p>
            </p:txBody>
          </p:sp>
        </p:grpSp>
      </p:grpSp>
    </p:spTree>
    <p:extLst>
      <p:ext uri="{BB962C8B-B14F-4D97-AF65-F5344CB8AC3E}">
        <p14:creationId xmlns:p14="http://schemas.microsoft.com/office/powerpoint/2010/main" val="28067487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Rectangle 2"/>
          <p:cNvSpPr>
            <a:spLocks noGrp="1" noChangeArrowheads="1"/>
          </p:cNvSpPr>
          <p:nvPr>
            <p:ph type="title"/>
          </p:nvPr>
        </p:nvSpPr>
        <p:spPr/>
        <p:txBody>
          <a:bodyPr/>
          <a:lstStyle/>
          <a:p>
            <a:pPr eaLnBrk="1" hangingPunct="1"/>
            <a:r>
              <a:rPr lang="zh-CN" altLang="en-US" dirty="0">
                <a:ea typeface="黑体" pitchFamily="49" charset="-122"/>
              </a:rPr>
              <a:t>简单邮件传送协议 </a:t>
            </a:r>
            <a:r>
              <a:rPr lang="en-US" altLang="zh-CN" dirty="0">
                <a:ea typeface="黑体" pitchFamily="49" charset="-122"/>
              </a:rPr>
              <a:t>SMTP </a:t>
            </a:r>
          </a:p>
        </p:txBody>
      </p:sp>
      <p:sp>
        <p:nvSpPr>
          <p:cNvPr id="1159171" name="Rectangle 3"/>
          <p:cNvSpPr>
            <a:spLocks noGrp="1" noChangeArrowheads="1"/>
          </p:cNvSpPr>
          <p:nvPr>
            <p:ph idx="1"/>
          </p:nvPr>
        </p:nvSpPr>
        <p:spPr/>
        <p:txBody>
          <a:bodyPr/>
          <a:lstStyle/>
          <a:p>
            <a:pPr eaLnBrk="1" hangingPunct="1">
              <a:defRPr/>
            </a:pPr>
            <a:r>
              <a:rPr lang="en-US" altLang="zh-CN" dirty="0"/>
              <a:t>SMTP </a:t>
            </a:r>
            <a:r>
              <a:rPr lang="zh-CN" altLang="en-US" dirty="0"/>
              <a:t>所规定的就是在两个相互通信的 </a:t>
            </a:r>
            <a:r>
              <a:rPr lang="en-US" altLang="zh-CN" dirty="0"/>
              <a:t>SMTP </a:t>
            </a:r>
            <a:r>
              <a:rPr lang="zh-CN" altLang="en-US" dirty="0"/>
              <a:t>进程之间应如何交换信息。</a:t>
            </a:r>
          </a:p>
          <a:p>
            <a:pPr eaLnBrk="1" hangingPunct="1">
              <a:defRPr/>
            </a:pPr>
            <a:r>
              <a:rPr lang="zh-CN" altLang="en-US" dirty="0"/>
              <a:t>由于 </a:t>
            </a:r>
            <a:r>
              <a:rPr lang="en-US" altLang="zh-CN" dirty="0"/>
              <a:t>SMTP </a:t>
            </a:r>
            <a:r>
              <a:rPr lang="zh-CN" altLang="en-US" dirty="0"/>
              <a:t>使用</a:t>
            </a:r>
            <a:r>
              <a:rPr lang="zh-CN" altLang="en-US" dirty="0">
                <a:solidFill>
                  <a:srgbClr val="FF0000"/>
                </a:solidFill>
              </a:rPr>
              <a:t>客户服务器</a:t>
            </a:r>
            <a:r>
              <a:rPr lang="zh-CN" altLang="en-US" dirty="0"/>
              <a:t>方式，因此负责发送邮件的 </a:t>
            </a:r>
            <a:r>
              <a:rPr lang="en-US" altLang="zh-CN" dirty="0"/>
              <a:t>SMTP </a:t>
            </a:r>
            <a:r>
              <a:rPr lang="zh-CN" altLang="en-US" dirty="0"/>
              <a:t>进程就是 </a:t>
            </a:r>
            <a:r>
              <a:rPr lang="en-US" altLang="zh-CN" dirty="0"/>
              <a:t>SMTP </a:t>
            </a:r>
            <a:r>
              <a:rPr lang="zh-CN" altLang="en-US" dirty="0"/>
              <a:t>客户，而负责接收邮件的 </a:t>
            </a:r>
            <a:r>
              <a:rPr lang="en-US" altLang="zh-CN" dirty="0"/>
              <a:t>SMTP </a:t>
            </a:r>
            <a:r>
              <a:rPr lang="zh-CN" altLang="en-US" dirty="0"/>
              <a:t>进程就是 </a:t>
            </a:r>
            <a:r>
              <a:rPr lang="en-US" altLang="zh-CN" dirty="0"/>
              <a:t>SMTP </a:t>
            </a:r>
            <a:r>
              <a:rPr lang="zh-CN" altLang="en-US" dirty="0"/>
              <a:t>服务器。</a:t>
            </a:r>
          </a:p>
          <a:p>
            <a:pPr eaLnBrk="1" hangingPunct="1">
              <a:defRPr/>
            </a:pPr>
            <a:r>
              <a:rPr lang="en-US" altLang="zh-CN" dirty="0"/>
              <a:t>SMTP </a:t>
            </a:r>
            <a:r>
              <a:rPr lang="zh-CN" altLang="en-US" dirty="0"/>
              <a:t>规定了 </a:t>
            </a:r>
            <a:r>
              <a:rPr lang="en-US" altLang="zh-CN" dirty="0"/>
              <a:t>14 </a:t>
            </a:r>
            <a:r>
              <a:rPr lang="zh-CN" altLang="en-US" dirty="0"/>
              <a:t>条命令和 </a:t>
            </a:r>
            <a:r>
              <a:rPr lang="en-US" altLang="zh-CN" dirty="0"/>
              <a:t>21 </a:t>
            </a:r>
            <a:r>
              <a:rPr lang="zh-CN" altLang="en-US" dirty="0"/>
              <a:t>种应答信息。每条命令用 </a:t>
            </a:r>
            <a:r>
              <a:rPr lang="en-US" altLang="zh-CN" dirty="0"/>
              <a:t>4 </a:t>
            </a:r>
            <a:r>
              <a:rPr lang="zh-CN" altLang="en-US" dirty="0"/>
              <a:t>个字母组成，而每一种应答信息一般只有一行信息，由一个 </a:t>
            </a:r>
            <a:r>
              <a:rPr lang="en-US" altLang="zh-CN" dirty="0"/>
              <a:t>3 </a:t>
            </a:r>
            <a:r>
              <a:rPr lang="zh-CN" altLang="en-US" dirty="0"/>
              <a:t>位数字的代码开始，后面附上（也可不附上）很简单的文字说明。  </a:t>
            </a:r>
          </a:p>
        </p:txBody>
      </p:sp>
    </p:spTree>
    <p:extLst>
      <p:ext uri="{BB962C8B-B14F-4D97-AF65-F5344CB8AC3E}">
        <p14:creationId xmlns:p14="http://schemas.microsoft.com/office/powerpoint/2010/main" val="23633917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4" name="Rectangle 2"/>
          <p:cNvSpPr>
            <a:spLocks noGrp="1" noChangeArrowheads="1"/>
          </p:cNvSpPr>
          <p:nvPr>
            <p:ph type="title"/>
          </p:nvPr>
        </p:nvSpPr>
        <p:spPr/>
        <p:txBody>
          <a:bodyPr/>
          <a:lstStyle/>
          <a:p>
            <a:pPr algn="ctr" eaLnBrk="1" hangingPunct="1"/>
            <a:r>
              <a:rPr lang="en-US" altLang="zh-CN">
                <a:ea typeface="黑体" pitchFamily="49" charset="-122"/>
              </a:rPr>
              <a:t>SMTP </a:t>
            </a:r>
            <a:r>
              <a:rPr lang="zh-CN" altLang="en-US">
                <a:ea typeface="黑体" pitchFamily="49" charset="-122"/>
              </a:rPr>
              <a:t>通信的三个阶段 </a:t>
            </a:r>
          </a:p>
        </p:txBody>
      </p:sp>
      <p:sp>
        <p:nvSpPr>
          <p:cNvPr id="248836" name="Rectangle 3"/>
          <p:cNvSpPr>
            <a:spLocks noGrp="1" noChangeArrowheads="1"/>
          </p:cNvSpPr>
          <p:nvPr>
            <p:ph idx="1"/>
          </p:nvPr>
        </p:nvSpPr>
        <p:spPr/>
        <p:txBody>
          <a:bodyPr/>
          <a:lstStyle/>
          <a:p>
            <a:pPr eaLnBrk="1" hangingPunct="1">
              <a:buFont typeface="Wingdings" panose="05000000000000000000" pitchFamily="2" charset="2"/>
              <a:buNone/>
              <a:defRPr/>
            </a:pPr>
            <a:r>
              <a:rPr lang="en-US" altLang="zh-CN" dirty="0">
                <a:solidFill>
                  <a:srgbClr val="FF0000"/>
                </a:solidFill>
              </a:rPr>
              <a:t>1. </a:t>
            </a:r>
            <a:r>
              <a:rPr lang="zh-CN" altLang="en-US" dirty="0">
                <a:solidFill>
                  <a:srgbClr val="FF0000"/>
                </a:solidFill>
              </a:rPr>
              <a:t>连接建立：</a:t>
            </a:r>
            <a:r>
              <a:rPr lang="zh-CN" altLang="en-US" dirty="0"/>
              <a:t>连接是在发送主机的 </a:t>
            </a:r>
            <a:r>
              <a:rPr lang="en-US" altLang="zh-CN" dirty="0"/>
              <a:t>SMTP </a:t>
            </a:r>
            <a:r>
              <a:rPr lang="zh-CN" altLang="en-US" dirty="0"/>
              <a:t>客户和接收主机的 </a:t>
            </a:r>
            <a:r>
              <a:rPr lang="en-US" altLang="zh-CN" dirty="0"/>
              <a:t>SMTP </a:t>
            </a:r>
            <a:r>
              <a:rPr lang="zh-CN" altLang="en-US" dirty="0"/>
              <a:t>服务器之间建立的。</a:t>
            </a:r>
            <a:r>
              <a:rPr lang="en-US" altLang="zh-CN" dirty="0">
                <a:solidFill>
                  <a:srgbClr val="0000FF"/>
                </a:solidFill>
              </a:rPr>
              <a:t>SMTP</a:t>
            </a:r>
            <a:r>
              <a:rPr lang="zh-CN" altLang="en-US" dirty="0">
                <a:solidFill>
                  <a:srgbClr val="0000FF"/>
                </a:solidFill>
              </a:rPr>
              <a:t>不使用中间的邮件服务器。</a:t>
            </a:r>
            <a:r>
              <a:rPr lang="zh-CN" altLang="en-US" sz="3600" dirty="0"/>
              <a:t> </a:t>
            </a:r>
            <a:r>
              <a:rPr lang="zh-CN" altLang="en-US" dirty="0"/>
              <a:t>  </a:t>
            </a:r>
          </a:p>
          <a:p>
            <a:pPr eaLnBrk="1" hangingPunct="1">
              <a:buFont typeface="Wingdings" panose="05000000000000000000" pitchFamily="2" charset="2"/>
              <a:buNone/>
              <a:defRPr/>
            </a:pPr>
            <a:r>
              <a:rPr lang="en-US" altLang="zh-CN" dirty="0">
                <a:solidFill>
                  <a:srgbClr val="FF0000"/>
                </a:solidFill>
              </a:rPr>
              <a:t>2. </a:t>
            </a:r>
            <a:r>
              <a:rPr lang="zh-CN" altLang="en-US" dirty="0">
                <a:solidFill>
                  <a:srgbClr val="FF0000"/>
                </a:solidFill>
              </a:rPr>
              <a:t>邮件传送</a:t>
            </a:r>
          </a:p>
          <a:p>
            <a:pPr eaLnBrk="1" hangingPunct="1">
              <a:buFont typeface="Wingdings" panose="05000000000000000000" pitchFamily="2" charset="2"/>
              <a:buNone/>
              <a:defRPr/>
            </a:pPr>
            <a:r>
              <a:rPr lang="en-US" altLang="zh-CN" dirty="0">
                <a:solidFill>
                  <a:srgbClr val="FF0000"/>
                </a:solidFill>
              </a:rPr>
              <a:t>3. </a:t>
            </a:r>
            <a:r>
              <a:rPr lang="zh-CN" altLang="en-US" dirty="0">
                <a:solidFill>
                  <a:srgbClr val="FF0000"/>
                </a:solidFill>
              </a:rPr>
              <a:t>连接释放：</a:t>
            </a:r>
            <a:r>
              <a:rPr lang="zh-CN" altLang="en-US" dirty="0"/>
              <a:t>邮件发送完毕后，</a:t>
            </a:r>
            <a:r>
              <a:rPr lang="en-US" altLang="zh-CN" dirty="0"/>
              <a:t>SMTP </a:t>
            </a:r>
            <a:r>
              <a:rPr lang="zh-CN" altLang="en-US" dirty="0"/>
              <a:t>应释放 </a:t>
            </a:r>
            <a:r>
              <a:rPr lang="en-US" altLang="zh-CN" dirty="0"/>
              <a:t>TCP </a:t>
            </a:r>
            <a:r>
              <a:rPr lang="zh-CN" altLang="en-US" dirty="0"/>
              <a:t>连接。 </a:t>
            </a:r>
          </a:p>
        </p:txBody>
      </p:sp>
    </p:spTree>
    <p:extLst>
      <p:ext uri="{BB962C8B-B14F-4D97-AF65-F5344CB8AC3E}">
        <p14:creationId xmlns:p14="http://schemas.microsoft.com/office/powerpoint/2010/main" val="241658946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2" name="Rectangle 2"/>
          <p:cNvSpPr>
            <a:spLocks noGrp="1" noChangeArrowheads="1"/>
          </p:cNvSpPr>
          <p:nvPr>
            <p:ph type="title"/>
          </p:nvPr>
        </p:nvSpPr>
        <p:spPr/>
        <p:txBody>
          <a:bodyPr/>
          <a:lstStyle/>
          <a:p>
            <a:pPr marL="838200" indent="-838200" eaLnBrk="1" hangingPunct="1"/>
            <a:r>
              <a:rPr lang="zh-CN" altLang="en-US" dirty="0">
                <a:ea typeface="黑体" pitchFamily="49" charset="-122"/>
              </a:rPr>
              <a:t>电子邮件的信息格式</a:t>
            </a:r>
            <a:r>
              <a:rPr lang="en-US" altLang="zh-CN" dirty="0">
                <a:ea typeface="黑体" pitchFamily="49" charset="-122"/>
              </a:rPr>
              <a:t>: </a:t>
            </a:r>
            <a:r>
              <a:rPr lang="zh-CN" altLang="en-US" dirty="0">
                <a:ea typeface="黑体" pitchFamily="49" charset="-122"/>
              </a:rPr>
              <a:t>内容</a:t>
            </a:r>
          </a:p>
        </p:txBody>
      </p:sp>
      <p:sp>
        <p:nvSpPr>
          <p:cNvPr id="1163267" name="Rectangle 3"/>
          <p:cNvSpPr>
            <a:spLocks noGrp="1" noChangeArrowheads="1"/>
          </p:cNvSpPr>
          <p:nvPr>
            <p:ph idx="1"/>
          </p:nvPr>
        </p:nvSpPr>
        <p:spPr/>
        <p:txBody>
          <a:bodyPr/>
          <a:lstStyle/>
          <a:p>
            <a:pPr eaLnBrk="1" hangingPunct="1">
              <a:defRPr/>
            </a:pPr>
            <a:r>
              <a:rPr lang="en-US" altLang="zh-CN" dirty="0"/>
              <a:t>RFC 822 </a:t>
            </a:r>
            <a:r>
              <a:rPr lang="zh-CN" altLang="en-US" dirty="0"/>
              <a:t>只规定了邮件</a:t>
            </a:r>
            <a:r>
              <a:rPr lang="zh-CN" altLang="en-US" dirty="0">
                <a:solidFill>
                  <a:srgbClr val="FF0000"/>
                </a:solidFill>
              </a:rPr>
              <a:t>内容</a:t>
            </a:r>
            <a:r>
              <a:rPr lang="zh-CN" altLang="en-US" dirty="0"/>
              <a:t>中的</a:t>
            </a:r>
            <a:r>
              <a:rPr lang="zh-CN" altLang="en-US" dirty="0">
                <a:solidFill>
                  <a:srgbClr val="FF0000"/>
                </a:solidFill>
              </a:rPr>
              <a:t>首部 </a:t>
            </a:r>
            <a:r>
              <a:rPr lang="en-US" altLang="zh-CN" dirty="0"/>
              <a:t>(header) </a:t>
            </a:r>
            <a:r>
              <a:rPr lang="zh-CN" altLang="en-US" dirty="0"/>
              <a:t>格式，而对邮件的</a:t>
            </a:r>
            <a:r>
              <a:rPr lang="zh-CN" altLang="en-US" dirty="0">
                <a:solidFill>
                  <a:srgbClr val="FF0000"/>
                </a:solidFill>
              </a:rPr>
              <a:t>主体 </a:t>
            </a:r>
            <a:r>
              <a:rPr lang="en-US" altLang="zh-CN" dirty="0"/>
              <a:t>(body )</a:t>
            </a:r>
            <a:r>
              <a:rPr lang="zh-CN" altLang="en-US" dirty="0"/>
              <a:t>部分则让用户自由撰写。</a:t>
            </a:r>
          </a:p>
          <a:p>
            <a:pPr eaLnBrk="1" hangingPunct="1">
              <a:defRPr/>
            </a:pPr>
            <a:r>
              <a:rPr lang="zh-CN" altLang="en-US" dirty="0"/>
              <a:t>用户写好首部后，邮件系统将自动地将信封所需的信息提取出来并写在信封上。所以用户不需要填写电子邮件信封上的信息。</a:t>
            </a:r>
          </a:p>
          <a:p>
            <a:pPr eaLnBrk="1" hangingPunct="1">
              <a:defRPr/>
            </a:pPr>
            <a:r>
              <a:rPr lang="zh-CN" altLang="en-US" dirty="0"/>
              <a:t>邮件内容首部包括一些关键字，后面加上冒号。最重要的关键字是：</a:t>
            </a:r>
            <a:r>
              <a:rPr lang="en-US" altLang="zh-CN" dirty="0"/>
              <a:t>To </a:t>
            </a:r>
            <a:r>
              <a:rPr lang="zh-CN" altLang="en-US" dirty="0"/>
              <a:t>和 </a:t>
            </a:r>
            <a:r>
              <a:rPr lang="en-US" altLang="zh-CN" dirty="0"/>
              <a:t>Subject</a:t>
            </a:r>
            <a:r>
              <a:rPr lang="zh-CN" altLang="en-US" dirty="0"/>
              <a:t>。</a:t>
            </a:r>
            <a:r>
              <a:rPr lang="zh-CN" altLang="en-US" sz="3600" dirty="0"/>
              <a:t>  </a:t>
            </a:r>
            <a:r>
              <a:rPr lang="zh-CN" altLang="en-US" dirty="0"/>
              <a:t> </a:t>
            </a:r>
          </a:p>
        </p:txBody>
      </p:sp>
    </p:spTree>
    <p:extLst>
      <p:ext uri="{BB962C8B-B14F-4D97-AF65-F5344CB8AC3E}">
        <p14:creationId xmlns:p14="http://schemas.microsoft.com/office/powerpoint/2010/main" val="353321065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Rectangle 2"/>
          <p:cNvSpPr>
            <a:spLocks noGrp="1" noChangeArrowheads="1"/>
          </p:cNvSpPr>
          <p:nvPr>
            <p:ph type="title"/>
          </p:nvPr>
        </p:nvSpPr>
        <p:spPr/>
        <p:txBody>
          <a:bodyPr/>
          <a:lstStyle/>
          <a:p>
            <a:pPr algn="ctr" eaLnBrk="1" hangingPunct="1"/>
            <a:r>
              <a:rPr lang="zh-CN" altLang="en-US">
                <a:ea typeface="黑体" pitchFamily="49" charset="-122"/>
              </a:rPr>
              <a:t>邮件内容的首部 </a:t>
            </a:r>
          </a:p>
        </p:txBody>
      </p:sp>
      <p:sp>
        <p:nvSpPr>
          <p:cNvPr id="1165315" name="Rectangle 3"/>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r>
              <a:rPr lang="en-US" altLang="zh-CN" sz="3000" dirty="0">
                <a:solidFill>
                  <a:srgbClr val="FF0000"/>
                </a:solidFill>
              </a:rPr>
              <a:t>“To:” </a:t>
            </a:r>
            <a:r>
              <a:rPr lang="zh-CN" altLang="en-US" sz="3000" dirty="0"/>
              <a:t>后面填入一个或多个收件人的电子邮件地址。用户只需打开地址簿，点击收件人名字，收件人的电子邮件地址就会自动地填入到合适的位置上。</a:t>
            </a:r>
          </a:p>
          <a:p>
            <a:r>
              <a:rPr lang="en-US" altLang="zh-CN" sz="3000" dirty="0">
                <a:solidFill>
                  <a:srgbClr val="FF0000"/>
                </a:solidFill>
              </a:rPr>
              <a:t>“Subject:” </a:t>
            </a:r>
            <a:r>
              <a:rPr lang="zh-CN" altLang="en-US" sz="3000" dirty="0"/>
              <a:t>是邮件的主题。它反映了邮件的主要内容，便于用户查找邮件。</a:t>
            </a:r>
          </a:p>
          <a:p>
            <a:r>
              <a:rPr lang="en-US" altLang="zh-CN" sz="3000" dirty="0">
                <a:solidFill>
                  <a:srgbClr val="FF0000"/>
                </a:solidFill>
              </a:rPr>
              <a:t>“Cc:”  </a:t>
            </a:r>
            <a:r>
              <a:rPr lang="zh-CN" altLang="en-US" sz="3000" dirty="0"/>
              <a:t>表示应给某某人发送一个邮件副本。</a:t>
            </a:r>
          </a:p>
          <a:p>
            <a:r>
              <a:rPr lang="en-US" altLang="zh-CN" sz="3000" dirty="0">
                <a:solidFill>
                  <a:srgbClr val="FF0000"/>
                </a:solidFill>
              </a:rPr>
              <a:t>“From” </a:t>
            </a:r>
            <a:r>
              <a:rPr lang="zh-CN" altLang="en-US" sz="3000" dirty="0"/>
              <a:t>和 “</a:t>
            </a:r>
            <a:r>
              <a:rPr lang="en-US" altLang="zh-CN" sz="3000" dirty="0"/>
              <a:t>Date” </a:t>
            </a:r>
            <a:r>
              <a:rPr lang="zh-CN" altLang="en-US" sz="3000" dirty="0"/>
              <a:t>表示发信人的电子邮件地址和发信日期。</a:t>
            </a:r>
            <a:endParaRPr lang="en-US" altLang="zh-CN" sz="3000" dirty="0"/>
          </a:p>
          <a:p>
            <a:r>
              <a:rPr lang="en-US" altLang="zh-CN" sz="3000" dirty="0">
                <a:solidFill>
                  <a:srgbClr val="FF0000"/>
                </a:solidFill>
              </a:rPr>
              <a:t>“Reply-To” </a:t>
            </a:r>
            <a:r>
              <a:rPr lang="zh-CN" altLang="en-US" sz="3000" dirty="0"/>
              <a:t>是对方回信所用的地址。   </a:t>
            </a:r>
          </a:p>
        </p:txBody>
      </p:sp>
    </p:spTree>
    <p:extLst>
      <p:ext uri="{BB962C8B-B14F-4D97-AF65-F5344CB8AC3E}">
        <p14:creationId xmlns:p14="http://schemas.microsoft.com/office/powerpoint/2010/main" val="45447181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2"/>
          <p:cNvSpPr>
            <a:spLocks noGrp="1" noChangeArrowheads="1"/>
          </p:cNvSpPr>
          <p:nvPr>
            <p:ph type="title"/>
          </p:nvPr>
        </p:nvSpPr>
        <p:spPr/>
        <p:txBody>
          <a:bodyPr/>
          <a:lstStyle/>
          <a:p>
            <a:pPr eaLnBrk="1" hangingPunct="1"/>
            <a:r>
              <a:rPr lang="zh-CN" altLang="en-US" sz="4000" dirty="0">
                <a:ea typeface="黑体" pitchFamily="49" charset="-122"/>
              </a:rPr>
              <a:t>邮件读取协议</a:t>
            </a:r>
            <a:r>
              <a:rPr lang="en-US" altLang="zh-CN" sz="4000" dirty="0">
                <a:ea typeface="黑体" pitchFamily="49" charset="-122"/>
              </a:rPr>
              <a:t>POP3 </a:t>
            </a:r>
            <a:r>
              <a:rPr lang="zh-CN" altLang="en-US" sz="4000" dirty="0">
                <a:ea typeface="黑体" pitchFamily="49" charset="-122"/>
              </a:rPr>
              <a:t>和 </a:t>
            </a:r>
            <a:r>
              <a:rPr lang="en-US" altLang="zh-CN" sz="4000" dirty="0">
                <a:ea typeface="黑体" pitchFamily="49" charset="-122"/>
              </a:rPr>
              <a:t>IMAP</a:t>
            </a:r>
          </a:p>
        </p:txBody>
      </p:sp>
      <p:sp>
        <p:nvSpPr>
          <p:cNvPr id="1167363" name="Rectangle 3"/>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r>
              <a:rPr lang="zh-CN" altLang="en-US" dirty="0"/>
              <a:t>邮局协议 </a:t>
            </a:r>
            <a:r>
              <a:rPr lang="en-US" altLang="zh-CN" dirty="0"/>
              <a:t>POP </a:t>
            </a:r>
            <a:r>
              <a:rPr lang="zh-CN" altLang="en-US" dirty="0"/>
              <a:t>是一个非常简单、但功能有限的邮件读取协议，现在使用的是它的第三个版本 </a:t>
            </a:r>
            <a:r>
              <a:rPr lang="en-US" altLang="zh-CN" dirty="0">
                <a:solidFill>
                  <a:srgbClr val="FF0000"/>
                </a:solidFill>
              </a:rPr>
              <a:t>POP3</a:t>
            </a:r>
            <a:r>
              <a:rPr lang="zh-CN" altLang="en-US" dirty="0">
                <a:solidFill>
                  <a:srgbClr val="FF0000"/>
                </a:solidFill>
              </a:rPr>
              <a:t>。</a:t>
            </a:r>
          </a:p>
          <a:p>
            <a:r>
              <a:rPr lang="en-US" altLang="zh-CN" dirty="0"/>
              <a:t>POP </a:t>
            </a:r>
            <a:r>
              <a:rPr lang="zh-CN" altLang="en-US" dirty="0"/>
              <a:t>也使用</a:t>
            </a:r>
            <a:r>
              <a:rPr lang="zh-CN" altLang="en-US" dirty="0">
                <a:solidFill>
                  <a:srgbClr val="FF0000"/>
                </a:solidFill>
              </a:rPr>
              <a:t>客户</a:t>
            </a:r>
            <a:r>
              <a:rPr lang="en-US" altLang="zh-CN" dirty="0">
                <a:solidFill>
                  <a:srgbClr val="FF0000"/>
                </a:solidFill>
              </a:rPr>
              <a:t>-</a:t>
            </a:r>
            <a:r>
              <a:rPr lang="zh-CN" altLang="en-US" dirty="0">
                <a:solidFill>
                  <a:srgbClr val="FF0000"/>
                </a:solidFill>
              </a:rPr>
              <a:t>服务器</a:t>
            </a:r>
            <a:r>
              <a:rPr lang="zh-CN" altLang="en-US" dirty="0"/>
              <a:t>的工作方式。</a:t>
            </a:r>
          </a:p>
          <a:p>
            <a:r>
              <a:rPr lang="zh-CN" altLang="en-US" dirty="0"/>
              <a:t>在接收邮件的用户 </a:t>
            </a:r>
            <a:r>
              <a:rPr lang="en-US" altLang="zh-CN" dirty="0"/>
              <a:t>PC </a:t>
            </a:r>
            <a:r>
              <a:rPr lang="zh-CN" altLang="en-US" dirty="0"/>
              <a:t>机中必须运行 </a:t>
            </a:r>
            <a:r>
              <a:rPr lang="en-US" altLang="zh-CN" dirty="0"/>
              <a:t>POP </a:t>
            </a:r>
            <a:r>
              <a:rPr lang="zh-CN" altLang="en-US" dirty="0"/>
              <a:t>客户程序，而在用户所连接的 </a:t>
            </a:r>
            <a:r>
              <a:rPr lang="en-US" altLang="zh-CN" dirty="0"/>
              <a:t>ISP </a:t>
            </a:r>
            <a:r>
              <a:rPr lang="zh-CN" altLang="en-US" dirty="0"/>
              <a:t>的邮件服务器中则运行 </a:t>
            </a:r>
            <a:r>
              <a:rPr lang="en-US" altLang="zh-CN" dirty="0"/>
              <a:t>POP </a:t>
            </a:r>
            <a:r>
              <a:rPr lang="zh-CN" altLang="en-US" dirty="0"/>
              <a:t>服务器程序。   </a:t>
            </a:r>
          </a:p>
        </p:txBody>
      </p:sp>
    </p:spTree>
    <p:extLst>
      <p:ext uri="{BB962C8B-B14F-4D97-AF65-F5344CB8AC3E}">
        <p14:creationId xmlns:p14="http://schemas.microsoft.com/office/powerpoint/2010/main" val="265720261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6" name="Rectangle 2"/>
          <p:cNvSpPr>
            <a:spLocks noGrp="1" noChangeArrowheads="1"/>
          </p:cNvSpPr>
          <p:nvPr>
            <p:ph type="title"/>
          </p:nvPr>
        </p:nvSpPr>
        <p:spPr/>
        <p:txBody>
          <a:bodyPr/>
          <a:lstStyle/>
          <a:p>
            <a:pPr algn="ctr" eaLnBrk="1" hangingPunct="1"/>
            <a:r>
              <a:rPr lang="en-US" altLang="zh-CN" dirty="0">
                <a:ea typeface="黑体" pitchFamily="49" charset="-122"/>
              </a:rPr>
              <a:t>IMAP </a:t>
            </a:r>
            <a:r>
              <a:rPr lang="zh-CN" altLang="en-US" dirty="0">
                <a:ea typeface="黑体" pitchFamily="49" charset="-122"/>
              </a:rPr>
              <a:t>协议</a:t>
            </a:r>
            <a:endParaRPr lang="en-US" altLang="zh-CN" dirty="0">
              <a:ea typeface="黑体" pitchFamily="49" charset="-122"/>
            </a:endParaRPr>
          </a:p>
        </p:txBody>
      </p:sp>
      <p:sp>
        <p:nvSpPr>
          <p:cNvPr id="1169411" name="Rectangle 3"/>
          <p:cNvSpPr>
            <a:spLocks noGrp="1" noChangeArrowheads="1"/>
          </p:cNvSpPr>
          <p:nvPr>
            <p:ph idx="1"/>
          </p:nvPr>
        </p:nvSpPr>
        <p:spPr/>
        <p:txBody>
          <a:bodyPr/>
          <a:lstStyle/>
          <a:p>
            <a:pPr>
              <a:defRPr/>
            </a:pPr>
            <a:r>
              <a:rPr lang="en-US" altLang="zh-CN" sz="2800" dirty="0"/>
              <a:t>IMAP </a:t>
            </a:r>
            <a:r>
              <a:rPr lang="en-US" altLang="zh-CN" sz="2800" dirty="0">
                <a:ea typeface="黑体" pitchFamily="49" charset="-122"/>
              </a:rPr>
              <a:t>(Internet Message Access Protocol) </a:t>
            </a:r>
            <a:r>
              <a:rPr lang="zh-CN" altLang="en-US" sz="2800" dirty="0"/>
              <a:t>也是按</a:t>
            </a:r>
            <a:r>
              <a:rPr lang="zh-CN" altLang="en-US" sz="2800" dirty="0">
                <a:solidFill>
                  <a:srgbClr val="FF0000"/>
                </a:solidFill>
              </a:rPr>
              <a:t>客户服务器</a:t>
            </a:r>
            <a:r>
              <a:rPr lang="zh-CN" altLang="en-US" sz="2800" dirty="0"/>
              <a:t>方式工作，现在较新的是版本 </a:t>
            </a:r>
            <a:r>
              <a:rPr lang="en-US" altLang="zh-CN" sz="2800" dirty="0"/>
              <a:t>4</a:t>
            </a:r>
            <a:r>
              <a:rPr lang="zh-CN" altLang="en-US" sz="2800" dirty="0"/>
              <a:t>，即 </a:t>
            </a:r>
            <a:r>
              <a:rPr lang="en-US" altLang="zh-CN" sz="2800" dirty="0"/>
              <a:t>IMAP4</a:t>
            </a:r>
            <a:r>
              <a:rPr lang="zh-CN" altLang="en-US" sz="2800" dirty="0"/>
              <a:t>。</a:t>
            </a:r>
          </a:p>
          <a:p>
            <a:pPr eaLnBrk="1" hangingPunct="1">
              <a:defRPr/>
            </a:pPr>
            <a:r>
              <a:rPr lang="zh-CN" altLang="en-US" sz="2800" dirty="0"/>
              <a:t>用户在自己的 </a:t>
            </a:r>
            <a:r>
              <a:rPr lang="en-US" altLang="zh-CN" sz="2800" dirty="0"/>
              <a:t>PC </a:t>
            </a:r>
            <a:r>
              <a:rPr lang="zh-CN" altLang="en-US" sz="2800" dirty="0"/>
              <a:t>机上就可以操纵 </a:t>
            </a:r>
            <a:r>
              <a:rPr lang="en-US" altLang="zh-CN" sz="2800" dirty="0"/>
              <a:t>ISP </a:t>
            </a:r>
            <a:r>
              <a:rPr lang="zh-CN" altLang="en-US" sz="2800" dirty="0"/>
              <a:t>的邮件服务器的邮箱，就像在本地操纵一样。</a:t>
            </a:r>
          </a:p>
          <a:p>
            <a:pPr eaLnBrk="1" hangingPunct="1">
              <a:defRPr/>
            </a:pPr>
            <a:r>
              <a:rPr lang="zh-CN" altLang="en-US" sz="2800" dirty="0"/>
              <a:t>因此 </a:t>
            </a:r>
            <a:r>
              <a:rPr lang="en-US" altLang="zh-CN" sz="2800" dirty="0">
                <a:solidFill>
                  <a:srgbClr val="FF0000"/>
                </a:solidFill>
              </a:rPr>
              <a:t>IMAP </a:t>
            </a:r>
            <a:r>
              <a:rPr lang="zh-CN" altLang="en-US" sz="2800" dirty="0">
                <a:solidFill>
                  <a:srgbClr val="FF0000"/>
                </a:solidFill>
              </a:rPr>
              <a:t>是一个联机协议。</a:t>
            </a:r>
            <a:r>
              <a:rPr lang="zh-CN" altLang="en-US" sz="2800" dirty="0"/>
              <a:t>当用户 </a:t>
            </a:r>
            <a:r>
              <a:rPr lang="en-US" altLang="zh-CN" sz="2800" dirty="0"/>
              <a:t>PC </a:t>
            </a:r>
            <a:r>
              <a:rPr lang="zh-CN" altLang="en-US" sz="2800" dirty="0"/>
              <a:t>机上的 </a:t>
            </a:r>
            <a:r>
              <a:rPr lang="en-US" altLang="zh-CN" sz="2800" dirty="0"/>
              <a:t>IMAP </a:t>
            </a:r>
            <a:r>
              <a:rPr lang="zh-CN" altLang="en-US" sz="2800" dirty="0"/>
              <a:t>客户程序打开 </a:t>
            </a:r>
            <a:r>
              <a:rPr lang="en-US" altLang="zh-CN" sz="2800" dirty="0"/>
              <a:t>IMAP </a:t>
            </a:r>
            <a:r>
              <a:rPr lang="zh-CN" altLang="en-US" sz="2800" dirty="0"/>
              <a:t>服务器的邮箱时，用户就可看到邮件的首部。若用户需要打开某个邮件，则该邮件才传到用户的计算机上。</a:t>
            </a:r>
            <a:r>
              <a:rPr lang="zh-CN" altLang="en-US" dirty="0"/>
              <a:t> </a:t>
            </a:r>
          </a:p>
        </p:txBody>
      </p:sp>
    </p:spTree>
    <p:extLst>
      <p:ext uri="{BB962C8B-B14F-4D97-AF65-F5344CB8AC3E}">
        <p14:creationId xmlns:p14="http://schemas.microsoft.com/office/powerpoint/2010/main" val="291286830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Rectangle 2"/>
          <p:cNvSpPr>
            <a:spLocks noGrp="1" noChangeArrowheads="1"/>
          </p:cNvSpPr>
          <p:nvPr>
            <p:ph type="title"/>
          </p:nvPr>
        </p:nvSpPr>
        <p:spPr/>
        <p:txBody>
          <a:bodyPr/>
          <a:lstStyle/>
          <a:p>
            <a:pPr algn="ctr" eaLnBrk="1" hangingPunct="1"/>
            <a:r>
              <a:rPr lang="en-US" altLang="zh-CN" dirty="0">
                <a:ea typeface="黑体" pitchFamily="49" charset="-122"/>
              </a:rPr>
              <a:t>IMAP </a:t>
            </a:r>
            <a:r>
              <a:rPr lang="zh-CN" altLang="en-US" dirty="0">
                <a:ea typeface="黑体" pitchFamily="49" charset="-122"/>
              </a:rPr>
              <a:t>的特点</a:t>
            </a:r>
          </a:p>
        </p:txBody>
      </p:sp>
      <p:sp>
        <p:nvSpPr>
          <p:cNvPr id="1171459" name="Rectangle 3"/>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r>
              <a:rPr lang="en-US" altLang="zh-CN" sz="2800" dirty="0"/>
              <a:t>IMAP </a:t>
            </a:r>
            <a:r>
              <a:rPr lang="zh-CN" altLang="en-US" sz="2800" dirty="0"/>
              <a:t>最大的好处就是用户可以在不同的地方使用不同的计算机随时上网阅读和处理自己的邮件。</a:t>
            </a:r>
          </a:p>
          <a:p>
            <a:r>
              <a:rPr lang="en-US" altLang="zh-CN" sz="2800" dirty="0"/>
              <a:t>IMAP </a:t>
            </a:r>
            <a:r>
              <a:rPr lang="zh-CN" altLang="en-US" sz="2800" dirty="0"/>
              <a:t>还允许收件人只读取邮件中的某一个部分。例如，收到了一个带有视像附件（此文件可能很大）的邮件。为了节省时间，可以先下载邮件的正文部分，待以后有时间再读取或下载这个很长的附件。</a:t>
            </a:r>
          </a:p>
          <a:p>
            <a:r>
              <a:rPr lang="en-US" altLang="zh-CN" sz="2800" dirty="0"/>
              <a:t>IMAP </a:t>
            </a:r>
            <a:r>
              <a:rPr lang="zh-CN" altLang="en-US" sz="2800" dirty="0"/>
              <a:t>的缺点是如果用户没有将邮件复制到自己的 </a:t>
            </a:r>
            <a:r>
              <a:rPr lang="en-US" altLang="zh-CN" sz="2800" dirty="0"/>
              <a:t>PC </a:t>
            </a:r>
            <a:r>
              <a:rPr lang="zh-CN" altLang="en-US" sz="2800" dirty="0"/>
              <a:t>上，则邮件一直是存放在 </a:t>
            </a:r>
            <a:r>
              <a:rPr lang="en-US" altLang="zh-CN" sz="2800" dirty="0"/>
              <a:t>IMAP </a:t>
            </a:r>
            <a:r>
              <a:rPr lang="zh-CN" altLang="en-US" sz="2800" dirty="0"/>
              <a:t>服务器上。因此用户需要经常与 </a:t>
            </a:r>
            <a:r>
              <a:rPr lang="en-US" altLang="zh-CN" sz="2800" dirty="0"/>
              <a:t>IMAP </a:t>
            </a:r>
            <a:r>
              <a:rPr lang="zh-CN" altLang="en-US" sz="2800" dirty="0"/>
              <a:t>服务器建立连接。  </a:t>
            </a:r>
          </a:p>
        </p:txBody>
      </p:sp>
    </p:spTree>
    <p:extLst>
      <p:ext uri="{BB962C8B-B14F-4D97-AF65-F5344CB8AC3E}">
        <p14:creationId xmlns:p14="http://schemas.microsoft.com/office/powerpoint/2010/main" val="327761966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4" name="Rectangle 2"/>
          <p:cNvSpPr>
            <a:spLocks noGrp="1" noChangeArrowheads="1"/>
          </p:cNvSpPr>
          <p:nvPr>
            <p:ph type="title"/>
          </p:nvPr>
        </p:nvSpPr>
        <p:spPr/>
        <p:txBody>
          <a:bodyPr/>
          <a:lstStyle/>
          <a:p>
            <a:pPr eaLnBrk="1" hangingPunct="1"/>
            <a:r>
              <a:rPr lang="zh-CN" altLang="en-US" dirty="0">
                <a:ea typeface="黑体" pitchFamily="49" charset="-122"/>
              </a:rPr>
              <a:t>通用互联网邮件扩充 </a:t>
            </a:r>
            <a:r>
              <a:rPr lang="en-US" altLang="zh-CN" dirty="0">
                <a:ea typeface="黑体" pitchFamily="49" charset="-122"/>
              </a:rPr>
              <a:t>MIME</a:t>
            </a:r>
            <a:endParaRPr lang="zh-CN" altLang="en-US" dirty="0">
              <a:ea typeface="黑体" pitchFamily="49" charset="-122"/>
            </a:endParaRPr>
          </a:p>
        </p:txBody>
      </p:sp>
      <p:sp>
        <p:nvSpPr>
          <p:cNvPr id="1175555" name="Rectangle 3"/>
          <p:cNvSpPr>
            <a:spLocks noGrp="1" noChangeArrowheads="1"/>
          </p:cNvSpPr>
          <p:nvPr>
            <p:ph idx="1"/>
          </p:nvPr>
        </p:nvSpPr>
        <p:spPr/>
        <p:txBody>
          <a:bodyPr/>
          <a:lstStyle/>
          <a:p>
            <a:pPr algn="just" eaLnBrk="1" hangingPunct="1">
              <a:buFont typeface="Wingdings" panose="05000000000000000000" pitchFamily="2" charset="2"/>
              <a:buNone/>
              <a:defRPr/>
            </a:pPr>
            <a:r>
              <a:rPr lang="en-US" altLang="zh-CN" sz="3000" dirty="0"/>
              <a:t>SMTP </a:t>
            </a:r>
            <a:r>
              <a:rPr lang="zh-CN" altLang="en-US" sz="3000" dirty="0"/>
              <a:t>有以下</a:t>
            </a:r>
            <a:r>
              <a:rPr lang="zh-CN" altLang="en-US" sz="3000" dirty="0">
                <a:solidFill>
                  <a:srgbClr val="FF0000"/>
                </a:solidFill>
              </a:rPr>
              <a:t>缺点：</a:t>
            </a:r>
          </a:p>
          <a:p>
            <a:pPr algn="just" eaLnBrk="1" hangingPunct="1">
              <a:defRPr/>
            </a:pPr>
            <a:r>
              <a:rPr lang="en-US" altLang="zh-CN" sz="3000" dirty="0"/>
              <a:t>SMTP </a:t>
            </a:r>
            <a:r>
              <a:rPr lang="zh-CN" altLang="en-US" sz="3000" dirty="0"/>
              <a:t>不能传送可执行文件或其他的二进制对象。</a:t>
            </a:r>
          </a:p>
          <a:p>
            <a:pPr algn="just" eaLnBrk="1" hangingPunct="1">
              <a:defRPr/>
            </a:pPr>
            <a:r>
              <a:rPr lang="en-US" altLang="zh-CN" sz="3000" dirty="0"/>
              <a:t>SMTP </a:t>
            </a:r>
            <a:r>
              <a:rPr lang="zh-CN" altLang="en-US" sz="3000" dirty="0"/>
              <a:t>限于传送 </a:t>
            </a:r>
            <a:r>
              <a:rPr lang="en-US" altLang="zh-CN" sz="3000" dirty="0"/>
              <a:t>7 </a:t>
            </a:r>
            <a:r>
              <a:rPr lang="zh-CN" altLang="en-US" sz="3000" dirty="0"/>
              <a:t>位的 </a:t>
            </a:r>
            <a:r>
              <a:rPr lang="en-US" altLang="zh-CN" sz="3000" dirty="0"/>
              <a:t>ASCII </a:t>
            </a:r>
            <a:r>
              <a:rPr lang="zh-CN" altLang="en-US" sz="3000" dirty="0"/>
              <a:t>码。许多其他非英语国家的文字（如中文、俄文，甚至带重音符号的法文或德文）就无法传送。</a:t>
            </a:r>
          </a:p>
          <a:p>
            <a:pPr algn="just" eaLnBrk="1" hangingPunct="1">
              <a:defRPr/>
            </a:pPr>
            <a:r>
              <a:rPr lang="en-US" altLang="zh-CN" sz="3000" dirty="0"/>
              <a:t>SMTP </a:t>
            </a:r>
            <a:r>
              <a:rPr lang="zh-CN" altLang="en-US" sz="3000" dirty="0"/>
              <a:t>服务器会拒绝超过一定长度的邮件。</a:t>
            </a:r>
          </a:p>
          <a:p>
            <a:pPr algn="just" eaLnBrk="1" hangingPunct="1">
              <a:defRPr/>
            </a:pPr>
            <a:r>
              <a:rPr lang="zh-CN" altLang="en-US" sz="3000" dirty="0"/>
              <a:t>某些 </a:t>
            </a:r>
            <a:r>
              <a:rPr lang="en-US" altLang="zh-CN" sz="3000" dirty="0"/>
              <a:t>SMTP </a:t>
            </a:r>
            <a:r>
              <a:rPr lang="zh-CN" altLang="en-US" sz="3000" dirty="0"/>
              <a:t>的实现并没有完全按照</a:t>
            </a:r>
            <a:r>
              <a:rPr lang="en-US" altLang="zh-CN" sz="3000" dirty="0"/>
              <a:t>[RFC 821]</a:t>
            </a:r>
            <a:r>
              <a:rPr lang="zh-CN" altLang="en-US" sz="3000" dirty="0"/>
              <a:t>的 </a:t>
            </a:r>
            <a:r>
              <a:rPr lang="en-US" altLang="zh-CN" sz="3000" dirty="0"/>
              <a:t>SMTP </a:t>
            </a:r>
            <a:r>
              <a:rPr lang="zh-CN" altLang="en-US" sz="3000" dirty="0"/>
              <a:t>标准。  </a:t>
            </a:r>
          </a:p>
        </p:txBody>
      </p:sp>
    </p:spTree>
    <p:extLst>
      <p:ext uri="{BB962C8B-B14F-4D97-AF65-F5344CB8AC3E}">
        <p14:creationId xmlns:p14="http://schemas.microsoft.com/office/powerpoint/2010/main" val="209904948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2" name="Rectangle 2"/>
          <p:cNvSpPr>
            <a:spLocks noGrp="1" noChangeArrowheads="1"/>
          </p:cNvSpPr>
          <p:nvPr>
            <p:ph type="title"/>
          </p:nvPr>
        </p:nvSpPr>
        <p:spPr>
          <a:xfrm>
            <a:off x="495300" y="188913"/>
            <a:ext cx="9066742" cy="792162"/>
          </a:xfrm>
        </p:spPr>
        <p:txBody>
          <a:bodyPr/>
          <a:lstStyle/>
          <a:p>
            <a:r>
              <a:rPr lang="en-US" altLang="zh-CN" dirty="0">
                <a:ea typeface="黑体" pitchFamily="49" charset="-122"/>
              </a:rPr>
              <a:t>1.  MIME </a:t>
            </a:r>
            <a:r>
              <a:rPr lang="zh-CN" altLang="en-US" dirty="0">
                <a:ea typeface="黑体" pitchFamily="49" charset="-122"/>
              </a:rPr>
              <a:t>概述</a:t>
            </a:r>
          </a:p>
        </p:txBody>
      </p:sp>
      <p:sp>
        <p:nvSpPr>
          <p:cNvPr id="276483" name="Rectangle 3"/>
          <p:cNvSpPr>
            <a:spLocks noGrp="1" noChangeArrowheads="1"/>
          </p:cNvSpPr>
          <p:nvPr>
            <p:ph idx="1"/>
          </p:nvPr>
        </p:nvSpPr>
        <p:spPr>
          <a:xfrm>
            <a:off x="495300" y="1196975"/>
            <a:ext cx="9066742" cy="4933950"/>
          </a:xfrm>
        </p:spPr>
        <p:txBody>
          <a:bodyPr/>
          <a:lstStyle/>
          <a:p>
            <a:r>
              <a:rPr lang="zh-CN" altLang="zh-CN" dirty="0">
                <a:solidFill>
                  <a:srgbClr val="FF0000"/>
                </a:solidFill>
              </a:rPr>
              <a:t>通用互联网邮件扩充</a:t>
            </a:r>
            <a:r>
              <a:rPr lang="en-US" altLang="zh-CN" dirty="0">
                <a:solidFill>
                  <a:srgbClr val="FF0000"/>
                </a:solidFill>
              </a:rPr>
              <a:t> </a:t>
            </a:r>
            <a:r>
              <a:rPr lang="en-US" altLang="zh-CN" dirty="0">
                <a:solidFill>
                  <a:srgbClr val="FF0000"/>
                </a:solidFill>
                <a:ea typeface="黑体" pitchFamily="49" charset="-122"/>
              </a:rPr>
              <a:t>MIME </a:t>
            </a:r>
            <a:r>
              <a:rPr lang="zh-CN" altLang="en-US" dirty="0">
                <a:ea typeface="黑体" pitchFamily="49" charset="-122"/>
              </a:rPr>
              <a:t>并没有改动 </a:t>
            </a:r>
            <a:r>
              <a:rPr lang="en-US" altLang="zh-CN" dirty="0">
                <a:ea typeface="黑体" pitchFamily="49" charset="-122"/>
              </a:rPr>
              <a:t>SMTP </a:t>
            </a:r>
            <a:r>
              <a:rPr lang="zh-CN" altLang="en-US" dirty="0">
                <a:ea typeface="黑体" pitchFamily="49" charset="-122"/>
              </a:rPr>
              <a:t>或取代它。</a:t>
            </a:r>
          </a:p>
          <a:p>
            <a:pPr eaLnBrk="1" hangingPunct="1"/>
            <a:r>
              <a:rPr lang="en-US" altLang="zh-CN" dirty="0">
                <a:ea typeface="黑体" pitchFamily="49" charset="-122"/>
              </a:rPr>
              <a:t>MIME </a:t>
            </a:r>
            <a:r>
              <a:rPr lang="zh-CN" altLang="en-US" dirty="0">
                <a:ea typeface="黑体" pitchFamily="49" charset="-122"/>
              </a:rPr>
              <a:t>的意图是继续使用目前的 </a:t>
            </a:r>
            <a:r>
              <a:rPr lang="en-US" altLang="zh-CN" dirty="0">
                <a:ea typeface="黑体" pitchFamily="49" charset="-122"/>
              </a:rPr>
              <a:t>[RFC 822] </a:t>
            </a:r>
            <a:r>
              <a:rPr lang="zh-CN" altLang="en-US" dirty="0">
                <a:ea typeface="黑体" pitchFamily="49" charset="-122"/>
              </a:rPr>
              <a:t>格式，但增加了邮件主体的</a:t>
            </a:r>
            <a:r>
              <a:rPr lang="zh-CN" altLang="en-US" dirty="0">
                <a:solidFill>
                  <a:srgbClr val="FF0000"/>
                </a:solidFill>
                <a:ea typeface="黑体" pitchFamily="49" charset="-122"/>
              </a:rPr>
              <a:t>结构，</a:t>
            </a:r>
            <a:r>
              <a:rPr lang="zh-CN" altLang="en-US" dirty="0">
                <a:ea typeface="黑体" pitchFamily="49" charset="-122"/>
              </a:rPr>
              <a:t>并定义了传送非 </a:t>
            </a:r>
            <a:r>
              <a:rPr lang="en-US" altLang="zh-CN" dirty="0">
                <a:ea typeface="黑体" pitchFamily="49" charset="-122"/>
              </a:rPr>
              <a:t>ASCII </a:t>
            </a:r>
            <a:r>
              <a:rPr lang="zh-CN" altLang="en-US" dirty="0">
                <a:ea typeface="黑体" pitchFamily="49" charset="-122"/>
              </a:rPr>
              <a:t>码的</a:t>
            </a:r>
            <a:r>
              <a:rPr lang="zh-CN" altLang="en-US" dirty="0">
                <a:solidFill>
                  <a:srgbClr val="FF0000"/>
                </a:solidFill>
                <a:ea typeface="黑体" pitchFamily="49" charset="-122"/>
              </a:rPr>
              <a:t>编码规则。</a:t>
            </a:r>
            <a:r>
              <a:rPr lang="zh-CN" altLang="en-US" dirty="0">
                <a:ea typeface="黑体" pitchFamily="49" charset="-122"/>
              </a:rPr>
              <a:t>  </a:t>
            </a:r>
          </a:p>
        </p:txBody>
      </p:sp>
    </p:spTree>
    <p:extLst>
      <p:ext uri="{BB962C8B-B14F-4D97-AF65-F5344CB8AC3E}">
        <p14:creationId xmlns:p14="http://schemas.microsoft.com/office/powerpoint/2010/main" val="35870809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2"/>
          <p:cNvSpPr>
            <a:spLocks noGrp="1" noChangeArrowheads="1"/>
          </p:cNvSpPr>
          <p:nvPr>
            <p:ph type="title"/>
          </p:nvPr>
        </p:nvSpPr>
        <p:spPr/>
        <p:txBody>
          <a:bodyPr/>
          <a:lstStyle/>
          <a:p>
            <a:pPr algn="ctr" eaLnBrk="1" hangingPunct="1"/>
            <a:r>
              <a:rPr lang="en-US" altLang="zh-CN" dirty="0">
                <a:ea typeface="黑体" pitchFamily="49" charset="-122"/>
              </a:rPr>
              <a:t>MIME </a:t>
            </a:r>
            <a:r>
              <a:rPr lang="zh-CN" altLang="en-US" dirty="0">
                <a:ea typeface="黑体" pitchFamily="49" charset="-122"/>
              </a:rPr>
              <a:t>和 </a:t>
            </a:r>
            <a:r>
              <a:rPr lang="en-US" altLang="zh-CN" dirty="0">
                <a:ea typeface="黑体" pitchFamily="49" charset="-122"/>
              </a:rPr>
              <a:t>SMTP </a:t>
            </a:r>
            <a:r>
              <a:rPr lang="zh-CN" altLang="en-US" dirty="0">
                <a:ea typeface="黑体" pitchFamily="49" charset="-122"/>
              </a:rPr>
              <a:t>的关系 </a:t>
            </a:r>
          </a:p>
        </p:txBody>
      </p:sp>
      <p:sp>
        <p:nvSpPr>
          <p:cNvPr id="278531" name="Text Box 3"/>
          <p:cNvSpPr txBox="1">
            <a:spLocks noChangeArrowheads="1"/>
          </p:cNvSpPr>
          <p:nvPr/>
        </p:nvSpPr>
        <p:spPr bwMode="auto">
          <a:xfrm>
            <a:off x="1839713" y="2430041"/>
            <a:ext cx="178266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400" b="1">
                <a:solidFill>
                  <a:srgbClr val="000099"/>
                </a:solidFill>
                <a:latin typeface="Arial" charset="0"/>
                <a:ea typeface="黑体" pitchFamily="49" charset="-122"/>
              </a:rPr>
              <a:t>非 </a:t>
            </a:r>
            <a:r>
              <a:rPr kumimoji="1" lang="en-US" altLang="zh-CN" sz="2400" b="1">
                <a:solidFill>
                  <a:srgbClr val="000099"/>
                </a:solidFill>
                <a:latin typeface="Arial" charset="0"/>
                <a:ea typeface="黑体" pitchFamily="49" charset="-122"/>
              </a:rPr>
              <a:t>ASCII </a:t>
            </a:r>
            <a:r>
              <a:rPr kumimoji="1" lang="zh-CN" altLang="en-US" sz="2400" b="1">
                <a:solidFill>
                  <a:srgbClr val="000099"/>
                </a:solidFill>
                <a:latin typeface="Arial" charset="0"/>
                <a:ea typeface="黑体" pitchFamily="49" charset="-122"/>
              </a:rPr>
              <a:t>码</a:t>
            </a:r>
          </a:p>
        </p:txBody>
      </p:sp>
      <p:sp>
        <p:nvSpPr>
          <p:cNvPr id="278532" name="Text Box 4"/>
          <p:cNvSpPr txBox="1">
            <a:spLocks noChangeArrowheads="1"/>
          </p:cNvSpPr>
          <p:nvPr/>
        </p:nvSpPr>
        <p:spPr bwMode="auto">
          <a:xfrm>
            <a:off x="1855191" y="3942928"/>
            <a:ext cx="203914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400" b="1">
                <a:solidFill>
                  <a:srgbClr val="000099"/>
                </a:solidFill>
                <a:latin typeface="Arial" charset="0"/>
                <a:ea typeface="黑体" pitchFamily="49" charset="-122"/>
              </a:rPr>
              <a:t>7 </a:t>
            </a:r>
            <a:r>
              <a:rPr kumimoji="1" lang="zh-CN" altLang="en-US" sz="2400" b="1">
                <a:solidFill>
                  <a:srgbClr val="000099"/>
                </a:solidFill>
                <a:latin typeface="Arial" charset="0"/>
                <a:ea typeface="黑体" pitchFamily="49" charset="-122"/>
              </a:rPr>
              <a:t>位 </a:t>
            </a:r>
            <a:r>
              <a:rPr kumimoji="1" lang="en-US" altLang="zh-CN" sz="2400" b="1">
                <a:solidFill>
                  <a:srgbClr val="000099"/>
                </a:solidFill>
                <a:latin typeface="Arial" charset="0"/>
                <a:ea typeface="黑体" pitchFamily="49" charset="-122"/>
              </a:rPr>
              <a:t>ASCII </a:t>
            </a:r>
            <a:r>
              <a:rPr kumimoji="1" lang="zh-CN" altLang="en-US" sz="2400" b="1">
                <a:solidFill>
                  <a:srgbClr val="000099"/>
                </a:solidFill>
                <a:latin typeface="Arial" charset="0"/>
                <a:ea typeface="黑体" pitchFamily="49" charset="-122"/>
              </a:rPr>
              <a:t>码</a:t>
            </a:r>
          </a:p>
        </p:txBody>
      </p:sp>
      <p:sp>
        <p:nvSpPr>
          <p:cNvPr id="278533" name="Rectangle 5"/>
          <p:cNvSpPr>
            <a:spLocks noChangeArrowheads="1"/>
          </p:cNvSpPr>
          <p:nvPr/>
        </p:nvSpPr>
        <p:spPr bwMode="auto">
          <a:xfrm>
            <a:off x="1184473" y="3007890"/>
            <a:ext cx="1281244" cy="596900"/>
          </a:xfrm>
          <a:prstGeom prst="rect">
            <a:avLst/>
          </a:prstGeom>
          <a:solidFill>
            <a:srgbClr val="FFCCFF"/>
          </a:solidFill>
          <a:ln w="9525">
            <a:solidFill>
              <a:srgbClr val="333399"/>
            </a:solidFill>
            <a:miter lim="800000"/>
            <a:headEnd/>
            <a:tailEnd/>
          </a:ln>
          <a:effectLst>
            <a:outerShdw dist="53882" dir="2700000" algn="ctr" rotWithShape="0">
              <a:schemeClr val="bg2"/>
            </a:outerShdw>
          </a:effectLst>
        </p:spPr>
        <p:txBody>
          <a:bodyPr wrap="none" anchor="ctr"/>
          <a:lstStyle/>
          <a:p>
            <a:pPr algn="ctr" eaLnBrk="1" hangingPunct="1"/>
            <a:r>
              <a:rPr kumimoji="1" lang="en-US" altLang="zh-CN" b="1">
                <a:solidFill>
                  <a:srgbClr val="000099"/>
                </a:solidFill>
                <a:latin typeface="Arial" charset="0"/>
                <a:ea typeface="黑体" pitchFamily="49" charset="-122"/>
              </a:rPr>
              <a:t>MIME</a:t>
            </a:r>
          </a:p>
        </p:txBody>
      </p:sp>
      <p:sp>
        <p:nvSpPr>
          <p:cNvPr id="278534" name="Rectangle 6"/>
          <p:cNvSpPr>
            <a:spLocks noChangeArrowheads="1"/>
          </p:cNvSpPr>
          <p:nvPr/>
        </p:nvSpPr>
        <p:spPr bwMode="auto">
          <a:xfrm>
            <a:off x="1184473" y="4679527"/>
            <a:ext cx="1281244" cy="596900"/>
          </a:xfrm>
          <a:prstGeom prst="rect">
            <a:avLst/>
          </a:prstGeom>
          <a:solidFill>
            <a:srgbClr val="CCECFF"/>
          </a:solidFill>
          <a:ln w="9525">
            <a:solidFill>
              <a:srgbClr val="333399"/>
            </a:solidFill>
            <a:miter lim="800000"/>
            <a:headEnd/>
            <a:tailEnd/>
          </a:ln>
          <a:effectLst>
            <a:outerShdw dist="45791" dir="2021404" algn="ctr" rotWithShape="0">
              <a:schemeClr val="bg2"/>
            </a:outerShdw>
          </a:effectLst>
        </p:spPr>
        <p:txBody>
          <a:bodyPr wrap="none" anchor="ctr"/>
          <a:lstStyle/>
          <a:p>
            <a:pPr algn="ctr" eaLnBrk="1" hangingPunct="1"/>
            <a:r>
              <a:rPr kumimoji="1" lang="en-US" altLang="zh-CN" b="1">
                <a:solidFill>
                  <a:srgbClr val="000099"/>
                </a:solidFill>
                <a:latin typeface="Arial" charset="0"/>
                <a:ea typeface="黑体" pitchFamily="49" charset="-122"/>
              </a:rPr>
              <a:t>SMTP</a:t>
            </a:r>
          </a:p>
        </p:txBody>
      </p:sp>
      <p:sp>
        <p:nvSpPr>
          <p:cNvPr id="278535" name="Rectangle 7"/>
          <p:cNvSpPr>
            <a:spLocks noChangeArrowheads="1"/>
          </p:cNvSpPr>
          <p:nvPr/>
        </p:nvSpPr>
        <p:spPr bwMode="auto">
          <a:xfrm>
            <a:off x="7704203" y="3007890"/>
            <a:ext cx="1281245" cy="596900"/>
          </a:xfrm>
          <a:prstGeom prst="rect">
            <a:avLst/>
          </a:prstGeom>
          <a:solidFill>
            <a:srgbClr val="FFCCFF"/>
          </a:solidFill>
          <a:ln w="9525">
            <a:solidFill>
              <a:srgbClr val="333399"/>
            </a:solidFill>
            <a:miter lim="800000"/>
            <a:headEnd/>
            <a:tailEnd/>
          </a:ln>
          <a:effectLst>
            <a:outerShdw dist="53882" dir="2700000" algn="ctr" rotWithShape="0">
              <a:schemeClr val="bg2"/>
            </a:outerShdw>
          </a:effectLst>
        </p:spPr>
        <p:txBody>
          <a:bodyPr wrap="none" anchor="ctr"/>
          <a:lstStyle/>
          <a:p>
            <a:pPr algn="ctr" eaLnBrk="1" hangingPunct="1"/>
            <a:r>
              <a:rPr kumimoji="1" lang="en-US" altLang="zh-CN" b="1">
                <a:solidFill>
                  <a:srgbClr val="000099"/>
                </a:solidFill>
                <a:latin typeface="Arial" charset="0"/>
                <a:ea typeface="黑体" pitchFamily="49" charset="-122"/>
              </a:rPr>
              <a:t>MIME</a:t>
            </a:r>
          </a:p>
        </p:txBody>
      </p:sp>
      <p:sp>
        <p:nvSpPr>
          <p:cNvPr id="278536" name="Rectangle 8"/>
          <p:cNvSpPr>
            <a:spLocks noChangeArrowheads="1"/>
          </p:cNvSpPr>
          <p:nvPr/>
        </p:nvSpPr>
        <p:spPr bwMode="auto">
          <a:xfrm>
            <a:off x="7704203" y="4679527"/>
            <a:ext cx="1281245" cy="596900"/>
          </a:xfrm>
          <a:prstGeom prst="rect">
            <a:avLst/>
          </a:prstGeom>
          <a:solidFill>
            <a:srgbClr val="CCECFF"/>
          </a:solidFill>
          <a:ln w="9525">
            <a:solidFill>
              <a:srgbClr val="333399"/>
            </a:solidFill>
            <a:miter lim="800000"/>
            <a:headEnd/>
            <a:tailEnd/>
          </a:ln>
          <a:effectLst>
            <a:outerShdw dist="45791" dir="2021404" algn="ctr" rotWithShape="0">
              <a:schemeClr val="bg2"/>
            </a:outerShdw>
          </a:effectLst>
        </p:spPr>
        <p:txBody>
          <a:bodyPr wrap="none" anchor="ctr"/>
          <a:lstStyle/>
          <a:p>
            <a:pPr algn="ctr" eaLnBrk="1" hangingPunct="1"/>
            <a:r>
              <a:rPr kumimoji="1" lang="en-US" altLang="zh-CN" b="1">
                <a:solidFill>
                  <a:srgbClr val="000099"/>
                </a:solidFill>
                <a:latin typeface="Arial" charset="0"/>
                <a:ea typeface="黑体" pitchFamily="49" charset="-122"/>
              </a:rPr>
              <a:t>SMTP</a:t>
            </a:r>
          </a:p>
        </p:txBody>
      </p:sp>
      <p:sp>
        <p:nvSpPr>
          <p:cNvPr id="278537" name="Line 9"/>
          <p:cNvSpPr>
            <a:spLocks noChangeShapeType="1"/>
          </p:cNvSpPr>
          <p:nvPr/>
        </p:nvSpPr>
        <p:spPr bwMode="auto">
          <a:xfrm>
            <a:off x="2484635" y="4977977"/>
            <a:ext cx="5240205" cy="0"/>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endParaRPr>
          </a:p>
        </p:txBody>
      </p:sp>
      <p:sp>
        <p:nvSpPr>
          <p:cNvPr id="278538" name="Line 10"/>
          <p:cNvSpPr>
            <a:spLocks noChangeShapeType="1"/>
          </p:cNvSpPr>
          <p:nvPr/>
        </p:nvSpPr>
        <p:spPr bwMode="auto">
          <a:xfrm rot="5400000" flipH="1" flipV="1">
            <a:off x="1286867" y="4142159"/>
            <a:ext cx="1074737" cy="0"/>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endParaRPr>
          </a:p>
        </p:txBody>
      </p:sp>
      <p:sp>
        <p:nvSpPr>
          <p:cNvPr id="278539" name="Line 11"/>
          <p:cNvSpPr>
            <a:spLocks noChangeShapeType="1"/>
          </p:cNvSpPr>
          <p:nvPr/>
        </p:nvSpPr>
        <p:spPr bwMode="auto">
          <a:xfrm rot="5400000" flipH="1" flipV="1">
            <a:off x="7808317" y="4142159"/>
            <a:ext cx="1074737" cy="0"/>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endParaRPr>
          </a:p>
        </p:txBody>
      </p:sp>
      <p:sp>
        <p:nvSpPr>
          <p:cNvPr id="278540" name="Line 12"/>
          <p:cNvSpPr>
            <a:spLocks noChangeShapeType="1"/>
          </p:cNvSpPr>
          <p:nvPr/>
        </p:nvSpPr>
        <p:spPr bwMode="auto">
          <a:xfrm rot="16200000" flipV="1">
            <a:off x="1439266" y="2622921"/>
            <a:ext cx="769938" cy="0"/>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endParaRPr>
          </a:p>
        </p:txBody>
      </p:sp>
      <p:sp>
        <p:nvSpPr>
          <p:cNvPr id="278541" name="Line 13"/>
          <p:cNvSpPr>
            <a:spLocks noChangeShapeType="1"/>
          </p:cNvSpPr>
          <p:nvPr/>
        </p:nvSpPr>
        <p:spPr bwMode="auto">
          <a:xfrm rot="16200000" flipV="1">
            <a:off x="7960716" y="2622921"/>
            <a:ext cx="769938" cy="0"/>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endParaRPr>
          </a:p>
        </p:txBody>
      </p:sp>
      <p:sp>
        <p:nvSpPr>
          <p:cNvPr id="278542" name="Text Box 14"/>
          <p:cNvSpPr txBox="1">
            <a:spLocks noChangeArrowheads="1"/>
          </p:cNvSpPr>
          <p:nvPr/>
        </p:nvSpPr>
        <p:spPr bwMode="auto">
          <a:xfrm>
            <a:off x="6490030" y="3914352"/>
            <a:ext cx="203914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400" b="1">
                <a:solidFill>
                  <a:srgbClr val="000099"/>
                </a:solidFill>
                <a:latin typeface="Arial" charset="0"/>
                <a:ea typeface="黑体" pitchFamily="49" charset="-122"/>
              </a:rPr>
              <a:t>7 </a:t>
            </a:r>
            <a:r>
              <a:rPr kumimoji="1" lang="zh-CN" altLang="en-US" sz="2400" b="1">
                <a:solidFill>
                  <a:srgbClr val="000099"/>
                </a:solidFill>
                <a:latin typeface="Arial" charset="0"/>
                <a:ea typeface="黑体" pitchFamily="49" charset="-122"/>
              </a:rPr>
              <a:t>位 </a:t>
            </a:r>
            <a:r>
              <a:rPr kumimoji="1" lang="en-US" altLang="zh-CN" sz="2400" b="1">
                <a:solidFill>
                  <a:srgbClr val="000099"/>
                </a:solidFill>
                <a:latin typeface="Arial" charset="0"/>
                <a:ea typeface="黑体" pitchFamily="49" charset="-122"/>
              </a:rPr>
              <a:t>ASCII </a:t>
            </a:r>
            <a:r>
              <a:rPr kumimoji="1" lang="zh-CN" altLang="en-US" sz="2400" b="1">
                <a:solidFill>
                  <a:srgbClr val="000099"/>
                </a:solidFill>
                <a:latin typeface="Arial" charset="0"/>
                <a:ea typeface="黑体" pitchFamily="49" charset="-122"/>
              </a:rPr>
              <a:t>码</a:t>
            </a:r>
          </a:p>
        </p:txBody>
      </p:sp>
      <p:sp>
        <p:nvSpPr>
          <p:cNvPr id="278543" name="Text Box 15"/>
          <p:cNvSpPr txBox="1">
            <a:spLocks noChangeArrowheads="1"/>
          </p:cNvSpPr>
          <p:nvPr/>
        </p:nvSpPr>
        <p:spPr bwMode="auto">
          <a:xfrm>
            <a:off x="3955057" y="4555702"/>
            <a:ext cx="203914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400" b="1">
                <a:solidFill>
                  <a:srgbClr val="000099"/>
                </a:solidFill>
                <a:latin typeface="Arial" charset="0"/>
                <a:ea typeface="黑体" pitchFamily="49" charset="-122"/>
              </a:rPr>
              <a:t>7 </a:t>
            </a:r>
            <a:r>
              <a:rPr kumimoji="1" lang="zh-CN" altLang="en-US" sz="2400" b="1">
                <a:solidFill>
                  <a:srgbClr val="000099"/>
                </a:solidFill>
                <a:latin typeface="Arial" charset="0"/>
                <a:ea typeface="黑体" pitchFamily="49" charset="-122"/>
              </a:rPr>
              <a:t>位 </a:t>
            </a:r>
            <a:r>
              <a:rPr kumimoji="1" lang="en-US" altLang="zh-CN" sz="2400" b="1">
                <a:solidFill>
                  <a:srgbClr val="000099"/>
                </a:solidFill>
                <a:latin typeface="Arial" charset="0"/>
                <a:ea typeface="黑体" pitchFamily="49" charset="-122"/>
              </a:rPr>
              <a:t>ASCII </a:t>
            </a:r>
            <a:r>
              <a:rPr kumimoji="1" lang="zh-CN" altLang="en-US" sz="2400" b="1">
                <a:solidFill>
                  <a:srgbClr val="000099"/>
                </a:solidFill>
                <a:latin typeface="Arial" charset="0"/>
                <a:ea typeface="黑体" pitchFamily="49" charset="-122"/>
              </a:rPr>
              <a:t>码</a:t>
            </a:r>
          </a:p>
        </p:txBody>
      </p:sp>
      <p:sp>
        <p:nvSpPr>
          <p:cNvPr id="278544" name="Text Box 16"/>
          <p:cNvSpPr txBox="1">
            <a:spLocks noChangeArrowheads="1"/>
          </p:cNvSpPr>
          <p:nvPr/>
        </p:nvSpPr>
        <p:spPr bwMode="auto">
          <a:xfrm>
            <a:off x="6662009" y="2430041"/>
            <a:ext cx="178266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400" b="1">
                <a:solidFill>
                  <a:srgbClr val="000099"/>
                </a:solidFill>
                <a:latin typeface="Arial" charset="0"/>
                <a:ea typeface="黑体" pitchFamily="49" charset="-122"/>
              </a:rPr>
              <a:t>非 </a:t>
            </a:r>
            <a:r>
              <a:rPr kumimoji="1" lang="en-US" altLang="zh-CN" sz="2400" b="1">
                <a:solidFill>
                  <a:srgbClr val="000099"/>
                </a:solidFill>
                <a:latin typeface="Arial" charset="0"/>
                <a:ea typeface="黑体" pitchFamily="49" charset="-122"/>
              </a:rPr>
              <a:t>ASCII </a:t>
            </a:r>
            <a:r>
              <a:rPr kumimoji="1" lang="zh-CN" altLang="en-US" sz="2400" b="1">
                <a:solidFill>
                  <a:srgbClr val="000099"/>
                </a:solidFill>
                <a:latin typeface="Arial" charset="0"/>
                <a:ea typeface="黑体" pitchFamily="49" charset="-122"/>
              </a:rPr>
              <a:t>码</a:t>
            </a:r>
          </a:p>
        </p:txBody>
      </p:sp>
      <p:sp>
        <p:nvSpPr>
          <p:cNvPr id="278545" name="Rectangle 17"/>
          <p:cNvSpPr>
            <a:spLocks noChangeArrowheads="1"/>
          </p:cNvSpPr>
          <p:nvPr/>
        </p:nvSpPr>
        <p:spPr bwMode="auto">
          <a:xfrm>
            <a:off x="1301419" y="1772816"/>
            <a:ext cx="1047353" cy="477837"/>
          </a:xfrm>
          <a:prstGeom prst="rect">
            <a:avLst/>
          </a:prstGeom>
          <a:solidFill>
            <a:srgbClr val="FFFF99"/>
          </a:solidFill>
          <a:ln w="9525">
            <a:solidFill>
              <a:srgbClr val="333399"/>
            </a:solidFill>
            <a:miter lim="800000"/>
            <a:headEnd/>
            <a:tailEnd/>
          </a:ln>
          <a:effectLst>
            <a:outerShdw dist="45791" dir="2021404" algn="ctr" rotWithShape="0">
              <a:schemeClr val="bg2"/>
            </a:outerShdw>
          </a:effectLst>
        </p:spPr>
        <p:txBody>
          <a:bodyPr wrap="none" anchor="ctr"/>
          <a:lstStyle/>
          <a:p>
            <a:pPr algn="ctr" eaLnBrk="1" hangingPunct="1"/>
            <a:r>
              <a:rPr kumimoji="1" lang="zh-CN" altLang="en-US" b="1">
                <a:solidFill>
                  <a:srgbClr val="000099"/>
                </a:solidFill>
                <a:latin typeface="Arial" charset="0"/>
                <a:ea typeface="黑体" pitchFamily="49" charset="-122"/>
              </a:rPr>
              <a:t>用户</a:t>
            </a:r>
          </a:p>
        </p:txBody>
      </p:sp>
      <p:sp>
        <p:nvSpPr>
          <p:cNvPr id="278546" name="Rectangle 18"/>
          <p:cNvSpPr>
            <a:spLocks noChangeArrowheads="1"/>
          </p:cNvSpPr>
          <p:nvPr/>
        </p:nvSpPr>
        <p:spPr bwMode="auto">
          <a:xfrm>
            <a:off x="7821148" y="1772816"/>
            <a:ext cx="1047354" cy="477837"/>
          </a:xfrm>
          <a:prstGeom prst="rect">
            <a:avLst/>
          </a:prstGeom>
          <a:solidFill>
            <a:srgbClr val="FFFF99"/>
          </a:solidFill>
          <a:ln w="9525">
            <a:solidFill>
              <a:srgbClr val="333399"/>
            </a:solidFill>
            <a:miter lim="800000"/>
            <a:headEnd/>
            <a:tailEnd/>
          </a:ln>
          <a:effectLst>
            <a:outerShdw dist="45791" dir="2021404" algn="ctr" rotWithShape="0">
              <a:schemeClr val="bg2"/>
            </a:outerShdw>
          </a:effectLst>
        </p:spPr>
        <p:txBody>
          <a:bodyPr wrap="none" anchor="ctr"/>
          <a:lstStyle/>
          <a:p>
            <a:pPr algn="ctr" eaLnBrk="1" hangingPunct="1"/>
            <a:r>
              <a:rPr kumimoji="1" lang="zh-CN" altLang="en-US" b="1">
                <a:solidFill>
                  <a:srgbClr val="000099"/>
                </a:solidFill>
                <a:latin typeface="Arial" charset="0"/>
                <a:ea typeface="黑体" pitchFamily="49" charset="-122"/>
              </a:rPr>
              <a:t>用户</a:t>
            </a:r>
          </a:p>
        </p:txBody>
      </p:sp>
    </p:spTree>
    <p:extLst>
      <p:ext uri="{BB962C8B-B14F-4D97-AF65-F5344CB8AC3E}">
        <p14:creationId xmlns:p14="http://schemas.microsoft.com/office/powerpoint/2010/main" val="212257707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8" name="Rectangle 2"/>
          <p:cNvSpPr>
            <a:spLocks noGrp="1" noChangeArrowheads="1"/>
          </p:cNvSpPr>
          <p:nvPr>
            <p:ph type="title"/>
          </p:nvPr>
        </p:nvSpPr>
        <p:spPr/>
        <p:txBody>
          <a:bodyPr/>
          <a:lstStyle/>
          <a:p>
            <a:pPr algn="ctr" eaLnBrk="1" hangingPunct="1"/>
            <a:r>
              <a:rPr lang="en-US" altLang="zh-CN" sz="4800">
                <a:ea typeface="黑体" pitchFamily="49" charset="-122"/>
              </a:rPr>
              <a:t>MIME </a:t>
            </a:r>
            <a:r>
              <a:rPr lang="zh-CN" altLang="en-US" sz="4800">
                <a:ea typeface="黑体" pitchFamily="49" charset="-122"/>
              </a:rPr>
              <a:t>主要包括三个部分 </a:t>
            </a:r>
          </a:p>
        </p:txBody>
      </p:sp>
      <p:sp>
        <p:nvSpPr>
          <p:cNvPr id="1181699" name="Rectangle 3"/>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r>
              <a:rPr lang="en-US" altLang="zh-CN" dirty="0">
                <a:ea typeface="黑体" pitchFamily="49" charset="-122"/>
              </a:rPr>
              <a:t>5 </a:t>
            </a:r>
            <a:r>
              <a:rPr lang="zh-CN" altLang="en-US" dirty="0">
                <a:ea typeface="黑体" pitchFamily="49" charset="-122"/>
              </a:rPr>
              <a:t>个新的邮件</a:t>
            </a:r>
            <a:r>
              <a:rPr lang="zh-CN" altLang="en-US" dirty="0">
                <a:solidFill>
                  <a:srgbClr val="FF0000"/>
                </a:solidFill>
                <a:ea typeface="黑体" pitchFamily="49" charset="-122"/>
              </a:rPr>
              <a:t>首部字段，</a:t>
            </a:r>
            <a:r>
              <a:rPr lang="zh-CN" altLang="en-US" dirty="0">
                <a:ea typeface="黑体" pitchFamily="49" charset="-122"/>
              </a:rPr>
              <a:t>它们可包含在 </a:t>
            </a:r>
            <a:r>
              <a:rPr lang="en-US" altLang="zh-CN" dirty="0">
                <a:ea typeface="黑体" pitchFamily="49" charset="-122"/>
              </a:rPr>
              <a:t>[RFC 822] </a:t>
            </a:r>
            <a:r>
              <a:rPr lang="zh-CN" altLang="en-US" dirty="0">
                <a:ea typeface="黑体" pitchFamily="49" charset="-122"/>
              </a:rPr>
              <a:t>首部中。这些字段提供了有关邮件主体的信息。</a:t>
            </a:r>
          </a:p>
          <a:p>
            <a:r>
              <a:rPr lang="zh-CN" altLang="en-US" dirty="0">
                <a:ea typeface="黑体" pitchFamily="49" charset="-122"/>
              </a:rPr>
              <a:t>定义了许多邮件内容的</a:t>
            </a:r>
            <a:r>
              <a:rPr lang="zh-CN" altLang="en-US" dirty="0">
                <a:solidFill>
                  <a:srgbClr val="FF0000"/>
                </a:solidFill>
                <a:ea typeface="黑体" pitchFamily="49" charset="-122"/>
              </a:rPr>
              <a:t>格式，</a:t>
            </a:r>
            <a:r>
              <a:rPr lang="zh-CN" altLang="en-US" dirty="0">
                <a:ea typeface="黑体" pitchFamily="49" charset="-122"/>
              </a:rPr>
              <a:t>对多媒体电子邮件的表示方法进行了标准化。</a:t>
            </a:r>
          </a:p>
          <a:p>
            <a:r>
              <a:rPr lang="zh-CN" altLang="en-US" dirty="0">
                <a:ea typeface="黑体" pitchFamily="49" charset="-122"/>
              </a:rPr>
              <a:t>定义了</a:t>
            </a:r>
            <a:r>
              <a:rPr lang="zh-CN" altLang="en-US" dirty="0">
                <a:solidFill>
                  <a:srgbClr val="FF0000"/>
                </a:solidFill>
                <a:ea typeface="黑体" pitchFamily="49" charset="-122"/>
              </a:rPr>
              <a:t>传送编码，</a:t>
            </a:r>
            <a:r>
              <a:rPr lang="zh-CN" altLang="en-US" dirty="0">
                <a:ea typeface="黑体" pitchFamily="49" charset="-122"/>
              </a:rPr>
              <a:t>可对任何内容格式进行转换，而不会被邮件系统改变。</a:t>
            </a:r>
          </a:p>
        </p:txBody>
      </p:sp>
    </p:spTree>
    <p:extLst>
      <p:ext uri="{BB962C8B-B14F-4D97-AF65-F5344CB8AC3E}">
        <p14:creationId xmlns:p14="http://schemas.microsoft.com/office/powerpoint/2010/main" val="45163519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6" name="Rectangle 2"/>
          <p:cNvSpPr>
            <a:spLocks noChangeArrowheads="1"/>
          </p:cNvSpPr>
          <p:nvPr/>
        </p:nvSpPr>
        <p:spPr bwMode="auto">
          <a:xfrm>
            <a:off x="0"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lang="zh-CN" altLang="en-US"/>
          </a:p>
        </p:txBody>
      </p:sp>
      <p:sp>
        <p:nvSpPr>
          <p:cNvPr id="282627" name="Rectangle 3"/>
          <p:cNvSpPr>
            <a:spLocks noChangeArrowheads="1"/>
          </p:cNvSpPr>
          <p:nvPr/>
        </p:nvSpPr>
        <p:spPr bwMode="auto">
          <a:xfrm>
            <a:off x="0" y="3007668"/>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lang="zh-CN" altLang="en-US"/>
          </a:p>
        </p:txBody>
      </p:sp>
      <p:sp>
        <p:nvSpPr>
          <p:cNvPr id="282628" name="Rectangle 4"/>
          <p:cNvSpPr>
            <a:spLocks noChangeArrowheads="1"/>
          </p:cNvSpPr>
          <p:nvPr/>
        </p:nvSpPr>
        <p:spPr bwMode="auto">
          <a:xfrm>
            <a:off x="0"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lang="zh-CN" altLang="en-US"/>
          </a:p>
        </p:txBody>
      </p:sp>
      <p:sp>
        <p:nvSpPr>
          <p:cNvPr id="282629" name="Rectangle 5"/>
          <p:cNvSpPr>
            <a:spLocks noChangeArrowheads="1"/>
          </p:cNvSpPr>
          <p:nvPr/>
        </p:nvSpPr>
        <p:spPr bwMode="auto">
          <a:xfrm>
            <a:off x="0" y="3012431"/>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lang="zh-CN" altLang="en-US"/>
          </a:p>
        </p:txBody>
      </p:sp>
      <p:sp>
        <p:nvSpPr>
          <p:cNvPr id="282630" name="Rectangle 6"/>
          <p:cNvSpPr>
            <a:spLocks noGrp="1" noChangeArrowheads="1"/>
          </p:cNvSpPr>
          <p:nvPr>
            <p:ph type="title"/>
          </p:nvPr>
        </p:nvSpPr>
        <p:spPr/>
        <p:txBody>
          <a:bodyPr/>
          <a:lstStyle/>
          <a:p>
            <a:pPr algn="ctr" eaLnBrk="1" hangingPunct="1"/>
            <a:r>
              <a:rPr lang="en-US" altLang="zh-CN" dirty="0">
                <a:ea typeface="黑体" pitchFamily="49" charset="-122"/>
              </a:rPr>
              <a:t>MIME </a:t>
            </a:r>
            <a:r>
              <a:rPr lang="zh-CN" altLang="en-US" dirty="0">
                <a:ea typeface="黑体" pitchFamily="49" charset="-122"/>
              </a:rPr>
              <a:t>增加 </a:t>
            </a:r>
            <a:r>
              <a:rPr lang="en-US" altLang="zh-CN" dirty="0">
                <a:ea typeface="黑体" pitchFamily="49" charset="-122"/>
              </a:rPr>
              <a:t>5 </a:t>
            </a:r>
            <a:r>
              <a:rPr lang="zh-CN" altLang="en-US" dirty="0">
                <a:ea typeface="黑体" pitchFamily="49" charset="-122"/>
              </a:rPr>
              <a:t>个新的邮件首部 </a:t>
            </a:r>
          </a:p>
        </p:txBody>
      </p:sp>
      <p:sp>
        <p:nvSpPr>
          <p:cNvPr id="282631" name="Rectangle 7"/>
          <p:cNvSpPr>
            <a:spLocks noGrp="1" noChangeArrowheads="1"/>
          </p:cNvSpPr>
          <p:nvPr>
            <p:ph idx="1"/>
          </p:nvPr>
        </p:nvSpPr>
        <p:spPr/>
        <p:txBody>
          <a:bodyPr/>
          <a:lstStyle/>
          <a:p>
            <a:pPr algn="just" eaLnBrk="1" hangingPunct="1"/>
            <a:r>
              <a:rPr lang="en-US" altLang="zh-CN" dirty="0">
                <a:solidFill>
                  <a:srgbClr val="FF0000"/>
                </a:solidFill>
                <a:ea typeface="黑体" pitchFamily="49" charset="-122"/>
              </a:rPr>
              <a:t>MIME-Version</a:t>
            </a:r>
            <a:r>
              <a:rPr lang="zh-CN" altLang="en-US" dirty="0">
                <a:solidFill>
                  <a:srgbClr val="FF0000"/>
                </a:solidFill>
                <a:ea typeface="黑体" pitchFamily="49" charset="-122"/>
              </a:rPr>
              <a:t>：</a:t>
            </a:r>
            <a:r>
              <a:rPr lang="zh-CN" altLang="en-US" dirty="0">
                <a:ea typeface="黑体" pitchFamily="49" charset="-122"/>
              </a:rPr>
              <a:t>标志 </a:t>
            </a:r>
            <a:r>
              <a:rPr lang="en-US" altLang="zh-CN" dirty="0">
                <a:ea typeface="黑体" pitchFamily="49" charset="-122"/>
              </a:rPr>
              <a:t>MIME </a:t>
            </a:r>
            <a:r>
              <a:rPr lang="zh-CN" altLang="en-US" dirty="0">
                <a:ea typeface="黑体" pitchFamily="49" charset="-122"/>
              </a:rPr>
              <a:t>的版本。现在的版本号是 </a:t>
            </a:r>
            <a:r>
              <a:rPr lang="en-US" altLang="zh-CN" dirty="0">
                <a:ea typeface="黑体" pitchFamily="49" charset="-122"/>
              </a:rPr>
              <a:t>1.0</a:t>
            </a:r>
            <a:r>
              <a:rPr lang="zh-CN" altLang="en-US" dirty="0">
                <a:ea typeface="黑体" pitchFamily="49" charset="-122"/>
              </a:rPr>
              <a:t>。若无此行，则为英文文本。</a:t>
            </a:r>
          </a:p>
          <a:p>
            <a:pPr algn="just" eaLnBrk="1" hangingPunct="1"/>
            <a:r>
              <a:rPr lang="en-US" altLang="zh-CN" dirty="0">
                <a:solidFill>
                  <a:srgbClr val="FF0000"/>
                </a:solidFill>
                <a:ea typeface="黑体" pitchFamily="49" charset="-122"/>
              </a:rPr>
              <a:t>Content-Description</a:t>
            </a:r>
            <a:r>
              <a:rPr lang="zh-CN" altLang="en-US" dirty="0">
                <a:solidFill>
                  <a:srgbClr val="FF0000"/>
                </a:solidFill>
                <a:ea typeface="黑体" pitchFamily="49" charset="-122"/>
              </a:rPr>
              <a:t>：</a:t>
            </a:r>
            <a:r>
              <a:rPr lang="zh-CN" altLang="en-US" dirty="0">
                <a:ea typeface="黑体" pitchFamily="49" charset="-122"/>
              </a:rPr>
              <a:t>这是可读字符串，说明此邮件是什么。和邮件的主题差不多。</a:t>
            </a:r>
          </a:p>
          <a:p>
            <a:pPr algn="just" eaLnBrk="1" hangingPunct="1"/>
            <a:r>
              <a:rPr lang="en-US" altLang="zh-CN" dirty="0">
                <a:solidFill>
                  <a:srgbClr val="FF0000"/>
                </a:solidFill>
                <a:ea typeface="黑体" pitchFamily="49" charset="-122"/>
              </a:rPr>
              <a:t>Content-Id</a:t>
            </a:r>
            <a:r>
              <a:rPr lang="zh-CN" altLang="en-US" dirty="0">
                <a:solidFill>
                  <a:srgbClr val="FF0000"/>
                </a:solidFill>
                <a:ea typeface="黑体" pitchFamily="49" charset="-122"/>
              </a:rPr>
              <a:t>：</a:t>
            </a:r>
            <a:r>
              <a:rPr lang="zh-CN" altLang="en-US" dirty="0">
                <a:ea typeface="黑体" pitchFamily="49" charset="-122"/>
              </a:rPr>
              <a:t>邮件的唯一标识符。 </a:t>
            </a:r>
          </a:p>
          <a:p>
            <a:pPr eaLnBrk="1" hangingPunct="1"/>
            <a:r>
              <a:rPr lang="en-US" altLang="zh-CN" dirty="0">
                <a:solidFill>
                  <a:srgbClr val="FF0000"/>
                </a:solidFill>
                <a:ea typeface="黑体" pitchFamily="49" charset="-122"/>
              </a:rPr>
              <a:t>Content-Transfer-Encoding</a:t>
            </a:r>
            <a:r>
              <a:rPr lang="zh-CN" altLang="en-US" dirty="0">
                <a:solidFill>
                  <a:srgbClr val="FF0000"/>
                </a:solidFill>
                <a:ea typeface="黑体" pitchFamily="49" charset="-122"/>
              </a:rPr>
              <a:t>：</a:t>
            </a:r>
            <a:r>
              <a:rPr lang="zh-CN" altLang="en-US" dirty="0">
                <a:ea typeface="黑体" pitchFamily="49" charset="-122"/>
              </a:rPr>
              <a:t>在传送时邮件的主体是如何编码的。</a:t>
            </a:r>
          </a:p>
          <a:p>
            <a:pPr eaLnBrk="1" hangingPunct="1"/>
            <a:r>
              <a:rPr lang="en-US" altLang="zh-CN" dirty="0">
                <a:solidFill>
                  <a:srgbClr val="FF0000"/>
                </a:solidFill>
                <a:ea typeface="黑体" pitchFamily="49" charset="-122"/>
              </a:rPr>
              <a:t>Content-Type</a:t>
            </a:r>
            <a:r>
              <a:rPr lang="zh-CN" altLang="en-US" dirty="0">
                <a:solidFill>
                  <a:srgbClr val="FF0000"/>
                </a:solidFill>
                <a:ea typeface="黑体" pitchFamily="49" charset="-122"/>
              </a:rPr>
              <a:t>：</a:t>
            </a:r>
            <a:r>
              <a:rPr lang="zh-CN" altLang="en-US" dirty="0">
                <a:ea typeface="黑体" pitchFamily="49" charset="-122"/>
              </a:rPr>
              <a:t>说明邮件的性质。 </a:t>
            </a:r>
          </a:p>
        </p:txBody>
      </p:sp>
      <p:sp>
        <p:nvSpPr>
          <p:cNvPr id="282632" name="Rectangle 8"/>
          <p:cNvSpPr>
            <a:spLocks noChangeArrowheads="1"/>
          </p:cNvSpPr>
          <p:nvPr/>
        </p:nvSpPr>
        <p:spPr bwMode="auto">
          <a:xfrm>
            <a:off x="0" y="3031481"/>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lang="zh-CN" altLang="en-US"/>
          </a:p>
        </p:txBody>
      </p:sp>
      <p:sp>
        <p:nvSpPr>
          <p:cNvPr id="282633" name="Rectangle 9"/>
          <p:cNvSpPr>
            <a:spLocks noChangeArrowheads="1"/>
          </p:cNvSpPr>
          <p:nvPr/>
        </p:nvSpPr>
        <p:spPr bwMode="auto">
          <a:xfrm>
            <a:off x="0"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lang="zh-CN" altLang="en-US"/>
          </a:p>
        </p:txBody>
      </p:sp>
    </p:spTree>
    <p:extLst>
      <p:ext uri="{BB962C8B-B14F-4D97-AF65-F5344CB8AC3E}">
        <p14:creationId xmlns:p14="http://schemas.microsoft.com/office/powerpoint/2010/main" val="153168722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4" name="Rectangle 2"/>
          <p:cNvSpPr>
            <a:spLocks noChangeArrowheads="1"/>
          </p:cNvSpPr>
          <p:nvPr/>
        </p:nvSpPr>
        <p:spPr bwMode="auto">
          <a:xfrm>
            <a:off x="0"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lang="zh-CN" altLang="en-US"/>
          </a:p>
        </p:txBody>
      </p:sp>
      <p:sp>
        <p:nvSpPr>
          <p:cNvPr id="284675" name="Rectangle 3"/>
          <p:cNvSpPr>
            <a:spLocks noChangeArrowheads="1"/>
          </p:cNvSpPr>
          <p:nvPr/>
        </p:nvSpPr>
        <p:spPr bwMode="auto">
          <a:xfrm>
            <a:off x="0" y="3007668"/>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lang="zh-CN" altLang="en-US"/>
          </a:p>
        </p:txBody>
      </p:sp>
      <p:sp>
        <p:nvSpPr>
          <p:cNvPr id="284676" name="Rectangle 4"/>
          <p:cNvSpPr>
            <a:spLocks noChangeArrowheads="1"/>
          </p:cNvSpPr>
          <p:nvPr/>
        </p:nvSpPr>
        <p:spPr bwMode="auto">
          <a:xfrm>
            <a:off x="0"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lang="zh-CN" altLang="en-US"/>
          </a:p>
        </p:txBody>
      </p:sp>
      <p:sp>
        <p:nvSpPr>
          <p:cNvPr id="284677" name="Rectangle 5"/>
          <p:cNvSpPr>
            <a:spLocks noChangeArrowheads="1"/>
          </p:cNvSpPr>
          <p:nvPr/>
        </p:nvSpPr>
        <p:spPr bwMode="auto">
          <a:xfrm>
            <a:off x="0" y="3012431"/>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lang="zh-CN" altLang="en-US"/>
          </a:p>
        </p:txBody>
      </p:sp>
      <p:sp>
        <p:nvSpPr>
          <p:cNvPr id="284678" name="Rectangle 6"/>
          <p:cNvSpPr>
            <a:spLocks noGrp="1" noChangeArrowheads="1"/>
          </p:cNvSpPr>
          <p:nvPr>
            <p:ph type="title"/>
          </p:nvPr>
        </p:nvSpPr>
        <p:spPr>
          <a:xfrm>
            <a:off x="496800" y="188640"/>
            <a:ext cx="9064800" cy="1512168"/>
          </a:xfrm>
        </p:spPr>
        <p:txBody>
          <a:bodyPr/>
          <a:lstStyle/>
          <a:p>
            <a:pPr eaLnBrk="1" hangingPunct="1"/>
            <a:r>
              <a:rPr lang="en-US" altLang="zh-CN" dirty="0">
                <a:ea typeface="黑体" pitchFamily="49" charset="-122"/>
              </a:rPr>
              <a:t>2.  </a:t>
            </a:r>
            <a:r>
              <a:rPr lang="zh-CN" altLang="en-US" dirty="0">
                <a:ea typeface="黑体" pitchFamily="49" charset="-122"/>
              </a:rPr>
              <a:t>内容传送编码</a:t>
            </a:r>
            <a:br>
              <a:rPr lang="zh-CN" altLang="en-US" dirty="0">
                <a:ea typeface="黑体" pitchFamily="49" charset="-122"/>
              </a:rPr>
            </a:br>
            <a:r>
              <a:rPr lang="en-US" altLang="zh-CN" dirty="0">
                <a:ea typeface="黑体" pitchFamily="49" charset="-122"/>
              </a:rPr>
              <a:t>(Content-Transfer-Encoding) </a:t>
            </a:r>
          </a:p>
        </p:txBody>
      </p:sp>
      <p:sp>
        <p:nvSpPr>
          <p:cNvPr id="1185799" name="Rectangle 7"/>
          <p:cNvSpPr>
            <a:spLocks noGrp="1" noChangeArrowheads="1"/>
          </p:cNvSpPr>
          <p:nvPr>
            <p:ph idx="1"/>
          </p:nvPr>
        </p:nvSpPr>
        <p:spPr>
          <a:xfrm>
            <a:off x="496800" y="1772816"/>
            <a:ext cx="9064800" cy="4357984"/>
          </a:xfrm>
        </p:spPr>
        <p:txBody>
          <a:bodyPr/>
          <a:lstStyle/>
          <a:p>
            <a:pPr algn="just" eaLnBrk="1" hangingPunct="1">
              <a:defRPr/>
            </a:pPr>
            <a:r>
              <a:rPr lang="zh-CN" altLang="en-US" dirty="0"/>
              <a:t>最简单的编码就是 </a:t>
            </a:r>
            <a:r>
              <a:rPr lang="en-US" altLang="zh-CN" dirty="0"/>
              <a:t>7 </a:t>
            </a:r>
            <a:r>
              <a:rPr lang="zh-CN" altLang="en-US" dirty="0"/>
              <a:t>位 </a:t>
            </a:r>
            <a:r>
              <a:rPr lang="en-US" altLang="zh-CN" dirty="0"/>
              <a:t>ASCII </a:t>
            </a:r>
            <a:r>
              <a:rPr lang="zh-CN" altLang="en-US" dirty="0"/>
              <a:t>码，而每行不能超过 </a:t>
            </a:r>
            <a:r>
              <a:rPr lang="en-US" altLang="zh-CN" dirty="0"/>
              <a:t>1000 </a:t>
            </a:r>
            <a:r>
              <a:rPr lang="zh-CN" altLang="en-US" dirty="0"/>
              <a:t>个字符。</a:t>
            </a:r>
            <a:r>
              <a:rPr lang="en-US" altLang="zh-CN" dirty="0"/>
              <a:t>MIME </a:t>
            </a:r>
            <a:r>
              <a:rPr lang="zh-CN" altLang="en-US" dirty="0"/>
              <a:t>对这种由 </a:t>
            </a:r>
            <a:r>
              <a:rPr lang="en-US" altLang="zh-CN" dirty="0"/>
              <a:t>ASCII </a:t>
            </a:r>
            <a:r>
              <a:rPr lang="zh-CN" altLang="en-US" dirty="0"/>
              <a:t>码构成的邮件主体不进行任何转换。 </a:t>
            </a:r>
          </a:p>
          <a:p>
            <a:pPr algn="just" eaLnBrk="1" hangingPunct="1">
              <a:defRPr/>
            </a:pPr>
            <a:r>
              <a:rPr lang="zh-CN" altLang="en-US" dirty="0"/>
              <a:t>另一种编码称为 </a:t>
            </a:r>
            <a:r>
              <a:rPr lang="en-US" altLang="zh-CN" dirty="0"/>
              <a:t>quoted-printable</a:t>
            </a:r>
            <a:r>
              <a:rPr lang="zh-CN" altLang="en-US" dirty="0"/>
              <a:t>，这种编码方法适用于当所传送的数据中只有少量的非 </a:t>
            </a:r>
            <a:r>
              <a:rPr lang="en-US" altLang="zh-CN" dirty="0"/>
              <a:t>ASCII </a:t>
            </a:r>
            <a:r>
              <a:rPr lang="zh-CN" altLang="en-US" dirty="0"/>
              <a:t>码。</a:t>
            </a:r>
          </a:p>
          <a:p>
            <a:pPr algn="just" eaLnBrk="1" hangingPunct="1">
              <a:defRPr/>
            </a:pPr>
            <a:r>
              <a:rPr lang="zh-CN" altLang="en-US" dirty="0"/>
              <a:t>对于任意的二进制文件，可用 </a:t>
            </a:r>
            <a:r>
              <a:rPr lang="en-US" altLang="zh-CN" dirty="0"/>
              <a:t>base64 </a:t>
            </a:r>
            <a:r>
              <a:rPr lang="zh-CN" altLang="en-US" dirty="0"/>
              <a:t>编码。  </a:t>
            </a:r>
          </a:p>
        </p:txBody>
      </p:sp>
      <p:sp>
        <p:nvSpPr>
          <p:cNvPr id="284680" name="Rectangle 8"/>
          <p:cNvSpPr>
            <a:spLocks noChangeArrowheads="1"/>
          </p:cNvSpPr>
          <p:nvPr/>
        </p:nvSpPr>
        <p:spPr bwMode="auto">
          <a:xfrm>
            <a:off x="0" y="3031481"/>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lang="zh-CN" altLang="en-US"/>
          </a:p>
        </p:txBody>
      </p:sp>
      <p:sp>
        <p:nvSpPr>
          <p:cNvPr id="284681" name="Rectangle 9"/>
          <p:cNvSpPr>
            <a:spLocks noChangeArrowheads="1"/>
          </p:cNvSpPr>
          <p:nvPr/>
        </p:nvSpPr>
        <p:spPr bwMode="auto">
          <a:xfrm>
            <a:off x="0"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lang="zh-CN" altLang="en-US"/>
          </a:p>
        </p:txBody>
      </p:sp>
    </p:spTree>
    <p:extLst>
      <p:ext uri="{BB962C8B-B14F-4D97-AF65-F5344CB8AC3E}">
        <p14:creationId xmlns:p14="http://schemas.microsoft.com/office/powerpoint/2010/main" val="423598780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22" name="Rectangle 2"/>
          <p:cNvSpPr>
            <a:spLocks noGrp="1" noChangeArrowheads="1"/>
          </p:cNvSpPr>
          <p:nvPr>
            <p:ph type="title"/>
          </p:nvPr>
        </p:nvSpPr>
        <p:spPr/>
        <p:txBody>
          <a:bodyPr/>
          <a:lstStyle/>
          <a:p>
            <a:pPr eaLnBrk="1" hangingPunct="1"/>
            <a:r>
              <a:rPr lang="en-US" altLang="zh-CN" dirty="0">
                <a:ea typeface="黑体" pitchFamily="49" charset="-122"/>
              </a:rPr>
              <a:t>3.  </a:t>
            </a:r>
            <a:r>
              <a:rPr lang="zh-CN" altLang="en-US" dirty="0">
                <a:ea typeface="黑体" pitchFamily="49" charset="-122"/>
              </a:rPr>
              <a:t>内容类型 </a:t>
            </a:r>
          </a:p>
        </p:txBody>
      </p:sp>
      <p:sp>
        <p:nvSpPr>
          <p:cNvPr id="1187843" name="Rectangle 3"/>
          <p:cNvSpPr>
            <a:spLocks noGrp="1" noChangeArrowheads="1"/>
          </p:cNvSpPr>
          <p:nvPr>
            <p:ph idx="1"/>
          </p:nvPr>
        </p:nvSpPr>
        <p:spPr/>
        <p:txBody>
          <a:bodyPr/>
          <a:lstStyle/>
          <a:p>
            <a:pPr algn="just" eaLnBrk="1" hangingPunct="1"/>
            <a:r>
              <a:rPr lang="en-US" altLang="zh-CN" dirty="0">
                <a:ea typeface="黑体" pitchFamily="49" charset="-122"/>
              </a:rPr>
              <a:t>MIME </a:t>
            </a:r>
            <a:r>
              <a:rPr lang="zh-CN" altLang="en-US" dirty="0">
                <a:ea typeface="黑体" pitchFamily="49" charset="-122"/>
              </a:rPr>
              <a:t>着标准规定 </a:t>
            </a:r>
            <a:r>
              <a:rPr lang="en-US" altLang="zh-CN" dirty="0">
                <a:ea typeface="黑体" pitchFamily="49" charset="-122"/>
              </a:rPr>
              <a:t>Content-Type </a:t>
            </a:r>
            <a:r>
              <a:rPr lang="zh-CN" altLang="en-US" dirty="0">
                <a:ea typeface="黑体" pitchFamily="49" charset="-122"/>
              </a:rPr>
              <a:t>说明必须含有两个标识符，即内容类型</a:t>
            </a:r>
            <a:r>
              <a:rPr lang="en-US" altLang="zh-CN" dirty="0">
                <a:ea typeface="黑体" pitchFamily="49" charset="-122"/>
              </a:rPr>
              <a:t>(type)</a:t>
            </a:r>
            <a:r>
              <a:rPr lang="zh-CN" altLang="en-US" dirty="0">
                <a:ea typeface="黑体" pitchFamily="49" charset="-122"/>
              </a:rPr>
              <a:t>和子类型</a:t>
            </a:r>
            <a:r>
              <a:rPr lang="en-US" altLang="zh-CN" dirty="0">
                <a:ea typeface="黑体" pitchFamily="49" charset="-122"/>
              </a:rPr>
              <a:t>(subtype)</a:t>
            </a:r>
            <a:r>
              <a:rPr lang="zh-CN" altLang="en-US" dirty="0">
                <a:ea typeface="黑体" pitchFamily="49" charset="-122"/>
              </a:rPr>
              <a:t>，中间用“</a:t>
            </a:r>
            <a:r>
              <a:rPr lang="en-US" altLang="zh-CN" dirty="0">
                <a:ea typeface="黑体" pitchFamily="49" charset="-122"/>
              </a:rPr>
              <a:t>/”</a:t>
            </a:r>
            <a:r>
              <a:rPr lang="zh-CN" altLang="en-US" dirty="0">
                <a:ea typeface="黑体" pitchFamily="49" charset="-122"/>
              </a:rPr>
              <a:t>分开。 </a:t>
            </a:r>
          </a:p>
          <a:p>
            <a:pPr algn="just" eaLnBrk="1" hangingPunct="1"/>
            <a:r>
              <a:rPr lang="en-US" altLang="zh-CN" dirty="0">
                <a:ea typeface="黑体" pitchFamily="49" charset="-122"/>
              </a:rPr>
              <a:t>MIME </a:t>
            </a:r>
            <a:r>
              <a:rPr lang="zh-CN" altLang="en-US" dirty="0">
                <a:ea typeface="黑体" pitchFamily="49" charset="-122"/>
              </a:rPr>
              <a:t>标准定义了 </a:t>
            </a:r>
            <a:r>
              <a:rPr lang="en-US" altLang="zh-CN" dirty="0">
                <a:ea typeface="黑体" pitchFamily="49" charset="-122"/>
              </a:rPr>
              <a:t>7 </a:t>
            </a:r>
            <a:r>
              <a:rPr lang="zh-CN" altLang="en-US" dirty="0">
                <a:ea typeface="黑体" pitchFamily="49" charset="-122"/>
              </a:rPr>
              <a:t>个基本内容类型和 </a:t>
            </a:r>
            <a:r>
              <a:rPr lang="en-US" altLang="zh-CN" dirty="0">
                <a:ea typeface="黑体" pitchFamily="49" charset="-122"/>
              </a:rPr>
              <a:t>15 </a:t>
            </a:r>
            <a:r>
              <a:rPr lang="zh-CN" altLang="en-US" dirty="0">
                <a:ea typeface="黑体" pitchFamily="49" charset="-122"/>
              </a:rPr>
              <a:t>种子类型。 </a:t>
            </a:r>
          </a:p>
        </p:txBody>
      </p:sp>
    </p:spTree>
    <p:extLst>
      <p:ext uri="{BB962C8B-B14F-4D97-AF65-F5344CB8AC3E}">
        <p14:creationId xmlns:p14="http://schemas.microsoft.com/office/powerpoint/2010/main" val="302532414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96800" y="188640"/>
            <a:ext cx="8632664" cy="792000"/>
          </a:xfrm>
        </p:spPr>
        <p:txBody>
          <a:bodyPr/>
          <a:lstStyle/>
          <a:p>
            <a:pPr algn="ctr"/>
            <a:r>
              <a:rPr lang="en-US" altLang="zh-CN" sz="3200" dirty="0"/>
              <a:t>MIME Content-Type </a:t>
            </a:r>
            <a:r>
              <a:rPr lang="zh-CN" altLang="zh-CN" sz="3200" dirty="0"/>
              <a:t>说明中的类型及子类型</a:t>
            </a:r>
            <a:endParaRPr lang="zh-CN" altLang="en-US" sz="3200" dirty="0"/>
          </a:p>
        </p:txBody>
      </p:sp>
      <p:graphicFrame>
        <p:nvGraphicFramePr>
          <p:cNvPr id="5" name="内容占位符 4"/>
          <p:cNvGraphicFramePr>
            <a:graphicFrameLocks noGrp="1"/>
          </p:cNvGraphicFramePr>
          <p:nvPr>
            <p:ph idx="1"/>
          </p:nvPr>
        </p:nvGraphicFramePr>
        <p:xfrm>
          <a:off x="496889" y="1412778"/>
          <a:ext cx="9294759" cy="4094272"/>
        </p:xfrm>
        <a:graphic>
          <a:graphicData uri="http://schemas.openxmlformats.org/drawingml/2006/table">
            <a:tbl>
              <a:tblPr firstRow="1" firstCol="1" bandRow="1" bandCol="1"/>
              <a:tblGrid>
                <a:gridCol w="2688105">
                  <a:extLst>
                    <a:ext uri="{9D8B030D-6E8A-4147-A177-3AD203B41FA5}">
                      <a16:colId xmlns:a16="http://schemas.microsoft.com/office/drawing/2014/main" val="20000"/>
                    </a:ext>
                  </a:extLst>
                </a:gridCol>
                <a:gridCol w="3345869">
                  <a:extLst>
                    <a:ext uri="{9D8B030D-6E8A-4147-A177-3AD203B41FA5}">
                      <a16:colId xmlns:a16="http://schemas.microsoft.com/office/drawing/2014/main" val="20001"/>
                    </a:ext>
                  </a:extLst>
                </a:gridCol>
                <a:gridCol w="3260785">
                  <a:extLst>
                    <a:ext uri="{9D8B030D-6E8A-4147-A177-3AD203B41FA5}">
                      <a16:colId xmlns:a16="http://schemas.microsoft.com/office/drawing/2014/main" val="20002"/>
                    </a:ext>
                  </a:extLst>
                </a:gridCol>
              </a:tblGrid>
              <a:tr h="576062">
                <a:tc>
                  <a:txBody>
                    <a:bodyPr/>
                    <a:lstStyle/>
                    <a:p>
                      <a:pPr algn="ctr" hangingPunct="0">
                        <a:lnSpc>
                          <a:spcPct val="100000"/>
                        </a:lnSpc>
                        <a:spcAft>
                          <a:spcPts val="0"/>
                        </a:spcAft>
                      </a:pPr>
                      <a:r>
                        <a:rPr lang="zh-CN" sz="2200" b="1" dirty="0">
                          <a:effectLst/>
                          <a:latin typeface="+mn-lt"/>
                          <a:ea typeface="+mn-ea"/>
                        </a:rPr>
                        <a:t>内容类型</a:t>
                      </a:r>
                    </a:p>
                  </a:txBody>
                  <a:tcPr marL="31190" marR="3119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66"/>
                    </a:solidFill>
                  </a:tcPr>
                </a:tc>
                <a:tc>
                  <a:txBody>
                    <a:bodyPr/>
                    <a:lstStyle/>
                    <a:p>
                      <a:pPr algn="ctr" hangingPunct="0">
                        <a:lnSpc>
                          <a:spcPct val="100000"/>
                        </a:lnSpc>
                        <a:spcAft>
                          <a:spcPts val="0"/>
                        </a:spcAft>
                      </a:pPr>
                      <a:r>
                        <a:rPr lang="zh-CN" sz="2200" b="1" dirty="0">
                          <a:effectLst/>
                          <a:latin typeface="+mn-lt"/>
                          <a:ea typeface="+mn-ea"/>
                        </a:rPr>
                        <a:t>子类型举例</a:t>
                      </a:r>
                    </a:p>
                  </a:txBody>
                  <a:tcPr marL="31190" marR="311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66"/>
                    </a:solidFill>
                  </a:tcPr>
                </a:tc>
                <a:tc>
                  <a:txBody>
                    <a:bodyPr/>
                    <a:lstStyle/>
                    <a:p>
                      <a:pPr algn="ctr" hangingPunct="0">
                        <a:lnSpc>
                          <a:spcPct val="100000"/>
                        </a:lnSpc>
                        <a:spcAft>
                          <a:spcPts val="0"/>
                        </a:spcAft>
                      </a:pPr>
                      <a:r>
                        <a:rPr lang="zh-CN" sz="2200" b="1" dirty="0">
                          <a:effectLst/>
                          <a:latin typeface="+mn-lt"/>
                          <a:ea typeface="+mn-ea"/>
                        </a:rPr>
                        <a:t>说明</a:t>
                      </a:r>
                    </a:p>
                  </a:txBody>
                  <a:tcPr marL="31190" marR="3119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66"/>
                    </a:solidFill>
                  </a:tcPr>
                </a:tc>
                <a:extLst>
                  <a:ext uri="{0D108BD9-81ED-4DB2-BD59-A6C34878D82A}">
                    <a16:rowId xmlns:a16="http://schemas.microsoft.com/office/drawing/2014/main" val="10000"/>
                  </a:ext>
                </a:extLst>
              </a:tr>
              <a:tr h="351821">
                <a:tc>
                  <a:txBody>
                    <a:bodyPr/>
                    <a:lstStyle/>
                    <a:p>
                      <a:pPr algn="ctr" hangingPunct="0">
                        <a:lnSpc>
                          <a:spcPct val="100000"/>
                        </a:lnSpc>
                        <a:spcAft>
                          <a:spcPts val="0"/>
                        </a:spcAft>
                      </a:pPr>
                      <a:r>
                        <a:rPr lang="en-US" sz="2200" b="1">
                          <a:effectLst/>
                          <a:latin typeface="+mn-lt"/>
                          <a:ea typeface="+mn-ea"/>
                        </a:rPr>
                        <a:t>text</a:t>
                      </a:r>
                      <a:r>
                        <a:rPr lang="zh-CN" sz="2200" b="1">
                          <a:effectLst/>
                          <a:latin typeface="+mn-lt"/>
                          <a:ea typeface="+mn-ea"/>
                        </a:rPr>
                        <a:t>（文本）</a:t>
                      </a:r>
                    </a:p>
                  </a:txBody>
                  <a:tcPr marL="31190" marR="3119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hangingPunct="0">
                        <a:lnSpc>
                          <a:spcPct val="100000"/>
                        </a:lnSpc>
                        <a:spcAft>
                          <a:spcPts val="0"/>
                        </a:spcAft>
                      </a:pPr>
                      <a:r>
                        <a:rPr lang="en-US" sz="2200" b="1" dirty="0">
                          <a:effectLst/>
                          <a:latin typeface="+mn-lt"/>
                          <a:ea typeface="+mn-ea"/>
                        </a:rPr>
                        <a:t>plain, html, xml, </a:t>
                      </a:r>
                      <a:r>
                        <a:rPr lang="en-US" sz="2200" b="1" dirty="0" err="1">
                          <a:effectLst/>
                          <a:latin typeface="+mn-lt"/>
                          <a:ea typeface="+mn-ea"/>
                        </a:rPr>
                        <a:t>css</a:t>
                      </a:r>
                      <a:endParaRPr lang="zh-CN" sz="2200" b="1" dirty="0">
                        <a:effectLst/>
                        <a:latin typeface="+mn-lt"/>
                        <a:ea typeface="+mn-ea"/>
                      </a:endParaRPr>
                    </a:p>
                  </a:txBody>
                  <a:tcPr marL="31190" marR="311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hangingPunct="0">
                        <a:lnSpc>
                          <a:spcPct val="100000"/>
                        </a:lnSpc>
                        <a:spcAft>
                          <a:spcPts val="0"/>
                        </a:spcAft>
                      </a:pPr>
                      <a:r>
                        <a:rPr lang="zh-CN" sz="2200" b="1">
                          <a:effectLst/>
                          <a:latin typeface="+mn-lt"/>
                          <a:ea typeface="+mn-ea"/>
                        </a:rPr>
                        <a:t>不同格式的文本</a:t>
                      </a:r>
                    </a:p>
                  </a:txBody>
                  <a:tcPr marL="31190" marR="31190" marT="0" marB="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51821">
                <a:tc>
                  <a:txBody>
                    <a:bodyPr/>
                    <a:lstStyle/>
                    <a:p>
                      <a:pPr algn="ctr" hangingPunct="0">
                        <a:lnSpc>
                          <a:spcPct val="100000"/>
                        </a:lnSpc>
                        <a:spcAft>
                          <a:spcPts val="0"/>
                        </a:spcAft>
                      </a:pPr>
                      <a:r>
                        <a:rPr lang="en-US" sz="2200" b="1">
                          <a:effectLst/>
                          <a:latin typeface="+mn-lt"/>
                          <a:ea typeface="+mn-ea"/>
                        </a:rPr>
                        <a:t>image</a:t>
                      </a:r>
                      <a:r>
                        <a:rPr lang="zh-CN" sz="2200" b="1">
                          <a:effectLst/>
                          <a:latin typeface="+mn-lt"/>
                          <a:ea typeface="+mn-ea"/>
                        </a:rPr>
                        <a:t>（图像）</a:t>
                      </a:r>
                    </a:p>
                  </a:txBody>
                  <a:tcPr marL="31190" marR="3119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hangingPunct="0">
                        <a:lnSpc>
                          <a:spcPct val="100000"/>
                        </a:lnSpc>
                        <a:spcAft>
                          <a:spcPts val="0"/>
                        </a:spcAft>
                      </a:pPr>
                      <a:r>
                        <a:rPr lang="en-US" sz="2200" b="1">
                          <a:effectLst/>
                          <a:latin typeface="+mn-lt"/>
                          <a:ea typeface="+mn-ea"/>
                        </a:rPr>
                        <a:t>gif, jpeg, tiff</a:t>
                      </a:r>
                      <a:endParaRPr lang="zh-CN" sz="2200" b="1">
                        <a:effectLst/>
                        <a:latin typeface="+mn-lt"/>
                        <a:ea typeface="+mn-ea"/>
                      </a:endParaRPr>
                    </a:p>
                  </a:txBody>
                  <a:tcPr marL="31190" marR="311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hangingPunct="0">
                        <a:lnSpc>
                          <a:spcPct val="100000"/>
                        </a:lnSpc>
                        <a:spcAft>
                          <a:spcPts val="0"/>
                        </a:spcAft>
                      </a:pPr>
                      <a:r>
                        <a:rPr lang="zh-CN" sz="2200" b="1">
                          <a:effectLst/>
                          <a:latin typeface="+mn-lt"/>
                          <a:ea typeface="+mn-ea"/>
                        </a:rPr>
                        <a:t>不同格式的静止图像</a:t>
                      </a:r>
                    </a:p>
                  </a:txBody>
                  <a:tcPr marL="31190" marR="31190" marT="0" marB="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51821">
                <a:tc>
                  <a:txBody>
                    <a:bodyPr/>
                    <a:lstStyle/>
                    <a:p>
                      <a:pPr algn="ctr" hangingPunct="0">
                        <a:lnSpc>
                          <a:spcPct val="100000"/>
                        </a:lnSpc>
                        <a:spcAft>
                          <a:spcPts val="0"/>
                        </a:spcAft>
                      </a:pPr>
                      <a:r>
                        <a:rPr lang="en-US" sz="2200" b="1">
                          <a:effectLst/>
                          <a:latin typeface="+mn-lt"/>
                          <a:ea typeface="+mn-ea"/>
                        </a:rPr>
                        <a:t>audio</a:t>
                      </a:r>
                      <a:r>
                        <a:rPr lang="zh-CN" sz="2200" b="1">
                          <a:effectLst/>
                          <a:latin typeface="+mn-lt"/>
                          <a:ea typeface="+mn-ea"/>
                        </a:rPr>
                        <a:t>（音频）</a:t>
                      </a:r>
                    </a:p>
                  </a:txBody>
                  <a:tcPr marL="31190" marR="31190"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hangingPunct="0">
                        <a:lnSpc>
                          <a:spcPct val="100000"/>
                        </a:lnSpc>
                        <a:spcAft>
                          <a:spcPts val="0"/>
                        </a:spcAft>
                      </a:pPr>
                      <a:r>
                        <a:rPr lang="en-US" sz="2200" b="1">
                          <a:effectLst/>
                          <a:latin typeface="+mn-lt"/>
                          <a:ea typeface="+mn-ea"/>
                        </a:rPr>
                        <a:t>basic, mpeg, mp4</a:t>
                      </a:r>
                      <a:endParaRPr lang="zh-CN" sz="2200" b="1">
                        <a:effectLst/>
                        <a:latin typeface="+mn-lt"/>
                        <a:ea typeface="+mn-ea"/>
                      </a:endParaRPr>
                    </a:p>
                  </a:txBody>
                  <a:tcPr marL="31190" marR="311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hangingPunct="0">
                        <a:lnSpc>
                          <a:spcPct val="100000"/>
                        </a:lnSpc>
                        <a:spcAft>
                          <a:spcPts val="0"/>
                        </a:spcAft>
                      </a:pPr>
                      <a:r>
                        <a:rPr lang="zh-CN" sz="2200" b="1">
                          <a:effectLst/>
                          <a:latin typeface="+mn-lt"/>
                          <a:ea typeface="+mn-ea"/>
                        </a:rPr>
                        <a:t>可听见的声音</a:t>
                      </a:r>
                    </a:p>
                  </a:txBody>
                  <a:tcPr marL="31190" marR="31190" marT="0" marB="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51821">
                <a:tc>
                  <a:txBody>
                    <a:bodyPr/>
                    <a:lstStyle/>
                    <a:p>
                      <a:pPr algn="ctr" hangingPunct="0">
                        <a:lnSpc>
                          <a:spcPct val="100000"/>
                        </a:lnSpc>
                        <a:spcAft>
                          <a:spcPts val="0"/>
                        </a:spcAft>
                      </a:pPr>
                      <a:r>
                        <a:rPr lang="en-US" sz="2200" b="1">
                          <a:effectLst/>
                          <a:latin typeface="+mn-lt"/>
                          <a:ea typeface="+mn-ea"/>
                        </a:rPr>
                        <a:t>video</a:t>
                      </a:r>
                      <a:r>
                        <a:rPr lang="zh-CN" sz="2200" b="1">
                          <a:effectLst/>
                          <a:latin typeface="+mn-lt"/>
                          <a:ea typeface="+mn-ea"/>
                        </a:rPr>
                        <a:t>（视频）</a:t>
                      </a:r>
                    </a:p>
                  </a:txBody>
                  <a:tcPr marL="31190" marR="31190"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hangingPunct="0">
                        <a:lnSpc>
                          <a:spcPct val="100000"/>
                        </a:lnSpc>
                        <a:spcAft>
                          <a:spcPts val="0"/>
                        </a:spcAft>
                      </a:pPr>
                      <a:r>
                        <a:rPr lang="en-US" sz="2200" b="1">
                          <a:effectLst/>
                          <a:latin typeface="+mn-lt"/>
                          <a:ea typeface="+mn-ea"/>
                        </a:rPr>
                        <a:t>mpeg, mp4, quicktime</a:t>
                      </a:r>
                      <a:endParaRPr lang="zh-CN" sz="2200" b="1">
                        <a:effectLst/>
                        <a:latin typeface="+mn-lt"/>
                        <a:ea typeface="+mn-ea"/>
                      </a:endParaRPr>
                    </a:p>
                  </a:txBody>
                  <a:tcPr marL="31190" marR="311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hangingPunct="0">
                        <a:lnSpc>
                          <a:spcPct val="100000"/>
                        </a:lnSpc>
                        <a:spcAft>
                          <a:spcPts val="0"/>
                        </a:spcAft>
                      </a:pPr>
                      <a:r>
                        <a:rPr lang="zh-CN" sz="2200" b="1" dirty="0">
                          <a:effectLst/>
                          <a:latin typeface="+mn-lt"/>
                          <a:ea typeface="+mn-ea"/>
                        </a:rPr>
                        <a:t>不同格式的影片</a:t>
                      </a:r>
                    </a:p>
                  </a:txBody>
                  <a:tcPr marL="31190" marR="31190" marT="0" marB="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51821">
                <a:tc>
                  <a:txBody>
                    <a:bodyPr/>
                    <a:lstStyle/>
                    <a:p>
                      <a:pPr algn="ctr" hangingPunct="0">
                        <a:lnSpc>
                          <a:spcPct val="100000"/>
                        </a:lnSpc>
                        <a:spcAft>
                          <a:spcPts val="0"/>
                        </a:spcAft>
                      </a:pPr>
                      <a:r>
                        <a:rPr lang="en-US" sz="2200" b="1">
                          <a:effectLst/>
                          <a:latin typeface="+mn-lt"/>
                          <a:ea typeface="+mn-ea"/>
                        </a:rPr>
                        <a:t>model</a:t>
                      </a:r>
                      <a:r>
                        <a:rPr lang="zh-CN" sz="2200" b="1">
                          <a:effectLst/>
                          <a:latin typeface="+mn-lt"/>
                          <a:ea typeface="+mn-ea"/>
                        </a:rPr>
                        <a:t>（模型）</a:t>
                      </a:r>
                    </a:p>
                  </a:txBody>
                  <a:tcPr marL="31190" marR="31190"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hangingPunct="0">
                        <a:lnSpc>
                          <a:spcPct val="100000"/>
                        </a:lnSpc>
                        <a:spcAft>
                          <a:spcPts val="0"/>
                        </a:spcAft>
                      </a:pPr>
                      <a:r>
                        <a:rPr lang="en-US" sz="2200" b="1">
                          <a:effectLst/>
                          <a:latin typeface="+mn-lt"/>
                          <a:ea typeface="+mn-ea"/>
                        </a:rPr>
                        <a:t>vrml</a:t>
                      </a:r>
                      <a:endParaRPr lang="zh-CN" sz="2200" b="1">
                        <a:effectLst/>
                        <a:latin typeface="+mn-lt"/>
                        <a:ea typeface="+mn-ea"/>
                      </a:endParaRPr>
                    </a:p>
                  </a:txBody>
                  <a:tcPr marL="31190" marR="311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hangingPunct="0">
                        <a:lnSpc>
                          <a:spcPct val="100000"/>
                        </a:lnSpc>
                        <a:spcAft>
                          <a:spcPts val="0"/>
                        </a:spcAft>
                      </a:pPr>
                      <a:r>
                        <a:rPr lang="en-US" sz="2200" b="1">
                          <a:effectLst/>
                          <a:latin typeface="+mn-lt"/>
                          <a:ea typeface="+mn-ea"/>
                        </a:rPr>
                        <a:t>3D</a:t>
                      </a:r>
                      <a:r>
                        <a:rPr lang="zh-CN" sz="2200" b="1">
                          <a:effectLst/>
                          <a:latin typeface="+mn-lt"/>
                          <a:ea typeface="+mn-ea"/>
                        </a:rPr>
                        <a:t>模型</a:t>
                      </a:r>
                    </a:p>
                  </a:txBody>
                  <a:tcPr marL="31190" marR="31190" marT="0" marB="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703642">
                <a:tc>
                  <a:txBody>
                    <a:bodyPr/>
                    <a:lstStyle/>
                    <a:p>
                      <a:pPr algn="ctr" hangingPunct="0">
                        <a:lnSpc>
                          <a:spcPct val="100000"/>
                        </a:lnSpc>
                        <a:spcAft>
                          <a:spcPts val="0"/>
                        </a:spcAft>
                      </a:pPr>
                      <a:r>
                        <a:rPr lang="en-US" sz="2200" b="1">
                          <a:effectLst/>
                          <a:latin typeface="+mn-lt"/>
                          <a:ea typeface="+mn-ea"/>
                        </a:rPr>
                        <a:t>application</a:t>
                      </a:r>
                      <a:r>
                        <a:rPr lang="zh-CN" sz="2200" b="1">
                          <a:effectLst/>
                          <a:latin typeface="+mn-lt"/>
                          <a:ea typeface="+mn-ea"/>
                        </a:rPr>
                        <a:t>（应用）</a:t>
                      </a:r>
                    </a:p>
                  </a:txBody>
                  <a:tcPr marL="31190" marR="31190"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hangingPunct="0">
                        <a:lnSpc>
                          <a:spcPct val="100000"/>
                        </a:lnSpc>
                        <a:spcAft>
                          <a:spcPts val="0"/>
                        </a:spcAft>
                      </a:pPr>
                      <a:r>
                        <a:rPr lang="en-US" sz="2200" b="1" dirty="0">
                          <a:effectLst/>
                          <a:latin typeface="+mn-lt"/>
                          <a:ea typeface="+mn-ea"/>
                        </a:rPr>
                        <a:t>octet-stream, </a:t>
                      </a:r>
                      <a:r>
                        <a:rPr lang="en-US" sz="2200" b="1" dirty="0" err="1">
                          <a:effectLst/>
                          <a:latin typeface="+mn-lt"/>
                          <a:ea typeface="+mn-ea"/>
                        </a:rPr>
                        <a:t>pdf</a:t>
                      </a:r>
                      <a:r>
                        <a:rPr lang="en-US" sz="2200" b="1" dirty="0">
                          <a:effectLst/>
                          <a:latin typeface="+mn-lt"/>
                          <a:ea typeface="+mn-ea"/>
                        </a:rPr>
                        <a:t>, </a:t>
                      </a:r>
                      <a:r>
                        <a:rPr lang="en-US" sz="2200" b="1" dirty="0" err="1">
                          <a:effectLst/>
                          <a:latin typeface="+mn-lt"/>
                          <a:ea typeface="+mn-ea"/>
                        </a:rPr>
                        <a:t>javascript</a:t>
                      </a:r>
                      <a:r>
                        <a:rPr lang="en-US" sz="2200" b="1" dirty="0">
                          <a:effectLst/>
                          <a:latin typeface="+mn-lt"/>
                          <a:ea typeface="+mn-ea"/>
                        </a:rPr>
                        <a:t>, zip</a:t>
                      </a:r>
                      <a:endParaRPr lang="zh-CN" sz="2200" b="1" dirty="0">
                        <a:effectLst/>
                        <a:latin typeface="+mn-lt"/>
                        <a:ea typeface="+mn-ea"/>
                      </a:endParaRPr>
                    </a:p>
                  </a:txBody>
                  <a:tcPr marL="31190" marR="311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hangingPunct="0">
                        <a:lnSpc>
                          <a:spcPct val="100000"/>
                        </a:lnSpc>
                        <a:spcAft>
                          <a:spcPts val="0"/>
                        </a:spcAft>
                      </a:pPr>
                      <a:r>
                        <a:rPr lang="zh-CN" sz="2200" b="1">
                          <a:effectLst/>
                          <a:latin typeface="+mn-lt"/>
                          <a:ea typeface="+mn-ea"/>
                        </a:rPr>
                        <a:t>不同应用程序产生的数据</a:t>
                      </a:r>
                    </a:p>
                  </a:txBody>
                  <a:tcPr marL="31190" marR="31190" marT="0" marB="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51821">
                <a:tc>
                  <a:txBody>
                    <a:bodyPr/>
                    <a:lstStyle/>
                    <a:p>
                      <a:pPr algn="ctr" hangingPunct="0">
                        <a:lnSpc>
                          <a:spcPct val="100000"/>
                        </a:lnSpc>
                        <a:spcAft>
                          <a:spcPts val="0"/>
                        </a:spcAft>
                      </a:pPr>
                      <a:r>
                        <a:rPr lang="en-US" sz="2200" b="1">
                          <a:effectLst/>
                          <a:latin typeface="+mn-lt"/>
                          <a:ea typeface="+mn-ea"/>
                        </a:rPr>
                        <a:t>message</a:t>
                      </a:r>
                      <a:r>
                        <a:rPr lang="zh-CN" sz="2200" b="1">
                          <a:effectLst/>
                          <a:latin typeface="+mn-lt"/>
                          <a:ea typeface="+mn-ea"/>
                        </a:rPr>
                        <a:t>（报文）</a:t>
                      </a:r>
                    </a:p>
                  </a:txBody>
                  <a:tcPr marL="31190" marR="3119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hangingPunct="0">
                        <a:lnSpc>
                          <a:spcPct val="100000"/>
                        </a:lnSpc>
                        <a:spcAft>
                          <a:spcPts val="0"/>
                        </a:spcAft>
                      </a:pPr>
                      <a:r>
                        <a:rPr lang="en-US" sz="2200" b="1" dirty="0">
                          <a:effectLst/>
                          <a:latin typeface="+mn-lt"/>
                          <a:ea typeface="+mn-ea"/>
                        </a:rPr>
                        <a:t>http, rfc822</a:t>
                      </a:r>
                      <a:endParaRPr lang="zh-CN" sz="2200" b="1" dirty="0">
                        <a:effectLst/>
                        <a:latin typeface="+mn-lt"/>
                        <a:ea typeface="+mn-ea"/>
                      </a:endParaRPr>
                    </a:p>
                  </a:txBody>
                  <a:tcPr marL="31190" marR="311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hangingPunct="0">
                        <a:lnSpc>
                          <a:spcPct val="100000"/>
                        </a:lnSpc>
                        <a:spcAft>
                          <a:spcPts val="0"/>
                        </a:spcAft>
                      </a:pPr>
                      <a:r>
                        <a:rPr lang="zh-CN" sz="2200" b="1">
                          <a:effectLst/>
                          <a:latin typeface="+mn-lt"/>
                          <a:ea typeface="+mn-ea"/>
                        </a:rPr>
                        <a:t>封装的报文</a:t>
                      </a:r>
                    </a:p>
                  </a:txBody>
                  <a:tcPr marL="31190" marR="31190" marT="0" marB="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703642">
                <a:tc>
                  <a:txBody>
                    <a:bodyPr/>
                    <a:lstStyle/>
                    <a:p>
                      <a:pPr algn="ctr" hangingPunct="0">
                        <a:lnSpc>
                          <a:spcPct val="100000"/>
                        </a:lnSpc>
                        <a:spcAft>
                          <a:spcPts val="0"/>
                        </a:spcAft>
                      </a:pPr>
                      <a:r>
                        <a:rPr lang="en-US" sz="2200" b="1">
                          <a:effectLst/>
                          <a:latin typeface="+mn-lt"/>
                          <a:ea typeface="+mn-ea"/>
                        </a:rPr>
                        <a:t>multipart</a:t>
                      </a:r>
                      <a:r>
                        <a:rPr lang="zh-CN" sz="2200" b="1">
                          <a:effectLst/>
                          <a:latin typeface="+mn-lt"/>
                          <a:ea typeface="+mn-ea"/>
                        </a:rPr>
                        <a:t>（多部分）</a:t>
                      </a:r>
                    </a:p>
                  </a:txBody>
                  <a:tcPr marL="31190" marR="3119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hangingPunct="0">
                        <a:lnSpc>
                          <a:spcPct val="100000"/>
                        </a:lnSpc>
                        <a:spcAft>
                          <a:spcPts val="0"/>
                        </a:spcAft>
                      </a:pPr>
                      <a:r>
                        <a:rPr lang="en-US" sz="2200" b="1" dirty="0">
                          <a:effectLst/>
                          <a:latin typeface="+mn-lt"/>
                          <a:ea typeface="+mn-ea"/>
                        </a:rPr>
                        <a:t>mixed, alternative, parallel, digest</a:t>
                      </a:r>
                      <a:endParaRPr lang="zh-CN" sz="2200" b="1" dirty="0">
                        <a:effectLst/>
                        <a:latin typeface="+mn-lt"/>
                        <a:ea typeface="+mn-ea"/>
                      </a:endParaRPr>
                    </a:p>
                  </a:txBody>
                  <a:tcPr marL="31190" marR="311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hangingPunct="0">
                        <a:lnSpc>
                          <a:spcPct val="100000"/>
                        </a:lnSpc>
                        <a:spcAft>
                          <a:spcPts val="0"/>
                        </a:spcAft>
                      </a:pPr>
                      <a:r>
                        <a:rPr lang="zh-CN" sz="2200" b="1" dirty="0">
                          <a:effectLst/>
                          <a:latin typeface="+mn-lt"/>
                          <a:ea typeface="+mn-ea"/>
                        </a:rPr>
                        <a:t>多种类型的组合</a:t>
                      </a:r>
                    </a:p>
                  </a:txBody>
                  <a:tcPr marL="31190" marR="31190" marT="0" marB="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16808078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p:cNvSpPr>
          <p:nvPr>
            <p:ph type="title"/>
          </p:nvPr>
        </p:nvSpPr>
        <p:spPr/>
        <p:txBody>
          <a:bodyPr/>
          <a:lstStyle/>
          <a:p>
            <a:pPr eaLnBrk="1" hangingPunct="1"/>
            <a:r>
              <a:rPr lang="zh-CN" altLang="en-US" dirty="0">
                <a:ea typeface="黑体" pitchFamily="49" charset="-122"/>
              </a:rPr>
              <a:t>应用层</a:t>
            </a:r>
          </a:p>
        </p:txBody>
      </p:sp>
      <p:sp>
        <p:nvSpPr>
          <p:cNvPr id="26627" name="内容占位符 2"/>
          <p:cNvSpPr>
            <a:spLocks noGrp="1"/>
          </p:cNvSpPr>
          <p:nvPr>
            <p:ph idx="1"/>
          </p:nvPr>
        </p:nvSpPr>
        <p:spPr/>
        <p:txBody>
          <a:bodyPr/>
          <a:lstStyle/>
          <a:p>
            <a:pPr eaLnBrk="1" hangingPunct="1">
              <a:lnSpc>
                <a:spcPct val="100000"/>
              </a:lnSpc>
            </a:pPr>
            <a:r>
              <a:rPr lang="zh-CN" altLang="en-US" sz="3200" dirty="0">
                <a:solidFill>
                  <a:schemeClr val="bg1">
                    <a:lumMod val="65000"/>
                  </a:schemeClr>
                </a:solidFill>
                <a:ea typeface="黑体" pitchFamily="49" charset="-122"/>
              </a:rPr>
              <a:t>域名系统 </a:t>
            </a:r>
            <a:r>
              <a:rPr lang="en-US" altLang="zh-CN" sz="3200" dirty="0">
                <a:solidFill>
                  <a:schemeClr val="bg1">
                    <a:lumMod val="65000"/>
                  </a:schemeClr>
                </a:solidFill>
                <a:ea typeface="黑体" pitchFamily="49" charset="-122"/>
              </a:rPr>
              <a:t>DNS</a:t>
            </a:r>
          </a:p>
          <a:p>
            <a:pPr>
              <a:lnSpc>
                <a:spcPct val="100000"/>
              </a:lnSpc>
            </a:pPr>
            <a:r>
              <a:rPr lang="zh-CN" altLang="en-US" sz="3600" dirty="0">
                <a:solidFill>
                  <a:schemeClr val="bg1">
                    <a:lumMod val="65000"/>
                  </a:schemeClr>
                </a:solidFill>
                <a:ea typeface="黑体" pitchFamily="49" charset="-122"/>
              </a:rPr>
              <a:t>电子邮件</a:t>
            </a:r>
            <a:endParaRPr lang="en-US" altLang="zh-CN" sz="3600" dirty="0">
              <a:solidFill>
                <a:schemeClr val="bg1">
                  <a:lumMod val="65000"/>
                </a:schemeClr>
              </a:solidFill>
              <a:ea typeface="黑体" pitchFamily="49" charset="-122"/>
            </a:endParaRPr>
          </a:p>
          <a:p>
            <a:pPr eaLnBrk="1" hangingPunct="1">
              <a:lnSpc>
                <a:spcPct val="100000"/>
              </a:lnSpc>
            </a:pPr>
            <a:r>
              <a:rPr lang="zh-CN" altLang="en-US" sz="3600" dirty="0">
                <a:solidFill>
                  <a:srgbClr val="FF0000"/>
                </a:solidFill>
                <a:ea typeface="黑体" pitchFamily="49" charset="-122"/>
              </a:rPr>
              <a:t>文件传送协议</a:t>
            </a:r>
            <a:endParaRPr lang="en-US" altLang="zh-CN" sz="3600" dirty="0">
              <a:solidFill>
                <a:srgbClr val="FF0000"/>
              </a:solidFill>
              <a:ea typeface="黑体" pitchFamily="49" charset="-122"/>
            </a:endParaRPr>
          </a:p>
          <a:p>
            <a:pPr eaLnBrk="1" hangingPunct="1">
              <a:lnSpc>
                <a:spcPct val="100000"/>
              </a:lnSpc>
            </a:pPr>
            <a:r>
              <a:rPr lang="zh-CN" altLang="en-US" sz="3200" dirty="0">
                <a:solidFill>
                  <a:schemeClr val="bg1">
                    <a:lumMod val="65000"/>
                  </a:schemeClr>
                </a:solidFill>
                <a:ea typeface="黑体" pitchFamily="49" charset="-122"/>
              </a:rPr>
              <a:t>远程终端协议 </a:t>
            </a:r>
            <a:r>
              <a:rPr lang="en-US" altLang="zh-CN" sz="3200" dirty="0">
                <a:solidFill>
                  <a:schemeClr val="bg1">
                    <a:lumMod val="65000"/>
                  </a:schemeClr>
                </a:solidFill>
                <a:ea typeface="黑体" pitchFamily="49" charset="-122"/>
              </a:rPr>
              <a:t>TELNET</a:t>
            </a:r>
          </a:p>
          <a:p>
            <a:pPr eaLnBrk="1" hangingPunct="1">
              <a:lnSpc>
                <a:spcPct val="100000"/>
              </a:lnSpc>
            </a:pPr>
            <a:r>
              <a:rPr lang="zh-CN" altLang="en-US" sz="3200" dirty="0">
                <a:solidFill>
                  <a:schemeClr val="bg1">
                    <a:lumMod val="65000"/>
                  </a:schemeClr>
                </a:solidFill>
                <a:ea typeface="黑体" pitchFamily="49" charset="-122"/>
              </a:rPr>
              <a:t>万维网 </a:t>
            </a:r>
            <a:r>
              <a:rPr lang="en-US" altLang="zh-CN" sz="3200" dirty="0">
                <a:solidFill>
                  <a:schemeClr val="bg1">
                    <a:lumMod val="65000"/>
                  </a:schemeClr>
                </a:solidFill>
                <a:ea typeface="黑体" pitchFamily="49" charset="-122"/>
              </a:rPr>
              <a:t>WWW</a:t>
            </a:r>
          </a:p>
        </p:txBody>
      </p:sp>
    </p:spTree>
    <p:extLst>
      <p:ext uri="{BB962C8B-B14F-4D97-AF65-F5344CB8AC3E}">
        <p14:creationId xmlns:p14="http://schemas.microsoft.com/office/powerpoint/2010/main" val="122195434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pPr eaLnBrk="1" hangingPunct="1"/>
            <a:r>
              <a:rPr lang="zh-CN" altLang="en-US" dirty="0">
                <a:ea typeface="黑体" pitchFamily="49" charset="-122"/>
              </a:rPr>
              <a:t> </a:t>
            </a:r>
            <a:br>
              <a:rPr lang="zh-CN" altLang="en-US" dirty="0">
                <a:ea typeface="黑体" pitchFamily="49" charset="-122"/>
              </a:rPr>
            </a:br>
            <a:r>
              <a:rPr lang="en-US" altLang="zh-CN" dirty="0">
                <a:ea typeface="黑体" pitchFamily="49" charset="-122"/>
              </a:rPr>
              <a:t>FTP</a:t>
            </a:r>
            <a:r>
              <a:rPr lang="zh-CN" altLang="en-US" dirty="0">
                <a:ea typeface="黑体" pitchFamily="49" charset="-122"/>
              </a:rPr>
              <a:t>概述</a:t>
            </a:r>
          </a:p>
        </p:txBody>
      </p:sp>
      <p:sp>
        <p:nvSpPr>
          <p:cNvPr id="61443" name="Rectangle 3"/>
          <p:cNvSpPr>
            <a:spLocks noGrp="1" noChangeArrowheads="1"/>
          </p:cNvSpPr>
          <p:nvPr>
            <p:ph idx="1"/>
          </p:nvPr>
        </p:nvSpPr>
        <p:spPr/>
        <p:txBody>
          <a:bodyPr/>
          <a:lstStyle/>
          <a:p>
            <a:pPr eaLnBrk="1" hangingPunct="1"/>
            <a:r>
              <a:rPr lang="zh-CN" altLang="en-US" dirty="0">
                <a:solidFill>
                  <a:srgbClr val="FF0000"/>
                </a:solidFill>
                <a:ea typeface="黑体" pitchFamily="49" charset="-122"/>
              </a:rPr>
              <a:t>文件传送协议</a:t>
            </a:r>
            <a:r>
              <a:rPr lang="zh-CN" altLang="en-US" dirty="0">
                <a:ea typeface="黑体" pitchFamily="49" charset="-122"/>
              </a:rPr>
              <a:t> </a:t>
            </a:r>
            <a:r>
              <a:rPr lang="en-US" altLang="zh-CN" dirty="0">
                <a:ea typeface="黑体" pitchFamily="49" charset="-122"/>
              </a:rPr>
              <a:t>FTP (File Transfer Protocol) </a:t>
            </a:r>
            <a:r>
              <a:rPr lang="zh-CN" altLang="en-US" dirty="0">
                <a:ea typeface="黑体" pitchFamily="49" charset="-122"/>
              </a:rPr>
              <a:t>是互联网上使用得最广泛的文件传送协议。</a:t>
            </a:r>
          </a:p>
          <a:p>
            <a:pPr eaLnBrk="1" hangingPunct="1"/>
            <a:r>
              <a:rPr lang="en-US" altLang="zh-CN" dirty="0">
                <a:ea typeface="黑体" pitchFamily="49" charset="-122"/>
              </a:rPr>
              <a:t>FTP </a:t>
            </a:r>
            <a:r>
              <a:rPr lang="zh-CN" altLang="en-US" dirty="0">
                <a:ea typeface="黑体" pitchFamily="49" charset="-122"/>
              </a:rPr>
              <a:t>提供</a:t>
            </a:r>
            <a:r>
              <a:rPr lang="zh-CN" altLang="en-US" dirty="0">
                <a:solidFill>
                  <a:srgbClr val="FF0000"/>
                </a:solidFill>
                <a:ea typeface="黑体" pitchFamily="49" charset="-122"/>
              </a:rPr>
              <a:t>交互式</a:t>
            </a:r>
            <a:r>
              <a:rPr lang="zh-CN" altLang="en-US" dirty="0">
                <a:ea typeface="黑体" pitchFamily="49" charset="-122"/>
              </a:rPr>
              <a:t>的访问，允许客户指明文件的类型与格式，并允许文件具有存取权限。</a:t>
            </a:r>
          </a:p>
          <a:p>
            <a:pPr eaLnBrk="1" hangingPunct="1"/>
            <a:r>
              <a:rPr lang="en-US" altLang="zh-CN" dirty="0">
                <a:ea typeface="黑体" pitchFamily="49" charset="-122"/>
              </a:rPr>
              <a:t>FTP </a:t>
            </a:r>
            <a:r>
              <a:rPr lang="zh-CN" altLang="en-US" dirty="0">
                <a:ea typeface="黑体" pitchFamily="49" charset="-122"/>
              </a:rPr>
              <a:t>屏蔽了各计算机系统的细节，因而适合于在异构网络中任意计算机之间传送文件。</a:t>
            </a:r>
          </a:p>
          <a:p>
            <a:pPr eaLnBrk="1" hangingPunct="1"/>
            <a:r>
              <a:rPr lang="en-US" altLang="zh-CN" dirty="0">
                <a:ea typeface="黑体" pitchFamily="49" charset="-122"/>
              </a:rPr>
              <a:t>RFC 959 </a:t>
            </a:r>
            <a:r>
              <a:rPr lang="zh-CN" altLang="en-US" dirty="0">
                <a:ea typeface="黑体" pitchFamily="49" charset="-122"/>
              </a:rPr>
              <a:t>很早就成为了互联网的正式标准。 </a:t>
            </a:r>
          </a:p>
        </p:txBody>
      </p:sp>
    </p:spTree>
    <p:extLst>
      <p:ext uri="{BB962C8B-B14F-4D97-AF65-F5344CB8AC3E}">
        <p14:creationId xmlns:p14="http://schemas.microsoft.com/office/powerpoint/2010/main" val="320508654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9538" name="Rectangle 2"/>
          <p:cNvSpPr>
            <a:spLocks noGrp="1" noChangeArrowheads="1"/>
          </p:cNvSpPr>
          <p:nvPr>
            <p:ph type="title"/>
          </p:nvPr>
        </p:nvSpPr>
        <p:spPr/>
        <p:txBody>
          <a:bodyPr/>
          <a:lstStyle/>
          <a:p>
            <a:pPr algn="ctr" eaLnBrk="1" hangingPunct="1">
              <a:defRPr/>
            </a:pPr>
            <a:r>
              <a:rPr lang="zh-CN" altLang="en-US" dirty="0"/>
              <a:t>文件传送并非很简单的问题</a:t>
            </a:r>
          </a:p>
        </p:txBody>
      </p:sp>
      <p:sp>
        <p:nvSpPr>
          <p:cNvPr id="1089539" name="Rectangle 3"/>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r>
              <a:rPr lang="zh-CN" altLang="en-US" dirty="0">
                <a:ea typeface="黑体" panose="02010609060101010101" pitchFamily="49" charset="-122"/>
              </a:rPr>
              <a:t>网络环境中的一项基本应用就是将文件从一台计算机中复制到另一台可能相距很远的计算机中。</a:t>
            </a:r>
          </a:p>
          <a:p>
            <a:r>
              <a:rPr lang="zh-CN" altLang="en-US" dirty="0">
                <a:ea typeface="黑体" panose="02010609060101010101" pitchFamily="49" charset="-122"/>
              </a:rPr>
              <a:t>初看起来，在两个主机之间传送文件是很简单的事情。</a:t>
            </a:r>
          </a:p>
          <a:p>
            <a:r>
              <a:rPr lang="zh-CN" altLang="en-US" dirty="0">
                <a:ea typeface="黑体" panose="02010609060101010101" pitchFamily="49" charset="-122"/>
              </a:rPr>
              <a:t>其实这往往非常困难。原因是众多的计算机厂商研制出的文件系统多达数百种，且差别很大。 </a:t>
            </a:r>
          </a:p>
        </p:txBody>
      </p:sp>
    </p:spTree>
    <p:extLst>
      <p:ext uri="{BB962C8B-B14F-4D97-AF65-F5344CB8AC3E}">
        <p14:creationId xmlns:p14="http://schemas.microsoft.com/office/powerpoint/2010/main" val="152718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1586" name="Rectangle 2"/>
          <p:cNvSpPr>
            <a:spLocks noGrp="1" noChangeArrowheads="1"/>
          </p:cNvSpPr>
          <p:nvPr>
            <p:ph type="title"/>
          </p:nvPr>
        </p:nvSpPr>
        <p:spPr/>
        <p:txBody>
          <a:bodyPr/>
          <a:lstStyle/>
          <a:p>
            <a:pPr eaLnBrk="1" hangingPunct="1">
              <a:defRPr/>
            </a:pPr>
            <a:r>
              <a:rPr lang="en-US" altLang="zh-CN" dirty="0"/>
              <a:t>FTP </a:t>
            </a:r>
            <a:r>
              <a:rPr lang="zh-CN" altLang="en-US" dirty="0"/>
              <a:t>的基本工作原理 </a:t>
            </a:r>
            <a:endParaRPr lang="zh-CN" altLang="en-US" sz="4000" dirty="0"/>
          </a:p>
        </p:txBody>
      </p:sp>
      <p:sp>
        <p:nvSpPr>
          <p:cNvPr id="1091587" name="Rectangle 3"/>
          <p:cNvSpPr>
            <a:spLocks noGrp="1" noChangeArrowheads="1"/>
          </p:cNvSpPr>
          <p:nvPr>
            <p:ph idx="1"/>
          </p:nvPr>
        </p:nvSpPr>
        <p:spPr/>
        <p:txBody>
          <a:bodyPr/>
          <a:lstStyle/>
          <a:p>
            <a:pPr marL="316531" indent="-316531" eaLnBrk="1" hangingPunct="1">
              <a:spcBef>
                <a:spcPts val="554"/>
              </a:spcBef>
              <a:buFont typeface="Wingdings" panose="05000000000000000000" pitchFamily="2" charset="2"/>
              <a:buNone/>
              <a:defRPr/>
            </a:pPr>
            <a:r>
              <a:rPr lang="en-US" altLang="zh-CN" dirty="0"/>
              <a:t>	</a:t>
            </a:r>
            <a:r>
              <a:rPr lang="zh-CN" altLang="en-US" dirty="0"/>
              <a:t>网络环境下复制文件的复杂性：</a:t>
            </a:r>
            <a:endParaRPr lang="zh-CN" altLang="en-US" sz="3600" dirty="0"/>
          </a:p>
          <a:p>
            <a:pPr>
              <a:spcBef>
                <a:spcPts val="554"/>
              </a:spcBef>
              <a:defRPr/>
            </a:pPr>
            <a:r>
              <a:rPr lang="en-US" altLang="zh-CN" dirty="0"/>
              <a:t>(1) </a:t>
            </a:r>
            <a:r>
              <a:rPr lang="zh-CN" altLang="en-US" dirty="0"/>
              <a:t>计算机存储数据的格式不同。</a:t>
            </a:r>
          </a:p>
          <a:p>
            <a:pPr>
              <a:spcBef>
                <a:spcPts val="554"/>
              </a:spcBef>
              <a:defRPr/>
            </a:pPr>
            <a:r>
              <a:rPr lang="en-US" altLang="zh-CN" dirty="0"/>
              <a:t>(2) </a:t>
            </a:r>
            <a:r>
              <a:rPr lang="zh-CN" altLang="en-US" dirty="0"/>
              <a:t>文件的目录结构和文件命名的规定不同。</a:t>
            </a:r>
          </a:p>
          <a:p>
            <a:pPr>
              <a:spcBef>
                <a:spcPts val="554"/>
              </a:spcBef>
              <a:defRPr/>
            </a:pPr>
            <a:r>
              <a:rPr lang="en-US" altLang="zh-CN" dirty="0"/>
              <a:t>(3) </a:t>
            </a:r>
            <a:r>
              <a:rPr lang="zh-CN" altLang="en-US" dirty="0"/>
              <a:t>对于相同的文件存取功能，操作系统使用的命令不同。</a:t>
            </a:r>
          </a:p>
          <a:p>
            <a:pPr>
              <a:spcBef>
                <a:spcPts val="554"/>
              </a:spcBef>
              <a:defRPr/>
            </a:pPr>
            <a:r>
              <a:rPr lang="en-US" altLang="zh-CN" dirty="0"/>
              <a:t>(4) </a:t>
            </a:r>
            <a:r>
              <a:rPr lang="zh-CN" altLang="en-US" dirty="0"/>
              <a:t>访问控制方法不同。 </a:t>
            </a:r>
            <a:endParaRPr lang="zh-CN" altLang="en-US" sz="2800" dirty="0"/>
          </a:p>
        </p:txBody>
      </p:sp>
    </p:spTree>
    <p:extLst>
      <p:ext uri="{BB962C8B-B14F-4D97-AF65-F5344CB8AC3E}">
        <p14:creationId xmlns:p14="http://schemas.microsoft.com/office/powerpoint/2010/main" val="77203376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3634" name="Rectangle 2"/>
          <p:cNvSpPr>
            <a:spLocks noGrp="1" noChangeArrowheads="1"/>
          </p:cNvSpPr>
          <p:nvPr>
            <p:ph type="title"/>
          </p:nvPr>
        </p:nvSpPr>
        <p:spPr/>
        <p:txBody>
          <a:bodyPr/>
          <a:lstStyle/>
          <a:p>
            <a:pPr algn="ctr" eaLnBrk="1" hangingPunct="1">
              <a:defRPr/>
            </a:pPr>
            <a:r>
              <a:rPr lang="en-US" altLang="zh-CN" dirty="0"/>
              <a:t>FTP </a:t>
            </a:r>
            <a:r>
              <a:rPr lang="zh-CN" altLang="en-US" dirty="0"/>
              <a:t>特点</a:t>
            </a:r>
          </a:p>
        </p:txBody>
      </p:sp>
      <p:sp>
        <p:nvSpPr>
          <p:cNvPr id="66563" name="Rectangle 3"/>
          <p:cNvSpPr>
            <a:spLocks noGrp="1" noChangeArrowheads="1"/>
          </p:cNvSpPr>
          <p:nvPr>
            <p:ph idx="1"/>
          </p:nvPr>
        </p:nvSpPr>
        <p:spPr/>
        <p:txBody>
          <a:bodyPr/>
          <a:lstStyle/>
          <a:p>
            <a:pPr eaLnBrk="1" hangingPunct="1"/>
            <a:r>
              <a:rPr lang="zh-CN" altLang="en-US" dirty="0">
                <a:ea typeface="黑体" pitchFamily="49" charset="-122"/>
              </a:rPr>
              <a:t>文件传送协议 </a:t>
            </a:r>
            <a:r>
              <a:rPr lang="en-US" altLang="zh-CN" dirty="0">
                <a:ea typeface="黑体" pitchFamily="49" charset="-122"/>
              </a:rPr>
              <a:t>FTP </a:t>
            </a:r>
            <a:r>
              <a:rPr lang="zh-CN" altLang="en-US" dirty="0">
                <a:ea typeface="黑体" pitchFamily="49" charset="-122"/>
              </a:rPr>
              <a:t>只提供文件传送的一些基本的服务，它使用 </a:t>
            </a:r>
            <a:r>
              <a:rPr lang="en-US" altLang="zh-CN" dirty="0">
                <a:ea typeface="黑体" pitchFamily="49" charset="-122"/>
              </a:rPr>
              <a:t>TCP </a:t>
            </a:r>
            <a:r>
              <a:rPr lang="zh-CN" altLang="en-US" dirty="0">
                <a:ea typeface="黑体" pitchFamily="49" charset="-122"/>
              </a:rPr>
              <a:t>可靠的运输服务。</a:t>
            </a:r>
          </a:p>
          <a:p>
            <a:pPr eaLnBrk="1" hangingPunct="1"/>
            <a:r>
              <a:rPr lang="en-US" altLang="zh-CN" dirty="0">
                <a:ea typeface="黑体" pitchFamily="49" charset="-122"/>
              </a:rPr>
              <a:t>FTP </a:t>
            </a:r>
            <a:r>
              <a:rPr lang="zh-CN" altLang="en-US" dirty="0">
                <a:ea typeface="黑体" pitchFamily="49" charset="-122"/>
              </a:rPr>
              <a:t>的主要功能是减少或消除在不同操作系统下处理文件的不兼容性。</a:t>
            </a:r>
          </a:p>
          <a:p>
            <a:pPr eaLnBrk="1" hangingPunct="1"/>
            <a:r>
              <a:rPr lang="en-US" altLang="zh-CN" dirty="0">
                <a:ea typeface="黑体" pitchFamily="49" charset="-122"/>
              </a:rPr>
              <a:t>FTP </a:t>
            </a:r>
            <a:r>
              <a:rPr lang="zh-CN" altLang="en-US" dirty="0">
                <a:ea typeface="黑体" pitchFamily="49" charset="-122"/>
              </a:rPr>
              <a:t>使用</a:t>
            </a:r>
            <a:r>
              <a:rPr lang="zh-CN" altLang="en-US" dirty="0">
                <a:solidFill>
                  <a:srgbClr val="FF0000"/>
                </a:solidFill>
                <a:ea typeface="黑体" pitchFamily="49" charset="-122"/>
              </a:rPr>
              <a:t>客户服务器方式。</a:t>
            </a:r>
            <a:r>
              <a:rPr lang="zh-CN" altLang="en-US" dirty="0">
                <a:ea typeface="黑体" pitchFamily="49" charset="-122"/>
              </a:rPr>
              <a:t>一个 </a:t>
            </a:r>
            <a:r>
              <a:rPr lang="en-US" altLang="zh-CN" dirty="0">
                <a:ea typeface="黑体" pitchFamily="49" charset="-122"/>
              </a:rPr>
              <a:t>FTP </a:t>
            </a:r>
            <a:r>
              <a:rPr lang="zh-CN" altLang="en-US" dirty="0">
                <a:ea typeface="黑体" pitchFamily="49" charset="-122"/>
              </a:rPr>
              <a:t>服务器进程可同时为多个客户进程提供服务。</a:t>
            </a:r>
            <a:r>
              <a:rPr lang="en-US" altLang="zh-CN" dirty="0">
                <a:ea typeface="黑体" pitchFamily="49" charset="-122"/>
              </a:rPr>
              <a:t>FTP </a:t>
            </a:r>
            <a:r>
              <a:rPr lang="zh-CN" altLang="en-US" dirty="0">
                <a:ea typeface="黑体" pitchFamily="49" charset="-122"/>
              </a:rPr>
              <a:t>的服务器进程由两大部分组成：</a:t>
            </a:r>
            <a:r>
              <a:rPr lang="zh-CN" altLang="en-US" dirty="0">
                <a:solidFill>
                  <a:srgbClr val="FF0000"/>
                </a:solidFill>
                <a:ea typeface="黑体" pitchFamily="49" charset="-122"/>
              </a:rPr>
              <a:t>一个主进程，</a:t>
            </a:r>
            <a:r>
              <a:rPr lang="zh-CN" altLang="en-US" dirty="0">
                <a:ea typeface="黑体" pitchFamily="49" charset="-122"/>
              </a:rPr>
              <a:t>负责接受新的请求；另外有</a:t>
            </a:r>
            <a:r>
              <a:rPr lang="zh-CN" altLang="en-US" dirty="0">
                <a:solidFill>
                  <a:srgbClr val="FF0000"/>
                </a:solidFill>
                <a:ea typeface="黑体" pitchFamily="49" charset="-122"/>
              </a:rPr>
              <a:t>若干个从属进程，</a:t>
            </a:r>
            <a:r>
              <a:rPr lang="zh-CN" altLang="en-US" dirty="0">
                <a:ea typeface="黑体" pitchFamily="49" charset="-122"/>
              </a:rPr>
              <a:t>负责处理单个请求。</a:t>
            </a:r>
          </a:p>
        </p:txBody>
      </p:sp>
    </p:spTree>
    <p:extLst>
      <p:ext uri="{BB962C8B-B14F-4D97-AF65-F5344CB8AC3E}">
        <p14:creationId xmlns:p14="http://schemas.microsoft.com/office/powerpoint/2010/main" val="239751053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82" name="Rectangle 2"/>
          <p:cNvSpPr>
            <a:spLocks noGrp="1" noChangeArrowheads="1"/>
          </p:cNvSpPr>
          <p:nvPr>
            <p:ph type="title"/>
          </p:nvPr>
        </p:nvSpPr>
        <p:spPr/>
        <p:txBody>
          <a:bodyPr/>
          <a:lstStyle/>
          <a:p>
            <a:pPr algn="ctr" eaLnBrk="1" hangingPunct="1">
              <a:defRPr/>
            </a:pPr>
            <a:r>
              <a:rPr lang="zh-CN" altLang="en-US" dirty="0"/>
              <a:t>主进程的工作步骤</a:t>
            </a:r>
          </a:p>
        </p:txBody>
      </p:sp>
      <p:sp>
        <p:nvSpPr>
          <p:cNvPr id="1095683" name="Rectangle 3"/>
          <p:cNvSpPr>
            <a:spLocks noGrp="1" noChangeArrowheads="1"/>
          </p:cNvSpPr>
          <p:nvPr>
            <p:ph idx="1"/>
          </p:nvPr>
        </p:nvSpPr>
        <p:spPr/>
        <p:txBody>
          <a:bodyPr/>
          <a:lstStyle/>
          <a:p>
            <a:pPr eaLnBrk="1" hangingPunct="1"/>
            <a:r>
              <a:rPr lang="zh-CN" altLang="en-US" dirty="0">
                <a:ea typeface="黑体" pitchFamily="49" charset="-122"/>
              </a:rPr>
              <a:t>打开熟知端口（端口号为 </a:t>
            </a:r>
            <a:r>
              <a:rPr lang="en-US" altLang="zh-CN" dirty="0">
                <a:ea typeface="黑体" pitchFamily="49" charset="-122"/>
              </a:rPr>
              <a:t>21</a:t>
            </a:r>
            <a:r>
              <a:rPr lang="zh-CN" altLang="en-US" dirty="0">
                <a:ea typeface="黑体" pitchFamily="49" charset="-122"/>
              </a:rPr>
              <a:t>），使客户进程能够连接上。</a:t>
            </a:r>
          </a:p>
          <a:p>
            <a:pPr eaLnBrk="1" hangingPunct="1"/>
            <a:r>
              <a:rPr lang="zh-CN" altLang="en-US" dirty="0">
                <a:ea typeface="黑体" pitchFamily="49" charset="-122"/>
              </a:rPr>
              <a:t>等待客户进程发出连接请求。</a:t>
            </a:r>
          </a:p>
          <a:p>
            <a:pPr eaLnBrk="1" hangingPunct="1"/>
            <a:r>
              <a:rPr lang="zh-CN" altLang="en-US" dirty="0">
                <a:ea typeface="黑体" pitchFamily="49" charset="-122"/>
              </a:rPr>
              <a:t>启动从属进程来处理客户进程发来的请求。从属进程对客户进程的请求处理完毕后即终止，但从属进程在运行期间根据需要还可能创建其他一些子进程。</a:t>
            </a:r>
          </a:p>
          <a:p>
            <a:pPr eaLnBrk="1" hangingPunct="1"/>
            <a:r>
              <a:rPr lang="zh-CN" altLang="en-US" dirty="0">
                <a:ea typeface="黑体" pitchFamily="49" charset="-122"/>
              </a:rPr>
              <a:t>回到等待状态，继续接受其他客户进程发来的请求。主进程与从属进程的处理是并发地进行。 </a:t>
            </a:r>
          </a:p>
        </p:txBody>
      </p:sp>
    </p:spTree>
    <p:extLst>
      <p:ext uri="{BB962C8B-B14F-4D97-AF65-F5344CB8AC3E}">
        <p14:creationId xmlns:p14="http://schemas.microsoft.com/office/powerpoint/2010/main" val="8706717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7730" name="Rectangle 2"/>
          <p:cNvSpPr>
            <a:spLocks noGrp="1" noChangeArrowheads="1"/>
          </p:cNvSpPr>
          <p:nvPr>
            <p:ph type="title"/>
          </p:nvPr>
        </p:nvSpPr>
        <p:spPr/>
        <p:txBody>
          <a:bodyPr/>
          <a:lstStyle/>
          <a:p>
            <a:pPr algn="ctr" eaLnBrk="1" hangingPunct="1">
              <a:defRPr/>
            </a:pPr>
            <a:r>
              <a:rPr lang="zh-CN" altLang="en-US" dirty="0"/>
              <a:t>两个连接</a:t>
            </a:r>
          </a:p>
        </p:txBody>
      </p:sp>
      <p:sp>
        <p:nvSpPr>
          <p:cNvPr id="1097731" name="Rectangle 3"/>
          <p:cNvSpPr>
            <a:spLocks noGrp="1" noChangeArrowheads="1"/>
          </p:cNvSpPr>
          <p:nvPr>
            <p:ph idx="1"/>
          </p:nvPr>
        </p:nvSpPr>
        <p:spPr/>
        <p:txBody>
          <a:bodyPr/>
          <a:lstStyle/>
          <a:p>
            <a:pPr algn="just" eaLnBrk="1" hangingPunct="1">
              <a:spcBef>
                <a:spcPts val="1200"/>
              </a:spcBef>
            </a:pPr>
            <a:r>
              <a:rPr lang="zh-CN" altLang="en-US" sz="2800" dirty="0">
                <a:solidFill>
                  <a:srgbClr val="FF0000"/>
                </a:solidFill>
                <a:ea typeface="黑体" pitchFamily="49" charset="-122"/>
              </a:rPr>
              <a:t>控制连接</a:t>
            </a:r>
            <a:r>
              <a:rPr lang="zh-CN" altLang="en-US" sz="2800" dirty="0">
                <a:ea typeface="黑体" pitchFamily="49" charset="-122"/>
              </a:rPr>
              <a:t>在整个会话期间一直保持打开，</a:t>
            </a:r>
            <a:r>
              <a:rPr lang="en-US" altLang="zh-CN" sz="2800" dirty="0">
                <a:ea typeface="黑体" pitchFamily="49" charset="-122"/>
              </a:rPr>
              <a:t>FTP </a:t>
            </a:r>
            <a:r>
              <a:rPr lang="zh-CN" altLang="en-US" sz="2800" dirty="0">
                <a:ea typeface="黑体" pitchFamily="49" charset="-122"/>
              </a:rPr>
              <a:t>客户发出的传送请求通过控制连接发送给服务器端的控制进程，但控制连接不用来传送文件。</a:t>
            </a:r>
          </a:p>
          <a:p>
            <a:pPr algn="just" eaLnBrk="1" hangingPunct="1">
              <a:spcBef>
                <a:spcPts val="1200"/>
              </a:spcBef>
            </a:pPr>
            <a:r>
              <a:rPr lang="zh-CN" altLang="en-US" sz="2800" dirty="0">
                <a:ea typeface="黑体" pitchFamily="49" charset="-122"/>
              </a:rPr>
              <a:t>实际用于传输文件的是“</a:t>
            </a:r>
            <a:r>
              <a:rPr lang="zh-CN" altLang="en-US" sz="2800" dirty="0">
                <a:solidFill>
                  <a:srgbClr val="FF0000"/>
                </a:solidFill>
                <a:ea typeface="黑体" pitchFamily="49" charset="-122"/>
              </a:rPr>
              <a:t>数据连接</a:t>
            </a:r>
            <a:r>
              <a:rPr lang="zh-CN" altLang="en-US" sz="2800" dirty="0">
                <a:ea typeface="黑体" pitchFamily="49" charset="-122"/>
              </a:rPr>
              <a:t>”。服务器端的控制进程在接收到 </a:t>
            </a:r>
            <a:r>
              <a:rPr lang="en-US" altLang="zh-CN" sz="2800" dirty="0">
                <a:ea typeface="黑体" pitchFamily="49" charset="-122"/>
              </a:rPr>
              <a:t>FTP </a:t>
            </a:r>
            <a:r>
              <a:rPr lang="zh-CN" altLang="en-US" sz="2800" dirty="0">
                <a:ea typeface="黑体" pitchFamily="49" charset="-122"/>
              </a:rPr>
              <a:t>客户发送来的文件传输请求后就创建“数据传送进程”和“数据连接”，用来连接客户端和服务器端的数据传送进程。</a:t>
            </a:r>
          </a:p>
          <a:p>
            <a:pPr algn="just" eaLnBrk="1" hangingPunct="1">
              <a:spcBef>
                <a:spcPts val="1200"/>
              </a:spcBef>
            </a:pPr>
            <a:r>
              <a:rPr lang="zh-CN" altLang="en-US" sz="2800" dirty="0">
                <a:ea typeface="黑体" pitchFamily="49" charset="-122"/>
              </a:rPr>
              <a:t>数据传送进程实际完成文件的传送，在传送完毕后关闭“数据传送连接”并结束运行。 </a:t>
            </a:r>
          </a:p>
        </p:txBody>
      </p:sp>
    </p:spTree>
    <p:extLst>
      <p:ext uri="{BB962C8B-B14F-4D97-AF65-F5344CB8AC3E}">
        <p14:creationId xmlns:p14="http://schemas.microsoft.com/office/powerpoint/2010/main" val="268945663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9778" name="Rectangle 2"/>
          <p:cNvSpPr>
            <a:spLocks noGrp="1" noChangeArrowheads="1"/>
          </p:cNvSpPr>
          <p:nvPr>
            <p:ph type="title"/>
          </p:nvPr>
        </p:nvSpPr>
        <p:spPr/>
        <p:txBody>
          <a:bodyPr/>
          <a:lstStyle/>
          <a:p>
            <a:pPr algn="ctr" eaLnBrk="1" hangingPunct="1">
              <a:defRPr/>
            </a:pPr>
            <a:r>
              <a:rPr lang="en-US" altLang="zh-CN" dirty="0"/>
              <a:t>FTP </a:t>
            </a:r>
            <a:r>
              <a:rPr dirty="0"/>
              <a:t>使用的两个 </a:t>
            </a:r>
            <a:r>
              <a:rPr lang="en-US" altLang="zh-CN" dirty="0"/>
              <a:t>TCP </a:t>
            </a:r>
            <a:r>
              <a:rPr dirty="0"/>
              <a:t>连接 </a:t>
            </a:r>
          </a:p>
        </p:txBody>
      </p:sp>
      <p:sp>
        <p:nvSpPr>
          <p:cNvPr id="72707" name="Text Box 57"/>
          <p:cNvSpPr txBox="1">
            <a:spLocks noChangeArrowheads="1"/>
          </p:cNvSpPr>
          <p:nvPr/>
        </p:nvSpPr>
        <p:spPr bwMode="auto">
          <a:xfrm>
            <a:off x="3391429" y="6183314"/>
            <a:ext cx="18473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endParaRPr kumimoji="1" lang="zh-CN" altLang="zh-CN" sz="3200">
              <a:latin typeface="Times New Roman" pitchFamily="18" charset="0"/>
              <a:ea typeface="黑体" pitchFamily="49" charset="-122"/>
            </a:endParaRPr>
          </a:p>
        </p:txBody>
      </p:sp>
      <p:sp>
        <p:nvSpPr>
          <p:cNvPr id="72708" name="Rectangle 82"/>
          <p:cNvSpPr>
            <a:spLocks noChangeArrowheads="1"/>
          </p:cNvSpPr>
          <p:nvPr/>
        </p:nvSpPr>
        <p:spPr bwMode="auto">
          <a:xfrm>
            <a:off x="6971059" y="2566118"/>
            <a:ext cx="1640681" cy="1760538"/>
          </a:xfrm>
          <a:prstGeom prst="rect">
            <a:avLst/>
          </a:prstGeom>
          <a:solidFill>
            <a:srgbClr val="FFFF99"/>
          </a:solidFill>
          <a:ln w="9525" algn="ctr">
            <a:solidFill>
              <a:schemeClr val="folHlink"/>
            </a:solidFill>
            <a:prstDash val="sysDot"/>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72709" name="Oval 83"/>
          <p:cNvSpPr>
            <a:spLocks noChangeArrowheads="1"/>
          </p:cNvSpPr>
          <p:nvPr/>
        </p:nvSpPr>
        <p:spPr bwMode="auto">
          <a:xfrm>
            <a:off x="7062207" y="2750269"/>
            <a:ext cx="1367235" cy="557213"/>
          </a:xfrm>
          <a:prstGeom prst="ellipse">
            <a:avLst/>
          </a:prstGeom>
          <a:solidFill>
            <a:srgbClr val="FFCCCC"/>
          </a:solidFill>
          <a:ln w="9525" algn="ctr">
            <a:solidFill>
              <a:schemeClr val="folHlink"/>
            </a:solidFill>
            <a:round/>
            <a:headEnd/>
            <a:tailEnd/>
          </a:ln>
          <a:effectLst>
            <a:outerShdw dist="35921" dir="2700000" algn="ctr" rotWithShape="0">
              <a:schemeClr val="bg2"/>
            </a:outerShdw>
          </a:effectLst>
        </p:spPr>
        <p:txBody>
          <a:bodyPr wrap="none" anchor="ctr"/>
          <a:lstStyle/>
          <a:p>
            <a:pPr algn="ctr" eaLnBrk="1" hangingPunct="1"/>
            <a:r>
              <a:rPr kumimoji="1" lang="zh-CN" altLang="en-US" sz="2000" b="1">
                <a:solidFill>
                  <a:srgbClr val="000099"/>
                </a:solidFill>
                <a:latin typeface="Arial" charset="0"/>
                <a:ea typeface="黑体" pitchFamily="49" charset="-122"/>
              </a:rPr>
              <a:t>控制进程</a:t>
            </a:r>
          </a:p>
        </p:txBody>
      </p:sp>
      <p:grpSp>
        <p:nvGrpSpPr>
          <p:cNvPr id="72710" name="Group 84"/>
          <p:cNvGrpSpPr>
            <a:grpSpLocks/>
          </p:cNvGrpSpPr>
          <p:nvPr/>
        </p:nvGrpSpPr>
        <p:grpSpPr bwMode="auto">
          <a:xfrm>
            <a:off x="317184" y="2008906"/>
            <a:ext cx="820341" cy="1204912"/>
            <a:chOff x="480" y="1395"/>
            <a:chExt cx="511" cy="728"/>
          </a:xfrm>
        </p:grpSpPr>
        <p:grpSp>
          <p:nvGrpSpPr>
            <p:cNvPr id="72735" name="Group 85"/>
            <p:cNvGrpSpPr>
              <a:grpSpLocks/>
            </p:cNvGrpSpPr>
            <p:nvPr/>
          </p:nvGrpSpPr>
          <p:grpSpPr bwMode="auto">
            <a:xfrm>
              <a:off x="717" y="1446"/>
              <a:ext cx="274" cy="237"/>
              <a:chOff x="717" y="1446"/>
              <a:chExt cx="274" cy="237"/>
            </a:xfrm>
          </p:grpSpPr>
          <p:sp>
            <p:nvSpPr>
              <p:cNvPr id="72760" name="Arc 86"/>
              <p:cNvSpPr>
                <a:spLocks/>
              </p:cNvSpPr>
              <p:nvPr/>
            </p:nvSpPr>
            <p:spPr bwMode="auto">
              <a:xfrm>
                <a:off x="930" y="1618"/>
                <a:ext cx="58" cy="39"/>
              </a:xfrm>
              <a:custGeom>
                <a:avLst/>
                <a:gdLst>
                  <a:gd name="T0" fmla="*/ 0 w 38273"/>
                  <a:gd name="T1" fmla="*/ 0 h 35142"/>
                  <a:gd name="T2" fmla="*/ 0 w 38273"/>
                  <a:gd name="T3" fmla="*/ 0 h 35142"/>
                  <a:gd name="T4" fmla="*/ 0 w 38273"/>
                  <a:gd name="T5" fmla="*/ 0 h 35142"/>
                  <a:gd name="T6" fmla="*/ 0 60000 65536"/>
                  <a:gd name="T7" fmla="*/ 0 60000 65536"/>
                  <a:gd name="T8" fmla="*/ 0 60000 65536"/>
                </a:gdLst>
                <a:ahLst/>
                <a:cxnLst>
                  <a:cxn ang="T6">
                    <a:pos x="T0" y="T1"/>
                  </a:cxn>
                  <a:cxn ang="T7">
                    <a:pos x="T2" y="T3"/>
                  </a:cxn>
                  <a:cxn ang="T8">
                    <a:pos x="T4" y="T5"/>
                  </a:cxn>
                </a:cxnLst>
                <a:rect l="0" t="0" r="r" b="b"/>
                <a:pathLst>
                  <a:path w="38273" h="35142" fill="none" extrusionOk="0">
                    <a:moveTo>
                      <a:pt x="-1" y="7867"/>
                    </a:moveTo>
                    <a:cubicBezTo>
                      <a:pt x="4103" y="2886"/>
                      <a:pt x="10218" y="-1"/>
                      <a:pt x="16673" y="0"/>
                    </a:cubicBezTo>
                    <a:cubicBezTo>
                      <a:pt x="28602" y="0"/>
                      <a:pt x="38273" y="9670"/>
                      <a:pt x="38273" y="21600"/>
                    </a:cubicBezTo>
                    <a:cubicBezTo>
                      <a:pt x="38273" y="26526"/>
                      <a:pt x="36589" y="31304"/>
                      <a:pt x="33500" y="35141"/>
                    </a:cubicBezTo>
                  </a:path>
                  <a:path w="38273" h="35142" stroke="0" extrusionOk="0">
                    <a:moveTo>
                      <a:pt x="-1" y="7867"/>
                    </a:moveTo>
                    <a:cubicBezTo>
                      <a:pt x="4103" y="2886"/>
                      <a:pt x="10218" y="-1"/>
                      <a:pt x="16673" y="0"/>
                    </a:cubicBezTo>
                    <a:cubicBezTo>
                      <a:pt x="28602" y="0"/>
                      <a:pt x="38273" y="9670"/>
                      <a:pt x="38273" y="21600"/>
                    </a:cubicBezTo>
                    <a:cubicBezTo>
                      <a:pt x="38273" y="26526"/>
                      <a:pt x="36589" y="31304"/>
                      <a:pt x="33500" y="35141"/>
                    </a:cubicBezTo>
                    <a:lnTo>
                      <a:pt x="16673" y="21600"/>
                    </a:lnTo>
                    <a:lnTo>
                      <a:pt x="-1" y="7867"/>
                    </a:lnTo>
                    <a:close/>
                  </a:path>
                </a:pathLst>
              </a:custGeom>
              <a:noFill/>
              <a:ln w="4763">
                <a:solidFill>
                  <a:srgbClr val="494936"/>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b="1">
                  <a:solidFill>
                    <a:srgbClr val="000099"/>
                  </a:solidFill>
                </a:endParaRPr>
              </a:p>
            </p:txBody>
          </p:sp>
          <p:sp>
            <p:nvSpPr>
              <p:cNvPr id="72761" name="Arc 87"/>
              <p:cNvSpPr>
                <a:spLocks/>
              </p:cNvSpPr>
              <p:nvPr/>
            </p:nvSpPr>
            <p:spPr bwMode="auto">
              <a:xfrm>
                <a:off x="929" y="1618"/>
                <a:ext cx="55" cy="36"/>
              </a:xfrm>
              <a:custGeom>
                <a:avLst/>
                <a:gdLst>
                  <a:gd name="T0" fmla="*/ 0 w 38146"/>
                  <a:gd name="T1" fmla="*/ 0 h 34928"/>
                  <a:gd name="T2" fmla="*/ 0 w 38146"/>
                  <a:gd name="T3" fmla="*/ 0 h 34928"/>
                  <a:gd name="T4" fmla="*/ 0 w 38146"/>
                  <a:gd name="T5" fmla="*/ 0 h 34928"/>
                  <a:gd name="T6" fmla="*/ 0 60000 65536"/>
                  <a:gd name="T7" fmla="*/ 0 60000 65536"/>
                  <a:gd name="T8" fmla="*/ 0 60000 65536"/>
                </a:gdLst>
                <a:ahLst/>
                <a:cxnLst>
                  <a:cxn ang="T6">
                    <a:pos x="T0" y="T1"/>
                  </a:cxn>
                  <a:cxn ang="T7">
                    <a:pos x="T2" y="T3"/>
                  </a:cxn>
                  <a:cxn ang="T8">
                    <a:pos x="T4" y="T5"/>
                  </a:cxn>
                </a:cxnLst>
                <a:rect l="0" t="0" r="r" b="b"/>
                <a:pathLst>
                  <a:path w="38146" h="34928" fill="none" extrusionOk="0">
                    <a:moveTo>
                      <a:pt x="0" y="7715"/>
                    </a:moveTo>
                    <a:cubicBezTo>
                      <a:pt x="4104" y="2824"/>
                      <a:pt x="10161" y="-1"/>
                      <a:pt x="16546" y="0"/>
                    </a:cubicBezTo>
                    <a:cubicBezTo>
                      <a:pt x="28475" y="0"/>
                      <a:pt x="38146" y="9670"/>
                      <a:pt x="38146" y="21600"/>
                    </a:cubicBezTo>
                    <a:cubicBezTo>
                      <a:pt x="38146" y="26432"/>
                      <a:pt x="36525" y="31125"/>
                      <a:pt x="33543" y="34927"/>
                    </a:cubicBezTo>
                  </a:path>
                  <a:path w="38146" h="34928" stroke="0" extrusionOk="0">
                    <a:moveTo>
                      <a:pt x="0" y="7715"/>
                    </a:moveTo>
                    <a:cubicBezTo>
                      <a:pt x="4104" y="2824"/>
                      <a:pt x="10161" y="-1"/>
                      <a:pt x="16546" y="0"/>
                    </a:cubicBezTo>
                    <a:cubicBezTo>
                      <a:pt x="28475" y="0"/>
                      <a:pt x="38146" y="9670"/>
                      <a:pt x="38146" y="21600"/>
                    </a:cubicBezTo>
                    <a:cubicBezTo>
                      <a:pt x="38146" y="26432"/>
                      <a:pt x="36525" y="31125"/>
                      <a:pt x="33543" y="34927"/>
                    </a:cubicBezTo>
                    <a:lnTo>
                      <a:pt x="16546" y="21600"/>
                    </a:lnTo>
                    <a:lnTo>
                      <a:pt x="0" y="7715"/>
                    </a:lnTo>
                    <a:close/>
                  </a:path>
                </a:pathLst>
              </a:custGeom>
              <a:noFill/>
              <a:ln w="4763">
                <a:solidFill>
                  <a:srgbClr val="DBDBCE"/>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b="1">
                  <a:solidFill>
                    <a:srgbClr val="000099"/>
                  </a:solidFill>
                </a:endParaRPr>
              </a:p>
            </p:txBody>
          </p:sp>
          <p:sp>
            <p:nvSpPr>
              <p:cNvPr id="72762" name="Freeform 88"/>
              <p:cNvSpPr>
                <a:spLocks/>
              </p:cNvSpPr>
              <p:nvPr/>
            </p:nvSpPr>
            <p:spPr bwMode="auto">
              <a:xfrm>
                <a:off x="751" y="1591"/>
                <a:ext cx="205" cy="26"/>
              </a:xfrm>
              <a:custGeom>
                <a:avLst/>
                <a:gdLst>
                  <a:gd name="T0" fmla="*/ 0 w 205"/>
                  <a:gd name="T1" fmla="*/ 26 h 26"/>
                  <a:gd name="T2" fmla="*/ 25 w 205"/>
                  <a:gd name="T3" fmla="*/ 0 h 26"/>
                  <a:gd name="T4" fmla="*/ 205 w 205"/>
                  <a:gd name="T5" fmla="*/ 0 h 26"/>
                  <a:gd name="T6" fmla="*/ 180 w 205"/>
                  <a:gd name="T7" fmla="*/ 26 h 26"/>
                  <a:gd name="T8" fmla="*/ 0 w 205"/>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5" h="26">
                    <a:moveTo>
                      <a:pt x="0" y="26"/>
                    </a:moveTo>
                    <a:lnTo>
                      <a:pt x="25" y="0"/>
                    </a:lnTo>
                    <a:lnTo>
                      <a:pt x="205" y="0"/>
                    </a:lnTo>
                    <a:lnTo>
                      <a:pt x="180"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72763" name="Freeform 89"/>
              <p:cNvSpPr>
                <a:spLocks/>
              </p:cNvSpPr>
              <p:nvPr/>
            </p:nvSpPr>
            <p:spPr bwMode="auto">
              <a:xfrm>
                <a:off x="751" y="1591"/>
                <a:ext cx="205" cy="26"/>
              </a:xfrm>
              <a:custGeom>
                <a:avLst/>
                <a:gdLst>
                  <a:gd name="T0" fmla="*/ 0 w 205"/>
                  <a:gd name="T1" fmla="*/ 26 h 26"/>
                  <a:gd name="T2" fmla="*/ 25 w 205"/>
                  <a:gd name="T3" fmla="*/ 0 h 26"/>
                  <a:gd name="T4" fmla="*/ 205 w 205"/>
                  <a:gd name="T5" fmla="*/ 0 h 26"/>
                  <a:gd name="T6" fmla="*/ 180 w 205"/>
                  <a:gd name="T7" fmla="*/ 26 h 26"/>
                  <a:gd name="T8" fmla="*/ 0 w 205"/>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5" h="26">
                    <a:moveTo>
                      <a:pt x="0" y="26"/>
                    </a:moveTo>
                    <a:lnTo>
                      <a:pt x="25" y="0"/>
                    </a:lnTo>
                    <a:lnTo>
                      <a:pt x="205" y="0"/>
                    </a:lnTo>
                    <a:lnTo>
                      <a:pt x="180" y="26"/>
                    </a:lnTo>
                    <a:lnTo>
                      <a:pt x="0" y="26"/>
                    </a:lnTo>
                    <a:close/>
                  </a:path>
                </a:pathLst>
              </a:custGeom>
              <a:solidFill>
                <a:srgbClr val="C9C9B6"/>
              </a:solidFill>
              <a:ln w="4763">
                <a:solidFill>
                  <a:srgbClr val="494936"/>
                </a:solidFill>
                <a:prstDash val="solid"/>
                <a:round/>
                <a:headEnd/>
                <a:tailEnd/>
              </a:ln>
            </p:spPr>
            <p:txBody>
              <a:bodyPr/>
              <a:lstStyle/>
              <a:p>
                <a:endParaRPr lang="zh-CN" altLang="en-US" b="1">
                  <a:solidFill>
                    <a:srgbClr val="000099"/>
                  </a:solidFill>
                </a:endParaRPr>
              </a:p>
            </p:txBody>
          </p:sp>
          <p:sp>
            <p:nvSpPr>
              <p:cNvPr id="72764" name="Rectangle 90"/>
              <p:cNvSpPr>
                <a:spLocks noChangeArrowheads="1"/>
              </p:cNvSpPr>
              <p:nvPr/>
            </p:nvSpPr>
            <p:spPr bwMode="auto">
              <a:xfrm>
                <a:off x="751" y="1617"/>
                <a:ext cx="180" cy="31"/>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72765" name="Rectangle 91"/>
              <p:cNvSpPr>
                <a:spLocks noChangeArrowheads="1"/>
              </p:cNvSpPr>
              <p:nvPr/>
            </p:nvSpPr>
            <p:spPr bwMode="auto">
              <a:xfrm>
                <a:off x="752" y="1618"/>
                <a:ext cx="178" cy="29"/>
              </a:xfrm>
              <a:prstGeom prst="rect">
                <a:avLst/>
              </a:prstGeom>
              <a:solidFill>
                <a:srgbClr val="B7B79D"/>
              </a:solidFill>
              <a:ln w="4763">
                <a:solidFill>
                  <a:srgbClr val="494936"/>
                </a:solidFill>
                <a:miter lim="800000"/>
                <a:headEnd/>
                <a:tailEnd/>
              </a:ln>
            </p:spPr>
            <p:txBody>
              <a:bodyPr/>
              <a:lstStyle/>
              <a:p>
                <a:pPr eaLnBrk="1" hangingPunct="1"/>
                <a:endParaRPr lang="zh-CN" altLang="en-US" b="1">
                  <a:solidFill>
                    <a:srgbClr val="000099"/>
                  </a:solidFill>
                </a:endParaRPr>
              </a:p>
            </p:txBody>
          </p:sp>
          <p:sp>
            <p:nvSpPr>
              <p:cNvPr id="72766" name="Freeform 92"/>
              <p:cNvSpPr>
                <a:spLocks/>
              </p:cNvSpPr>
              <p:nvPr/>
            </p:nvSpPr>
            <p:spPr bwMode="auto">
              <a:xfrm>
                <a:off x="931" y="1591"/>
                <a:ext cx="25" cy="57"/>
              </a:xfrm>
              <a:custGeom>
                <a:avLst/>
                <a:gdLst>
                  <a:gd name="T0" fmla="*/ 0 w 25"/>
                  <a:gd name="T1" fmla="*/ 57 h 57"/>
                  <a:gd name="T2" fmla="*/ 25 w 25"/>
                  <a:gd name="T3" fmla="*/ 35 h 57"/>
                  <a:gd name="T4" fmla="*/ 25 w 25"/>
                  <a:gd name="T5" fmla="*/ 0 h 57"/>
                  <a:gd name="T6" fmla="*/ 0 w 25"/>
                  <a:gd name="T7" fmla="*/ 26 h 57"/>
                  <a:gd name="T8" fmla="*/ 0 w 25"/>
                  <a:gd name="T9" fmla="*/ 57 h 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57">
                    <a:moveTo>
                      <a:pt x="0" y="57"/>
                    </a:moveTo>
                    <a:lnTo>
                      <a:pt x="25" y="35"/>
                    </a:lnTo>
                    <a:lnTo>
                      <a:pt x="25" y="0"/>
                    </a:lnTo>
                    <a:lnTo>
                      <a:pt x="0" y="26"/>
                    </a:lnTo>
                    <a:lnTo>
                      <a:pt x="0" y="57"/>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72767" name="Freeform 93"/>
              <p:cNvSpPr>
                <a:spLocks/>
              </p:cNvSpPr>
              <p:nvPr/>
            </p:nvSpPr>
            <p:spPr bwMode="auto">
              <a:xfrm>
                <a:off x="931" y="1591"/>
                <a:ext cx="25" cy="57"/>
              </a:xfrm>
              <a:custGeom>
                <a:avLst/>
                <a:gdLst>
                  <a:gd name="T0" fmla="*/ 0 w 25"/>
                  <a:gd name="T1" fmla="*/ 57 h 57"/>
                  <a:gd name="T2" fmla="*/ 25 w 25"/>
                  <a:gd name="T3" fmla="*/ 35 h 57"/>
                  <a:gd name="T4" fmla="*/ 25 w 25"/>
                  <a:gd name="T5" fmla="*/ 0 h 57"/>
                  <a:gd name="T6" fmla="*/ 0 w 25"/>
                  <a:gd name="T7" fmla="*/ 26 h 57"/>
                  <a:gd name="T8" fmla="*/ 0 w 25"/>
                  <a:gd name="T9" fmla="*/ 57 h 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57">
                    <a:moveTo>
                      <a:pt x="0" y="57"/>
                    </a:moveTo>
                    <a:lnTo>
                      <a:pt x="25" y="35"/>
                    </a:lnTo>
                    <a:lnTo>
                      <a:pt x="25" y="0"/>
                    </a:lnTo>
                    <a:lnTo>
                      <a:pt x="0" y="26"/>
                    </a:lnTo>
                    <a:lnTo>
                      <a:pt x="0" y="57"/>
                    </a:lnTo>
                    <a:close/>
                  </a:path>
                </a:pathLst>
              </a:custGeom>
              <a:solidFill>
                <a:srgbClr val="7A7A5A"/>
              </a:solidFill>
              <a:ln w="4763">
                <a:solidFill>
                  <a:srgbClr val="494936"/>
                </a:solidFill>
                <a:prstDash val="solid"/>
                <a:round/>
                <a:headEnd/>
                <a:tailEnd/>
              </a:ln>
            </p:spPr>
            <p:txBody>
              <a:bodyPr/>
              <a:lstStyle/>
              <a:p>
                <a:endParaRPr lang="zh-CN" altLang="en-US" b="1">
                  <a:solidFill>
                    <a:srgbClr val="000099"/>
                  </a:solidFill>
                </a:endParaRPr>
              </a:p>
            </p:txBody>
          </p:sp>
          <p:sp>
            <p:nvSpPr>
              <p:cNvPr id="72768" name="Freeform 94"/>
              <p:cNvSpPr>
                <a:spLocks/>
              </p:cNvSpPr>
              <p:nvPr/>
            </p:nvSpPr>
            <p:spPr bwMode="auto">
              <a:xfrm>
                <a:off x="757" y="1591"/>
                <a:ext cx="196" cy="19"/>
              </a:xfrm>
              <a:custGeom>
                <a:avLst/>
                <a:gdLst>
                  <a:gd name="T0" fmla="*/ 0 w 196"/>
                  <a:gd name="T1" fmla="*/ 19 h 19"/>
                  <a:gd name="T2" fmla="*/ 19 w 196"/>
                  <a:gd name="T3" fmla="*/ 0 h 19"/>
                  <a:gd name="T4" fmla="*/ 196 w 196"/>
                  <a:gd name="T5" fmla="*/ 0 h 19"/>
                  <a:gd name="T6" fmla="*/ 177 w 196"/>
                  <a:gd name="T7" fmla="*/ 19 h 19"/>
                  <a:gd name="T8" fmla="*/ 0 w 196"/>
                  <a:gd name="T9" fmla="*/ 19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6" h="19">
                    <a:moveTo>
                      <a:pt x="0" y="19"/>
                    </a:moveTo>
                    <a:lnTo>
                      <a:pt x="19" y="0"/>
                    </a:lnTo>
                    <a:lnTo>
                      <a:pt x="196" y="0"/>
                    </a:lnTo>
                    <a:lnTo>
                      <a:pt x="177" y="19"/>
                    </a:lnTo>
                    <a:lnTo>
                      <a:pt x="0"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72769" name="Freeform 95"/>
              <p:cNvSpPr>
                <a:spLocks/>
              </p:cNvSpPr>
              <p:nvPr/>
            </p:nvSpPr>
            <p:spPr bwMode="auto">
              <a:xfrm>
                <a:off x="757" y="1591"/>
                <a:ext cx="196" cy="19"/>
              </a:xfrm>
              <a:custGeom>
                <a:avLst/>
                <a:gdLst>
                  <a:gd name="T0" fmla="*/ 0 w 196"/>
                  <a:gd name="T1" fmla="*/ 19 h 19"/>
                  <a:gd name="T2" fmla="*/ 19 w 196"/>
                  <a:gd name="T3" fmla="*/ 0 h 19"/>
                  <a:gd name="T4" fmla="*/ 196 w 196"/>
                  <a:gd name="T5" fmla="*/ 0 h 19"/>
                  <a:gd name="T6" fmla="*/ 177 w 196"/>
                  <a:gd name="T7" fmla="*/ 19 h 19"/>
                  <a:gd name="T8" fmla="*/ 0 w 196"/>
                  <a:gd name="T9" fmla="*/ 19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6" h="19">
                    <a:moveTo>
                      <a:pt x="0" y="19"/>
                    </a:moveTo>
                    <a:lnTo>
                      <a:pt x="19" y="0"/>
                    </a:lnTo>
                    <a:lnTo>
                      <a:pt x="196" y="0"/>
                    </a:lnTo>
                    <a:lnTo>
                      <a:pt x="177" y="19"/>
                    </a:lnTo>
                    <a:lnTo>
                      <a:pt x="0" y="19"/>
                    </a:lnTo>
                    <a:close/>
                  </a:path>
                </a:pathLst>
              </a:custGeom>
              <a:solidFill>
                <a:srgbClr val="000000"/>
              </a:solidFill>
              <a:ln w="4763">
                <a:solidFill>
                  <a:srgbClr val="000000"/>
                </a:solidFill>
                <a:prstDash val="solid"/>
                <a:round/>
                <a:headEnd/>
                <a:tailEnd/>
              </a:ln>
            </p:spPr>
            <p:txBody>
              <a:bodyPr/>
              <a:lstStyle/>
              <a:p>
                <a:endParaRPr lang="zh-CN" altLang="en-US" b="1">
                  <a:solidFill>
                    <a:srgbClr val="000099"/>
                  </a:solidFill>
                </a:endParaRPr>
              </a:p>
            </p:txBody>
          </p:sp>
          <p:sp>
            <p:nvSpPr>
              <p:cNvPr id="72770" name="Freeform 96"/>
              <p:cNvSpPr>
                <a:spLocks/>
              </p:cNvSpPr>
              <p:nvPr/>
            </p:nvSpPr>
            <p:spPr bwMode="auto">
              <a:xfrm>
                <a:off x="751" y="1446"/>
                <a:ext cx="202" cy="19"/>
              </a:xfrm>
              <a:custGeom>
                <a:avLst/>
                <a:gdLst>
                  <a:gd name="T0" fmla="*/ 0 w 202"/>
                  <a:gd name="T1" fmla="*/ 19 h 19"/>
                  <a:gd name="T2" fmla="*/ 19 w 202"/>
                  <a:gd name="T3" fmla="*/ 0 h 19"/>
                  <a:gd name="T4" fmla="*/ 202 w 202"/>
                  <a:gd name="T5" fmla="*/ 0 h 19"/>
                  <a:gd name="T6" fmla="*/ 180 w 202"/>
                  <a:gd name="T7" fmla="*/ 19 h 19"/>
                  <a:gd name="T8" fmla="*/ 0 w 202"/>
                  <a:gd name="T9" fmla="*/ 19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2" h="19">
                    <a:moveTo>
                      <a:pt x="0" y="19"/>
                    </a:moveTo>
                    <a:lnTo>
                      <a:pt x="19" y="0"/>
                    </a:lnTo>
                    <a:lnTo>
                      <a:pt x="202" y="0"/>
                    </a:lnTo>
                    <a:lnTo>
                      <a:pt x="180" y="19"/>
                    </a:lnTo>
                    <a:lnTo>
                      <a:pt x="0" y="1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72771" name="Freeform 97"/>
              <p:cNvSpPr>
                <a:spLocks/>
              </p:cNvSpPr>
              <p:nvPr/>
            </p:nvSpPr>
            <p:spPr bwMode="auto">
              <a:xfrm>
                <a:off x="751" y="1446"/>
                <a:ext cx="202" cy="19"/>
              </a:xfrm>
              <a:custGeom>
                <a:avLst/>
                <a:gdLst>
                  <a:gd name="T0" fmla="*/ 0 w 202"/>
                  <a:gd name="T1" fmla="*/ 19 h 19"/>
                  <a:gd name="T2" fmla="*/ 19 w 202"/>
                  <a:gd name="T3" fmla="*/ 0 h 19"/>
                  <a:gd name="T4" fmla="*/ 202 w 202"/>
                  <a:gd name="T5" fmla="*/ 0 h 19"/>
                  <a:gd name="T6" fmla="*/ 180 w 202"/>
                  <a:gd name="T7" fmla="*/ 19 h 19"/>
                  <a:gd name="T8" fmla="*/ 0 w 202"/>
                  <a:gd name="T9" fmla="*/ 19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2" h="19">
                    <a:moveTo>
                      <a:pt x="0" y="19"/>
                    </a:moveTo>
                    <a:lnTo>
                      <a:pt x="19" y="0"/>
                    </a:lnTo>
                    <a:lnTo>
                      <a:pt x="202" y="0"/>
                    </a:lnTo>
                    <a:lnTo>
                      <a:pt x="180" y="19"/>
                    </a:lnTo>
                    <a:lnTo>
                      <a:pt x="0" y="19"/>
                    </a:lnTo>
                    <a:close/>
                  </a:path>
                </a:pathLst>
              </a:custGeom>
              <a:solidFill>
                <a:srgbClr val="C9C9B6"/>
              </a:solidFill>
              <a:ln w="4763">
                <a:solidFill>
                  <a:srgbClr val="494936"/>
                </a:solidFill>
                <a:prstDash val="solid"/>
                <a:round/>
                <a:headEnd/>
                <a:tailEnd/>
              </a:ln>
            </p:spPr>
            <p:txBody>
              <a:bodyPr/>
              <a:lstStyle/>
              <a:p>
                <a:endParaRPr lang="zh-CN" altLang="en-US" b="1">
                  <a:solidFill>
                    <a:srgbClr val="000099"/>
                  </a:solidFill>
                </a:endParaRPr>
              </a:p>
            </p:txBody>
          </p:sp>
          <p:sp>
            <p:nvSpPr>
              <p:cNvPr id="72772" name="Rectangle 98"/>
              <p:cNvSpPr>
                <a:spLocks noChangeArrowheads="1"/>
              </p:cNvSpPr>
              <p:nvPr/>
            </p:nvSpPr>
            <p:spPr bwMode="auto">
              <a:xfrm>
                <a:off x="752" y="1466"/>
                <a:ext cx="181" cy="140"/>
              </a:xfrm>
              <a:prstGeom prst="rect">
                <a:avLst/>
              </a:prstGeom>
              <a:solidFill>
                <a:srgbClr val="B7B79D"/>
              </a:solidFill>
              <a:ln w="4763">
                <a:solidFill>
                  <a:srgbClr val="494936"/>
                </a:solidFill>
                <a:miter lim="800000"/>
                <a:headEnd/>
                <a:tailEnd/>
              </a:ln>
            </p:spPr>
            <p:txBody>
              <a:bodyPr/>
              <a:lstStyle/>
              <a:p>
                <a:pPr eaLnBrk="1" hangingPunct="1"/>
                <a:endParaRPr lang="zh-CN" altLang="en-US" b="1">
                  <a:solidFill>
                    <a:srgbClr val="000099"/>
                  </a:solidFill>
                </a:endParaRPr>
              </a:p>
            </p:txBody>
          </p:sp>
          <p:sp>
            <p:nvSpPr>
              <p:cNvPr id="72773" name="Rectangle 99"/>
              <p:cNvSpPr>
                <a:spLocks noChangeArrowheads="1"/>
              </p:cNvSpPr>
              <p:nvPr/>
            </p:nvSpPr>
            <p:spPr bwMode="auto">
              <a:xfrm>
                <a:off x="768" y="1485"/>
                <a:ext cx="149" cy="108"/>
              </a:xfrm>
              <a:prstGeom prst="rect">
                <a:avLst/>
              </a:prstGeom>
              <a:solidFill>
                <a:srgbClr val="FFFFFF"/>
              </a:solidFill>
              <a:ln w="4763">
                <a:solidFill>
                  <a:srgbClr val="494936"/>
                </a:solidFill>
                <a:miter lim="800000"/>
                <a:headEnd/>
                <a:tailEnd/>
              </a:ln>
            </p:spPr>
            <p:txBody>
              <a:bodyPr/>
              <a:lstStyle/>
              <a:p>
                <a:pPr eaLnBrk="1" hangingPunct="1"/>
                <a:endParaRPr lang="zh-CN" altLang="en-US" b="1">
                  <a:solidFill>
                    <a:srgbClr val="000099"/>
                  </a:solidFill>
                </a:endParaRPr>
              </a:p>
            </p:txBody>
          </p:sp>
          <p:sp>
            <p:nvSpPr>
              <p:cNvPr id="72774" name="Freeform 100"/>
              <p:cNvSpPr>
                <a:spLocks/>
              </p:cNvSpPr>
              <p:nvPr/>
            </p:nvSpPr>
            <p:spPr bwMode="auto">
              <a:xfrm>
                <a:off x="931" y="1446"/>
                <a:ext cx="22" cy="161"/>
              </a:xfrm>
              <a:custGeom>
                <a:avLst/>
                <a:gdLst>
                  <a:gd name="T0" fmla="*/ 0 w 22"/>
                  <a:gd name="T1" fmla="*/ 161 h 161"/>
                  <a:gd name="T2" fmla="*/ 22 w 22"/>
                  <a:gd name="T3" fmla="*/ 142 h 161"/>
                  <a:gd name="T4" fmla="*/ 22 w 22"/>
                  <a:gd name="T5" fmla="*/ 0 h 161"/>
                  <a:gd name="T6" fmla="*/ 0 w 22"/>
                  <a:gd name="T7" fmla="*/ 19 h 161"/>
                  <a:gd name="T8" fmla="*/ 0 w 22"/>
                  <a:gd name="T9" fmla="*/ 161 h 16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161">
                    <a:moveTo>
                      <a:pt x="0" y="161"/>
                    </a:moveTo>
                    <a:lnTo>
                      <a:pt x="22" y="142"/>
                    </a:lnTo>
                    <a:lnTo>
                      <a:pt x="22" y="0"/>
                    </a:lnTo>
                    <a:lnTo>
                      <a:pt x="0" y="19"/>
                    </a:lnTo>
                    <a:lnTo>
                      <a:pt x="0" y="161"/>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72775" name="Freeform 101"/>
              <p:cNvSpPr>
                <a:spLocks/>
              </p:cNvSpPr>
              <p:nvPr/>
            </p:nvSpPr>
            <p:spPr bwMode="auto">
              <a:xfrm>
                <a:off x="931" y="1446"/>
                <a:ext cx="22" cy="161"/>
              </a:xfrm>
              <a:custGeom>
                <a:avLst/>
                <a:gdLst>
                  <a:gd name="T0" fmla="*/ 0 w 22"/>
                  <a:gd name="T1" fmla="*/ 161 h 161"/>
                  <a:gd name="T2" fmla="*/ 22 w 22"/>
                  <a:gd name="T3" fmla="*/ 142 h 161"/>
                  <a:gd name="T4" fmla="*/ 22 w 22"/>
                  <a:gd name="T5" fmla="*/ 0 h 161"/>
                  <a:gd name="T6" fmla="*/ 0 w 22"/>
                  <a:gd name="T7" fmla="*/ 19 h 161"/>
                  <a:gd name="T8" fmla="*/ 0 w 22"/>
                  <a:gd name="T9" fmla="*/ 161 h 16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161">
                    <a:moveTo>
                      <a:pt x="0" y="161"/>
                    </a:moveTo>
                    <a:lnTo>
                      <a:pt x="22" y="142"/>
                    </a:lnTo>
                    <a:lnTo>
                      <a:pt x="22" y="0"/>
                    </a:lnTo>
                    <a:lnTo>
                      <a:pt x="0" y="19"/>
                    </a:lnTo>
                    <a:lnTo>
                      <a:pt x="0" y="161"/>
                    </a:lnTo>
                    <a:close/>
                  </a:path>
                </a:pathLst>
              </a:custGeom>
              <a:solidFill>
                <a:srgbClr val="7A7A5A"/>
              </a:solidFill>
              <a:ln w="4763">
                <a:solidFill>
                  <a:srgbClr val="494936"/>
                </a:solidFill>
                <a:prstDash val="solid"/>
                <a:round/>
                <a:headEnd/>
                <a:tailEnd/>
              </a:ln>
            </p:spPr>
            <p:txBody>
              <a:bodyPr/>
              <a:lstStyle/>
              <a:p>
                <a:endParaRPr lang="zh-CN" altLang="en-US" b="1">
                  <a:solidFill>
                    <a:srgbClr val="000099"/>
                  </a:solidFill>
                </a:endParaRPr>
              </a:p>
            </p:txBody>
          </p:sp>
          <p:sp>
            <p:nvSpPr>
              <p:cNvPr id="72776" name="Freeform 102"/>
              <p:cNvSpPr>
                <a:spLocks/>
              </p:cNvSpPr>
              <p:nvPr/>
            </p:nvSpPr>
            <p:spPr bwMode="auto">
              <a:xfrm>
                <a:off x="717" y="1642"/>
                <a:ext cx="223" cy="35"/>
              </a:xfrm>
              <a:custGeom>
                <a:avLst/>
                <a:gdLst>
                  <a:gd name="T0" fmla="*/ 0 w 223"/>
                  <a:gd name="T1" fmla="*/ 35 h 35"/>
                  <a:gd name="T2" fmla="*/ 28 w 223"/>
                  <a:gd name="T3" fmla="*/ 0 h 35"/>
                  <a:gd name="T4" fmla="*/ 223 w 223"/>
                  <a:gd name="T5" fmla="*/ 0 h 35"/>
                  <a:gd name="T6" fmla="*/ 195 w 223"/>
                  <a:gd name="T7" fmla="*/ 35 h 35"/>
                  <a:gd name="T8" fmla="*/ 0 w 223"/>
                  <a:gd name="T9" fmla="*/ 35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3" h="35">
                    <a:moveTo>
                      <a:pt x="0" y="35"/>
                    </a:moveTo>
                    <a:lnTo>
                      <a:pt x="28" y="0"/>
                    </a:lnTo>
                    <a:lnTo>
                      <a:pt x="223" y="0"/>
                    </a:lnTo>
                    <a:lnTo>
                      <a:pt x="195" y="35"/>
                    </a:lnTo>
                    <a:lnTo>
                      <a:pt x="0" y="3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72777" name="Freeform 103"/>
              <p:cNvSpPr>
                <a:spLocks/>
              </p:cNvSpPr>
              <p:nvPr/>
            </p:nvSpPr>
            <p:spPr bwMode="auto">
              <a:xfrm>
                <a:off x="717" y="1642"/>
                <a:ext cx="223" cy="35"/>
              </a:xfrm>
              <a:custGeom>
                <a:avLst/>
                <a:gdLst>
                  <a:gd name="T0" fmla="*/ 0 w 223"/>
                  <a:gd name="T1" fmla="*/ 35 h 35"/>
                  <a:gd name="T2" fmla="*/ 28 w 223"/>
                  <a:gd name="T3" fmla="*/ 0 h 35"/>
                  <a:gd name="T4" fmla="*/ 223 w 223"/>
                  <a:gd name="T5" fmla="*/ 0 h 35"/>
                  <a:gd name="T6" fmla="*/ 195 w 223"/>
                  <a:gd name="T7" fmla="*/ 35 h 35"/>
                  <a:gd name="T8" fmla="*/ 0 w 223"/>
                  <a:gd name="T9" fmla="*/ 35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3" h="35">
                    <a:moveTo>
                      <a:pt x="0" y="35"/>
                    </a:moveTo>
                    <a:lnTo>
                      <a:pt x="28" y="0"/>
                    </a:lnTo>
                    <a:lnTo>
                      <a:pt x="223" y="0"/>
                    </a:lnTo>
                    <a:lnTo>
                      <a:pt x="195" y="35"/>
                    </a:lnTo>
                    <a:lnTo>
                      <a:pt x="0" y="35"/>
                    </a:lnTo>
                    <a:close/>
                  </a:path>
                </a:pathLst>
              </a:custGeom>
              <a:solidFill>
                <a:srgbClr val="C9C9B6"/>
              </a:solidFill>
              <a:ln w="4763">
                <a:solidFill>
                  <a:srgbClr val="494936"/>
                </a:solidFill>
                <a:prstDash val="solid"/>
                <a:round/>
                <a:headEnd/>
                <a:tailEnd/>
              </a:ln>
            </p:spPr>
            <p:txBody>
              <a:bodyPr/>
              <a:lstStyle/>
              <a:p>
                <a:endParaRPr lang="zh-CN" altLang="en-US" b="1">
                  <a:solidFill>
                    <a:srgbClr val="000099"/>
                  </a:solidFill>
                </a:endParaRPr>
              </a:p>
            </p:txBody>
          </p:sp>
          <p:sp>
            <p:nvSpPr>
              <p:cNvPr id="72778" name="Freeform 104"/>
              <p:cNvSpPr>
                <a:spLocks/>
              </p:cNvSpPr>
              <p:nvPr/>
            </p:nvSpPr>
            <p:spPr bwMode="auto">
              <a:xfrm>
                <a:off x="912" y="1642"/>
                <a:ext cx="28" cy="41"/>
              </a:xfrm>
              <a:custGeom>
                <a:avLst/>
                <a:gdLst>
                  <a:gd name="T0" fmla="*/ 0 w 28"/>
                  <a:gd name="T1" fmla="*/ 41 h 41"/>
                  <a:gd name="T2" fmla="*/ 28 w 28"/>
                  <a:gd name="T3" fmla="*/ 13 h 41"/>
                  <a:gd name="T4" fmla="*/ 28 w 28"/>
                  <a:gd name="T5" fmla="*/ 0 h 41"/>
                  <a:gd name="T6" fmla="*/ 0 w 28"/>
                  <a:gd name="T7" fmla="*/ 35 h 41"/>
                  <a:gd name="T8" fmla="*/ 0 w 28"/>
                  <a:gd name="T9" fmla="*/ 41 h 4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 h="41">
                    <a:moveTo>
                      <a:pt x="0" y="41"/>
                    </a:moveTo>
                    <a:lnTo>
                      <a:pt x="28" y="13"/>
                    </a:lnTo>
                    <a:lnTo>
                      <a:pt x="28" y="0"/>
                    </a:lnTo>
                    <a:lnTo>
                      <a:pt x="0" y="35"/>
                    </a:lnTo>
                    <a:lnTo>
                      <a:pt x="0" y="41"/>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72779" name="Freeform 105"/>
              <p:cNvSpPr>
                <a:spLocks/>
              </p:cNvSpPr>
              <p:nvPr/>
            </p:nvSpPr>
            <p:spPr bwMode="auto">
              <a:xfrm>
                <a:off x="912" y="1642"/>
                <a:ext cx="28" cy="41"/>
              </a:xfrm>
              <a:custGeom>
                <a:avLst/>
                <a:gdLst>
                  <a:gd name="T0" fmla="*/ 0 w 28"/>
                  <a:gd name="T1" fmla="*/ 41 h 41"/>
                  <a:gd name="T2" fmla="*/ 28 w 28"/>
                  <a:gd name="T3" fmla="*/ 13 h 41"/>
                  <a:gd name="T4" fmla="*/ 28 w 28"/>
                  <a:gd name="T5" fmla="*/ 0 h 41"/>
                  <a:gd name="T6" fmla="*/ 0 w 28"/>
                  <a:gd name="T7" fmla="*/ 35 h 41"/>
                  <a:gd name="T8" fmla="*/ 0 w 28"/>
                  <a:gd name="T9" fmla="*/ 41 h 4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 h="41">
                    <a:moveTo>
                      <a:pt x="0" y="41"/>
                    </a:moveTo>
                    <a:lnTo>
                      <a:pt x="28" y="13"/>
                    </a:lnTo>
                    <a:lnTo>
                      <a:pt x="28" y="0"/>
                    </a:lnTo>
                    <a:lnTo>
                      <a:pt x="0" y="35"/>
                    </a:lnTo>
                    <a:lnTo>
                      <a:pt x="0" y="41"/>
                    </a:lnTo>
                    <a:close/>
                  </a:path>
                </a:pathLst>
              </a:custGeom>
              <a:solidFill>
                <a:srgbClr val="7A7A5A"/>
              </a:solidFill>
              <a:ln w="4763">
                <a:solidFill>
                  <a:srgbClr val="494936"/>
                </a:solidFill>
                <a:prstDash val="solid"/>
                <a:round/>
                <a:headEnd/>
                <a:tailEnd/>
              </a:ln>
            </p:spPr>
            <p:txBody>
              <a:bodyPr/>
              <a:lstStyle/>
              <a:p>
                <a:endParaRPr lang="zh-CN" altLang="en-US" b="1">
                  <a:solidFill>
                    <a:srgbClr val="000099"/>
                  </a:solidFill>
                </a:endParaRPr>
              </a:p>
            </p:txBody>
          </p:sp>
          <p:sp>
            <p:nvSpPr>
              <p:cNvPr id="72780" name="Rectangle 106"/>
              <p:cNvSpPr>
                <a:spLocks noChangeArrowheads="1"/>
              </p:cNvSpPr>
              <p:nvPr/>
            </p:nvSpPr>
            <p:spPr bwMode="auto">
              <a:xfrm>
                <a:off x="717" y="1677"/>
                <a:ext cx="195" cy="6"/>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72781" name="Rectangle 107"/>
              <p:cNvSpPr>
                <a:spLocks noChangeArrowheads="1"/>
              </p:cNvSpPr>
              <p:nvPr/>
            </p:nvSpPr>
            <p:spPr bwMode="auto">
              <a:xfrm>
                <a:off x="718" y="1678"/>
                <a:ext cx="193" cy="4"/>
              </a:xfrm>
              <a:prstGeom prst="rect">
                <a:avLst/>
              </a:prstGeom>
              <a:solidFill>
                <a:srgbClr val="B7B79D"/>
              </a:solidFill>
              <a:ln w="4763">
                <a:solidFill>
                  <a:srgbClr val="494936"/>
                </a:solidFill>
                <a:miter lim="800000"/>
                <a:headEnd/>
                <a:tailEnd/>
              </a:ln>
            </p:spPr>
            <p:txBody>
              <a:bodyPr/>
              <a:lstStyle/>
              <a:p>
                <a:pPr eaLnBrk="1" hangingPunct="1"/>
                <a:endParaRPr lang="zh-CN" altLang="en-US" b="1">
                  <a:solidFill>
                    <a:srgbClr val="000099"/>
                  </a:solidFill>
                </a:endParaRPr>
              </a:p>
            </p:txBody>
          </p:sp>
          <p:sp>
            <p:nvSpPr>
              <p:cNvPr id="72782" name="Freeform 108"/>
              <p:cNvSpPr>
                <a:spLocks/>
              </p:cNvSpPr>
              <p:nvPr/>
            </p:nvSpPr>
            <p:spPr bwMode="auto">
              <a:xfrm>
                <a:off x="953" y="1651"/>
                <a:ext cx="38" cy="23"/>
              </a:xfrm>
              <a:custGeom>
                <a:avLst/>
                <a:gdLst>
                  <a:gd name="T0" fmla="*/ 0 w 38"/>
                  <a:gd name="T1" fmla="*/ 23 h 23"/>
                  <a:gd name="T2" fmla="*/ 13 w 38"/>
                  <a:gd name="T3" fmla="*/ 0 h 23"/>
                  <a:gd name="T4" fmla="*/ 38 w 38"/>
                  <a:gd name="T5" fmla="*/ 0 h 23"/>
                  <a:gd name="T6" fmla="*/ 25 w 38"/>
                  <a:gd name="T7" fmla="*/ 23 h 23"/>
                  <a:gd name="T8" fmla="*/ 0 w 38"/>
                  <a:gd name="T9" fmla="*/ 23 h 2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23">
                    <a:moveTo>
                      <a:pt x="0" y="23"/>
                    </a:moveTo>
                    <a:lnTo>
                      <a:pt x="13" y="0"/>
                    </a:lnTo>
                    <a:lnTo>
                      <a:pt x="38" y="0"/>
                    </a:lnTo>
                    <a:lnTo>
                      <a:pt x="25"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72783" name="Freeform 109"/>
              <p:cNvSpPr>
                <a:spLocks/>
              </p:cNvSpPr>
              <p:nvPr/>
            </p:nvSpPr>
            <p:spPr bwMode="auto">
              <a:xfrm>
                <a:off x="953" y="1651"/>
                <a:ext cx="38" cy="23"/>
              </a:xfrm>
              <a:custGeom>
                <a:avLst/>
                <a:gdLst>
                  <a:gd name="T0" fmla="*/ 0 w 38"/>
                  <a:gd name="T1" fmla="*/ 23 h 23"/>
                  <a:gd name="T2" fmla="*/ 13 w 38"/>
                  <a:gd name="T3" fmla="*/ 0 h 23"/>
                  <a:gd name="T4" fmla="*/ 38 w 38"/>
                  <a:gd name="T5" fmla="*/ 0 h 23"/>
                  <a:gd name="T6" fmla="*/ 25 w 38"/>
                  <a:gd name="T7" fmla="*/ 23 h 23"/>
                  <a:gd name="T8" fmla="*/ 0 w 38"/>
                  <a:gd name="T9" fmla="*/ 23 h 2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23">
                    <a:moveTo>
                      <a:pt x="0" y="23"/>
                    </a:moveTo>
                    <a:lnTo>
                      <a:pt x="13" y="0"/>
                    </a:lnTo>
                    <a:lnTo>
                      <a:pt x="38" y="0"/>
                    </a:lnTo>
                    <a:lnTo>
                      <a:pt x="25" y="23"/>
                    </a:lnTo>
                    <a:lnTo>
                      <a:pt x="0" y="23"/>
                    </a:lnTo>
                    <a:close/>
                  </a:path>
                </a:pathLst>
              </a:custGeom>
              <a:solidFill>
                <a:srgbClr val="C9C9B6"/>
              </a:solidFill>
              <a:ln w="4763">
                <a:solidFill>
                  <a:srgbClr val="494936"/>
                </a:solidFill>
                <a:prstDash val="solid"/>
                <a:round/>
                <a:headEnd/>
                <a:tailEnd/>
              </a:ln>
            </p:spPr>
            <p:txBody>
              <a:bodyPr/>
              <a:lstStyle/>
              <a:p>
                <a:endParaRPr lang="zh-CN" altLang="en-US" b="1">
                  <a:solidFill>
                    <a:srgbClr val="000099"/>
                  </a:solidFill>
                </a:endParaRPr>
              </a:p>
            </p:txBody>
          </p:sp>
          <p:sp>
            <p:nvSpPr>
              <p:cNvPr id="72784" name="Freeform 110"/>
              <p:cNvSpPr>
                <a:spLocks/>
              </p:cNvSpPr>
              <p:nvPr/>
            </p:nvSpPr>
            <p:spPr bwMode="auto">
              <a:xfrm>
                <a:off x="978" y="1651"/>
                <a:ext cx="13" cy="29"/>
              </a:xfrm>
              <a:custGeom>
                <a:avLst/>
                <a:gdLst>
                  <a:gd name="T0" fmla="*/ 0 w 13"/>
                  <a:gd name="T1" fmla="*/ 29 h 29"/>
                  <a:gd name="T2" fmla="*/ 13 w 13"/>
                  <a:gd name="T3" fmla="*/ 16 h 29"/>
                  <a:gd name="T4" fmla="*/ 13 w 13"/>
                  <a:gd name="T5" fmla="*/ 0 h 29"/>
                  <a:gd name="T6" fmla="*/ 0 w 13"/>
                  <a:gd name="T7" fmla="*/ 23 h 29"/>
                  <a:gd name="T8" fmla="*/ 0 w 13"/>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 h="29">
                    <a:moveTo>
                      <a:pt x="0" y="29"/>
                    </a:moveTo>
                    <a:lnTo>
                      <a:pt x="13" y="16"/>
                    </a:lnTo>
                    <a:lnTo>
                      <a:pt x="13" y="0"/>
                    </a:lnTo>
                    <a:lnTo>
                      <a:pt x="0" y="23"/>
                    </a:lnTo>
                    <a:lnTo>
                      <a:pt x="0" y="29"/>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72785" name="Freeform 111"/>
              <p:cNvSpPr>
                <a:spLocks/>
              </p:cNvSpPr>
              <p:nvPr/>
            </p:nvSpPr>
            <p:spPr bwMode="auto">
              <a:xfrm>
                <a:off x="978" y="1651"/>
                <a:ext cx="13" cy="29"/>
              </a:xfrm>
              <a:custGeom>
                <a:avLst/>
                <a:gdLst>
                  <a:gd name="T0" fmla="*/ 0 w 13"/>
                  <a:gd name="T1" fmla="*/ 29 h 29"/>
                  <a:gd name="T2" fmla="*/ 13 w 13"/>
                  <a:gd name="T3" fmla="*/ 16 h 29"/>
                  <a:gd name="T4" fmla="*/ 13 w 13"/>
                  <a:gd name="T5" fmla="*/ 0 h 29"/>
                  <a:gd name="T6" fmla="*/ 0 w 13"/>
                  <a:gd name="T7" fmla="*/ 23 h 29"/>
                  <a:gd name="T8" fmla="*/ 0 w 13"/>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 h="29">
                    <a:moveTo>
                      <a:pt x="0" y="29"/>
                    </a:moveTo>
                    <a:lnTo>
                      <a:pt x="13" y="16"/>
                    </a:lnTo>
                    <a:lnTo>
                      <a:pt x="13" y="0"/>
                    </a:lnTo>
                    <a:lnTo>
                      <a:pt x="0" y="23"/>
                    </a:lnTo>
                    <a:lnTo>
                      <a:pt x="0" y="29"/>
                    </a:lnTo>
                    <a:close/>
                  </a:path>
                </a:pathLst>
              </a:custGeom>
              <a:solidFill>
                <a:srgbClr val="7A7A5A"/>
              </a:solidFill>
              <a:ln w="4763">
                <a:solidFill>
                  <a:srgbClr val="494936"/>
                </a:solidFill>
                <a:prstDash val="solid"/>
                <a:round/>
                <a:headEnd/>
                <a:tailEnd/>
              </a:ln>
            </p:spPr>
            <p:txBody>
              <a:bodyPr/>
              <a:lstStyle/>
              <a:p>
                <a:endParaRPr lang="zh-CN" altLang="en-US" b="1">
                  <a:solidFill>
                    <a:srgbClr val="000099"/>
                  </a:solidFill>
                </a:endParaRPr>
              </a:p>
            </p:txBody>
          </p:sp>
          <p:sp>
            <p:nvSpPr>
              <p:cNvPr id="72786" name="Rectangle 112"/>
              <p:cNvSpPr>
                <a:spLocks noChangeArrowheads="1"/>
              </p:cNvSpPr>
              <p:nvPr/>
            </p:nvSpPr>
            <p:spPr bwMode="auto">
              <a:xfrm>
                <a:off x="950" y="1674"/>
                <a:ext cx="28" cy="6"/>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72787" name="Rectangle 113"/>
              <p:cNvSpPr>
                <a:spLocks noChangeArrowheads="1"/>
              </p:cNvSpPr>
              <p:nvPr/>
            </p:nvSpPr>
            <p:spPr bwMode="auto">
              <a:xfrm>
                <a:off x="951" y="1675"/>
                <a:ext cx="26" cy="4"/>
              </a:xfrm>
              <a:prstGeom prst="rect">
                <a:avLst/>
              </a:prstGeom>
              <a:solidFill>
                <a:srgbClr val="B7B79D"/>
              </a:solidFill>
              <a:ln w="4763">
                <a:solidFill>
                  <a:srgbClr val="494936"/>
                </a:solidFill>
                <a:miter lim="800000"/>
                <a:headEnd/>
                <a:tailEnd/>
              </a:ln>
            </p:spPr>
            <p:txBody>
              <a:bodyPr/>
              <a:lstStyle/>
              <a:p>
                <a:pPr eaLnBrk="1" hangingPunct="1"/>
                <a:endParaRPr lang="zh-CN" altLang="en-US" b="1">
                  <a:solidFill>
                    <a:srgbClr val="000099"/>
                  </a:solidFill>
                </a:endParaRPr>
              </a:p>
            </p:txBody>
          </p:sp>
        </p:grpSp>
        <p:sp>
          <p:nvSpPr>
            <p:cNvPr id="72736" name="Freeform 114"/>
            <p:cNvSpPr>
              <a:spLocks/>
            </p:cNvSpPr>
            <p:nvPr/>
          </p:nvSpPr>
          <p:spPr bwMode="auto">
            <a:xfrm>
              <a:off x="710" y="1620"/>
              <a:ext cx="85" cy="38"/>
            </a:xfrm>
            <a:custGeom>
              <a:avLst/>
              <a:gdLst>
                <a:gd name="T0" fmla="*/ 0 w 85"/>
                <a:gd name="T1" fmla="*/ 16 h 38"/>
                <a:gd name="T2" fmla="*/ 25 w 85"/>
                <a:gd name="T3" fmla="*/ 16 h 38"/>
                <a:gd name="T4" fmla="*/ 44 w 85"/>
                <a:gd name="T5" fmla="*/ 0 h 38"/>
                <a:gd name="T6" fmla="*/ 70 w 85"/>
                <a:gd name="T7" fmla="*/ 9 h 38"/>
                <a:gd name="T8" fmla="*/ 79 w 85"/>
                <a:gd name="T9" fmla="*/ 12 h 38"/>
                <a:gd name="T10" fmla="*/ 85 w 85"/>
                <a:gd name="T11" fmla="*/ 19 h 38"/>
                <a:gd name="T12" fmla="*/ 82 w 85"/>
                <a:gd name="T13" fmla="*/ 31 h 38"/>
                <a:gd name="T14" fmla="*/ 79 w 85"/>
                <a:gd name="T15" fmla="*/ 31 h 38"/>
                <a:gd name="T16" fmla="*/ 73 w 85"/>
                <a:gd name="T17" fmla="*/ 22 h 38"/>
                <a:gd name="T18" fmla="*/ 70 w 85"/>
                <a:gd name="T19" fmla="*/ 19 h 38"/>
                <a:gd name="T20" fmla="*/ 57 w 85"/>
                <a:gd name="T21" fmla="*/ 22 h 38"/>
                <a:gd name="T22" fmla="*/ 66 w 85"/>
                <a:gd name="T23" fmla="*/ 25 h 38"/>
                <a:gd name="T24" fmla="*/ 70 w 85"/>
                <a:gd name="T25" fmla="*/ 25 h 38"/>
                <a:gd name="T26" fmla="*/ 70 w 85"/>
                <a:gd name="T27" fmla="*/ 31 h 38"/>
                <a:gd name="T28" fmla="*/ 41 w 85"/>
                <a:gd name="T29" fmla="*/ 38 h 38"/>
                <a:gd name="T30" fmla="*/ 22 w 85"/>
                <a:gd name="T31" fmla="*/ 31 h 38"/>
                <a:gd name="T32" fmla="*/ 3 w 85"/>
                <a:gd name="T33" fmla="*/ 31 h 38"/>
                <a:gd name="T34" fmla="*/ 0 w 85"/>
                <a:gd name="T35" fmla="*/ 16 h 3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85" h="38">
                  <a:moveTo>
                    <a:pt x="0" y="16"/>
                  </a:moveTo>
                  <a:lnTo>
                    <a:pt x="25" y="16"/>
                  </a:lnTo>
                  <a:lnTo>
                    <a:pt x="44" y="0"/>
                  </a:lnTo>
                  <a:lnTo>
                    <a:pt x="70" y="9"/>
                  </a:lnTo>
                  <a:lnTo>
                    <a:pt x="79" y="12"/>
                  </a:lnTo>
                  <a:lnTo>
                    <a:pt x="85" y="19"/>
                  </a:lnTo>
                  <a:lnTo>
                    <a:pt x="82" y="31"/>
                  </a:lnTo>
                  <a:lnTo>
                    <a:pt x="79" y="31"/>
                  </a:lnTo>
                  <a:lnTo>
                    <a:pt x="73" y="22"/>
                  </a:lnTo>
                  <a:lnTo>
                    <a:pt x="70" y="19"/>
                  </a:lnTo>
                  <a:lnTo>
                    <a:pt x="57" y="22"/>
                  </a:lnTo>
                  <a:lnTo>
                    <a:pt x="66" y="25"/>
                  </a:lnTo>
                  <a:lnTo>
                    <a:pt x="70" y="25"/>
                  </a:lnTo>
                  <a:lnTo>
                    <a:pt x="70" y="31"/>
                  </a:lnTo>
                  <a:lnTo>
                    <a:pt x="41" y="38"/>
                  </a:lnTo>
                  <a:lnTo>
                    <a:pt x="22" y="31"/>
                  </a:lnTo>
                  <a:lnTo>
                    <a:pt x="3" y="31"/>
                  </a:lnTo>
                  <a:lnTo>
                    <a:pt x="0" y="16"/>
                  </a:lnTo>
                  <a:close/>
                </a:path>
              </a:pathLst>
            </a:custGeom>
            <a:solidFill>
              <a:srgbClr val="FFA3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72737" name="Freeform 115"/>
            <p:cNvSpPr>
              <a:spLocks/>
            </p:cNvSpPr>
            <p:nvPr/>
          </p:nvSpPr>
          <p:spPr bwMode="auto">
            <a:xfrm>
              <a:off x="710" y="1620"/>
              <a:ext cx="85" cy="38"/>
            </a:xfrm>
            <a:custGeom>
              <a:avLst/>
              <a:gdLst>
                <a:gd name="T0" fmla="*/ 0 w 85"/>
                <a:gd name="T1" fmla="*/ 16 h 38"/>
                <a:gd name="T2" fmla="*/ 25 w 85"/>
                <a:gd name="T3" fmla="*/ 16 h 38"/>
                <a:gd name="T4" fmla="*/ 44 w 85"/>
                <a:gd name="T5" fmla="*/ 0 h 38"/>
                <a:gd name="T6" fmla="*/ 70 w 85"/>
                <a:gd name="T7" fmla="*/ 9 h 38"/>
                <a:gd name="T8" fmla="*/ 79 w 85"/>
                <a:gd name="T9" fmla="*/ 12 h 38"/>
                <a:gd name="T10" fmla="*/ 85 w 85"/>
                <a:gd name="T11" fmla="*/ 19 h 38"/>
                <a:gd name="T12" fmla="*/ 82 w 85"/>
                <a:gd name="T13" fmla="*/ 31 h 38"/>
                <a:gd name="T14" fmla="*/ 79 w 85"/>
                <a:gd name="T15" fmla="*/ 31 h 38"/>
                <a:gd name="T16" fmla="*/ 73 w 85"/>
                <a:gd name="T17" fmla="*/ 22 h 38"/>
                <a:gd name="T18" fmla="*/ 70 w 85"/>
                <a:gd name="T19" fmla="*/ 19 h 38"/>
                <a:gd name="T20" fmla="*/ 57 w 85"/>
                <a:gd name="T21" fmla="*/ 22 h 38"/>
                <a:gd name="T22" fmla="*/ 66 w 85"/>
                <a:gd name="T23" fmla="*/ 25 h 38"/>
                <a:gd name="T24" fmla="*/ 70 w 85"/>
                <a:gd name="T25" fmla="*/ 25 h 38"/>
                <a:gd name="T26" fmla="*/ 70 w 85"/>
                <a:gd name="T27" fmla="*/ 31 h 38"/>
                <a:gd name="T28" fmla="*/ 41 w 85"/>
                <a:gd name="T29" fmla="*/ 38 h 38"/>
                <a:gd name="T30" fmla="*/ 22 w 85"/>
                <a:gd name="T31" fmla="*/ 31 h 38"/>
                <a:gd name="T32" fmla="*/ 3 w 85"/>
                <a:gd name="T33" fmla="*/ 31 h 38"/>
                <a:gd name="T34" fmla="*/ 0 w 85"/>
                <a:gd name="T35" fmla="*/ 16 h 3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85" h="38">
                  <a:moveTo>
                    <a:pt x="0" y="16"/>
                  </a:moveTo>
                  <a:lnTo>
                    <a:pt x="25" y="16"/>
                  </a:lnTo>
                  <a:lnTo>
                    <a:pt x="44" y="0"/>
                  </a:lnTo>
                  <a:lnTo>
                    <a:pt x="70" y="9"/>
                  </a:lnTo>
                  <a:lnTo>
                    <a:pt x="79" y="12"/>
                  </a:lnTo>
                  <a:lnTo>
                    <a:pt x="85" y="19"/>
                  </a:lnTo>
                  <a:lnTo>
                    <a:pt x="82" y="31"/>
                  </a:lnTo>
                  <a:lnTo>
                    <a:pt x="79" y="31"/>
                  </a:lnTo>
                  <a:lnTo>
                    <a:pt x="73" y="22"/>
                  </a:lnTo>
                  <a:lnTo>
                    <a:pt x="70" y="19"/>
                  </a:lnTo>
                  <a:lnTo>
                    <a:pt x="57" y="22"/>
                  </a:lnTo>
                  <a:lnTo>
                    <a:pt x="66" y="25"/>
                  </a:lnTo>
                  <a:lnTo>
                    <a:pt x="70" y="25"/>
                  </a:lnTo>
                  <a:lnTo>
                    <a:pt x="70" y="31"/>
                  </a:lnTo>
                  <a:lnTo>
                    <a:pt x="41" y="38"/>
                  </a:lnTo>
                  <a:lnTo>
                    <a:pt x="22" y="31"/>
                  </a:lnTo>
                  <a:lnTo>
                    <a:pt x="3" y="31"/>
                  </a:lnTo>
                  <a:lnTo>
                    <a:pt x="0" y="16"/>
                  </a:lnTo>
                  <a:close/>
                </a:path>
              </a:pathLst>
            </a:custGeom>
            <a:solidFill>
              <a:srgbClr val="FFA380"/>
            </a:solidFill>
            <a:ln w="4763">
              <a:solidFill>
                <a:srgbClr val="000000"/>
              </a:solidFill>
              <a:prstDash val="solid"/>
              <a:round/>
              <a:headEnd/>
              <a:tailEnd/>
            </a:ln>
          </p:spPr>
          <p:txBody>
            <a:bodyPr/>
            <a:lstStyle/>
            <a:p>
              <a:endParaRPr lang="zh-CN" altLang="en-US" b="1">
                <a:solidFill>
                  <a:srgbClr val="000099"/>
                </a:solidFill>
              </a:endParaRPr>
            </a:p>
          </p:txBody>
        </p:sp>
        <p:sp>
          <p:nvSpPr>
            <p:cNvPr id="72738" name="Freeform 116"/>
            <p:cNvSpPr>
              <a:spLocks/>
            </p:cNvSpPr>
            <p:nvPr/>
          </p:nvSpPr>
          <p:spPr bwMode="auto">
            <a:xfrm>
              <a:off x="612" y="1629"/>
              <a:ext cx="108" cy="48"/>
            </a:xfrm>
            <a:custGeom>
              <a:avLst/>
              <a:gdLst>
                <a:gd name="T0" fmla="*/ 0 w 108"/>
                <a:gd name="T1" fmla="*/ 0 h 48"/>
                <a:gd name="T2" fmla="*/ 101 w 108"/>
                <a:gd name="T3" fmla="*/ 3 h 48"/>
                <a:gd name="T4" fmla="*/ 108 w 108"/>
                <a:gd name="T5" fmla="*/ 13 h 48"/>
                <a:gd name="T6" fmla="*/ 108 w 108"/>
                <a:gd name="T7" fmla="*/ 32 h 48"/>
                <a:gd name="T8" fmla="*/ 29 w 108"/>
                <a:gd name="T9" fmla="*/ 48 h 48"/>
                <a:gd name="T10" fmla="*/ 0 w 108"/>
                <a:gd name="T11" fmla="*/ 0 h 4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8" h="48">
                  <a:moveTo>
                    <a:pt x="0" y="0"/>
                  </a:moveTo>
                  <a:lnTo>
                    <a:pt x="101" y="3"/>
                  </a:lnTo>
                  <a:lnTo>
                    <a:pt x="108" y="13"/>
                  </a:lnTo>
                  <a:lnTo>
                    <a:pt x="108" y="32"/>
                  </a:lnTo>
                  <a:lnTo>
                    <a:pt x="29" y="48"/>
                  </a:lnTo>
                  <a:lnTo>
                    <a:pt x="0" y="0"/>
                  </a:lnTo>
                  <a:close/>
                </a:path>
              </a:pathLst>
            </a:custGeom>
            <a:solidFill>
              <a:srgbClr val="62624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72739" name="Freeform 117"/>
            <p:cNvSpPr>
              <a:spLocks/>
            </p:cNvSpPr>
            <p:nvPr/>
          </p:nvSpPr>
          <p:spPr bwMode="auto">
            <a:xfrm>
              <a:off x="612" y="1629"/>
              <a:ext cx="108" cy="48"/>
            </a:xfrm>
            <a:custGeom>
              <a:avLst/>
              <a:gdLst>
                <a:gd name="T0" fmla="*/ 0 w 108"/>
                <a:gd name="T1" fmla="*/ 0 h 48"/>
                <a:gd name="T2" fmla="*/ 101 w 108"/>
                <a:gd name="T3" fmla="*/ 3 h 48"/>
                <a:gd name="T4" fmla="*/ 108 w 108"/>
                <a:gd name="T5" fmla="*/ 13 h 48"/>
                <a:gd name="T6" fmla="*/ 108 w 108"/>
                <a:gd name="T7" fmla="*/ 32 h 48"/>
                <a:gd name="T8" fmla="*/ 29 w 108"/>
                <a:gd name="T9" fmla="*/ 48 h 48"/>
                <a:gd name="T10" fmla="*/ 0 w 108"/>
                <a:gd name="T11" fmla="*/ 0 h 4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8" h="48">
                  <a:moveTo>
                    <a:pt x="0" y="0"/>
                  </a:moveTo>
                  <a:lnTo>
                    <a:pt x="101" y="3"/>
                  </a:lnTo>
                  <a:lnTo>
                    <a:pt x="108" y="13"/>
                  </a:lnTo>
                  <a:lnTo>
                    <a:pt x="108" y="32"/>
                  </a:lnTo>
                  <a:lnTo>
                    <a:pt x="29" y="48"/>
                  </a:lnTo>
                  <a:lnTo>
                    <a:pt x="0" y="0"/>
                  </a:lnTo>
                  <a:close/>
                </a:path>
              </a:pathLst>
            </a:custGeom>
            <a:solidFill>
              <a:srgbClr val="626248"/>
            </a:solidFill>
            <a:ln w="4763">
              <a:solidFill>
                <a:srgbClr val="000000"/>
              </a:solidFill>
              <a:prstDash val="solid"/>
              <a:round/>
              <a:headEnd/>
              <a:tailEnd/>
            </a:ln>
          </p:spPr>
          <p:txBody>
            <a:bodyPr/>
            <a:lstStyle/>
            <a:p>
              <a:endParaRPr lang="zh-CN" altLang="en-US" b="1">
                <a:solidFill>
                  <a:srgbClr val="000099"/>
                </a:solidFill>
              </a:endParaRPr>
            </a:p>
          </p:txBody>
        </p:sp>
        <p:sp>
          <p:nvSpPr>
            <p:cNvPr id="72740" name="Freeform 118"/>
            <p:cNvSpPr>
              <a:spLocks/>
            </p:cNvSpPr>
            <p:nvPr/>
          </p:nvSpPr>
          <p:spPr bwMode="auto">
            <a:xfrm>
              <a:off x="742" y="1863"/>
              <a:ext cx="79" cy="98"/>
            </a:xfrm>
            <a:custGeom>
              <a:avLst/>
              <a:gdLst>
                <a:gd name="T0" fmla="*/ 44 w 79"/>
                <a:gd name="T1" fmla="*/ 0 h 98"/>
                <a:gd name="T2" fmla="*/ 47 w 79"/>
                <a:gd name="T3" fmla="*/ 45 h 98"/>
                <a:gd name="T4" fmla="*/ 53 w 79"/>
                <a:gd name="T5" fmla="*/ 48 h 98"/>
                <a:gd name="T6" fmla="*/ 75 w 79"/>
                <a:gd name="T7" fmla="*/ 64 h 98"/>
                <a:gd name="T8" fmla="*/ 79 w 79"/>
                <a:gd name="T9" fmla="*/ 89 h 98"/>
                <a:gd name="T10" fmla="*/ 56 w 79"/>
                <a:gd name="T11" fmla="*/ 89 h 98"/>
                <a:gd name="T12" fmla="*/ 41 w 79"/>
                <a:gd name="T13" fmla="*/ 89 h 98"/>
                <a:gd name="T14" fmla="*/ 41 w 79"/>
                <a:gd name="T15" fmla="*/ 95 h 98"/>
                <a:gd name="T16" fmla="*/ 15 w 79"/>
                <a:gd name="T17" fmla="*/ 98 h 98"/>
                <a:gd name="T18" fmla="*/ 6 w 79"/>
                <a:gd name="T19" fmla="*/ 98 h 98"/>
                <a:gd name="T20" fmla="*/ 0 w 79"/>
                <a:gd name="T21" fmla="*/ 98 h 98"/>
                <a:gd name="T22" fmla="*/ 0 w 79"/>
                <a:gd name="T23" fmla="*/ 76 h 98"/>
                <a:gd name="T24" fmla="*/ 3 w 79"/>
                <a:gd name="T25" fmla="*/ 70 h 98"/>
                <a:gd name="T26" fmla="*/ 9 w 79"/>
                <a:gd name="T27" fmla="*/ 54 h 98"/>
                <a:gd name="T28" fmla="*/ 6 w 79"/>
                <a:gd name="T29" fmla="*/ 10 h 98"/>
                <a:gd name="T30" fmla="*/ 44 w 79"/>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79" h="98">
                  <a:moveTo>
                    <a:pt x="44" y="0"/>
                  </a:moveTo>
                  <a:lnTo>
                    <a:pt x="47" y="45"/>
                  </a:lnTo>
                  <a:lnTo>
                    <a:pt x="53" y="48"/>
                  </a:lnTo>
                  <a:lnTo>
                    <a:pt x="75" y="64"/>
                  </a:lnTo>
                  <a:lnTo>
                    <a:pt x="79" y="89"/>
                  </a:lnTo>
                  <a:lnTo>
                    <a:pt x="56" y="89"/>
                  </a:lnTo>
                  <a:lnTo>
                    <a:pt x="41" y="89"/>
                  </a:lnTo>
                  <a:lnTo>
                    <a:pt x="41" y="95"/>
                  </a:lnTo>
                  <a:lnTo>
                    <a:pt x="15" y="98"/>
                  </a:lnTo>
                  <a:lnTo>
                    <a:pt x="6" y="98"/>
                  </a:lnTo>
                  <a:lnTo>
                    <a:pt x="0" y="98"/>
                  </a:lnTo>
                  <a:lnTo>
                    <a:pt x="0" y="76"/>
                  </a:lnTo>
                  <a:lnTo>
                    <a:pt x="3" y="70"/>
                  </a:lnTo>
                  <a:lnTo>
                    <a:pt x="9" y="54"/>
                  </a:lnTo>
                  <a:lnTo>
                    <a:pt x="6" y="10"/>
                  </a:lnTo>
                  <a:lnTo>
                    <a:pt x="44" y="0"/>
                  </a:lnTo>
                  <a:close/>
                </a:path>
              </a:pathLst>
            </a:custGeom>
            <a:solidFill>
              <a:srgbClr val="22222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72741" name="Freeform 119"/>
            <p:cNvSpPr>
              <a:spLocks/>
            </p:cNvSpPr>
            <p:nvPr/>
          </p:nvSpPr>
          <p:spPr bwMode="auto">
            <a:xfrm>
              <a:off x="742" y="1863"/>
              <a:ext cx="79" cy="98"/>
            </a:xfrm>
            <a:custGeom>
              <a:avLst/>
              <a:gdLst>
                <a:gd name="T0" fmla="*/ 44 w 79"/>
                <a:gd name="T1" fmla="*/ 0 h 98"/>
                <a:gd name="T2" fmla="*/ 47 w 79"/>
                <a:gd name="T3" fmla="*/ 45 h 98"/>
                <a:gd name="T4" fmla="*/ 53 w 79"/>
                <a:gd name="T5" fmla="*/ 48 h 98"/>
                <a:gd name="T6" fmla="*/ 75 w 79"/>
                <a:gd name="T7" fmla="*/ 64 h 98"/>
                <a:gd name="T8" fmla="*/ 79 w 79"/>
                <a:gd name="T9" fmla="*/ 89 h 98"/>
                <a:gd name="T10" fmla="*/ 56 w 79"/>
                <a:gd name="T11" fmla="*/ 89 h 98"/>
                <a:gd name="T12" fmla="*/ 41 w 79"/>
                <a:gd name="T13" fmla="*/ 89 h 98"/>
                <a:gd name="T14" fmla="*/ 41 w 79"/>
                <a:gd name="T15" fmla="*/ 95 h 98"/>
                <a:gd name="T16" fmla="*/ 15 w 79"/>
                <a:gd name="T17" fmla="*/ 98 h 98"/>
                <a:gd name="T18" fmla="*/ 6 w 79"/>
                <a:gd name="T19" fmla="*/ 98 h 98"/>
                <a:gd name="T20" fmla="*/ 0 w 79"/>
                <a:gd name="T21" fmla="*/ 98 h 98"/>
                <a:gd name="T22" fmla="*/ 0 w 79"/>
                <a:gd name="T23" fmla="*/ 76 h 98"/>
                <a:gd name="T24" fmla="*/ 3 w 79"/>
                <a:gd name="T25" fmla="*/ 70 h 98"/>
                <a:gd name="T26" fmla="*/ 9 w 79"/>
                <a:gd name="T27" fmla="*/ 54 h 98"/>
                <a:gd name="T28" fmla="*/ 6 w 79"/>
                <a:gd name="T29" fmla="*/ 10 h 98"/>
                <a:gd name="T30" fmla="*/ 44 w 79"/>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79" h="98">
                  <a:moveTo>
                    <a:pt x="44" y="0"/>
                  </a:moveTo>
                  <a:lnTo>
                    <a:pt x="47" y="45"/>
                  </a:lnTo>
                  <a:lnTo>
                    <a:pt x="53" y="48"/>
                  </a:lnTo>
                  <a:lnTo>
                    <a:pt x="75" y="64"/>
                  </a:lnTo>
                  <a:lnTo>
                    <a:pt x="79" y="89"/>
                  </a:lnTo>
                  <a:lnTo>
                    <a:pt x="56" y="89"/>
                  </a:lnTo>
                  <a:lnTo>
                    <a:pt x="41" y="89"/>
                  </a:lnTo>
                  <a:lnTo>
                    <a:pt x="41" y="95"/>
                  </a:lnTo>
                  <a:lnTo>
                    <a:pt x="15" y="98"/>
                  </a:lnTo>
                  <a:lnTo>
                    <a:pt x="6" y="98"/>
                  </a:lnTo>
                  <a:lnTo>
                    <a:pt x="0" y="98"/>
                  </a:lnTo>
                  <a:lnTo>
                    <a:pt x="0" y="76"/>
                  </a:lnTo>
                  <a:lnTo>
                    <a:pt x="3" y="70"/>
                  </a:lnTo>
                  <a:lnTo>
                    <a:pt x="9" y="54"/>
                  </a:lnTo>
                  <a:lnTo>
                    <a:pt x="6" y="10"/>
                  </a:lnTo>
                  <a:lnTo>
                    <a:pt x="44" y="0"/>
                  </a:lnTo>
                  <a:close/>
                </a:path>
              </a:pathLst>
            </a:custGeom>
            <a:solidFill>
              <a:srgbClr val="222222"/>
            </a:solidFill>
            <a:ln w="4763">
              <a:solidFill>
                <a:srgbClr val="000000"/>
              </a:solidFill>
              <a:prstDash val="solid"/>
              <a:round/>
              <a:headEnd/>
              <a:tailEnd/>
            </a:ln>
          </p:spPr>
          <p:txBody>
            <a:bodyPr/>
            <a:lstStyle/>
            <a:p>
              <a:endParaRPr lang="zh-CN" altLang="en-US" b="1">
                <a:solidFill>
                  <a:srgbClr val="000099"/>
                </a:solidFill>
              </a:endParaRPr>
            </a:p>
          </p:txBody>
        </p:sp>
        <p:sp>
          <p:nvSpPr>
            <p:cNvPr id="72742" name="Freeform 120"/>
            <p:cNvSpPr>
              <a:spLocks/>
            </p:cNvSpPr>
            <p:nvPr/>
          </p:nvSpPr>
          <p:spPr bwMode="auto">
            <a:xfrm>
              <a:off x="795" y="1924"/>
              <a:ext cx="120" cy="98"/>
            </a:xfrm>
            <a:custGeom>
              <a:avLst/>
              <a:gdLst>
                <a:gd name="T0" fmla="*/ 60 w 120"/>
                <a:gd name="T1" fmla="*/ 0 h 98"/>
                <a:gd name="T2" fmla="*/ 54 w 120"/>
                <a:gd name="T3" fmla="*/ 31 h 98"/>
                <a:gd name="T4" fmla="*/ 63 w 120"/>
                <a:gd name="T5" fmla="*/ 31 h 98"/>
                <a:gd name="T6" fmla="*/ 82 w 120"/>
                <a:gd name="T7" fmla="*/ 44 h 98"/>
                <a:gd name="T8" fmla="*/ 108 w 120"/>
                <a:gd name="T9" fmla="*/ 44 h 98"/>
                <a:gd name="T10" fmla="*/ 117 w 120"/>
                <a:gd name="T11" fmla="*/ 47 h 98"/>
                <a:gd name="T12" fmla="*/ 120 w 120"/>
                <a:gd name="T13" fmla="*/ 56 h 98"/>
                <a:gd name="T14" fmla="*/ 117 w 120"/>
                <a:gd name="T15" fmla="*/ 66 h 98"/>
                <a:gd name="T16" fmla="*/ 92 w 120"/>
                <a:gd name="T17" fmla="*/ 82 h 98"/>
                <a:gd name="T18" fmla="*/ 82 w 120"/>
                <a:gd name="T19" fmla="*/ 85 h 98"/>
                <a:gd name="T20" fmla="*/ 67 w 120"/>
                <a:gd name="T21" fmla="*/ 85 h 98"/>
                <a:gd name="T22" fmla="*/ 41 w 120"/>
                <a:gd name="T23" fmla="*/ 88 h 98"/>
                <a:gd name="T24" fmla="*/ 41 w 120"/>
                <a:gd name="T25" fmla="*/ 98 h 98"/>
                <a:gd name="T26" fmla="*/ 32 w 120"/>
                <a:gd name="T27" fmla="*/ 98 h 98"/>
                <a:gd name="T28" fmla="*/ 19 w 120"/>
                <a:gd name="T29" fmla="*/ 98 h 98"/>
                <a:gd name="T30" fmla="*/ 10 w 120"/>
                <a:gd name="T31" fmla="*/ 94 h 98"/>
                <a:gd name="T32" fmla="*/ 0 w 120"/>
                <a:gd name="T33" fmla="*/ 88 h 98"/>
                <a:gd name="T34" fmla="*/ 0 w 120"/>
                <a:gd name="T35" fmla="*/ 72 h 98"/>
                <a:gd name="T36" fmla="*/ 7 w 120"/>
                <a:gd name="T37" fmla="*/ 56 h 98"/>
                <a:gd name="T38" fmla="*/ 10 w 120"/>
                <a:gd name="T39" fmla="*/ 47 h 98"/>
                <a:gd name="T40" fmla="*/ 16 w 120"/>
                <a:gd name="T41" fmla="*/ 37 h 98"/>
                <a:gd name="T42" fmla="*/ 22 w 120"/>
                <a:gd name="T43" fmla="*/ 6 h 98"/>
                <a:gd name="T44" fmla="*/ 60 w 120"/>
                <a:gd name="T45" fmla="*/ 0 h 9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20" h="98">
                  <a:moveTo>
                    <a:pt x="60" y="0"/>
                  </a:moveTo>
                  <a:lnTo>
                    <a:pt x="54" y="31"/>
                  </a:lnTo>
                  <a:lnTo>
                    <a:pt x="63" y="31"/>
                  </a:lnTo>
                  <a:lnTo>
                    <a:pt x="82" y="44"/>
                  </a:lnTo>
                  <a:lnTo>
                    <a:pt x="108" y="44"/>
                  </a:lnTo>
                  <a:lnTo>
                    <a:pt x="117" y="47"/>
                  </a:lnTo>
                  <a:lnTo>
                    <a:pt x="120" y="56"/>
                  </a:lnTo>
                  <a:lnTo>
                    <a:pt x="117" y="66"/>
                  </a:lnTo>
                  <a:lnTo>
                    <a:pt x="92" y="82"/>
                  </a:lnTo>
                  <a:lnTo>
                    <a:pt x="82" y="85"/>
                  </a:lnTo>
                  <a:lnTo>
                    <a:pt x="67" y="85"/>
                  </a:lnTo>
                  <a:lnTo>
                    <a:pt x="41" y="88"/>
                  </a:lnTo>
                  <a:lnTo>
                    <a:pt x="41" y="98"/>
                  </a:lnTo>
                  <a:lnTo>
                    <a:pt x="32" y="98"/>
                  </a:lnTo>
                  <a:lnTo>
                    <a:pt x="19" y="98"/>
                  </a:lnTo>
                  <a:lnTo>
                    <a:pt x="10" y="94"/>
                  </a:lnTo>
                  <a:lnTo>
                    <a:pt x="0" y="88"/>
                  </a:lnTo>
                  <a:lnTo>
                    <a:pt x="0" y="72"/>
                  </a:lnTo>
                  <a:lnTo>
                    <a:pt x="7" y="56"/>
                  </a:lnTo>
                  <a:lnTo>
                    <a:pt x="10" y="47"/>
                  </a:lnTo>
                  <a:lnTo>
                    <a:pt x="16" y="37"/>
                  </a:lnTo>
                  <a:lnTo>
                    <a:pt x="22" y="6"/>
                  </a:lnTo>
                  <a:lnTo>
                    <a:pt x="60" y="0"/>
                  </a:lnTo>
                  <a:close/>
                </a:path>
              </a:pathLst>
            </a:custGeom>
            <a:solidFill>
              <a:srgbClr val="22222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72743" name="Freeform 121"/>
            <p:cNvSpPr>
              <a:spLocks/>
            </p:cNvSpPr>
            <p:nvPr/>
          </p:nvSpPr>
          <p:spPr bwMode="auto">
            <a:xfrm>
              <a:off x="795" y="1924"/>
              <a:ext cx="120" cy="98"/>
            </a:xfrm>
            <a:custGeom>
              <a:avLst/>
              <a:gdLst>
                <a:gd name="T0" fmla="*/ 60 w 120"/>
                <a:gd name="T1" fmla="*/ 0 h 98"/>
                <a:gd name="T2" fmla="*/ 54 w 120"/>
                <a:gd name="T3" fmla="*/ 31 h 98"/>
                <a:gd name="T4" fmla="*/ 63 w 120"/>
                <a:gd name="T5" fmla="*/ 31 h 98"/>
                <a:gd name="T6" fmla="*/ 82 w 120"/>
                <a:gd name="T7" fmla="*/ 44 h 98"/>
                <a:gd name="T8" fmla="*/ 108 w 120"/>
                <a:gd name="T9" fmla="*/ 44 h 98"/>
                <a:gd name="T10" fmla="*/ 117 w 120"/>
                <a:gd name="T11" fmla="*/ 47 h 98"/>
                <a:gd name="T12" fmla="*/ 120 w 120"/>
                <a:gd name="T13" fmla="*/ 56 h 98"/>
                <a:gd name="T14" fmla="*/ 117 w 120"/>
                <a:gd name="T15" fmla="*/ 66 h 98"/>
                <a:gd name="T16" fmla="*/ 92 w 120"/>
                <a:gd name="T17" fmla="*/ 82 h 98"/>
                <a:gd name="T18" fmla="*/ 82 w 120"/>
                <a:gd name="T19" fmla="*/ 85 h 98"/>
                <a:gd name="T20" fmla="*/ 67 w 120"/>
                <a:gd name="T21" fmla="*/ 85 h 98"/>
                <a:gd name="T22" fmla="*/ 41 w 120"/>
                <a:gd name="T23" fmla="*/ 88 h 98"/>
                <a:gd name="T24" fmla="*/ 41 w 120"/>
                <a:gd name="T25" fmla="*/ 98 h 98"/>
                <a:gd name="T26" fmla="*/ 32 w 120"/>
                <a:gd name="T27" fmla="*/ 98 h 98"/>
                <a:gd name="T28" fmla="*/ 19 w 120"/>
                <a:gd name="T29" fmla="*/ 98 h 98"/>
                <a:gd name="T30" fmla="*/ 10 w 120"/>
                <a:gd name="T31" fmla="*/ 94 h 98"/>
                <a:gd name="T32" fmla="*/ 0 w 120"/>
                <a:gd name="T33" fmla="*/ 88 h 98"/>
                <a:gd name="T34" fmla="*/ 0 w 120"/>
                <a:gd name="T35" fmla="*/ 72 h 98"/>
                <a:gd name="T36" fmla="*/ 7 w 120"/>
                <a:gd name="T37" fmla="*/ 56 h 98"/>
                <a:gd name="T38" fmla="*/ 10 w 120"/>
                <a:gd name="T39" fmla="*/ 47 h 98"/>
                <a:gd name="T40" fmla="*/ 16 w 120"/>
                <a:gd name="T41" fmla="*/ 37 h 98"/>
                <a:gd name="T42" fmla="*/ 22 w 120"/>
                <a:gd name="T43" fmla="*/ 6 h 98"/>
                <a:gd name="T44" fmla="*/ 60 w 120"/>
                <a:gd name="T45" fmla="*/ 0 h 9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20" h="98">
                  <a:moveTo>
                    <a:pt x="60" y="0"/>
                  </a:moveTo>
                  <a:lnTo>
                    <a:pt x="54" y="31"/>
                  </a:lnTo>
                  <a:lnTo>
                    <a:pt x="63" y="31"/>
                  </a:lnTo>
                  <a:lnTo>
                    <a:pt x="82" y="44"/>
                  </a:lnTo>
                  <a:lnTo>
                    <a:pt x="108" y="44"/>
                  </a:lnTo>
                  <a:lnTo>
                    <a:pt x="117" y="47"/>
                  </a:lnTo>
                  <a:lnTo>
                    <a:pt x="120" y="56"/>
                  </a:lnTo>
                  <a:lnTo>
                    <a:pt x="117" y="66"/>
                  </a:lnTo>
                  <a:lnTo>
                    <a:pt x="92" y="82"/>
                  </a:lnTo>
                  <a:lnTo>
                    <a:pt x="82" y="85"/>
                  </a:lnTo>
                  <a:lnTo>
                    <a:pt x="67" y="85"/>
                  </a:lnTo>
                  <a:lnTo>
                    <a:pt x="41" y="88"/>
                  </a:lnTo>
                  <a:lnTo>
                    <a:pt x="41" y="98"/>
                  </a:lnTo>
                  <a:lnTo>
                    <a:pt x="32" y="98"/>
                  </a:lnTo>
                  <a:lnTo>
                    <a:pt x="19" y="98"/>
                  </a:lnTo>
                  <a:lnTo>
                    <a:pt x="10" y="94"/>
                  </a:lnTo>
                  <a:lnTo>
                    <a:pt x="0" y="88"/>
                  </a:lnTo>
                  <a:lnTo>
                    <a:pt x="0" y="72"/>
                  </a:lnTo>
                  <a:lnTo>
                    <a:pt x="7" y="56"/>
                  </a:lnTo>
                  <a:lnTo>
                    <a:pt x="10" y="47"/>
                  </a:lnTo>
                  <a:lnTo>
                    <a:pt x="16" y="37"/>
                  </a:lnTo>
                  <a:lnTo>
                    <a:pt x="22" y="6"/>
                  </a:lnTo>
                  <a:lnTo>
                    <a:pt x="60" y="0"/>
                  </a:lnTo>
                  <a:close/>
                </a:path>
              </a:pathLst>
            </a:custGeom>
            <a:solidFill>
              <a:srgbClr val="222222"/>
            </a:solidFill>
            <a:ln w="4763">
              <a:solidFill>
                <a:srgbClr val="000000"/>
              </a:solidFill>
              <a:prstDash val="solid"/>
              <a:round/>
              <a:headEnd/>
              <a:tailEnd/>
            </a:ln>
          </p:spPr>
          <p:txBody>
            <a:bodyPr/>
            <a:lstStyle/>
            <a:p>
              <a:endParaRPr lang="zh-CN" altLang="en-US" b="1">
                <a:solidFill>
                  <a:srgbClr val="000099"/>
                </a:solidFill>
              </a:endParaRPr>
            </a:p>
          </p:txBody>
        </p:sp>
        <p:sp>
          <p:nvSpPr>
            <p:cNvPr id="72744" name="Freeform 122"/>
            <p:cNvSpPr>
              <a:spLocks/>
            </p:cNvSpPr>
            <p:nvPr/>
          </p:nvSpPr>
          <p:spPr bwMode="auto">
            <a:xfrm>
              <a:off x="710" y="1844"/>
              <a:ext cx="92" cy="54"/>
            </a:xfrm>
            <a:custGeom>
              <a:avLst/>
              <a:gdLst>
                <a:gd name="T0" fmla="*/ 0 w 92"/>
                <a:gd name="T1" fmla="*/ 32 h 54"/>
                <a:gd name="T2" fmla="*/ 88 w 92"/>
                <a:gd name="T3" fmla="*/ 0 h 54"/>
                <a:gd name="T4" fmla="*/ 92 w 92"/>
                <a:gd name="T5" fmla="*/ 7 h 54"/>
                <a:gd name="T6" fmla="*/ 92 w 92"/>
                <a:gd name="T7" fmla="*/ 16 h 54"/>
                <a:gd name="T8" fmla="*/ 88 w 92"/>
                <a:gd name="T9" fmla="*/ 23 h 54"/>
                <a:gd name="T10" fmla="*/ 7 w 92"/>
                <a:gd name="T11" fmla="*/ 54 h 54"/>
                <a:gd name="T12" fmla="*/ 0 w 92"/>
                <a:gd name="T13" fmla="*/ 32 h 5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2" h="54">
                  <a:moveTo>
                    <a:pt x="0" y="32"/>
                  </a:moveTo>
                  <a:lnTo>
                    <a:pt x="88" y="0"/>
                  </a:lnTo>
                  <a:lnTo>
                    <a:pt x="92" y="7"/>
                  </a:lnTo>
                  <a:lnTo>
                    <a:pt x="92" y="16"/>
                  </a:lnTo>
                  <a:lnTo>
                    <a:pt x="88" y="23"/>
                  </a:lnTo>
                  <a:lnTo>
                    <a:pt x="7" y="54"/>
                  </a:lnTo>
                  <a:lnTo>
                    <a:pt x="0" y="32"/>
                  </a:lnTo>
                  <a:close/>
                </a:path>
              </a:pathLst>
            </a:custGeom>
            <a:solidFill>
              <a:srgbClr val="004E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72745" name="Freeform 123"/>
            <p:cNvSpPr>
              <a:spLocks/>
            </p:cNvSpPr>
            <p:nvPr/>
          </p:nvSpPr>
          <p:spPr bwMode="auto">
            <a:xfrm>
              <a:off x="710" y="1844"/>
              <a:ext cx="92" cy="54"/>
            </a:xfrm>
            <a:custGeom>
              <a:avLst/>
              <a:gdLst>
                <a:gd name="T0" fmla="*/ 0 w 92"/>
                <a:gd name="T1" fmla="*/ 32 h 54"/>
                <a:gd name="T2" fmla="*/ 88 w 92"/>
                <a:gd name="T3" fmla="*/ 0 h 54"/>
                <a:gd name="T4" fmla="*/ 92 w 92"/>
                <a:gd name="T5" fmla="*/ 7 h 54"/>
                <a:gd name="T6" fmla="*/ 92 w 92"/>
                <a:gd name="T7" fmla="*/ 16 h 54"/>
                <a:gd name="T8" fmla="*/ 88 w 92"/>
                <a:gd name="T9" fmla="*/ 23 h 54"/>
                <a:gd name="T10" fmla="*/ 7 w 92"/>
                <a:gd name="T11" fmla="*/ 54 h 54"/>
                <a:gd name="T12" fmla="*/ 0 w 92"/>
                <a:gd name="T13" fmla="*/ 32 h 5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2" h="54">
                  <a:moveTo>
                    <a:pt x="0" y="32"/>
                  </a:moveTo>
                  <a:lnTo>
                    <a:pt x="88" y="0"/>
                  </a:lnTo>
                  <a:lnTo>
                    <a:pt x="92" y="7"/>
                  </a:lnTo>
                  <a:lnTo>
                    <a:pt x="92" y="16"/>
                  </a:lnTo>
                  <a:lnTo>
                    <a:pt x="88" y="23"/>
                  </a:lnTo>
                  <a:lnTo>
                    <a:pt x="7" y="54"/>
                  </a:lnTo>
                  <a:lnTo>
                    <a:pt x="0" y="32"/>
                  </a:lnTo>
                  <a:close/>
                </a:path>
              </a:pathLst>
            </a:custGeom>
            <a:solidFill>
              <a:srgbClr val="004EFF"/>
            </a:solidFill>
            <a:ln w="4763">
              <a:solidFill>
                <a:srgbClr val="000000"/>
              </a:solidFill>
              <a:prstDash val="solid"/>
              <a:round/>
              <a:headEnd/>
              <a:tailEnd/>
            </a:ln>
          </p:spPr>
          <p:txBody>
            <a:bodyPr/>
            <a:lstStyle/>
            <a:p>
              <a:endParaRPr lang="zh-CN" altLang="en-US" b="1">
                <a:solidFill>
                  <a:srgbClr val="000099"/>
                </a:solidFill>
              </a:endParaRPr>
            </a:p>
          </p:txBody>
        </p:sp>
        <p:sp>
          <p:nvSpPr>
            <p:cNvPr id="72746" name="Freeform 124"/>
            <p:cNvSpPr>
              <a:spLocks/>
            </p:cNvSpPr>
            <p:nvPr/>
          </p:nvSpPr>
          <p:spPr bwMode="auto">
            <a:xfrm>
              <a:off x="710" y="1750"/>
              <a:ext cx="170" cy="189"/>
            </a:xfrm>
            <a:custGeom>
              <a:avLst/>
              <a:gdLst>
                <a:gd name="T0" fmla="*/ 7 w 170"/>
                <a:gd name="T1" fmla="*/ 0 h 189"/>
                <a:gd name="T2" fmla="*/ 44 w 170"/>
                <a:gd name="T3" fmla="*/ 25 h 189"/>
                <a:gd name="T4" fmla="*/ 82 w 170"/>
                <a:gd name="T5" fmla="*/ 25 h 189"/>
                <a:gd name="T6" fmla="*/ 158 w 170"/>
                <a:gd name="T7" fmla="*/ 31 h 189"/>
                <a:gd name="T8" fmla="*/ 170 w 170"/>
                <a:gd name="T9" fmla="*/ 60 h 189"/>
                <a:gd name="T10" fmla="*/ 167 w 170"/>
                <a:gd name="T11" fmla="*/ 145 h 189"/>
                <a:gd name="T12" fmla="*/ 167 w 170"/>
                <a:gd name="T13" fmla="*/ 177 h 189"/>
                <a:gd name="T14" fmla="*/ 133 w 170"/>
                <a:gd name="T15" fmla="*/ 189 h 189"/>
                <a:gd name="T16" fmla="*/ 98 w 170"/>
                <a:gd name="T17" fmla="*/ 186 h 189"/>
                <a:gd name="T18" fmla="*/ 107 w 170"/>
                <a:gd name="T19" fmla="*/ 94 h 189"/>
                <a:gd name="T20" fmla="*/ 88 w 170"/>
                <a:gd name="T21" fmla="*/ 94 h 189"/>
                <a:gd name="T22" fmla="*/ 0 w 170"/>
                <a:gd name="T23" fmla="*/ 126 h 189"/>
                <a:gd name="T24" fmla="*/ 7 w 170"/>
                <a:gd name="T25" fmla="*/ 0 h 18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0" h="189">
                  <a:moveTo>
                    <a:pt x="7" y="0"/>
                  </a:moveTo>
                  <a:lnTo>
                    <a:pt x="44" y="25"/>
                  </a:lnTo>
                  <a:lnTo>
                    <a:pt x="82" y="25"/>
                  </a:lnTo>
                  <a:lnTo>
                    <a:pt x="158" y="31"/>
                  </a:lnTo>
                  <a:lnTo>
                    <a:pt x="170" y="60"/>
                  </a:lnTo>
                  <a:lnTo>
                    <a:pt x="167" y="145"/>
                  </a:lnTo>
                  <a:lnTo>
                    <a:pt x="167" y="177"/>
                  </a:lnTo>
                  <a:lnTo>
                    <a:pt x="133" y="189"/>
                  </a:lnTo>
                  <a:lnTo>
                    <a:pt x="98" y="186"/>
                  </a:lnTo>
                  <a:lnTo>
                    <a:pt x="107" y="94"/>
                  </a:lnTo>
                  <a:lnTo>
                    <a:pt x="88" y="94"/>
                  </a:lnTo>
                  <a:lnTo>
                    <a:pt x="0" y="126"/>
                  </a:lnTo>
                  <a:lnTo>
                    <a:pt x="7" y="0"/>
                  </a:lnTo>
                  <a:close/>
                </a:path>
              </a:pathLst>
            </a:custGeom>
            <a:solidFill>
              <a:srgbClr val="62624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72747" name="Freeform 125"/>
            <p:cNvSpPr>
              <a:spLocks/>
            </p:cNvSpPr>
            <p:nvPr/>
          </p:nvSpPr>
          <p:spPr bwMode="auto">
            <a:xfrm>
              <a:off x="710" y="1750"/>
              <a:ext cx="170" cy="189"/>
            </a:xfrm>
            <a:custGeom>
              <a:avLst/>
              <a:gdLst>
                <a:gd name="T0" fmla="*/ 7 w 170"/>
                <a:gd name="T1" fmla="*/ 0 h 189"/>
                <a:gd name="T2" fmla="*/ 44 w 170"/>
                <a:gd name="T3" fmla="*/ 25 h 189"/>
                <a:gd name="T4" fmla="*/ 82 w 170"/>
                <a:gd name="T5" fmla="*/ 25 h 189"/>
                <a:gd name="T6" fmla="*/ 158 w 170"/>
                <a:gd name="T7" fmla="*/ 31 h 189"/>
                <a:gd name="T8" fmla="*/ 170 w 170"/>
                <a:gd name="T9" fmla="*/ 60 h 189"/>
                <a:gd name="T10" fmla="*/ 167 w 170"/>
                <a:gd name="T11" fmla="*/ 145 h 189"/>
                <a:gd name="T12" fmla="*/ 167 w 170"/>
                <a:gd name="T13" fmla="*/ 177 h 189"/>
                <a:gd name="T14" fmla="*/ 133 w 170"/>
                <a:gd name="T15" fmla="*/ 189 h 189"/>
                <a:gd name="T16" fmla="*/ 98 w 170"/>
                <a:gd name="T17" fmla="*/ 186 h 189"/>
                <a:gd name="T18" fmla="*/ 107 w 170"/>
                <a:gd name="T19" fmla="*/ 94 h 189"/>
                <a:gd name="T20" fmla="*/ 88 w 170"/>
                <a:gd name="T21" fmla="*/ 94 h 189"/>
                <a:gd name="T22" fmla="*/ 0 w 170"/>
                <a:gd name="T23" fmla="*/ 126 h 189"/>
                <a:gd name="T24" fmla="*/ 7 w 170"/>
                <a:gd name="T25" fmla="*/ 0 h 18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0" h="189">
                  <a:moveTo>
                    <a:pt x="7" y="0"/>
                  </a:moveTo>
                  <a:lnTo>
                    <a:pt x="44" y="25"/>
                  </a:lnTo>
                  <a:lnTo>
                    <a:pt x="82" y="25"/>
                  </a:lnTo>
                  <a:lnTo>
                    <a:pt x="158" y="31"/>
                  </a:lnTo>
                  <a:lnTo>
                    <a:pt x="170" y="60"/>
                  </a:lnTo>
                  <a:lnTo>
                    <a:pt x="167" y="145"/>
                  </a:lnTo>
                  <a:lnTo>
                    <a:pt x="167" y="177"/>
                  </a:lnTo>
                  <a:lnTo>
                    <a:pt x="133" y="189"/>
                  </a:lnTo>
                  <a:lnTo>
                    <a:pt x="98" y="186"/>
                  </a:lnTo>
                  <a:lnTo>
                    <a:pt x="107" y="94"/>
                  </a:lnTo>
                  <a:lnTo>
                    <a:pt x="88" y="94"/>
                  </a:lnTo>
                  <a:lnTo>
                    <a:pt x="0" y="126"/>
                  </a:lnTo>
                  <a:lnTo>
                    <a:pt x="7" y="0"/>
                  </a:lnTo>
                  <a:close/>
                </a:path>
              </a:pathLst>
            </a:custGeom>
            <a:solidFill>
              <a:srgbClr val="626248"/>
            </a:solidFill>
            <a:ln w="4763">
              <a:solidFill>
                <a:srgbClr val="000000"/>
              </a:solidFill>
              <a:prstDash val="solid"/>
              <a:round/>
              <a:headEnd/>
              <a:tailEnd/>
            </a:ln>
          </p:spPr>
          <p:txBody>
            <a:bodyPr/>
            <a:lstStyle/>
            <a:p>
              <a:endParaRPr lang="zh-CN" altLang="en-US" b="1">
                <a:solidFill>
                  <a:srgbClr val="000099"/>
                </a:solidFill>
              </a:endParaRPr>
            </a:p>
          </p:txBody>
        </p:sp>
        <p:sp>
          <p:nvSpPr>
            <p:cNvPr id="72748" name="Freeform 126"/>
            <p:cNvSpPr>
              <a:spLocks/>
            </p:cNvSpPr>
            <p:nvPr/>
          </p:nvSpPr>
          <p:spPr bwMode="auto">
            <a:xfrm>
              <a:off x="521" y="1930"/>
              <a:ext cx="236" cy="193"/>
            </a:xfrm>
            <a:custGeom>
              <a:avLst/>
              <a:gdLst>
                <a:gd name="T0" fmla="*/ 142 w 236"/>
                <a:gd name="T1" fmla="*/ 0 h 193"/>
                <a:gd name="T2" fmla="*/ 145 w 236"/>
                <a:gd name="T3" fmla="*/ 54 h 193"/>
                <a:gd name="T4" fmla="*/ 227 w 236"/>
                <a:gd name="T5" fmla="*/ 22 h 193"/>
                <a:gd name="T6" fmla="*/ 233 w 236"/>
                <a:gd name="T7" fmla="*/ 25 h 193"/>
                <a:gd name="T8" fmla="*/ 236 w 236"/>
                <a:gd name="T9" fmla="*/ 47 h 193"/>
                <a:gd name="T10" fmla="*/ 230 w 236"/>
                <a:gd name="T11" fmla="*/ 47 h 193"/>
                <a:gd name="T12" fmla="*/ 230 w 236"/>
                <a:gd name="T13" fmla="*/ 57 h 193"/>
                <a:gd name="T14" fmla="*/ 227 w 236"/>
                <a:gd name="T15" fmla="*/ 63 h 193"/>
                <a:gd name="T16" fmla="*/ 224 w 236"/>
                <a:gd name="T17" fmla="*/ 63 h 193"/>
                <a:gd name="T18" fmla="*/ 218 w 236"/>
                <a:gd name="T19" fmla="*/ 60 h 193"/>
                <a:gd name="T20" fmla="*/ 214 w 236"/>
                <a:gd name="T21" fmla="*/ 54 h 193"/>
                <a:gd name="T22" fmla="*/ 214 w 236"/>
                <a:gd name="T23" fmla="*/ 47 h 193"/>
                <a:gd name="T24" fmla="*/ 151 w 236"/>
                <a:gd name="T25" fmla="*/ 73 h 193"/>
                <a:gd name="T26" fmla="*/ 208 w 236"/>
                <a:gd name="T27" fmla="*/ 136 h 193"/>
                <a:gd name="T28" fmla="*/ 211 w 236"/>
                <a:gd name="T29" fmla="*/ 161 h 193"/>
                <a:gd name="T30" fmla="*/ 208 w 236"/>
                <a:gd name="T31" fmla="*/ 171 h 193"/>
                <a:gd name="T32" fmla="*/ 208 w 236"/>
                <a:gd name="T33" fmla="*/ 177 h 193"/>
                <a:gd name="T34" fmla="*/ 205 w 236"/>
                <a:gd name="T35" fmla="*/ 187 h 193"/>
                <a:gd name="T36" fmla="*/ 202 w 236"/>
                <a:gd name="T37" fmla="*/ 190 h 193"/>
                <a:gd name="T38" fmla="*/ 199 w 236"/>
                <a:gd name="T39" fmla="*/ 190 h 193"/>
                <a:gd name="T40" fmla="*/ 192 w 236"/>
                <a:gd name="T41" fmla="*/ 193 h 193"/>
                <a:gd name="T42" fmla="*/ 189 w 236"/>
                <a:gd name="T43" fmla="*/ 190 h 193"/>
                <a:gd name="T44" fmla="*/ 186 w 236"/>
                <a:gd name="T45" fmla="*/ 180 h 193"/>
                <a:gd name="T46" fmla="*/ 183 w 236"/>
                <a:gd name="T47" fmla="*/ 177 h 193"/>
                <a:gd name="T48" fmla="*/ 189 w 236"/>
                <a:gd name="T49" fmla="*/ 171 h 193"/>
                <a:gd name="T50" fmla="*/ 192 w 236"/>
                <a:gd name="T51" fmla="*/ 168 h 193"/>
                <a:gd name="T52" fmla="*/ 192 w 236"/>
                <a:gd name="T53" fmla="*/ 161 h 193"/>
                <a:gd name="T54" fmla="*/ 196 w 236"/>
                <a:gd name="T55" fmla="*/ 161 h 193"/>
                <a:gd name="T56" fmla="*/ 199 w 236"/>
                <a:gd name="T57" fmla="*/ 155 h 193"/>
                <a:gd name="T58" fmla="*/ 132 w 236"/>
                <a:gd name="T59" fmla="*/ 79 h 193"/>
                <a:gd name="T60" fmla="*/ 22 w 236"/>
                <a:gd name="T61" fmla="*/ 142 h 193"/>
                <a:gd name="T62" fmla="*/ 22 w 236"/>
                <a:gd name="T63" fmla="*/ 152 h 193"/>
                <a:gd name="T64" fmla="*/ 19 w 236"/>
                <a:gd name="T65" fmla="*/ 155 h 193"/>
                <a:gd name="T66" fmla="*/ 19 w 236"/>
                <a:gd name="T67" fmla="*/ 171 h 193"/>
                <a:gd name="T68" fmla="*/ 16 w 236"/>
                <a:gd name="T69" fmla="*/ 174 h 193"/>
                <a:gd name="T70" fmla="*/ 13 w 236"/>
                <a:gd name="T71" fmla="*/ 177 h 193"/>
                <a:gd name="T72" fmla="*/ 6 w 236"/>
                <a:gd name="T73" fmla="*/ 177 h 193"/>
                <a:gd name="T74" fmla="*/ 0 w 236"/>
                <a:gd name="T75" fmla="*/ 171 h 193"/>
                <a:gd name="T76" fmla="*/ 6 w 236"/>
                <a:gd name="T77" fmla="*/ 155 h 193"/>
                <a:gd name="T78" fmla="*/ 6 w 236"/>
                <a:gd name="T79" fmla="*/ 149 h 193"/>
                <a:gd name="T80" fmla="*/ 13 w 236"/>
                <a:gd name="T81" fmla="*/ 139 h 193"/>
                <a:gd name="T82" fmla="*/ 9 w 236"/>
                <a:gd name="T83" fmla="*/ 120 h 193"/>
                <a:gd name="T84" fmla="*/ 114 w 236"/>
                <a:gd name="T85" fmla="*/ 66 h 193"/>
                <a:gd name="T86" fmla="*/ 79 w 236"/>
                <a:gd name="T87" fmla="*/ 35 h 193"/>
                <a:gd name="T88" fmla="*/ 73 w 236"/>
                <a:gd name="T89" fmla="*/ 41 h 193"/>
                <a:gd name="T90" fmla="*/ 69 w 236"/>
                <a:gd name="T91" fmla="*/ 47 h 193"/>
                <a:gd name="T92" fmla="*/ 63 w 236"/>
                <a:gd name="T93" fmla="*/ 54 h 193"/>
                <a:gd name="T94" fmla="*/ 50 w 236"/>
                <a:gd name="T95" fmla="*/ 44 h 193"/>
                <a:gd name="T96" fmla="*/ 50 w 236"/>
                <a:gd name="T97" fmla="*/ 41 h 193"/>
                <a:gd name="T98" fmla="*/ 54 w 236"/>
                <a:gd name="T99" fmla="*/ 35 h 193"/>
                <a:gd name="T100" fmla="*/ 63 w 236"/>
                <a:gd name="T101" fmla="*/ 31 h 193"/>
                <a:gd name="T102" fmla="*/ 66 w 236"/>
                <a:gd name="T103" fmla="*/ 22 h 193"/>
                <a:gd name="T104" fmla="*/ 82 w 236"/>
                <a:gd name="T105" fmla="*/ 9 h 193"/>
                <a:gd name="T106" fmla="*/ 120 w 236"/>
                <a:gd name="T107" fmla="*/ 44 h 193"/>
                <a:gd name="T108" fmla="*/ 120 w 236"/>
                <a:gd name="T109" fmla="*/ 6 h 193"/>
                <a:gd name="T110" fmla="*/ 142 w 236"/>
                <a:gd name="T111" fmla="*/ 0 h 193"/>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236" h="193">
                  <a:moveTo>
                    <a:pt x="142" y="0"/>
                  </a:moveTo>
                  <a:lnTo>
                    <a:pt x="145" y="54"/>
                  </a:lnTo>
                  <a:lnTo>
                    <a:pt x="227" y="22"/>
                  </a:lnTo>
                  <a:lnTo>
                    <a:pt x="233" y="25"/>
                  </a:lnTo>
                  <a:lnTo>
                    <a:pt x="236" y="47"/>
                  </a:lnTo>
                  <a:lnTo>
                    <a:pt x="230" y="47"/>
                  </a:lnTo>
                  <a:lnTo>
                    <a:pt x="230" y="57"/>
                  </a:lnTo>
                  <a:lnTo>
                    <a:pt x="227" y="63"/>
                  </a:lnTo>
                  <a:lnTo>
                    <a:pt x="224" y="63"/>
                  </a:lnTo>
                  <a:lnTo>
                    <a:pt x="218" y="60"/>
                  </a:lnTo>
                  <a:lnTo>
                    <a:pt x="214" y="54"/>
                  </a:lnTo>
                  <a:lnTo>
                    <a:pt x="214" y="47"/>
                  </a:lnTo>
                  <a:lnTo>
                    <a:pt x="151" y="73"/>
                  </a:lnTo>
                  <a:lnTo>
                    <a:pt x="208" y="136"/>
                  </a:lnTo>
                  <a:lnTo>
                    <a:pt x="211" y="161"/>
                  </a:lnTo>
                  <a:lnTo>
                    <a:pt x="208" y="171"/>
                  </a:lnTo>
                  <a:lnTo>
                    <a:pt x="208" y="177"/>
                  </a:lnTo>
                  <a:lnTo>
                    <a:pt x="205" y="187"/>
                  </a:lnTo>
                  <a:lnTo>
                    <a:pt x="202" y="190"/>
                  </a:lnTo>
                  <a:lnTo>
                    <a:pt x="199" y="190"/>
                  </a:lnTo>
                  <a:lnTo>
                    <a:pt x="192" y="193"/>
                  </a:lnTo>
                  <a:lnTo>
                    <a:pt x="189" y="190"/>
                  </a:lnTo>
                  <a:lnTo>
                    <a:pt x="186" y="180"/>
                  </a:lnTo>
                  <a:lnTo>
                    <a:pt x="183" y="177"/>
                  </a:lnTo>
                  <a:lnTo>
                    <a:pt x="189" y="171"/>
                  </a:lnTo>
                  <a:lnTo>
                    <a:pt x="192" y="168"/>
                  </a:lnTo>
                  <a:lnTo>
                    <a:pt x="192" y="161"/>
                  </a:lnTo>
                  <a:lnTo>
                    <a:pt x="196" y="161"/>
                  </a:lnTo>
                  <a:lnTo>
                    <a:pt x="199" y="155"/>
                  </a:lnTo>
                  <a:lnTo>
                    <a:pt x="132" y="79"/>
                  </a:lnTo>
                  <a:lnTo>
                    <a:pt x="22" y="142"/>
                  </a:lnTo>
                  <a:lnTo>
                    <a:pt x="22" y="152"/>
                  </a:lnTo>
                  <a:lnTo>
                    <a:pt x="19" y="155"/>
                  </a:lnTo>
                  <a:lnTo>
                    <a:pt x="19" y="171"/>
                  </a:lnTo>
                  <a:lnTo>
                    <a:pt x="16" y="174"/>
                  </a:lnTo>
                  <a:lnTo>
                    <a:pt x="13" y="177"/>
                  </a:lnTo>
                  <a:lnTo>
                    <a:pt x="6" y="177"/>
                  </a:lnTo>
                  <a:lnTo>
                    <a:pt x="0" y="171"/>
                  </a:lnTo>
                  <a:lnTo>
                    <a:pt x="6" y="155"/>
                  </a:lnTo>
                  <a:lnTo>
                    <a:pt x="6" y="149"/>
                  </a:lnTo>
                  <a:lnTo>
                    <a:pt x="13" y="139"/>
                  </a:lnTo>
                  <a:lnTo>
                    <a:pt x="9" y="120"/>
                  </a:lnTo>
                  <a:lnTo>
                    <a:pt x="114" y="66"/>
                  </a:lnTo>
                  <a:lnTo>
                    <a:pt x="79" y="35"/>
                  </a:lnTo>
                  <a:lnTo>
                    <a:pt x="73" y="41"/>
                  </a:lnTo>
                  <a:lnTo>
                    <a:pt x="69" y="47"/>
                  </a:lnTo>
                  <a:lnTo>
                    <a:pt x="63" y="54"/>
                  </a:lnTo>
                  <a:lnTo>
                    <a:pt x="50" y="44"/>
                  </a:lnTo>
                  <a:lnTo>
                    <a:pt x="50" y="41"/>
                  </a:lnTo>
                  <a:lnTo>
                    <a:pt x="54" y="35"/>
                  </a:lnTo>
                  <a:lnTo>
                    <a:pt x="63" y="31"/>
                  </a:lnTo>
                  <a:lnTo>
                    <a:pt x="66" y="22"/>
                  </a:lnTo>
                  <a:lnTo>
                    <a:pt x="82" y="9"/>
                  </a:lnTo>
                  <a:lnTo>
                    <a:pt x="120" y="44"/>
                  </a:lnTo>
                  <a:lnTo>
                    <a:pt x="120" y="6"/>
                  </a:lnTo>
                  <a:lnTo>
                    <a:pt x="142" y="0"/>
                  </a:lnTo>
                  <a:close/>
                </a:path>
              </a:pathLst>
            </a:custGeom>
            <a:solidFill>
              <a:srgbClr val="AAAA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72749" name="Freeform 127"/>
            <p:cNvSpPr>
              <a:spLocks/>
            </p:cNvSpPr>
            <p:nvPr/>
          </p:nvSpPr>
          <p:spPr bwMode="auto">
            <a:xfrm>
              <a:off x="521" y="1930"/>
              <a:ext cx="236" cy="193"/>
            </a:xfrm>
            <a:custGeom>
              <a:avLst/>
              <a:gdLst>
                <a:gd name="T0" fmla="*/ 142 w 236"/>
                <a:gd name="T1" fmla="*/ 0 h 193"/>
                <a:gd name="T2" fmla="*/ 145 w 236"/>
                <a:gd name="T3" fmla="*/ 54 h 193"/>
                <a:gd name="T4" fmla="*/ 227 w 236"/>
                <a:gd name="T5" fmla="*/ 22 h 193"/>
                <a:gd name="T6" fmla="*/ 233 w 236"/>
                <a:gd name="T7" fmla="*/ 25 h 193"/>
                <a:gd name="T8" fmla="*/ 236 w 236"/>
                <a:gd name="T9" fmla="*/ 47 h 193"/>
                <a:gd name="T10" fmla="*/ 230 w 236"/>
                <a:gd name="T11" fmla="*/ 47 h 193"/>
                <a:gd name="T12" fmla="*/ 230 w 236"/>
                <a:gd name="T13" fmla="*/ 57 h 193"/>
                <a:gd name="T14" fmla="*/ 227 w 236"/>
                <a:gd name="T15" fmla="*/ 63 h 193"/>
                <a:gd name="T16" fmla="*/ 224 w 236"/>
                <a:gd name="T17" fmla="*/ 63 h 193"/>
                <a:gd name="T18" fmla="*/ 218 w 236"/>
                <a:gd name="T19" fmla="*/ 60 h 193"/>
                <a:gd name="T20" fmla="*/ 214 w 236"/>
                <a:gd name="T21" fmla="*/ 54 h 193"/>
                <a:gd name="T22" fmla="*/ 214 w 236"/>
                <a:gd name="T23" fmla="*/ 47 h 193"/>
                <a:gd name="T24" fmla="*/ 151 w 236"/>
                <a:gd name="T25" fmla="*/ 73 h 193"/>
                <a:gd name="T26" fmla="*/ 208 w 236"/>
                <a:gd name="T27" fmla="*/ 136 h 193"/>
                <a:gd name="T28" fmla="*/ 211 w 236"/>
                <a:gd name="T29" fmla="*/ 161 h 193"/>
                <a:gd name="T30" fmla="*/ 208 w 236"/>
                <a:gd name="T31" fmla="*/ 171 h 193"/>
                <a:gd name="T32" fmla="*/ 208 w 236"/>
                <a:gd name="T33" fmla="*/ 177 h 193"/>
                <a:gd name="T34" fmla="*/ 205 w 236"/>
                <a:gd name="T35" fmla="*/ 187 h 193"/>
                <a:gd name="T36" fmla="*/ 202 w 236"/>
                <a:gd name="T37" fmla="*/ 190 h 193"/>
                <a:gd name="T38" fmla="*/ 199 w 236"/>
                <a:gd name="T39" fmla="*/ 190 h 193"/>
                <a:gd name="T40" fmla="*/ 192 w 236"/>
                <a:gd name="T41" fmla="*/ 193 h 193"/>
                <a:gd name="T42" fmla="*/ 189 w 236"/>
                <a:gd name="T43" fmla="*/ 190 h 193"/>
                <a:gd name="T44" fmla="*/ 186 w 236"/>
                <a:gd name="T45" fmla="*/ 180 h 193"/>
                <a:gd name="T46" fmla="*/ 183 w 236"/>
                <a:gd name="T47" fmla="*/ 177 h 193"/>
                <a:gd name="T48" fmla="*/ 189 w 236"/>
                <a:gd name="T49" fmla="*/ 171 h 193"/>
                <a:gd name="T50" fmla="*/ 192 w 236"/>
                <a:gd name="T51" fmla="*/ 168 h 193"/>
                <a:gd name="T52" fmla="*/ 192 w 236"/>
                <a:gd name="T53" fmla="*/ 161 h 193"/>
                <a:gd name="T54" fmla="*/ 196 w 236"/>
                <a:gd name="T55" fmla="*/ 161 h 193"/>
                <a:gd name="T56" fmla="*/ 199 w 236"/>
                <a:gd name="T57" fmla="*/ 155 h 193"/>
                <a:gd name="T58" fmla="*/ 132 w 236"/>
                <a:gd name="T59" fmla="*/ 79 h 193"/>
                <a:gd name="T60" fmla="*/ 22 w 236"/>
                <a:gd name="T61" fmla="*/ 142 h 193"/>
                <a:gd name="T62" fmla="*/ 22 w 236"/>
                <a:gd name="T63" fmla="*/ 152 h 193"/>
                <a:gd name="T64" fmla="*/ 19 w 236"/>
                <a:gd name="T65" fmla="*/ 155 h 193"/>
                <a:gd name="T66" fmla="*/ 19 w 236"/>
                <a:gd name="T67" fmla="*/ 171 h 193"/>
                <a:gd name="T68" fmla="*/ 16 w 236"/>
                <a:gd name="T69" fmla="*/ 174 h 193"/>
                <a:gd name="T70" fmla="*/ 13 w 236"/>
                <a:gd name="T71" fmla="*/ 177 h 193"/>
                <a:gd name="T72" fmla="*/ 6 w 236"/>
                <a:gd name="T73" fmla="*/ 177 h 193"/>
                <a:gd name="T74" fmla="*/ 0 w 236"/>
                <a:gd name="T75" fmla="*/ 171 h 193"/>
                <a:gd name="T76" fmla="*/ 6 w 236"/>
                <a:gd name="T77" fmla="*/ 155 h 193"/>
                <a:gd name="T78" fmla="*/ 6 w 236"/>
                <a:gd name="T79" fmla="*/ 149 h 193"/>
                <a:gd name="T80" fmla="*/ 13 w 236"/>
                <a:gd name="T81" fmla="*/ 139 h 193"/>
                <a:gd name="T82" fmla="*/ 9 w 236"/>
                <a:gd name="T83" fmla="*/ 120 h 193"/>
                <a:gd name="T84" fmla="*/ 114 w 236"/>
                <a:gd name="T85" fmla="*/ 66 h 193"/>
                <a:gd name="T86" fmla="*/ 79 w 236"/>
                <a:gd name="T87" fmla="*/ 35 h 193"/>
                <a:gd name="T88" fmla="*/ 73 w 236"/>
                <a:gd name="T89" fmla="*/ 41 h 193"/>
                <a:gd name="T90" fmla="*/ 69 w 236"/>
                <a:gd name="T91" fmla="*/ 47 h 193"/>
                <a:gd name="T92" fmla="*/ 63 w 236"/>
                <a:gd name="T93" fmla="*/ 54 h 193"/>
                <a:gd name="T94" fmla="*/ 50 w 236"/>
                <a:gd name="T95" fmla="*/ 44 h 193"/>
                <a:gd name="T96" fmla="*/ 50 w 236"/>
                <a:gd name="T97" fmla="*/ 41 h 193"/>
                <a:gd name="T98" fmla="*/ 54 w 236"/>
                <a:gd name="T99" fmla="*/ 35 h 193"/>
                <a:gd name="T100" fmla="*/ 63 w 236"/>
                <a:gd name="T101" fmla="*/ 31 h 193"/>
                <a:gd name="T102" fmla="*/ 66 w 236"/>
                <a:gd name="T103" fmla="*/ 22 h 193"/>
                <a:gd name="T104" fmla="*/ 82 w 236"/>
                <a:gd name="T105" fmla="*/ 9 h 193"/>
                <a:gd name="T106" fmla="*/ 120 w 236"/>
                <a:gd name="T107" fmla="*/ 44 h 193"/>
                <a:gd name="T108" fmla="*/ 120 w 236"/>
                <a:gd name="T109" fmla="*/ 6 h 193"/>
                <a:gd name="T110" fmla="*/ 142 w 236"/>
                <a:gd name="T111" fmla="*/ 0 h 193"/>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236" h="193">
                  <a:moveTo>
                    <a:pt x="142" y="0"/>
                  </a:moveTo>
                  <a:lnTo>
                    <a:pt x="145" y="54"/>
                  </a:lnTo>
                  <a:lnTo>
                    <a:pt x="227" y="22"/>
                  </a:lnTo>
                  <a:lnTo>
                    <a:pt x="233" y="25"/>
                  </a:lnTo>
                  <a:lnTo>
                    <a:pt x="236" y="47"/>
                  </a:lnTo>
                  <a:lnTo>
                    <a:pt x="230" y="47"/>
                  </a:lnTo>
                  <a:lnTo>
                    <a:pt x="230" y="57"/>
                  </a:lnTo>
                  <a:lnTo>
                    <a:pt x="227" y="63"/>
                  </a:lnTo>
                  <a:lnTo>
                    <a:pt x="224" y="63"/>
                  </a:lnTo>
                  <a:lnTo>
                    <a:pt x="218" y="60"/>
                  </a:lnTo>
                  <a:lnTo>
                    <a:pt x="214" y="54"/>
                  </a:lnTo>
                  <a:lnTo>
                    <a:pt x="214" y="47"/>
                  </a:lnTo>
                  <a:lnTo>
                    <a:pt x="151" y="73"/>
                  </a:lnTo>
                  <a:lnTo>
                    <a:pt x="208" y="136"/>
                  </a:lnTo>
                  <a:lnTo>
                    <a:pt x="211" y="161"/>
                  </a:lnTo>
                  <a:lnTo>
                    <a:pt x="208" y="171"/>
                  </a:lnTo>
                  <a:lnTo>
                    <a:pt x="208" y="177"/>
                  </a:lnTo>
                  <a:lnTo>
                    <a:pt x="205" y="187"/>
                  </a:lnTo>
                  <a:lnTo>
                    <a:pt x="202" y="190"/>
                  </a:lnTo>
                  <a:lnTo>
                    <a:pt x="199" y="190"/>
                  </a:lnTo>
                  <a:lnTo>
                    <a:pt x="192" y="193"/>
                  </a:lnTo>
                  <a:lnTo>
                    <a:pt x="189" y="190"/>
                  </a:lnTo>
                  <a:lnTo>
                    <a:pt x="186" y="180"/>
                  </a:lnTo>
                  <a:lnTo>
                    <a:pt x="183" y="177"/>
                  </a:lnTo>
                  <a:lnTo>
                    <a:pt x="189" y="171"/>
                  </a:lnTo>
                  <a:lnTo>
                    <a:pt x="192" y="168"/>
                  </a:lnTo>
                  <a:lnTo>
                    <a:pt x="192" y="161"/>
                  </a:lnTo>
                  <a:lnTo>
                    <a:pt x="196" y="161"/>
                  </a:lnTo>
                  <a:lnTo>
                    <a:pt x="199" y="155"/>
                  </a:lnTo>
                  <a:lnTo>
                    <a:pt x="132" y="79"/>
                  </a:lnTo>
                  <a:lnTo>
                    <a:pt x="22" y="142"/>
                  </a:lnTo>
                  <a:lnTo>
                    <a:pt x="22" y="152"/>
                  </a:lnTo>
                  <a:lnTo>
                    <a:pt x="19" y="155"/>
                  </a:lnTo>
                  <a:lnTo>
                    <a:pt x="19" y="171"/>
                  </a:lnTo>
                  <a:lnTo>
                    <a:pt x="16" y="174"/>
                  </a:lnTo>
                  <a:lnTo>
                    <a:pt x="13" y="177"/>
                  </a:lnTo>
                  <a:lnTo>
                    <a:pt x="6" y="177"/>
                  </a:lnTo>
                  <a:lnTo>
                    <a:pt x="0" y="171"/>
                  </a:lnTo>
                  <a:lnTo>
                    <a:pt x="6" y="155"/>
                  </a:lnTo>
                  <a:lnTo>
                    <a:pt x="6" y="149"/>
                  </a:lnTo>
                  <a:lnTo>
                    <a:pt x="13" y="139"/>
                  </a:lnTo>
                  <a:lnTo>
                    <a:pt x="9" y="120"/>
                  </a:lnTo>
                  <a:lnTo>
                    <a:pt x="114" y="66"/>
                  </a:lnTo>
                  <a:lnTo>
                    <a:pt x="79" y="35"/>
                  </a:lnTo>
                  <a:lnTo>
                    <a:pt x="73" y="41"/>
                  </a:lnTo>
                  <a:lnTo>
                    <a:pt x="69" y="47"/>
                  </a:lnTo>
                  <a:lnTo>
                    <a:pt x="63" y="54"/>
                  </a:lnTo>
                  <a:lnTo>
                    <a:pt x="50" y="44"/>
                  </a:lnTo>
                  <a:lnTo>
                    <a:pt x="50" y="41"/>
                  </a:lnTo>
                  <a:lnTo>
                    <a:pt x="54" y="35"/>
                  </a:lnTo>
                  <a:lnTo>
                    <a:pt x="63" y="31"/>
                  </a:lnTo>
                  <a:lnTo>
                    <a:pt x="66" y="22"/>
                  </a:lnTo>
                  <a:lnTo>
                    <a:pt x="82" y="9"/>
                  </a:lnTo>
                  <a:lnTo>
                    <a:pt x="120" y="44"/>
                  </a:lnTo>
                  <a:lnTo>
                    <a:pt x="120" y="6"/>
                  </a:lnTo>
                  <a:lnTo>
                    <a:pt x="142" y="0"/>
                  </a:lnTo>
                  <a:close/>
                </a:path>
              </a:pathLst>
            </a:custGeom>
            <a:solidFill>
              <a:srgbClr val="AAAAAA"/>
            </a:solidFill>
            <a:ln w="4763">
              <a:solidFill>
                <a:srgbClr val="000000"/>
              </a:solidFill>
              <a:prstDash val="solid"/>
              <a:round/>
              <a:headEnd/>
              <a:tailEnd/>
            </a:ln>
          </p:spPr>
          <p:txBody>
            <a:bodyPr/>
            <a:lstStyle/>
            <a:p>
              <a:endParaRPr lang="zh-CN" altLang="en-US" b="1">
                <a:solidFill>
                  <a:srgbClr val="000099"/>
                </a:solidFill>
              </a:endParaRPr>
            </a:p>
          </p:txBody>
        </p:sp>
        <p:sp>
          <p:nvSpPr>
            <p:cNvPr id="72750" name="Freeform 128"/>
            <p:cNvSpPr>
              <a:spLocks/>
            </p:cNvSpPr>
            <p:nvPr/>
          </p:nvSpPr>
          <p:spPr bwMode="auto">
            <a:xfrm>
              <a:off x="811" y="1658"/>
              <a:ext cx="69" cy="54"/>
            </a:xfrm>
            <a:custGeom>
              <a:avLst/>
              <a:gdLst>
                <a:gd name="T0" fmla="*/ 0 w 69"/>
                <a:gd name="T1" fmla="*/ 35 h 54"/>
                <a:gd name="T2" fmla="*/ 19 w 69"/>
                <a:gd name="T3" fmla="*/ 22 h 54"/>
                <a:gd name="T4" fmla="*/ 19 w 69"/>
                <a:gd name="T5" fmla="*/ 6 h 54"/>
                <a:gd name="T6" fmla="*/ 35 w 69"/>
                <a:gd name="T7" fmla="*/ 0 h 54"/>
                <a:gd name="T8" fmla="*/ 38 w 69"/>
                <a:gd name="T9" fmla="*/ 0 h 54"/>
                <a:gd name="T10" fmla="*/ 38 w 69"/>
                <a:gd name="T11" fmla="*/ 6 h 54"/>
                <a:gd name="T12" fmla="*/ 51 w 69"/>
                <a:gd name="T13" fmla="*/ 3 h 54"/>
                <a:gd name="T14" fmla="*/ 63 w 69"/>
                <a:gd name="T15" fmla="*/ 0 h 54"/>
                <a:gd name="T16" fmla="*/ 69 w 69"/>
                <a:gd name="T17" fmla="*/ 6 h 54"/>
                <a:gd name="T18" fmla="*/ 63 w 69"/>
                <a:gd name="T19" fmla="*/ 9 h 54"/>
                <a:gd name="T20" fmla="*/ 63 w 69"/>
                <a:gd name="T21" fmla="*/ 38 h 54"/>
                <a:gd name="T22" fmla="*/ 41 w 69"/>
                <a:gd name="T23" fmla="*/ 50 h 54"/>
                <a:gd name="T24" fmla="*/ 35 w 69"/>
                <a:gd name="T25" fmla="*/ 50 h 54"/>
                <a:gd name="T26" fmla="*/ 25 w 69"/>
                <a:gd name="T27" fmla="*/ 54 h 54"/>
                <a:gd name="T28" fmla="*/ 0 w 69"/>
                <a:gd name="T29" fmla="*/ 35 h 5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69" h="54">
                  <a:moveTo>
                    <a:pt x="0" y="35"/>
                  </a:moveTo>
                  <a:lnTo>
                    <a:pt x="19" y="22"/>
                  </a:lnTo>
                  <a:lnTo>
                    <a:pt x="19" y="6"/>
                  </a:lnTo>
                  <a:lnTo>
                    <a:pt x="35" y="0"/>
                  </a:lnTo>
                  <a:lnTo>
                    <a:pt x="38" y="0"/>
                  </a:lnTo>
                  <a:lnTo>
                    <a:pt x="38" y="6"/>
                  </a:lnTo>
                  <a:lnTo>
                    <a:pt x="51" y="3"/>
                  </a:lnTo>
                  <a:lnTo>
                    <a:pt x="63" y="0"/>
                  </a:lnTo>
                  <a:lnTo>
                    <a:pt x="69" y="6"/>
                  </a:lnTo>
                  <a:lnTo>
                    <a:pt x="63" y="9"/>
                  </a:lnTo>
                  <a:lnTo>
                    <a:pt x="63" y="38"/>
                  </a:lnTo>
                  <a:lnTo>
                    <a:pt x="41" y="50"/>
                  </a:lnTo>
                  <a:lnTo>
                    <a:pt x="35" y="50"/>
                  </a:lnTo>
                  <a:lnTo>
                    <a:pt x="25" y="54"/>
                  </a:lnTo>
                  <a:lnTo>
                    <a:pt x="0" y="35"/>
                  </a:lnTo>
                  <a:close/>
                </a:path>
              </a:pathLst>
            </a:custGeom>
            <a:solidFill>
              <a:srgbClr val="FFA3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72751" name="Freeform 129"/>
            <p:cNvSpPr>
              <a:spLocks/>
            </p:cNvSpPr>
            <p:nvPr/>
          </p:nvSpPr>
          <p:spPr bwMode="auto">
            <a:xfrm>
              <a:off x="811" y="1658"/>
              <a:ext cx="69" cy="54"/>
            </a:xfrm>
            <a:custGeom>
              <a:avLst/>
              <a:gdLst>
                <a:gd name="T0" fmla="*/ 0 w 69"/>
                <a:gd name="T1" fmla="*/ 35 h 54"/>
                <a:gd name="T2" fmla="*/ 19 w 69"/>
                <a:gd name="T3" fmla="*/ 22 h 54"/>
                <a:gd name="T4" fmla="*/ 19 w 69"/>
                <a:gd name="T5" fmla="*/ 6 h 54"/>
                <a:gd name="T6" fmla="*/ 35 w 69"/>
                <a:gd name="T7" fmla="*/ 0 h 54"/>
                <a:gd name="T8" fmla="*/ 38 w 69"/>
                <a:gd name="T9" fmla="*/ 0 h 54"/>
                <a:gd name="T10" fmla="*/ 38 w 69"/>
                <a:gd name="T11" fmla="*/ 6 h 54"/>
                <a:gd name="T12" fmla="*/ 51 w 69"/>
                <a:gd name="T13" fmla="*/ 3 h 54"/>
                <a:gd name="T14" fmla="*/ 63 w 69"/>
                <a:gd name="T15" fmla="*/ 0 h 54"/>
                <a:gd name="T16" fmla="*/ 69 w 69"/>
                <a:gd name="T17" fmla="*/ 6 h 54"/>
                <a:gd name="T18" fmla="*/ 63 w 69"/>
                <a:gd name="T19" fmla="*/ 9 h 54"/>
                <a:gd name="T20" fmla="*/ 63 w 69"/>
                <a:gd name="T21" fmla="*/ 38 h 54"/>
                <a:gd name="T22" fmla="*/ 41 w 69"/>
                <a:gd name="T23" fmla="*/ 50 h 54"/>
                <a:gd name="T24" fmla="*/ 35 w 69"/>
                <a:gd name="T25" fmla="*/ 50 h 54"/>
                <a:gd name="T26" fmla="*/ 25 w 69"/>
                <a:gd name="T27" fmla="*/ 54 h 54"/>
                <a:gd name="T28" fmla="*/ 0 w 69"/>
                <a:gd name="T29" fmla="*/ 35 h 5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69" h="54">
                  <a:moveTo>
                    <a:pt x="0" y="35"/>
                  </a:moveTo>
                  <a:lnTo>
                    <a:pt x="19" y="22"/>
                  </a:lnTo>
                  <a:lnTo>
                    <a:pt x="19" y="6"/>
                  </a:lnTo>
                  <a:lnTo>
                    <a:pt x="35" y="0"/>
                  </a:lnTo>
                  <a:lnTo>
                    <a:pt x="38" y="0"/>
                  </a:lnTo>
                  <a:lnTo>
                    <a:pt x="38" y="6"/>
                  </a:lnTo>
                  <a:lnTo>
                    <a:pt x="51" y="3"/>
                  </a:lnTo>
                  <a:lnTo>
                    <a:pt x="63" y="0"/>
                  </a:lnTo>
                  <a:lnTo>
                    <a:pt x="69" y="6"/>
                  </a:lnTo>
                  <a:lnTo>
                    <a:pt x="63" y="9"/>
                  </a:lnTo>
                  <a:lnTo>
                    <a:pt x="63" y="38"/>
                  </a:lnTo>
                  <a:lnTo>
                    <a:pt x="41" y="50"/>
                  </a:lnTo>
                  <a:lnTo>
                    <a:pt x="35" y="50"/>
                  </a:lnTo>
                  <a:lnTo>
                    <a:pt x="25" y="54"/>
                  </a:lnTo>
                  <a:lnTo>
                    <a:pt x="0" y="35"/>
                  </a:lnTo>
                  <a:close/>
                </a:path>
              </a:pathLst>
            </a:custGeom>
            <a:solidFill>
              <a:srgbClr val="FFA380"/>
            </a:solidFill>
            <a:ln w="4763">
              <a:solidFill>
                <a:srgbClr val="000000"/>
              </a:solidFill>
              <a:prstDash val="solid"/>
              <a:round/>
              <a:headEnd/>
              <a:tailEnd/>
            </a:ln>
          </p:spPr>
          <p:txBody>
            <a:bodyPr/>
            <a:lstStyle/>
            <a:p>
              <a:endParaRPr lang="zh-CN" altLang="en-US" b="1">
                <a:solidFill>
                  <a:srgbClr val="000099"/>
                </a:solidFill>
              </a:endParaRPr>
            </a:p>
          </p:txBody>
        </p:sp>
        <p:sp>
          <p:nvSpPr>
            <p:cNvPr id="72752" name="Freeform 130"/>
            <p:cNvSpPr>
              <a:spLocks/>
            </p:cNvSpPr>
            <p:nvPr/>
          </p:nvSpPr>
          <p:spPr bwMode="auto">
            <a:xfrm>
              <a:off x="590" y="1417"/>
              <a:ext cx="111" cy="149"/>
            </a:xfrm>
            <a:custGeom>
              <a:avLst/>
              <a:gdLst>
                <a:gd name="T0" fmla="*/ 101 w 111"/>
                <a:gd name="T1" fmla="*/ 13 h 149"/>
                <a:gd name="T2" fmla="*/ 101 w 111"/>
                <a:gd name="T3" fmla="*/ 41 h 149"/>
                <a:gd name="T4" fmla="*/ 101 w 111"/>
                <a:gd name="T5" fmla="*/ 48 h 149"/>
                <a:gd name="T6" fmla="*/ 111 w 111"/>
                <a:gd name="T7" fmla="*/ 70 h 149"/>
                <a:gd name="T8" fmla="*/ 108 w 111"/>
                <a:gd name="T9" fmla="*/ 76 h 149"/>
                <a:gd name="T10" fmla="*/ 101 w 111"/>
                <a:gd name="T11" fmla="*/ 76 h 149"/>
                <a:gd name="T12" fmla="*/ 101 w 111"/>
                <a:gd name="T13" fmla="*/ 89 h 149"/>
                <a:gd name="T14" fmla="*/ 95 w 111"/>
                <a:gd name="T15" fmla="*/ 89 h 149"/>
                <a:gd name="T16" fmla="*/ 98 w 111"/>
                <a:gd name="T17" fmla="*/ 92 h 149"/>
                <a:gd name="T18" fmla="*/ 98 w 111"/>
                <a:gd name="T19" fmla="*/ 92 h 149"/>
                <a:gd name="T20" fmla="*/ 95 w 111"/>
                <a:gd name="T21" fmla="*/ 105 h 149"/>
                <a:gd name="T22" fmla="*/ 92 w 111"/>
                <a:gd name="T23" fmla="*/ 114 h 149"/>
                <a:gd name="T24" fmla="*/ 86 w 111"/>
                <a:gd name="T25" fmla="*/ 117 h 149"/>
                <a:gd name="T26" fmla="*/ 76 w 111"/>
                <a:gd name="T27" fmla="*/ 117 h 149"/>
                <a:gd name="T28" fmla="*/ 63 w 111"/>
                <a:gd name="T29" fmla="*/ 127 h 149"/>
                <a:gd name="T30" fmla="*/ 51 w 111"/>
                <a:gd name="T31" fmla="*/ 149 h 149"/>
                <a:gd name="T32" fmla="*/ 0 w 111"/>
                <a:gd name="T33" fmla="*/ 105 h 149"/>
                <a:gd name="T34" fmla="*/ 26 w 111"/>
                <a:gd name="T35" fmla="*/ 0 h 149"/>
                <a:gd name="T36" fmla="*/ 101 w 111"/>
                <a:gd name="T37" fmla="*/ 13 h 14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1" h="149">
                  <a:moveTo>
                    <a:pt x="101" y="13"/>
                  </a:moveTo>
                  <a:lnTo>
                    <a:pt x="101" y="41"/>
                  </a:lnTo>
                  <a:lnTo>
                    <a:pt x="101" y="48"/>
                  </a:lnTo>
                  <a:lnTo>
                    <a:pt x="111" y="70"/>
                  </a:lnTo>
                  <a:lnTo>
                    <a:pt x="108" y="76"/>
                  </a:lnTo>
                  <a:lnTo>
                    <a:pt x="101" y="76"/>
                  </a:lnTo>
                  <a:lnTo>
                    <a:pt x="101" y="89"/>
                  </a:lnTo>
                  <a:lnTo>
                    <a:pt x="95" y="89"/>
                  </a:lnTo>
                  <a:lnTo>
                    <a:pt x="98" y="92"/>
                  </a:lnTo>
                  <a:lnTo>
                    <a:pt x="95" y="105"/>
                  </a:lnTo>
                  <a:lnTo>
                    <a:pt x="92" y="114"/>
                  </a:lnTo>
                  <a:lnTo>
                    <a:pt x="86" y="117"/>
                  </a:lnTo>
                  <a:lnTo>
                    <a:pt x="76" y="117"/>
                  </a:lnTo>
                  <a:lnTo>
                    <a:pt x="63" y="127"/>
                  </a:lnTo>
                  <a:lnTo>
                    <a:pt x="51" y="149"/>
                  </a:lnTo>
                  <a:lnTo>
                    <a:pt x="0" y="105"/>
                  </a:lnTo>
                  <a:lnTo>
                    <a:pt x="26" y="0"/>
                  </a:lnTo>
                  <a:lnTo>
                    <a:pt x="101" y="13"/>
                  </a:lnTo>
                  <a:close/>
                </a:path>
              </a:pathLst>
            </a:custGeom>
            <a:solidFill>
              <a:srgbClr val="FFA3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72753" name="Freeform 131"/>
            <p:cNvSpPr>
              <a:spLocks/>
            </p:cNvSpPr>
            <p:nvPr/>
          </p:nvSpPr>
          <p:spPr bwMode="auto">
            <a:xfrm>
              <a:off x="590" y="1417"/>
              <a:ext cx="111" cy="149"/>
            </a:xfrm>
            <a:custGeom>
              <a:avLst/>
              <a:gdLst>
                <a:gd name="T0" fmla="*/ 101 w 111"/>
                <a:gd name="T1" fmla="*/ 13 h 149"/>
                <a:gd name="T2" fmla="*/ 101 w 111"/>
                <a:gd name="T3" fmla="*/ 41 h 149"/>
                <a:gd name="T4" fmla="*/ 101 w 111"/>
                <a:gd name="T5" fmla="*/ 48 h 149"/>
                <a:gd name="T6" fmla="*/ 111 w 111"/>
                <a:gd name="T7" fmla="*/ 70 h 149"/>
                <a:gd name="T8" fmla="*/ 108 w 111"/>
                <a:gd name="T9" fmla="*/ 76 h 149"/>
                <a:gd name="T10" fmla="*/ 101 w 111"/>
                <a:gd name="T11" fmla="*/ 76 h 149"/>
                <a:gd name="T12" fmla="*/ 101 w 111"/>
                <a:gd name="T13" fmla="*/ 89 h 149"/>
                <a:gd name="T14" fmla="*/ 95 w 111"/>
                <a:gd name="T15" fmla="*/ 89 h 149"/>
                <a:gd name="T16" fmla="*/ 98 w 111"/>
                <a:gd name="T17" fmla="*/ 92 h 149"/>
                <a:gd name="T18" fmla="*/ 95 w 111"/>
                <a:gd name="T19" fmla="*/ 105 h 149"/>
                <a:gd name="T20" fmla="*/ 92 w 111"/>
                <a:gd name="T21" fmla="*/ 114 h 149"/>
                <a:gd name="T22" fmla="*/ 86 w 111"/>
                <a:gd name="T23" fmla="*/ 117 h 149"/>
                <a:gd name="T24" fmla="*/ 76 w 111"/>
                <a:gd name="T25" fmla="*/ 117 h 149"/>
                <a:gd name="T26" fmla="*/ 63 w 111"/>
                <a:gd name="T27" fmla="*/ 127 h 149"/>
                <a:gd name="T28" fmla="*/ 51 w 111"/>
                <a:gd name="T29" fmla="*/ 149 h 149"/>
                <a:gd name="T30" fmla="*/ 0 w 111"/>
                <a:gd name="T31" fmla="*/ 105 h 149"/>
                <a:gd name="T32" fmla="*/ 26 w 111"/>
                <a:gd name="T33" fmla="*/ 0 h 149"/>
                <a:gd name="T34" fmla="*/ 101 w 111"/>
                <a:gd name="T35" fmla="*/ 13 h 14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11" h="149">
                  <a:moveTo>
                    <a:pt x="101" y="13"/>
                  </a:moveTo>
                  <a:lnTo>
                    <a:pt x="101" y="41"/>
                  </a:lnTo>
                  <a:lnTo>
                    <a:pt x="101" y="48"/>
                  </a:lnTo>
                  <a:lnTo>
                    <a:pt x="111" y="70"/>
                  </a:lnTo>
                  <a:lnTo>
                    <a:pt x="108" y="76"/>
                  </a:lnTo>
                  <a:lnTo>
                    <a:pt x="101" y="76"/>
                  </a:lnTo>
                  <a:lnTo>
                    <a:pt x="101" y="89"/>
                  </a:lnTo>
                  <a:lnTo>
                    <a:pt x="95" y="89"/>
                  </a:lnTo>
                  <a:lnTo>
                    <a:pt x="98" y="92"/>
                  </a:lnTo>
                  <a:lnTo>
                    <a:pt x="95" y="105"/>
                  </a:lnTo>
                  <a:lnTo>
                    <a:pt x="92" y="114"/>
                  </a:lnTo>
                  <a:lnTo>
                    <a:pt x="86" y="117"/>
                  </a:lnTo>
                  <a:lnTo>
                    <a:pt x="76" y="117"/>
                  </a:lnTo>
                  <a:lnTo>
                    <a:pt x="63" y="127"/>
                  </a:lnTo>
                  <a:lnTo>
                    <a:pt x="51" y="149"/>
                  </a:lnTo>
                  <a:lnTo>
                    <a:pt x="0" y="105"/>
                  </a:lnTo>
                  <a:lnTo>
                    <a:pt x="26" y="0"/>
                  </a:lnTo>
                  <a:lnTo>
                    <a:pt x="101" y="13"/>
                  </a:lnTo>
                  <a:close/>
                </a:path>
              </a:pathLst>
            </a:custGeom>
            <a:solidFill>
              <a:srgbClr val="FFA380"/>
            </a:solidFill>
            <a:ln w="4763">
              <a:solidFill>
                <a:srgbClr val="000000"/>
              </a:solidFill>
              <a:prstDash val="solid"/>
              <a:round/>
              <a:headEnd/>
              <a:tailEnd/>
            </a:ln>
          </p:spPr>
          <p:txBody>
            <a:bodyPr/>
            <a:lstStyle/>
            <a:p>
              <a:endParaRPr lang="zh-CN" altLang="en-US" b="1">
                <a:solidFill>
                  <a:srgbClr val="000099"/>
                </a:solidFill>
              </a:endParaRPr>
            </a:p>
          </p:txBody>
        </p:sp>
        <p:sp>
          <p:nvSpPr>
            <p:cNvPr id="72754" name="Freeform 132"/>
            <p:cNvSpPr>
              <a:spLocks/>
            </p:cNvSpPr>
            <p:nvPr/>
          </p:nvSpPr>
          <p:spPr bwMode="auto">
            <a:xfrm>
              <a:off x="568" y="1395"/>
              <a:ext cx="133" cy="124"/>
            </a:xfrm>
            <a:custGeom>
              <a:avLst/>
              <a:gdLst>
                <a:gd name="T0" fmla="*/ 76 w 133"/>
                <a:gd name="T1" fmla="*/ 86 h 124"/>
                <a:gd name="T2" fmla="*/ 67 w 133"/>
                <a:gd name="T3" fmla="*/ 95 h 124"/>
                <a:gd name="T4" fmla="*/ 57 w 133"/>
                <a:gd name="T5" fmla="*/ 120 h 124"/>
                <a:gd name="T6" fmla="*/ 29 w 133"/>
                <a:gd name="T7" fmla="*/ 124 h 124"/>
                <a:gd name="T8" fmla="*/ 16 w 133"/>
                <a:gd name="T9" fmla="*/ 120 h 124"/>
                <a:gd name="T10" fmla="*/ 0 w 133"/>
                <a:gd name="T11" fmla="*/ 63 h 124"/>
                <a:gd name="T12" fmla="*/ 0 w 133"/>
                <a:gd name="T13" fmla="*/ 44 h 124"/>
                <a:gd name="T14" fmla="*/ 16 w 133"/>
                <a:gd name="T15" fmla="*/ 16 h 124"/>
                <a:gd name="T16" fmla="*/ 38 w 133"/>
                <a:gd name="T17" fmla="*/ 0 h 124"/>
                <a:gd name="T18" fmla="*/ 73 w 133"/>
                <a:gd name="T19" fmla="*/ 0 h 124"/>
                <a:gd name="T20" fmla="*/ 108 w 133"/>
                <a:gd name="T21" fmla="*/ 10 h 124"/>
                <a:gd name="T22" fmla="*/ 111 w 133"/>
                <a:gd name="T23" fmla="*/ 19 h 124"/>
                <a:gd name="T24" fmla="*/ 133 w 133"/>
                <a:gd name="T25" fmla="*/ 32 h 124"/>
                <a:gd name="T26" fmla="*/ 133 w 133"/>
                <a:gd name="T27" fmla="*/ 41 h 124"/>
                <a:gd name="T28" fmla="*/ 120 w 133"/>
                <a:gd name="T29" fmla="*/ 51 h 124"/>
                <a:gd name="T30" fmla="*/ 108 w 133"/>
                <a:gd name="T31" fmla="*/ 54 h 124"/>
                <a:gd name="T32" fmla="*/ 98 w 133"/>
                <a:gd name="T33" fmla="*/ 63 h 124"/>
                <a:gd name="T34" fmla="*/ 98 w 133"/>
                <a:gd name="T35" fmla="*/ 86 h 124"/>
                <a:gd name="T36" fmla="*/ 85 w 133"/>
                <a:gd name="T37" fmla="*/ 92 h 124"/>
                <a:gd name="T38" fmla="*/ 76 w 133"/>
                <a:gd name="T39" fmla="*/ 86 h 12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133" h="124">
                  <a:moveTo>
                    <a:pt x="76" y="86"/>
                  </a:moveTo>
                  <a:lnTo>
                    <a:pt x="67" y="95"/>
                  </a:lnTo>
                  <a:lnTo>
                    <a:pt x="57" y="120"/>
                  </a:lnTo>
                  <a:lnTo>
                    <a:pt x="29" y="124"/>
                  </a:lnTo>
                  <a:lnTo>
                    <a:pt x="16" y="120"/>
                  </a:lnTo>
                  <a:lnTo>
                    <a:pt x="0" y="63"/>
                  </a:lnTo>
                  <a:lnTo>
                    <a:pt x="0" y="44"/>
                  </a:lnTo>
                  <a:lnTo>
                    <a:pt x="16" y="16"/>
                  </a:lnTo>
                  <a:lnTo>
                    <a:pt x="38" y="0"/>
                  </a:lnTo>
                  <a:lnTo>
                    <a:pt x="73" y="0"/>
                  </a:lnTo>
                  <a:lnTo>
                    <a:pt x="108" y="10"/>
                  </a:lnTo>
                  <a:lnTo>
                    <a:pt x="111" y="19"/>
                  </a:lnTo>
                  <a:lnTo>
                    <a:pt x="133" y="32"/>
                  </a:lnTo>
                  <a:lnTo>
                    <a:pt x="133" y="41"/>
                  </a:lnTo>
                  <a:lnTo>
                    <a:pt x="120" y="51"/>
                  </a:lnTo>
                  <a:lnTo>
                    <a:pt x="108" y="54"/>
                  </a:lnTo>
                  <a:lnTo>
                    <a:pt x="98" y="63"/>
                  </a:lnTo>
                  <a:lnTo>
                    <a:pt x="98" y="86"/>
                  </a:lnTo>
                  <a:lnTo>
                    <a:pt x="85" y="92"/>
                  </a:lnTo>
                  <a:lnTo>
                    <a:pt x="76" y="86"/>
                  </a:lnTo>
                  <a:close/>
                </a:path>
              </a:pathLst>
            </a:custGeom>
            <a:solidFill>
              <a:srgbClr val="8F5B1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72755" name="Freeform 133"/>
            <p:cNvSpPr>
              <a:spLocks/>
            </p:cNvSpPr>
            <p:nvPr/>
          </p:nvSpPr>
          <p:spPr bwMode="auto">
            <a:xfrm>
              <a:off x="568" y="1395"/>
              <a:ext cx="133" cy="124"/>
            </a:xfrm>
            <a:custGeom>
              <a:avLst/>
              <a:gdLst>
                <a:gd name="T0" fmla="*/ 76 w 133"/>
                <a:gd name="T1" fmla="*/ 86 h 124"/>
                <a:gd name="T2" fmla="*/ 67 w 133"/>
                <a:gd name="T3" fmla="*/ 95 h 124"/>
                <a:gd name="T4" fmla="*/ 57 w 133"/>
                <a:gd name="T5" fmla="*/ 120 h 124"/>
                <a:gd name="T6" fmla="*/ 29 w 133"/>
                <a:gd name="T7" fmla="*/ 124 h 124"/>
                <a:gd name="T8" fmla="*/ 16 w 133"/>
                <a:gd name="T9" fmla="*/ 120 h 124"/>
                <a:gd name="T10" fmla="*/ 0 w 133"/>
                <a:gd name="T11" fmla="*/ 63 h 124"/>
                <a:gd name="T12" fmla="*/ 0 w 133"/>
                <a:gd name="T13" fmla="*/ 44 h 124"/>
                <a:gd name="T14" fmla="*/ 16 w 133"/>
                <a:gd name="T15" fmla="*/ 16 h 124"/>
                <a:gd name="T16" fmla="*/ 38 w 133"/>
                <a:gd name="T17" fmla="*/ 0 h 124"/>
                <a:gd name="T18" fmla="*/ 73 w 133"/>
                <a:gd name="T19" fmla="*/ 0 h 124"/>
                <a:gd name="T20" fmla="*/ 108 w 133"/>
                <a:gd name="T21" fmla="*/ 10 h 124"/>
                <a:gd name="T22" fmla="*/ 111 w 133"/>
                <a:gd name="T23" fmla="*/ 19 h 124"/>
                <a:gd name="T24" fmla="*/ 133 w 133"/>
                <a:gd name="T25" fmla="*/ 32 h 124"/>
                <a:gd name="T26" fmla="*/ 133 w 133"/>
                <a:gd name="T27" fmla="*/ 41 h 124"/>
                <a:gd name="T28" fmla="*/ 120 w 133"/>
                <a:gd name="T29" fmla="*/ 51 h 124"/>
                <a:gd name="T30" fmla="*/ 108 w 133"/>
                <a:gd name="T31" fmla="*/ 54 h 124"/>
                <a:gd name="T32" fmla="*/ 98 w 133"/>
                <a:gd name="T33" fmla="*/ 63 h 124"/>
                <a:gd name="T34" fmla="*/ 98 w 133"/>
                <a:gd name="T35" fmla="*/ 86 h 124"/>
                <a:gd name="T36" fmla="*/ 85 w 133"/>
                <a:gd name="T37" fmla="*/ 92 h 124"/>
                <a:gd name="T38" fmla="*/ 76 w 133"/>
                <a:gd name="T39" fmla="*/ 86 h 12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133" h="124">
                  <a:moveTo>
                    <a:pt x="76" y="86"/>
                  </a:moveTo>
                  <a:lnTo>
                    <a:pt x="67" y="95"/>
                  </a:lnTo>
                  <a:lnTo>
                    <a:pt x="57" y="120"/>
                  </a:lnTo>
                  <a:lnTo>
                    <a:pt x="29" y="124"/>
                  </a:lnTo>
                  <a:lnTo>
                    <a:pt x="16" y="120"/>
                  </a:lnTo>
                  <a:lnTo>
                    <a:pt x="0" y="63"/>
                  </a:lnTo>
                  <a:lnTo>
                    <a:pt x="0" y="44"/>
                  </a:lnTo>
                  <a:lnTo>
                    <a:pt x="16" y="16"/>
                  </a:lnTo>
                  <a:lnTo>
                    <a:pt x="38" y="0"/>
                  </a:lnTo>
                  <a:lnTo>
                    <a:pt x="73" y="0"/>
                  </a:lnTo>
                  <a:lnTo>
                    <a:pt x="108" y="10"/>
                  </a:lnTo>
                  <a:lnTo>
                    <a:pt x="111" y="19"/>
                  </a:lnTo>
                  <a:lnTo>
                    <a:pt x="133" y="32"/>
                  </a:lnTo>
                  <a:lnTo>
                    <a:pt x="133" y="41"/>
                  </a:lnTo>
                  <a:lnTo>
                    <a:pt x="120" y="51"/>
                  </a:lnTo>
                  <a:lnTo>
                    <a:pt x="108" y="54"/>
                  </a:lnTo>
                  <a:lnTo>
                    <a:pt x="98" y="63"/>
                  </a:lnTo>
                  <a:lnTo>
                    <a:pt x="98" y="86"/>
                  </a:lnTo>
                  <a:lnTo>
                    <a:pt x="85" y="92"/>
                  </a:lnTo>
                  <a:lnTo>
                    <a:pt x="76" y="86"/>
                  </a:lnTo>
                  <a:close/>
                </a:path>
              </a:pathLst>
            </a:custGeom>
            <a:solidFill>
              <a:schemeClr val="tx1"/>
            </a:solidFill>
            <a:ln w="4763">
              <a:solidFill>
                <a:srgbClr val="000000"/>
              </a:solidFill>
              <a:prstDash val="solid"/>
              <a:round/>
              <a:headEnd/>
              <a:tailEnd/>
            </a:ln>
          </p:spPr>
          <p:txBody>
            <a:bodyPr/>
            <a:lstStyle/>
            <a:p>
              <a:endParaRPr lang="zh-CN" altLang="en-US" b="1">
                <a:solidFill>
                  <a:srgbClr val="000099"/>
                </a:solidFill>
              </a:endParaRPr>
            </a:p>
          </p:txBody>
        </p:sp>
        <p:sp>
          <p:nvSpPr>
            <p:cNvPr id="72756" name="Freeform 134"/>
            <p:cNvSpPr>
              <a:spLocks/>
            </p:cNvSpPr>
            <p:nvPr/>
          </p:nvSpPr>
          <p:spPr bwMode="auto">
            <a:xfrm>
              <a:off x="512" y="1512"/>
              <a:ext cx="327" cy="446"/>
            </a:xfrm>
            <a:custGeom>
              <a:avLst/>
              <a:gdLst>
                <a:gd name="T0" fmla="*/ 69 w 327"/>
                <a:gd name="T1" fmla="*/ 0 h 446"/>
                <a:gd name="T2" fmla="*/ 88 w 327"/>
                <a:gd name="T3" fmla="*/ 7 h 446"/>
                <a:gd name="T4" fmla="*/ 100 w 327"/>
                <a:gd name="T5" fmla="*/ 16 h 446"/>
                <a:gd name="T6" fmla="*/ 138 w 327"/>
                <a:gd name="T7" fmla="*/ 67 h 446"/>
                <a:gd name="T8" fmla="*/ 151 w 327"/>
                <a:gd name="T9" fmla="*/ 73 h 446"/>
                <a:gd name="T10" fmla="*/ 157 w 327"/>
                <a:gd name="T11" fmla="*/ 89 h 446"/>
                <a:gd name="T12" fmla="*/ 164 w 327"/>
                <a:gd name="T13" fmla="*/ 111 h 446"/>
                <a:gd name="T14" fmla="*/ 211 w 327"/>
                <a:gd name="T15" fmla="*/ 187 h 446"/>
                <a:gd name="T16" fmla="*/ 217 w 327"/>
                <a:gd name="T17" fmla="*/ 187 h 446"/>
                <a:gd name="T18" fmla="*/ 223 w 327"/>
                <a:gd name="T19" fmla="*/ 187 h 446"/>
                <a:gd name="T20" fmla="*/ 233 w 327"/>
                <a:gd name="T21" fmla="*/ 196 h 446"/>
                <a:gd name="T22" fmla="*/ 296 w 327"/>
                <a:gd name="T23" fmla="*/ 177 h 446"/>
                <a:gd name="T24" fmla="*/ 318 w 327"/>
                <a:gd name="T25" fmla="*/ 196 h 446"/>
                <a:gd name="T26" fmla="*/ 327 w 327"/>
                <a:gd name="T27" fmla="*/ 209 h 446"/>
                <a:gd name="T28" fmla="*/ 264 w 327"/>
                <a:gd name="T29" fmla="*/ 247 h 446"/>
                <a:gd name="T30" fmla="*/ 239 w 327"/>
                <a:gd name="T31" fmla="*/ 256 h 446"/>
                <a:gd name="T32" fmla="*/ 214 w 327"/>
                <a:gd name="T33" fmla="*/ 253 h 446"/>
                <a:gd name="T34" fmla="*/ 217 w 327"/>
                <a:gd name="T35" fmla="*/ 307 h 446"/>
                <a:gd name="T36" fmla="*/ 205 w 327"/>
                <a:gd name="T37" fmla="*/ 358 h 446"/>
                <a:gd name="T38" fmla="*/ 192 w 327"/>
                <a:gd name="T39" fmla="*/ 412 h 446"/>
                <a:gd name="T40" fmla="*/ 170 w 327"/>
                <a:gd name="T41" fmla="*/ 437 h 446"/>
                <a:gd name="T42" fmla="*/ 132 w 327"/>
                <a:gd name="T43" fmla="*/ 446 h 446"/>
                <a:gd name="T44" fmla="*/ 72 w 327"/>
                <a:gd name="T45" fmla="*/ 424 h 446"/>
                <a:gd name="T46" fmla="*/ 72 w 327"/>
                <a:gd name="T47" fmla="*/ 304 h 446"/>
                <a:gd name="T48" fmla="*/ 31 w 327"/>
                <a:gd name="T49" fmla="*/ 351 h 446"/>
                <a:gd name="T50" fmla="*/ 12 w 327"/>
                <a:gd name="T51" fmla="*/ 294 h 446"/>
                <a:gd name="T52" fmla="*/ 3 w 327"/>
                <a:gd name="T53" fmla="*/ 225 h 446"/>
                <a:gd name="T54" fmla="*/ 0 w 327"/>
                <a:gd name="T55" fmla="*/ 158 h 446"/>
                <a:gd name="T56" fmla="*/ 0 w 327"/>
                <a:gd name="T57" fmla="*/ 149 h 446"/>
                <a:gd name="T58" fmla="*/ 3 w 327"/>
                <a:gd name="T59" fmla="*/ 79 h 446"/>
                <a:gd name="T60" fmla="*/ 15 w 327"/>
                <a:gd name="T61" fmla="*/ 38 h 446"/>
                <a:gd name="T62" fmla="*/ 37 w 327"/>
                <a:gd name="T63" fmla="*/ 16 h 446"/>
                <a:gd name="T64" fmla="*/ 56 w 327"/>
                <a:gd name="T65" fmla="*/ 13 h 446"/>
                <a:gd name="T66" fmla="*/ 69 w 327"/>
                <a:gd name="T67" fmla="*/ 0 h 44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327" h="446">
                  <a:moveTo>
                    <a:pt x="69" y="0"/>
                  </a:moveTo>
                  <a:lnTo>
                    <a:pt x="88" y="7"/>
                  </a:lnTo>
                  <a:lnTo>
                    <a:pt x="100" y="16"/>
                  </a:lnTo>
                  <a:lnTo>
                    <a:pt x="138" y="67"/>
                  </a:lnTo>
                  <a:lnTo>
                    <a:pt x="151" y="73"/>
                  </a:lnTo>
                  <a:lnTo>
                    <a:pt x="157" y="89"/>
                  </a:lnTo>
                  <a:lnTo>
                    <a:pt x="164" y="111"/>
                  </a:lnTo>
                  <a:lnTo>
                    <a:pt x="211" y="187"/>
                  </a:lnTo>
                  <a:lnTo>
                    <a:pt x="217" y="187"/>
                  </a:lnTo>
                  <a:lnTo>
                    <a:pt x="223" y="187"/>
                  </a:lnTo>
                  <a:lnTo>
                    <a:pt x="233" y="196"/>
                  </a:lnTo>
                  <a:lnTo>
                    <a:pt x="296" y="177"/>
                  </a:lnTo>
                  <a:lnTo>
                    <a:pt x="318" y="196"/>
                  </a:lnTo>
                  <a:lnTo>
                    <a:pt x="327" y="209"/>
                  </a:lnTo>
                  <a:lnTo>
                    <a:pt x="264" y="247"/>
                  </a:lnTo>
                  <a:lnTo>
                    <a:pt x="239" y="256"/>
                  </a:lnTo>
                  <a:lnTo>
                    <a:pt x="214" y="253"/>
                  </a:lnTo>
                  <a:lnTo>
                    <a:pt x="217" y="307"/>
                  </a:lnTo>
                  <a:lnTo>
                    <a:pt x="205" y="358"/>
                  </a:lnTo>
                  <a:lnTo>
                    <a:pt x="192" y="412"/>
                  </a:lnTo>
                  <a:lnTo>
                    <a:pt x="170" y="437"/>
                  </a:lnTo>
                  <a:lnTo>
                    <a:pt x="132" y="446"/>
                  </a:lnTo>
                  <a:lnTo>
                    <a:pt x="72" y="424"/>
                  </a:lnTo>
                  <a:lnTo>
                    <a:pt x="72" y="304"/>
                  </a:lnTo>
                  <a:lnTo>
                    <a:pt x="31" y="351"/>
                  </a:lnTo>
                  <a:lnTo>
                    <a:pt x="12" y="294"/>
                  </a:lnTo>
                  <a:lnTo>
                    <a:pt x="3" y="225"/>
                  </a:lnTo>
                  <a:lnTo>
                    <a:pt x="0" y="158"/>
                  </a:lnTo>
                  <a:lnTo>
                    <a:pt x="0" y="149"/>
                  </a:lnTo>
                  <a:lnTo>
                    <a:pt x="3" y="79"/>
                  </a:lnTo>
                  <a:lnTo>
                    <a:pt x="15" y="38"/>
                  </a:lnTo>
                  <a:lnTo>
                    <a:pt x="37" y="16"/>
                  </a:lnTo>
                  <a:lnTo>
                    <a:pt x="56" y="13"/>
                  </a:lnTo>
                  <a:lnTo>
                    <a:pt x="69" y="0"/>
                  </a:lnTo>
                  <a:close/>
                </a:path>
              </a:pathLst>
            </a:custGeom>
            <a:solidFill>
              <a:srgbClr val="62624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72757" name="Freeform 135"/>
            <p:cNvSpPr>
              <a:spLocks/>
            </p:cNvSpPr>
            <p:nvPr/>
          </p:nvSpPr>
          <p:spPr bwMode="auto">
            <a:xfrm>
              <a:off x="512" y="1512"/>
              <a:ext cx="327" cy="446"/>
            </a:xfrm>
            <a:custGeom>
              <a:avLst/>
              <a:gdLst>
                <a:gd name="T0" fmla="*/ 69 w 327"/>
                <a:gd name="T1" fmla="*/ 0 h 446"/>
                <a:gd name="T2" fmla="*/ 88 w 327"/>
                <a:gd name="T3" fmla="*/ 7 h 446"/>
                <a:gd name="T4" fmla="*/ 100 w 327"/>
                <a:gd name="T5" fmla="*/ 16 h 446"/>
                <a:gd name="T6" fmla="*/ 138 w 327"/>
                <a:gd name="T7" fmla="*/ 67 h 446"/>
                <a:gd name="T8" fmla="*/ 151 w 327"/>
                <a:gd name="T9" fmla="*/ 73 h 446"/>
                <a:gd name="T10" fmla="*/ 157 w 327"/>
                <a:gd name="T11" fmla="*/ 89 h 446"/>
                <a:gd name="T12" fmla="*/ 164 w 327"/>
                <a:gd name="T13" fmla="*/ 111 h 446"/>
                <a:gd name="T14" fmla="*/ 211 w 327"/>
                <a:gd name="T15" fmla="*/ 187 h 446"/>
                <a:gd name="T16" fmla="*/ 217 w 327"/>
                <a:gd name="T17" fmla="*/ 187 h 446"/>
                <a:gd name="T18" fmla="*/ 223 w 327"/>
                <a:gd name="T19" fmla="*/ 187 h 446"/>
                <a:gd name="T20" fmla="*/ 233 w 327"/>
                <a:gd name="T21" fmla="*/ 196 h 446"/>
                <a:gd name="T22" fmla="*/ 296 w 327"/>
                <a:gd name="T23" fmla="*/ 177 h 446"/>
                <a:gd name="T24" fmla="*/ 318 w 327"/>
                <a:gd name="T25" fmla="*/ 196 h 446"/>
                <a:gd name="T26" fmla="*/ 327 w 327"/>
                <a:gd name="T27" fmla="*/ 209 h 446"/>
                <a:gd name="T28" fmla="*/ 264 w 327"/>
                <a:gd name="T29" fmla="*/ 247 h 446"/>
                <a:gd name="T30" fmla="*/ 239 w 327"/>
                <a:gd name="T31" fmla="*/ 256 h 446"/>
                <a:gd name="T32" fmla="*/ 214 w 327"/>
                <a:gd name="T33" fmla="*/ 253 h 446"/>
                <a:gd name="T34" fmla="*/ 217 w 327"/>
                <a:gd name="T35" fmla="*/ 307 h 446"/>
                <a:gd name="T36" fmla="*/ 205 w 327"/>
                <a:gd name="T37" fmla="*/ 358 h 446"/>
                <a:gd name="T38" fmla="*/ 192 w 327"/>
                <a:gd name="T39" fmla="*/ 412 h 446"/>
                <a:gd name="T40" fmla="*/ 170 w 327"/>
                <a:gd name="T41" fmla="*/ 437 h 446"/>
                <a:gd name="T42" fmla="*/ 132 w 327"/>
                <a:gd name="T43" fmla="*/ 446 h 446"/>
                <a:gd name="T44" fmla="*/ 72 w 327"/>
                <a:gd name="T45" fmla="*/ 424 h 446"/>
                <a:gd name="T46" fmla="*/ 72 w 327"/>
                <a:gd name="T47" fmla="*/ 304 h 446"/>
                <a:gd name="T48" fmla="*/ 31 w 327"/>
                <a:gd name="T49" fmla="*/ 351 h 446"/>
                <a:gd name="T50" fmla="*/ 12 w 327"/>
                <a:gd name="T51" fmla="*/ 294 h 446"/>
                <a:gd name="T52" fmla="*/ 3 w 327"/>
                <a:gd name="T53" fmla="*/ 225 h 446"/>
                <a:gd name="T54" fmla="*/ 0 w 327"/>
                <a:gd name="T55" fmla="*/ 158 h 446"/>
                <a:gd name="T56" fmla="*/ 0 w 327"/>
                <a:gd name="T57" fmla="*/ 149 h 446"/>
                <a:gd name="T58" fmla="*/ 3 w 327"/>
                <a:gd name="T59" fmla="*/ 79 h 446"/>
                <a:gd name="T60" fmla="*/ 15 w 327"/>
                <a:gd name="T61" fmla="*/ 38 h 446"/>
                <a:gd name="T62" fmla="*/ 37 w 327"/>
                <a:gd name="T63" fmla="*/ 16 h 446"/>
                <a:gd name="T64" fmla="*/ 56 w 327"/>
                <a:gd name="T65" fmla="*/ 13 h 446"/>
                <a:gd name="T66" fmla="*/ 69 w 327"/>
                <a:gd name="T67" fmla="*/ 0 h 44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327" h="446">
                  <a:moveTo>
                    <a:pt x="69" y="0"/>
                  </a:moveTo>
                  <a:lnTo>
                    <a:pt x="88" y="7"/>
                  </a:lnTo>
                  <a:lnTo>
                    <a:pt x="100" y="16"/>
                  </a:lnTo>
                  <a:lnTo>
                    <a:pt x="138" y="67"/>
                  </a:lnTo>
                  <a:lnTo>
                    <a:pt x="151" y="73"/>
                  </a:lnTo>
                  <a:lnTo>
                    <a:pt x="157" y="89"/>
                  </a:lnTo>
                  <a:lnTo>
                    <a:pt x="164" y="111"/>
                  </a:lnTo>
                  <a:lnTo>
                    <a:pt x="211" y="187"/>
                  </a:lnTo>
                  <a:lnTo>
                    <a:pt x="217" y="187"/>
                  </a:lnTo>
                  <a:lnTo>
                    <a:pt x="223" y="187"/>
                  </a:lnTo>
                  <a:lnTo>
                    <a:pt x="233" y="196"/>
                  </a:lnTo>
                  <a:lnTo>
                    <a:pt x="296" y="177"/>
                  </a:lnTo>
                  <a:lnTo>
                    <a:pt x="318" y="196"/>
                  </a:lnTo>
                  <a:lnTo>
                    <a:pt x="327" y="209"/>
                  </a:lnTo>
                  <a:lnTo>
                    <a:pt x="264" y="247"/>
                  </a:lnTo>
                  <a:lnTo>
                    <a:pt x="239" y="256"/>
                  </a:lnTo>
                  <a:lnTo>
                    <a:pt x="214" y="253"/>
                  </a:lnTo>
                  <a:lnTo>
                    <a:pt x="217" y="307"/>
                  </a:lnTo>
                  <a:lnTo>
                    <a:pt x="205" y="358"/>
                  </a:lnTo>
                  <a:lnTo>
                    <a:pt x="192" y="412"/>
                  </a:lnTo>
                  <a:lnTo>
                    <a:pt x="170" y="437"/>
                  </a:lnTo>
                  <a:lnTo>
                    <a:pt x="132" y="446"/>
                  </a:lnTo>
                  <a:lnTo>
                    <a:pt x="72" y="424"/>
                  </a:lnTo>
                  <a:lnTo>
                    <a:pt x="72" y="304"/>
                  </a:lnTo>
                  <a:lnTo>
                    <a:pt x="31" y="351"/>
                  </a:lnTo>
                  <a:lnTo>
                    <a:pt x="12" y="294"/>
                  </a:lnTo>
                  <a:lnTo>
                    <a:pt x="3" y="225"/>
                  </a:lnTo>
                  <a:lnTo>
                    <a:pt x="0" y="158"/>
                  </a:lnTo>
                  <a:lnTo>
                    <a:pt x="0" y="149"/>
                  </a:lnTo>
                  <a:lnTo>
                    <a:pt x="3" y="79"/>
                  </a:lnTo>
                  <a:lnTo>
                    <a:pt x="15" y="38"/>
                  </a:lnTo>
                  <a:lnTo>
                    <a:pt x="37" y="16"/>
                  </a:lnTo>
                  <a:lnTo>
                    <a:pt x="56" y="13"/>
                  </a:lnTo>
                  <a:lnTo>
                    <a:pt x="69" y="0"/>
                  </a:lnTo>
                  <a:close/>
                </a:path>
              </a:pathLst>
            </a:custGeom>
            <a:solidFill>
              <a:srgbClr val="626248"/>
            </a:solidFill>
            <a:ln w="4763">
              <a:solidFill>
                <a:srgbClr val="000000"/>
              </a:solidFill>
              <a:prstDash val="solid"/>
              <a:round/>
              <a:headEnd/>
              <a:tailEnd/>
            </a:ln>
          </p:spPr>
          <p:txBody>
            <a:bodyPr/>
            <a:lstStyle/>
            <a:p>
              <a:endParaRPr lang="zh-CN" altLang="en-US" b="1">
                <a:solidFill>
                  <a:srgbClr val="000099"/>
                </a:solidFill>
              </a:endParaRPr>
            </a:p>
          </p:txBody>
        </p:sp>
        <p:sp>
          <p:nvSpPr>
            <p:cNvPr id="72758" name="Freeform 136"/>
            <p:cNvSpPr>
              <a:spLocks/>
            </p:cNvSpPr>
            <p:nvPr/>
          </p:nvSpPr>
          <p:spPr bwMode="auto">
            <a:xfrm>
              <a:off x="480" y="1712"/>
              <a:ext cx="136" cy="243"/>
            </a:xfrm>
            <a:custGeom>
              <a:avLst/>
              <a:gdLst>
                <a:gd name="T0" fmla="*/ 104 w 136"/>
                <a:gd name="T1" fmla="*/ 104 h 243"/>
                <a:gd name="T2" fmla="*/ 88 w 136"/>
                <a:gd name="T3" fmla="*/ 66 h 243"/>
                <a:gd name="T4" fmla="*/ 79 w 136"/>
                <a:gd name="T5" fmla="*/ 44 h 243"/>
                <a:gd name="T6" fmla="*/ 35 w 136"/>
                <a:gd name="T7" fmla="*/ 19 h 243"/>
                <a:gd name="T8" fmla="*/ 16 w 136"/>
                <a:gd name="T9" fmla="*/ 0 h 243"/>
                <a:gd name="T10" fmla="*/ 3 w 136"/>
                <a:gd name="T11" fmla="*/ 3 h 243"/>
                <a:gd name="T12" fmla="*/ 0 w 136"/>
                <a:gd name="T13" fmla="*/ 6 h 243"/>
                <a:gd name="T14" fmla="*/ 22 w 136"/>
                <a:gd name="T15" fmla="*/ 63 h 243"/>
                <a:gd name="T16" fmla="*/ 76 w 136"/>
                <a:gd name="T17" fmla="*/ 218 h 243"/>
                <a:gd name="T18" fmla="*/ 136 w 136"/>
                <a:gd name="T19" fmla="*/ 243 h 243"/>
                <a:gd name="T20" fmla="*/ 132 w 136"/>
                <a:gd name="T21" fmla="*/ 174 h 243"/>
                <a:gd name="T22" fmla="*/ 104 w 136"/>
                <a:gd name="T23" fmla="*/ 104 h 24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6" h="243">
                  <a:moveTo>
                    <a:pt x="104" y="104"/>
                  </a:moveTo>
                  <a:lnTo>
                    <a:pt x="88" y="66"/>
                  </a:lnTo>
                  <a:lnTo>
                    <a:pt x="79" y="44"/>
                  </a:lnTo>
                  <a:lnTo>
                    <a:pt x="35" y="19"/>
                  </a:lnTo>
                  <a:lnTo>
                    <a:pt x="16" y="0"/>
                  </a:lnTo>
                  <a:lnTo>
                    <a:pt x="3" y="3"/>
                  </a:lnTo>
                  <a:lnTo>
                    <a:pt x="0" y="6"/>
                  </a:lnTo>
                  <a:lnTo>
                    <a:pt x="22" y="63"/>
                  </a:lnTo>
                  <a:lnTo>
                    <a:pt x="76" y="218"/>
                  </a:lnTo>
                  <a:lnTo>
                    <a:pt x="136" y="243"/>
                  </a:lnTo>
                  <a:lnTo>
                    <a:pt x="132" y="174"/>
                  </a:lnTo>
                  <a:lnTo>
                    <a:pt x="104" y="104"/>
                  </a:lnTo>
                  <a:close/>
                </a:path>
              </a:pathLst>
            </a:custGeom>
            <a:solidFill>
              <a:srgbClr val="004E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72759" name="Freeform 137"/>
            <p:cNvSpPr>
              <a:spLocks/>
            </p:cNvSpPr>
            <p:nvPr/>
          </p:nvSpPr>
          <p:spPr bwMode="auto">
            <a:xfrm>
              <a:off x="480" y="1712"/>
              <a:ext cx="136" cy="243"/>
            </a:xfrm>
            <a:custGeom>
              <a:avLst/>
              <a:gdLst>
                <a:gd name="T0" fmla="*/ 104 w 136"/>
                <a:gd name="T1" fmla="*/ 104 h 243"/>
                <a:gd name="T2" fmla="*/ 88 w 136"/>
                <a:gd name="T3" fmla="*/ 66 h 243"/>
                <a:gd name="T4" fmla="*/ 79 w 136"/>
                <a:gd name="T5" fmla="*/ 44 h 243"/>
                <a:gd name="T6" fmla="*/ 35 w 136"/>
                <a:gd name="T7" fmla="*/ 19 h 243"/>
                <a:gd name="T8" fmla="*/ 16 w 136"/>
                <a:gd name="T9" fmla="*/ 0 h 243"/>
                <a:gd name="T10" fmla="*/ 3 w 136"/>
                <a:gd name="T11" fmla="*/ 3 h 243"/>
                <a:gd name="T12" fmla="*/ 0 w 136"/>
                <a:gd name="T13" fmla="*/ 6 h 243"/>
                <a:gd name="T14" fmla="*/ 22 w 136"/>
                <a:gd name="T15" fmla="*/ 63 h 243"/>
                <a:gd name="T16" fmla="*/ 76 w 136"/>
                <a:gd name="T17" fmla="*/ 218 h 243"/>
                <a:gd name="T18" fmla="*/ 136 w 136"/>
                <a:gd name="T19" fmla="*/ 243 h 243"/>
                <a:gd name="T20" fmla="*/ 132 w 136"/>
                <a:gd name="T21" fmla="*/ 174 h 243"/>
                <a:gd name="T22" fmla="*/ 104 w 136"/>
                <a:gd name="T23" fmla="*/ 104 h 24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6" h="243">
                  <a:moveTo>
                    <a:pt x="104" y="104"/>
                  </a:moveTo>
                  <a:lnTo>
                    <a:pt x="88" y="66"/>
                  </a:lnTo>
                  <a:lnTo>
                    <a:pt x="79" y="44"/>
                  </a:lnTo>
                  <a:lnTo>
                    <a:pt x="35" y="19"/>
                  </a:lnTo>
                  <a:lnTo>
                    <a:pt x="16" y="0"/>
                  </a:lnTo>
                  <a:lnTo>
                    <a:pt x="3" y="3"/>
                  </a:lnTo>
                  <a:lnTo>
                    <a:pt x="0" y="6"/>
                  </a:lnTo>
                  <a:lnTo>
                    <a:pt x="22" y="63"/>
                  </a:lnTo>
                  <a:lnTo>
                    <a:pt x="76" y="218"/>
                  </a:lnTo>
                  <a:lnTo>
                    <a:pt x="136" y="243"/>
                  </a:lnTo>
                  <a:lnTo>
                    <a:pt x="132" y="174"/>
                  </a:lnTo>
                  <a:lnTo>
                    <a:pt x="104" y="104"/>
                  </a:lnTo>
                  <a:close/>
                </a:path>
              </a:pathLst>
            </a:custGeom>
            <a:solidFill>
              <a:srgbClr val="004EFF"/>
            </a:solidFill>
            <a:ln w="4763">
              <a:solidFill>
                <a:srgbClr val="000000"/>
              </a:solidFill>
              <a:prstDash val="solid"/>
              <a:round/>
              <a:headEnd/>
              <a:tailEnd/>
            </a:ln>
          </p:spPr>
          <p:txBody>
            <a:bodyPr/>
            <a:lstStyle/>
            <a:p>
              <a:endParaRPr lang="zh-CN" altLang="en-US" b="1">
                <a:solidFill>
                  <a:srgbClr val="000099"/>
                </a:solidFill>
              </a:endParaRPr>
            </a:p>
          </p:txBody>
        </p:sp>
      </p:grpSp>
      <p:sp>
        <p:nvSpPr>
          <p:cNvPr id="72711" name="Rectangle 138"/>
          <p:cNvSpPr>
            <a:spLocks noChangeArrowheads="1"/>
          </p:cNvSpPr>
          <p:nvPr/>
        </p:nvSpPr>
        <p:spPr bwMode="auto">
          <a:xfrm>
            <a:off x="1593270" y="1916832"/>
            <a:ext cx="1640681" cy="2409825"/>
          </a:xfrm>
          <a:prstGeom prst="rect">
            <a:avLst/>
          </a:prstGeom>
          <a:solidFill>
            <a:srgbClr val="FFFF99"/>
          </a:solidFill>
          <a:ln w="9525">
            <a:solidFill>
              <a:schemeClr val="folHlink"/>
            </a:solidFill>
            <a:prstDash val="sysDot"/>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72712" name="Line 139"/>
          <p:cNvSpPr>
            <a:spLocks noChangeShapeType="1"/>
          </p:cNvSpPr>
          <p:nvPr/>
        </p:nvSpPr>
        <p:spPr bwMode="auto">
          <a:xfrm>
            <a:off x="1046376" y="2288306"/>
            <a:ext cx="638043" cy="0"/>
          </a:xfrm>
          <a:prstGeom prst="line">
            <a:avLst/>
          </a:prstGeom>
          <a:noFill/>
          <a:ln w="9525">
            <a:solidFill>
              <a:schemeClr val="folHlink"/>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72713" name="Text Box 140"/>
          <p:cNvSpPr txBox="1">
            <a:spLocks noChangeArrowheads="1"/>
          </p:cNvSpPr>
          <p:nvPr/>
        </p:nvSpPr>
        <p:spPr bwMode="auto">
          <a:xfrm>
            <a:off x="1565753" y="4337768"/>
            <a:ext cx="176766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400" b="1">
                <a:solidFill>
                  <a:srgbClr val="000099"/>
                </a:solidFill>
                <a:latin typeface="Arial" charset="0"/>
                <a:ea typeface="黑体" pitchFamily="49" charset="-122"/>
              </a:rPr>
              <a:t>FTP </a:t>
            </a:r>
            <a:r>
              <a:rPr kumimoji="1" lang="zh-CN" altLang="en-US" sz="2400" b="1">
                <a:solidFill>
                  <a:srgbClr val="000099"/>
                </a:solidFill>
                <a:latin typeface="Arial" charset="0"/>
                <a:ea typeface="黑体" pitchFamily="49" charset="-122"/>
              </a:rPr>
              <a:t>客户端</a:t>
            </a:r>
          </a:p>
        </p:txBody>
      </p:sp>
      <p:sp>
        <p:nvSpPr>
          <p:cNvPr id="72714" name="Text Box 141"/>
          <p:cNvSpPr txBox="1">
            <a:spLocks noChangeArrowheads="1"/>
          </p:cNvSpPr>
          <p:nvPr/>
        </p:nvSpPr>
        <p:spPr bwMode="auto">
          <a:xfrm>
            <a:off x="6714810" y="4337768"/>
            <a:ext cx="207544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400" b="1">
                <a:solidFill>
                  <a:srgbClr val="000099"/>
                </a:solidFill>
                <a:latin typeface="Arial" charset="0"/>
                <a:ea typeface="黑体" pitchFamily="49" charset="-122"/>
              </a:rPr>
              <a:t>FTP </a:t>
            </a:r>
            <a:r>
              <a:rPr kumimoji="1" lang="zh-CN" altLang="en-US" sz="2400" b="1">
                <a:solidFill>
                  <a:srgbClr val="000099"/>
                </a:solidFill>
                <a:latin typeface="Arial" charset="0"/>
                <a:ea typeface="黑体" pitchFamily="49" charset="-122"/>
              </a:rPr>
              <a:t>服务器端</a:t>
            </a:r>
          </a:p>
        </p:txBody>
      </p:sp>
      <p:sp>
        <p:nvSpPr>
          <p:cNvPr id="72715" name="AutoShape 142"/>
          <p:cNvSpPr>
            <a:spLocks noChangeArrowheads="1"/>
          </p:cNvSpPr>
          <p:nvPr/>
        </p:nvSpPr>
        <p:spPr bwMode="auto">
          <a:xfrm>
            <a:off x="408334" y="3399557"/>
            <a:ext cx="638042" cy="835025"/>
          </a:xfrm>
          <a:prstGeom prst="can">
            <a:avLst>
              <a:gd name="adj" fmla="val 35445"/>
            </a:avLst>
          </a:prstGeom>
          <a:gradFill rotWithShape="1">
            <a:gsLst>
              <a:gs pos="0">
                <a:srgbClr val="5E5E76"/>
              </a:gs>
              <a:gs pos="50000">
                <a:srgbClr val="CCCCFF"/>
              </a:gs>
              <a:gs pos="100000">
                <a:srgbClr val="5E5E76"/>
              </a:gs>
            </a:gsLst>
            <a:lin ang="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72716" name="Line 143"/>
          <p:cNvSpPr>
            <a:spLocks noChangeShapeType="1"/>
          </p:cNvSpPr>
          <p:nvPr/>
        </p:nvSpPr>
        <p:spPr bwMode="auto">
          <a:xfrm>
            <a:off x="1046376" y="3817068"/>
            <a:ext cx="638043" cy="0"/>
          </a:xfrm>
          <a:prstGeom prst="line">
            <a:avLst/>
          </a:prstGeom>
          <a:noFill/>
          <a:ln w="9525">
            <a:solidFill>
              <a:schemeClr val="folHlink"/>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72717" name="Line 144"/>
          <p:cNvSpPr>
            <a:spLocks noChangeShapeType="1"/>
          </p:cNvSpPr>
          <p:nvPr/>
        </p:nvSpPr>
        <p:spPr bwMode="auto">
          <a:xfrm>
            <a:off x="8429442" y="3817068"/>
            <a:ext cx="638042" cy="0"/>
          </a:xfrm>
          <a:prstGeom prst="line">
            <a:avLst/>
          </a:prstGeom>
          <a:noFill/>
          <a:ln w="9525">
            <a:solidFill>
              <a:schemeClr val="folHlink"/>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72718" name="AutoShape 145"/>
          <p:cNvSpPr>
            <a:spLocks noChangeArrowheads="1"/>
          </p:cNvSpPr>
          <p:nvPr/>
        </p:nvSpPr>
        <p:spPr bwMode="auto">
          <a:xfrm>
            <a:off x="9067485" y="3399557"/>
            <a:ext cx="638043" cy="835025"/>
          </a:xfrm>
          <a:prstGeom prst="can">
            <a:avLst>
              <a:gd name="adj" fmla="val 35445"/>
            </a:avLst>
          </a:prstGeom>
          <a:gradFill rotWithShape="1">
            <a:gsLst>
              <a:gs pos="0">
                <a:srgbClr val="5E5E76"/>
              </a:gs>
              <a:gs pos="50000">
                <a:srgbClr val="CCCCFF"/>
              </a:gs>
              <a:gs pos="100000">
                <a:srgbClr val="5E5E76"/>
              </a:gs>
            </a:gsLst>
            <a:lin ang="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72719" name="Line 146"/>
          <p:cNvSpPr>
            <a:spLocks noChangeShapeType="1"/>
          </p:cNvSpPr>
          <p:nvPr/>
        </p:nvSpPr>
        <p:spPr bwMode="auto">
          <a:xfrm>
            <a:off x="3051653" y="3863106"/>
            <a:ext cx="4010554" cy="0"/>
          </a:xfrm>
          <a:prstGeom prst="line">
            <a:avLst/>
          </a:prstGeom>
          <a:noFill/>
          <a:ln w="57150">
            <a:solidFill>
              <a:schemeClr val="folHlink"/>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72720" name="Line 147"/>
          <p:cNvSpPr>
            <a:spLocks noChangeShapeType="1"/>
          </p:cNvSpPr>
          <p:nvPr/>
        </p:nvSpPr>
        <p:spPr bwMode="auto">
          <a:xfrm>
            <a:off x="3051653" y="3029668"/>
            <a:ext cx="4010554" cy="0"/>
          </a:xfrm>
          <a:prstGeom prst="line">
            <a:avLst/>
          </a:prstGeom>
          <a:noFill/>
          <a:ln w="57150">
            <a:solidFill>
              <a:schemeClr val="hlink"/>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graphicFrame>
        <p:nvGraphicFramePr>
          <p:cNvPr id="72721" name="Object 148"/>
          <p:cNvGraphicFramePr>
            <a:graphicFrameLocks noChangeAspect="1"/>
          </p:cNvGraphicFramePr>
          <p:nvPr>
            <p:extLst>
              <p:ext uri="{D42A27DB-BD31-4B8C-83A1-F6EECF244321}">
                <p14:modId xmlns:p14="http://schemas.microsoft.com/office/powerpoint/2010/main" val="3074891462"/>
              </p:ext>
            </p:extLst>
          </p:nvPr>
        </p:nvGraphicFramePr>
        <p:xfrm>
          <a:off x="3871995" y="2658193"/>
          <a:ext cx="2369873" cy="1746250"/>
        </p:xfrm>
        <a:graphic>
          <a:graphicData uri="http://schemas.openxmlformats.org/presentationml/2006/ole">
            <mc:AlternateContent xmlns:mc="http://schemas.openxmlformats.org/markup-compatibility/2006">
              <mc:Choice xmlns:v="urn:schemas-microsoft-com:vml" Requires="v">
                <p:oleObj spid="_x0000_s16408" name="VISIO" r:id="rId4" imgW="1687068" imgH="964692" progId="Visio.Drawing.6">
                  <p:embed/>
                </p:oleObj>
              </mc:Choice>
              <mc:Fallback>
                <p:oleObj name="VISIO" r:id="rId4" imgW="1687068" imgH="964692" progId="Visio.Drawing.6">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71995" y="2658193"/>
                        <a:ext cx="2369873" cy="1746250"/>
                      </a:xfrm>
                      <a:prstGeom prst="rect">
                        <a:avLst/>
                      </a:prstGeom>
                      <a:noFill/>
                      <a:ln>
                        <a:noFill/>
                      </a:ln>
                      <a:effectLst>
                        <a:outerShdw dist="25400" dir="54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72722" name="Text Box 149"/>
          <p:cNvSpPr txBox="1">
            <a:spLocks noChangeArrowheads="1"/>
          </p:cNvSpPr>
          <p:nvPr/>
        </p:nvSpPr>
        <p:spPr bwMode="auto">
          <a:xfrm>
            <a:off x="4563350" y="3058244"/>
            <a:ext cx="126188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800" b="1">
                <a:solidFill>
                  <a:srgbClr val="000099"/>
                </a:solidFill>
                <a:latin typeface="Arial" charset="0"/>
                <a:ea typeface="黑体" pitchFamily="49" charset="-122"/>
              </a:rPr>
              <a:t>互联网</a:t>
            </a:r>
          </a:p>
        </p:txBody>
      </p:sp>
      <p:sp>
        <p:nvSpPr>
          <p:cNvPr id="72723" name="Text Box 150"/>
          <p:cNvSpPr txBox="1">
            <a:spLocks noChangeArrowheads="1"/>
          </p:cNvSpPr>
          <p:nvPr/>
        </p:nvSpPr>
        <p:spPr bwMode="auto">
          <a:xfrm>
            <a:off x="3983780" y="2020018"/>
            <a:ext cx="211070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400" b="1">
                <a:solidFill>
                  <a:srgbClr val="000099"/>
                </a:solidFill>
                <a:latin typeface="Arial" charset="0"/>
                <a:ea typeface="黑体" pitchFamily="49" charset="-122"/>
              </a:rPr>
              <a:t>TCP </a:t>
            </a:r>
            <a:r>
              <a:rPr kumimoji="1" lang="zh-CN" altLang="en-US" sz="2400" b="1">
                <a:solidFill>
                  <a:srgbClr val="000099"/>
                </a:solidFill>
                <a:latin typeface="Arial" charset="0"/>
                <a:ea typeface="黑体" pitchFamily="49" charset="-122"/>
              </a:rPr>
              <a:t>控制连接</a:t>
            </a:r>
          </a:p>
        </p:txBody>
      </p:sp>
      <p:sp>
        <p:nvSpPr>
          <p:cNvPr id="72724" name="Text Box 151"/>
          <p:cNvSpPr txBox="1">
            <a:spLocks noChangeArrowheads="1"/>
          </p:cNvSpPr>
          <p:nvPr/>
        </p:nvSpPr>
        <p:spPr bwMode="auto">
          <a:xfrm>
            <a:off x="4062891" y="4593356"/>
            <a:ext cx="211070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400" b="1">
                <a:solidFill>
                  <a:srgbClr val="000099"/>
                </a:solidFill>
                <a:latin typeface="Arial" charset="0"/>
                <a:ea typeface="黑体" pitchFamily="49" charset="-122"/>
              </a:rPr>
              <a:t>TCP </a:t>
            </a:r>
            <a:r>
              <a:rPr kumimoji="1" lang="zh-CN" altLang="en-US" sz="2400" b="1">
                <a:solidFill>
                  <a:srgbClr val="000099"/>
                </a:solidFill>
                <a:latin typeface="Arial" charset="0"/>
                <a:ea typeface="黑体" pitchFamily="49" charset="-122"/>
              </a:rPr>
              <a:t>数据连接</a:t>
            </a:r>
          </a:p>
        </p:txBody>
      </p:sp>
      <p:sp>
        <p:nvSpPr>
          <p:cNvPr id="72725" name="Line 152"/>
          <p:cNvSpPr>
            <a:spLocks noChangeShapeType="1"/>
          </p:cNvSpPr>
          <p:nvPr/>
        </p:nvSpPr>
        <p:spPr bwMode="auto">
          <a:xfrm flipH="1" flipV="1">
            <a:off x="3689696" y="3863107"/>
            <a:ext cx="1002638" cy="649287"/>
          </a:xfrm>
          <a:prstGeom prst="line">
            <a:avLst/>
          </a:prstGeom>
          <a:noFill/>
          <a:ln w="9525">
            <a:solidFill>
              <a:schemeClr val="folHlink"/>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72726" name="Line 153"/>
          <p:cNvSpPr>
            <a:spLocks noChangeShapeType="1"/>
          </p:cNvSpPr>
          <p:nvPr/>
        </p:nvSpPr>
        <p:spPr bwMode="auto">
          <a:xfrm flipV="1">
            <a:off x="5330377" y="3863107"/>
            <a:ext cx="1093788" cy="649287"/>
          </a:xfrm>
          <a:prstGeom prst="line">
            <a:avLst/>
          </a:prstGeom>
          <a:noFill/>
          <a:ln w="9525">
            <a:solidFill>
              <a:schemeClr val="folHlink"/>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72727" name="Line 154"/>
          <p:cNvSpPr>
            <a:spLocks noChangeShapeType="1"/>
          </p:cNvSpPr>
          <p:nvPr/>
        </p:nvSpPr>
        <p:spPr bwMode="auto">
          <a:xfrm>
            <a:off x="5239228" y="2472456"/>
            <a:ext cx="1184937" cy="557212"/>
          </a:xfrm>
          <a:prstGeom prst="line">
            <a:avLst/>
          </a:prstGeom>
          <a:noFill/>
          <a:ln w="9525">
            <a:solidFill>
              <a:schemeClr val="folHlink"/>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72728" name="Line 155"/>
          <p:cNvSpPr>
            <a:spLocks noChangeShapeType="1"/>
          </p:cNvSpPr>
          <p:nvPr/>
        </p:nvSpPr>
        <p:spPr bwMode="auto">
          <a:xfrm flipH="1">
            <a:off x="3598546" y="2472456"/>
            <a:ext cx="1093788" cy="557212"/>
          </a:xfrm>
          <a:prstGeom prst="line">
            <a:avLst/>
          </a:prstGeom>
          <a:noFill/>
          <a:ln w="9525">
            <a:solidFill>
              <a:schemeClr val="folHlink"/>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72729" name="Oval 156"/>
          <p:cNvSpPr>
            <a:spLocks noChangeArrowheads="1"/>
          </p:cNvSpPr>
          <p:nvPr/>
        </p:nvSpPr>
        <p:spPr bwMode="auto">
          <a:xfrm>
            <a:off x="1684419" y="2008906"/>
            <a:ext cx="1367234" cy="557212"/>
          </a:xfrm>
          <a:prstGeom prst="ellipse">
            <a:avLst/>
          </a:prstGeom>
          <a:solidFill>
            <a:srgbClr val="99FF33"/>
          </a:solidFill>
          <a:ln w="9525">
            <a:solidFill>
              <a:schemeClr val="tx1"/>
            </a:solidFill>
            <a:round/>
            <a:headEnd/>
            <a:tailEnd/>
          </a:ln>
          <a:effectLst>
            <a:outerShdw dist="35921" dir="2700000" algn="ctr" rotWithShape="0">
              <a:schemeClr val="bg2"/>
            </a:outerShdw>
          </a:effectLst>
        </p:spPr>
        <p:txBody>
          <a:bodyPr wrap="none" anchor="ctr"/>
          <a:lstStyle/>
          <a:p>
            <a:pPr algn="ctr" eaLnBrk="1" hangingPunct="1"/>
            <a:r>
              <a:rPr kumimoji="1" lang="zh-CN" altLang="en-US" sz="2000" b="1">
                <a:solidFill>
                  <a:srgbClr val="000099"/>
                </a:solidFill>
                <a:latin typeface="Arial" charset="0"/>
                <a:ea typeface="黑体" pitchFamily="49" charset="-122"/>
              </a:rPr>
              <a:t>用户界面</a:t>
            </a:r>
          </a:p>
        </p:txBody>
      </p:sp>
      <p:sp>
        <p:nvSpPr>
          <p:cNvPr id="72730" name="Line 157"/>
          <p:cNvSpPr>
            <a:spLocks noChangeShapeType="1"/>
          </p:cNvSpPr>
          <p:nvPr/>
        </p:nvSpPr>
        <p:spPr bwMode="auto">
          <a:xfrm>
            <a:off x="2413611" y="3307481"/>
            <a:ext cx="0" cy="27781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72731" name="Oval 158"/>
          <p:cNvSpPr>
            <a:spLocks noChangeArrowheads="1"/>
          </p:cNvSpPr>
          <p:nvPr/>
        </p:nvSpPr>
        <p:spPr bwMode="auto">
          <a:xfrm>
            <a:off x="1684419" y="2750269"/>
            <a:ext cx="1367234" cy="557213"/>
          </a:xfrm>
          <a:prstGeom prst="ellipse">
            <a:avLst/>
          </a:prstGeom>
          <a:solidFill>
            <a:srgbClr val="FFCCCC"/>
          </a:solidFill>
          <a:ln w="9525">
            <a:solidFill>
              <a:schemeClr val="folHlink"/>
            </a:solidFill>
            <a:round/>
            <a:headEnd/>
            <a:tailEnd/>
          </a:ln>
          <a:effectLst>
            <a:outerShdw dist="35921" dir="2700000" algn="ctr" rotWithShape="0">
              <a:schemeClr val="bg2"/>
            </a:outerShdw>
          </a:effectLst>
        </p:spPr>
        <p:txBody>
          <a:bodyPr wrap="none" anchor="ctr"/>
          <a:lstStyle/>
          <a:p>
            <a:pPr algn="ctr" eaLnBrk="1" hangingPunct="1"/>
            <a:r>
              <a:rPr kumimoji="1" lang="zh-CN" altLang="en-US" sz="2000" b="1">
                <a:solidFill>
                  <a:srgbClr val="000099"/>
                </a:solidFill>
                <a:latin typeface="Arial" charset="0"/>
                <a:ea typeface="黑体" pitchFamily="49" charset="-122"/>
              </a:rPr>
              <a:t>控制进程</a:t>
            </a:r>
          </a:p>
        </p:txBody>
      </p:sp>
      <p:sp>
        <p:nvSpPr>
          <p:cNvPr id="72732" name="Oval 159"/>
          <p:cNvSpPr>
            <a:spLocks noChangeArrowheads="1"/>
          </p:cNvSpPr>
          <p:nvPr/>
        </p:nvSpPr>
        <p:spPr bwMode="auto">
          <a:xfrm>
            <a:off x="1684419" y="3493219"/>
            <a:ext cx="1367234" cy="741363"/>
          </a:xfrm>
          <a:prstGeom prst="ellipse">
            <a:avLst/>
          </a:prstGeom>
          <a:solidFill>
            <a:srgbClr val="CCECFF"/>
          </a:solidFill>
          <a:ln w="9525">
            <a:solidFill>
              <a:schemeClr val="folHlink"/>
            </a:solidFill>
            <a:round/>
            <a:headEnd/>
            <a:tailEnd/>
          </a:ln>
          <a:effectLst>
            <a:outerShdw dist="35921" dir="2700000" algn="ctr" rotWithShape="0">
              <a:schemeClr val="bg2"/>
            </a:outerShdw>
          </a:effectLst>
        </p:spPr>
        <p:txBody>
          <a:bodyPr wrap="none" anchor="ctr"/>
          <a:lstStyle/>
          <a:p>
            <a:pPr algn="ctr" eaLnBrk="1" hangingPunct="1"/>
            <a:r>
              <a:rPr kumimoji="1" lang="zh-CN" altLang="en-US" sz="2000" b="1">
                <a:solidFill>
                  <a:srgbClr val="000099"/>
                </a:solidFill>
                <a:latin typeface="Arial" charset="0"/>
                <a:ea typeface="黑体" pitchFamily="49" charset="-122"/>
              </a:rPr>
              <a:t>数据传送</a:t>
            </a:r>
          </a:p>
          <a:p>
            <a:pPr algn="ctr" eaLnBrk="1" hangingPunct="1"/>
            <a:r>
              <a:rPr kumimoji="1" lang="zh-CN" altLang="en-US" sz="2000" b="1">
                <a:solidFill>
                  <a:srgbClr val="000099"/>
                </a:solidFill>
                <a:latin typeface="Arial" charset="0"/>
                <a:ea typeface="黑体" pitchFamily="49" charset="-122"/>
              </a:rPr>
              <a:t>进程</a:t>
            </a:r>
          </a:p>
        </p:txBody>
      </p:sp>
      <p:sp>
        <p:nvSpPr>
          <p:cNvPr id="72733" name="Line 160"/>
          <p:cNvSpPr>
            <a:spLocks noChangeShapeType="1"/>
          </p:cNvSpPr>
          <p:nvPr/>
        </p:nvSpPr>
        <p:spPr bwMode="auto">
          <a:xfrm>
            <a:off x="7791399" y="3307481"/>
            <a:ext cx="0" cy="27781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72734" name="Oval 161"/>
          <p:cNvSpPr>
            <a:spLocks noChangeArrowheads="1"/>
          </p:cNvSpPr>
          <p:nvPr/>
        </p:nvSpPr>
        <p:spPr bwMode="auto">
          <a:xfrm>
            <a:off x="7062207" y="3493219"/>
            <a:ext cx="1367235" cy="741363"/>
          </a:xfrm>
          <a:prstGeom prst="ellipse">
            <a:avLst/>
          </a:prstGeom>
          <a:solidFill>
            <a:srgbClr val="CCECFF"/>
          </a:solidFill>
          <a:ln w="9525" algn="ctr">
            <a:solidFill>
              <a:schemeClr val="folHlink"/>
            </a:solidFill>
            <a:round/>
            <a:headEnd/>
            <a:tailEnd/>
          </a:ln>
          <a:effectLst>
            <a:outerShdw dist="35921" dir="2700000" algn="ctr" rotWithShape="0">
              <a:schemeClr val="bg2"/>
            </a:outerShdw>
          </a:effectLst>
        </p:spPr>
        <p:txBody>
          <a:bodyPr wrap="none" anchor="ctr"/>
          <a:lstStyle/>
          <a:p>
            <a:pPr algn="ctr" eaLnBrk="1" hangingPunct="1"/>
            <a:r>
              <a:rPr kumimoji="1" lang="zh-CN" altLang="en-US" sz="2000" b="1">
                <a:solidFill>
                  <a:srgbClr val="000099"/>
                </a:solidFill>
                <a:latin typeface="Arial" charset="0"/>
                <a:ea typeface="黑体" pitchFamily="49" charset="-122"/>
              </a:rPr>
              <a:t>数据传送</a:t>
            </a:r>
          </a:p>
          <a:p>
            <a:pPr algn="ctr" eaLnBrk="1" hangingPunct="1"/>
            <a:r>
              <a:rPr kumimoji="1" lang="zh-CN" altLang="en-US" sz="2000" b="1">
                <a:solidFill>
                  <a:srgbClr val="000099"/>
                </a:solidFill>
                <a:latin typeface="Arial" charset="0"/>
                <a:ea typeface="黑体" pitchFamily="49" charset="-122"/>
              </a:rPr>
              <a:t>进程</a:t>
            </a:r>
          </a:p>
        </p:txBody>
      </p:sp>
    </p:spTree>
    <p:extLst>
      <p:ext uri="{BB962C8B-B14F-4D97-AF65-F5344CB8AC3E}">
        <p14:creationId xmlns:p14="http://schemas.microsoft.com/office/powerpoint/2010/main" val="245714182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1827" name="Rectangle 3"/>
          <p:cNvSpPr>
            <a:spLocks noGrp="1" noChangeArrowheads="1"/>
          </p:cNvSpPr>
          <p:nvPr>
            <p:ph type="title"/>
          </p:nvPr>
        </p:nvSpPr>
        <p:spPr>
          <a:xfrm>
            <a:off x="495300" y="188913"/>
            <a:ext cx="9066742" cy="792162"/>
          </a:xfrm>
        </p:spPr>
        <p:txBody>
          <a:bodyPr/>
          <a:lstStyle/>
          <a:p>
            <a:pPr algn="ctr" eaLnBrk="1" hangingPunct="1">
              <a:defRPr/>
            </a:pPr>
            <a:r>
              <a:rPr lang="en-US" altLang="zh-CN" sz="4062"/>
              <a:t> </a:t>
            </a:r>
            <a:r>
              <a:rPr lang="zh-CN" altLang="en-US" sz="4062"/>
              <a:t>两个不同的端口号 </a:t>
            </a:r>
          </a:p>
        </p:txBody>
      </p:sp>
      <p:sp>
        <p:nvSpPr>
          <p:cNvPr id="1101826" name="Rectangle 2"/>
          <p:cNvSpPr>
            <a:spLocks noGrp="1" noChangeArrowheads="1"/>
          </p:cNvSpPr>
          <p:nvPr>
            <p:ph idx="1"/>
          </p:nvPr>
        </p:nvSpPr>
        <p:spPr>
          <a:xfrm>
            <a:off x="495300" y="1196975"/>
            <a:ext cx="9066742" cy="4933950"/>
          </a:xfrm>
        </p:spPr>
        <p:txBody>
          <a:bodyPr/>
          <a:lstStyle/>
          <a:p>
            <a:pPr algn="just" eaLnBrk="1" hangingPunct="1">
              <a:spcBef>
                <a:spcPct val="0"/>
              </a:spcBef>
              <a:spcAft>
                <a:spcPct val="20000"/>
              </a:spcAft>
            </a:pPr>
            <a:r>
              <a:rPr lang="en-US" altLang="zh-CN" sz="2800" dirty="0">
                <a:ea typeface="黑体" pitchFamily="49" charset="-122"/>
              </a:rPr>
              <a:t> </a:t>
            </a:r>
            <a:r>
              <a:rPr lang="zh-CN" altLang="en-US" sz="2800" dirty="0">
                <a:ea typeface="黑体" pitchFamily="49" charset="-122"/>
              </a:rPr>
              <a:t>当客户进程向服务器进程发出建立连接请求时，要寻找连接服务器进程的</a:t>
            </a:r>
            <a:r>
              <a:rPr lang="zh-CN" altLang="en-US" sz="2800" dirty="0">
                <a:solidFill>
                  <a:srgbClr val="FF0000"/>
                </a:solidFill>
                <a:ea typeface="黑体" pitchFamily="49" charset="-122"/>
              </a:rPr>
              <a:t>熟知端口 </a:t>
            </a:r>
            <a:r>
              <a:rPr lang="en-US" altLang="zh-CN" sz="2800" dirty="0">
                <a:ea typeface="黑体" pitchFamily="49" charset="-122"/>
              </a:rPr>
              <a:t>(21)</a:t>
            </a:r>
            <a:r>
              <a:rPr lang="zh-CN" altLang="en-US" sz="2800" dirty="0">
                <a:ea typeface="黑体" pitchFamily="49" charset="-122"/>
              </a:rPr>
              <a:t>，同时还要告诉服务器进程自己的另一个端口号码，用于建立数据传送连接。</a:t>
            </a:r>
          </a:p>
          <a:p>
            <a:pPr algn="just" eaLnBrk="1" hangingPunct="1">
              <a:spcBef>
                <a:spcPct val="0"/>
              </a:spcBef>
              <a:spcAft>
                <a:spcPct val="20000"/>
              </a:spcAft>
            </a:pPr>
            <a:r>
              <a:rPr lang="zh-CN" altLang="en-US" sz="2800" dirty="0">
                <a:ea typeface="黑体" pitchFamily="49" charset="-122"/>
              </a:rPr>
              <a:t>接着，服务器进程用自己传送数据的</a:t>
            </a:r>
            <a:r>
              <a:rPr lang="zh-CN" altLang="en-US" sz="2800" dirty="0">
                <a:solidFill>
                  <a:srgbClr val="FF0000"/>
                </a:solidFill>
                <a:ea typeface="黑体" pitchFamily="49" charset="-122"/>
              </a:rPr>
              <a:t>熟知端口 </a:t>
            </a:r>
            <a:r>
              <a:rPr lang="en-US" altLang="zh-CN" sz="2800" dirty="0">
                <a:ea typeface="黑体" pitchFamily="49" charset="-122"/>
              </a:rPr>
              <a:t>(20) </a:t>
            </a:r>
            <a:r>
              <a:rPr lang="zh-CN" altLang="en-US" sz="2800" dirty="0">
                <a:ea typeface="黑体" pitchFamily="49" charset="-122"/>
              </a:rPr>
              <a:t>与客户进程所提供的端口号码建立数据传送连接。</a:t>
            </a:r>
          </a:p>
          <a:p>
            <a:pPr algn="just" eaLnBrk="1" hangingPunct="1">
              <a:spcBef>
                <a:spcPct val="0"/>
              </a:spcBef>
              <a:spcAft>
                <a:spcPct val="20000"/>
              </a:spcAft>
            </a:pPr>
            <a:r>
              <a:rPr lang="zh-CN" altLang="en-US" sz="2800" dirty="0">
                <a:ea typeface="黑体" pitchFamily="49" charset="-122"/>
              </a:rPr>
              <a:t>由于</a:t>
            </a:r>
            <a:r>
              <a:rPr lang="zh-CN" altLang="en-US" sz="1600" dirty="0">
                <a:ea typeface="黑体" pitchFamily="49" charset="-122"/>
              </a:rPr>
              <a:t> </a:t>
            </a:r>
            <a:r>
              <a:rPr lang="en-US" altLang="zh-CN" sz="2800" dirty="0">
                <a:ea typeface="黑体" pitchFamily="49" charset="-122"/>
              </a:rPr>
              <a:t>FTP</a:t>
            </a:r>
            <a:r>
              <a:rPr lang="en-US" altLang="zh-CN" sz="1600" dirty="0">
                <a:ea typeface="黑体" pitchFamily="49" charset="-122"/>
              </a:rPr>
              <a:t> </a:t>
            </a:r>
            <a:r>
              <a:rPr lang="zh-CN" altLang="en-US" sz="2800" dirty="0">
                <a:ea typeface="黑体" pitchFamily="49" charset="-122"/>
              </a:rPr>
              <a:t>使用了两个不同的端口号，所以数据连接与控制连接不会发生混乱。</a:t>
            </a:r>
          </a:p>
        </p:txBody>
      </p:sp>
    </p:spTree>
    <p:extLst>
      <p:ext uri="{BB962C8B-B14F-4D97-AF65-F5344CB8AC3E}">
        <p14:creationId xmlns:p14="http://schemas.microsoft.com/office/powerpoint/2010/main" val="392125365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3875" name="Rectangle 3"/>
          <p:cNvSpPr>
            <a:spLocks noGrp="1" noChangeArrowheads="1"/>
          </p:cNvSpPr>
          <p:nvPr>
            <p:ph type="title"/>
          </p:nvPr>
        </p:nvSpPr>
        <p:spPr/>
        <p:txBody>
          <a:bodyPr/>
          <a:lstStyle/>
          <a:p>
            <a:pPr algn="ctr" eaLnBrk="1" hangingPunct="1">
              <a:defRPr/>
            </a:pPr>
            <a:r>
              <a:rPr lang="en-US" altLang="zh-CN"/>
              <a:t> </a:t>
            </a:r>
            <a:r>
              <a:rPr lang="zh-CN" altLang="en-US"/>
              <a:t>使用两个不同端口号的好处 </a:t>
            </a:r>
          </a:p>
        </p:txBody>
      </p:sp>
      <p:sp>
        <p:nvSpPr>
          <p:cNvPr id="1103874" name="Rectangle 2"/>
          <p:cNvSpPr>
            <a:spLocks noGrp="1" noChangeArrowheads="1"/>
          </p:cNvSpPr>
          <p:nvPr>
            <p:ph idx="1"/>
          </p:nvPr>
        </p:nvSpPr>
        <p:spPr/>
        <p:txBody>
          <a:bodyPr/>
          <a:lstStyle/>
          <a:p>
            <a:pPr marL="316531" indent="-316531" algn="just" eaLnBrk="1" hangingPunct="1">
              <a:spcBef>
                <a:spcPct val="0"/>
              </a:spcBef>
              <a:spcAft>
                <a:spcPct val="20000"/>
              </a:spcAft>
              <a:defRPr/>
            </a:pPr>
            <a:r>
              <a:rPr lang="zh-CN" altLang="en-US" dirty="0"/>
              <a:t>使协议更加简单和更容易实现。</a:t>
            </a:r>
          </a:p>
          <a:p>
            <a:pPr marL="316531" indent="-316531" algn="just" eaLnBrk="1" hangingPunct="1">
              <a:spcBef>
                <a:spcPct val="0"/>
              </a:spcBef>
              <a:spcAft>
                <a:spcPct val="20000"/>
              </a:spcAft>
              <a:defRPr/>
            </a:pPr>
            <a:r>
              <a:rPr lang="zh-CN" altLang="en-US" dirty="0"/>
              <a:t>在传输文件时还可以利用控制连接（例如，客户发送请求终止传输）。 </a:t>
            </a:r>
          </a:p>
        </p:txBody>
      </p:sp>
    </p:spTree>
    <p:extLst>
      <p:ext uri="{BB962C8B-B14F-4D97-AF65-F5344CB8AC3E}">
        <p14:creationId xmlns:p14="http://schemas.microsoft.com/office/powerpoint/2010/main" val="29234446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p:cNvSpPr>
          <p:nvPr>
            <p:ph type="title"/>
          </p:nvPr>
        </p:nvSpPr>
        <p:spPr/>
        <p:txBody>
          <a:bodyPr/>
          <a:lstStyle/>
          <a:p>
            <a:pPr eaLnBrk="1" hangingPunct="1"/>
            <a:r>
              <a:rPr lang="zh-CN" altLang="en-US" dirty="0">
                <a:ea typeface="黑体" pitchFamily="49" charset="-122"/>
              </a:rPr>
              <a:t>应用层</a:t>
            </a:r>
          </a:p>
        </p:txBody>
      </p:sp>
      <p:sp>
        <p:nvSpPr>
          <p:cNvPr id="26627" name="内容占位符 2"/>
          <p:cNvSpPr>
            <a:spLocks noGrp="1"/>
          </p:cNvSpPr>
          <p:nvPr>
            <p:ph idx="1"/>
          </p:nvPr>
        </p:nvSpPr>
        <p:spPr/>
        <p:txBody>
          <a:bodyPr/>
          <a:lstStyle/>
          <a:p>
            <a:pPr eaLnBrk="1" hangingPunct="1">
              <a:lnSpc>
                <a:spcPct val="100000"/>
              </a:lnSpc>
            </a:pPr>
            <a:r>
              <a:rPr lang="zh-CN" altLang="en-US" sz="3200" dirty="0">
                <a:solidFill>
                  <a:schemeClr val="bg1">
                    <a:lumMod val="65000"/>
                  </a:schemeClr>
                </a:solidFill>
                <a:ea typeface="黑体" pitchFamily="49" charset="-122"/>
              </a:rPr>
              <a:t>域名系统 </a:t>
            </a:r>
            <a:r>
              <a:rPr lang="en-US" altLang="zh-CN" sz="3200" dirty="0">
                <a:solidFill>
                  <a:schemeClr val="bg1">
                    <a:lumMod val="65000"/>
                  </a:schemeClr>
                </a:solidFill>
                <a:ea typeface="黑体" pitchFamily="49" charset="-122"/>
              </a:rPr>
              <a:t>DNS</a:t>
            </a:r>
          </a:p>
          <a:p>
            <a:pPr>
              <a:lnSpc>
                <a:spcPct val="100000"/>
              </a:lnSpc>
            </a:pPr>
            <a:r>
              <a:rPr lang="zh-CN" altLang="en-US" sz="3200" dirty="0">
                <a:solidFill>
                  <a:schemeClr val="bg1">
                    <a:lumMod val="65000"/>
                  </a:schemeClr>
                </a:solidFill>
                <a:ea typeface="黑体" pitchFamily="49" charset="-122"/>
              </a:rPr>
              <a:t>电子邮件</a:t>
            </a:r>
            <a:endParaRPr lang="en-US" altLang="zh-CN" sz="3200" dirty="0">
              <a:solidFill>
                <a:schemeClr val="bg1">
                  <a:lumMod val="65000"/>
                </a:schemeClr>
              </a:solidFill>
              <a:ea typeface="黑体" pitchFamily="49" charset="-122"/>
            </a:endParaRPr>
          </a:p>
          <a:p>
            <a:pPr eaLnBrk="1" hangingPunct="1">
              <a:lnSpc>
                <a:spcPct val="100000"/>
              </a:lnSpc>
            </a:pPr>
            <a:r>
              <a:rPr lang="zh-CN" altLang="en-US" sz="3200" dirty="0">
                <a:solidFill>
                  <a:schemeClr val="bg1">
                    <a:lumMod val="65000"/>
                  </a:schemeClr>
                </a:solidFill>
                <a:ea typeface="黑体" pitchFamily="49" charset="-122"/>
              </a:rPr>
              <a:t>文件传送协议</a:t>
            </a:r>
            <a:endParaRPr lang="en-US" altLang="zh-CN" sz="3200" dirty="0">
              <a:solidFill>
                <a:schemeClr val="bg1">
                  <a:lumMod val="65000"/>
                </a:schemeClr>
              </a:solidFill>
              <a:ea typeface="黑体" pitchFamily="49" charset="-122"/>
            </a:endParaRPr>
          </a:p>
          <a:p>
            <a:pPr eaLnBrk="1" hangingPunct="1">
              <a:lnSpc>
                <a:spcPct val="100000"/>
              </a:lnSpc>
            </a:pPr>
            <a:r>
              <a:rPr lang="zh-CN" altLang="en-US" sz="3600" dirty="0">
                <a:solidFill>
                  <a:srgbClr val="FF0000"/>
                </a:solidFill>
                <a:ea typeface="黑体" pitchFamily="49" charset="-122"/>
              </a:rPr>
              <a:t>远程终端协议 </a:t>
            </a:r>
            <a:r>
              <a:rPr lang="en-US" altLang="zh-CN" sz="3600" dirty="0">
                <a:solidFill>
                  <a:srgbClr val="FF0000"/>
                </a:solidFill>
                <a:ea typeface="黑体" pitchFamily="49" charset="-122"/>
              </a:rPr>
              <a:t>TELNET</a:t>
            </a:r>
          </a:p>
          <a:p>
            <a:pPr eaLnBrk="1" hangingPunct="1">
              <a:lnSpc>
                <a:spcPct val="100000"/>
              </a:lnSpc>
            </a:pPr>
            <a:r>
              <a:rPr lang="zh-CN" altLang="en-US" sz="3200" dirty="0">
                <a:solidFill>
                  <a:schemeClr val="bg1">
                    <a:lumMod val="65000"/>
                  </a:schemeClr>
                </a:solidFill>
                <a:ea typeface="黑体" pitchFamily="49" charset="-122"/>
              </a:rPr>
              <a:t>万维网 </a:t>
            </a:r>
            <a:r>
              <a:rPr lang="en-US" altLang="zh-CN" sz="3200" dirty="0">
                <a:solidFill>
                  <a:schemeClr val="bg1">
                    <a:lumMod val="65000"/>
                  </a:schemeClr>
                </a:solidFill>
                <a:ea typeface="黑体" pitchFamily="49" charset="-122"/>
              </a:rPr>
              <a:t>WWW</a:t>
            </a:r>
          </a:p>
        </p:txBody>
      </p:sp>
    </p:spTree>
    <p:extLst>
      <p:ext uri="{BB962C8B-B14F-4D97-AF65-F5344CB8AC3E}">
        <p14:creationId xmlns:p14="http://schemas.microsoft.com/office/powerpoint/2010/main" val="14292476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9282" name="Rectangle 2"/>
          <p:cNvSpPr>
            <a:spLocks noGrp="1" noChangeArrowheads="1"/>
          </p:cNvSpPr>
          <p:nvPr>
            <p:ph type="title"/>
          </p:nvPr>
        </p:nvSpPr>
        <p:spPr/>
        <p:txBody>
          <a:bodyPr/>
          <a:lstStyle/>
          <a:p>
            <a:pPr eaLnBrk="1" hangingPunct="1">
              <a:defRPr/>
            </a:pPr>
            <a:r>
              <a:rPr lang="zh-CN" altLang="en-US" dirty="0"/>
              <a:t>远程终端协议 </a:t>
            </a:r>
            <a:r>
              <a:rPr lang="en-US" altLang="zh-CN" dirty="0"/>
              <a:t>TELNET</a:t>
            </a:r>
          </a:p>
        </p:txBody>
      </p:sp>
      <p:sp>
        <p:nvSpPr>
          <p:cNvPr id="609283" name="Rectangle 3"/>
          <p:cNvSpPr>
            <a:spLocks noGrp="1" noChangeArrowheads="1"/>
          </p:cNvSpPr>
          <p:nvPr>
            <p:ph idx="1"/>
          </p:nvPr>
        </p:nvSpPr>
        <p:spPr/>
        <p:txBody>
          <a:bodyPr/>
          <a:lstStyle/>
          <a:p>
            <a:pPr eaLnBrk="1" hangingPunct="1"/>
            <a:r>
              <a:rPr lang="en-US" altLang="zh-CN" dirty="0">
                <a:ea typeface="黑体" pitchFamily="49" charset="-122"/>
              </a:rPr>
              <a:t>TELNET </a:t>
            </a:r>
            <a:r>
              <a:rPr lang="zh-CN" altLang="en-US" dirty="0">
                <a:ea typeface="黑体" pitchFamily="49" charset="-122"/>
              </a:rPr>
              <a:t>是一个简单的远程终端协议，也是互联网的正式标准。</a:t>
            </a:r>
          </a:p>
          <a:p>
            <a:pPr eaLnBrk="1" hangingPunct="1"/>
            <a:r>
              <a:rPr lang="zh-CN" altLang="en-US" dirty="0">
                <a:ea typeface="黑体" pitchFamily="49" charset="-122"/>
              </a:rPr>
              <a:t>用户用 </a:t>
            </a:r>
            <a:r>
              <a:rPr lang="en-US" altLang="zh-CN" dirty="0">
                <a:ea typeface="黑体" pitchFamily="49" charset="-122"/>
              </a:rPr>
              <a:t>TELNET </a:t>
            </a:r>
            <a:r>
              <a:rPr lang="zh-CN" altLang="en-US" dirty="0">
                <a:ea typeface="黑体" pitchFamily="49" charset="-122"/>
              </a:rPr>
              <a:t>就可在其所在地通过 </a:t>
            </a:r>
            <a:r>
              <a:rPr lang="en-US" altLang="zh-CN" dirty="0">
                <a:ea typeface="黑体" pitchFamily="49" charset="-122"/>
              </a:rPr>
              <a:t>TCP </a:t>
            </a:r>
            <a:r>
              <a:rPr lang="zh-CN" altLang="en-US" dirty="0">
                <a:ea typeface="黑体" pitchFamily="49" charset="-122"/>
              </a:rPr>
              <a:t>连接注册（即登录）到远地的另一个主机上（使用主机名或 </a:t>
            </a:r>
            <a:r>
              <a:rPr lang="en-US" altLang="zh-CN" dirty="0">
                <a:ea typeface="黑体" pitchFamily="49" charset="-122"/>
              </a:rPr>
              <a:t>IP </a:t>
            </a:r>
            <a:r>
              <a:rPr lang="zh-CN" altLang="en-US" dirty="0">
                <a:ea typeface="黑体" pitchFamily="49" charset="-122"/>
              </a:rPr>
              <a:t>地址）。</a:t>
            </a:r>
          </a:p>
          <a:p>
            <a:pPr algn="just" eaLnBrk="1" hangingPunct="1"/>
            <a:r>
              <a:rPr lang="en-US" altLang="zh-CN" dirty="0">
                <a:ea typeface="黑体" pitchFamily="49" charset="-122"/>
              </a:rPr>
              <a:t>TELNET </a:t>
            </a:r>
            <a:r>
              <a:rPr lang="zh-CN" altLang="en-US" dirty="0">
                <a:ea typeface="黑体" pitchFamily="49" charset="-122"/>
              </a:rPr>
              <a:t>能将用户的击键传到远地主机，同时也能将远地主机的输出通过 </a:t>
            </a:r>
            <a:r>
              <a:rPr lang="en-US" altLang="zh-CN" dirty="0">
                <a:ea typeface="黑体" pitchFamily="49" charset="-122"/>
              </a:rPr>
              <a:t>TCP </a:t>
            </a:r>
            <a:r>
              <a:rPr lang="zh-CN" altLang="en-US" dirty="0">
                <a:ea typeface="黑体" pitchFamily="49" charset="-122"/>
              </a:rPr>
              <a:t>连接返回到用户屏幕。这种服务是透明的，因为用户感觉到好像键盘和显示器是直接连在远地主机上。 </a:t>
            </a:r>
          </a:p>
        </p:txBody>
      </p:sp>
    </p:spTree>
    <p:extLst>
      <p:ext uri="{BB962C8B-B14F-4D97-AF65-F5344CB8AC3E}">
        <p14:creationId xmlns:p14="http://schemas.microsoft.com/office/powerpoint/2010/main" val="67600368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p:txBody>
          <a:bodyPr/>
          <a:lstStyle/>
          <a:p>
            <a:pPr algn="ctr" eaLnBrk="1" hangingPunct="1"/>
            <a:r>
              <a:rPr lang="zh-CN" altLang="en-US" sz="4800">
                <a:ea typeface="黑体" pitchFamily="49" charset="-122"/>
              </a:rPr>
              <a:t>客户</a:t>
            </a:r>
            <a:r>
              <a:rPr lang="zh-CN" altLang="en-US" sz="4800">
                <a:ea typeface="黑体" pitchFamily="49" charset="-122"/>
                <a:sym typeface="Symbol" pitchFamily="18" charset="2"/>
              </a:rPr>
              <a:t></a:t>
            </a:r>
            <a:r>
              <a:rPr lang="zh-CN" altLang="en-US" sz="4800">
                <a:ea typeface="黑体" pitchFamily="49" charset="-122"/>
              </a:rPr>
              <a:t>服务器方式</a:t>
            </a:r>
          </a:p>
        </p:txBody>
      </p:sp>
      <p:sp>
        <p:nvSpPr>
          <p:cNvPr id="611331" name="Rectangle 3"/>
          <p:cNvSpPr>
            <a:spLocks noGrp="1" noChangeArrowheads="1"/>
          </p:cNvSpPr>
          <p:nvPr>
            <p:ph idx="1"/>
          </p:nvPr>
        </p:nvSpPr>
        <p:spPr/>
        <p:txBody>
          <a:bodyPr/>
          <a:lstStyle/>
          <a:p>
            <a:pPr marL="316531" indent="-316531" eaLnBrk="1" hangingPunct="1">
              <a:defRPr/>
            </a:pPr>
            <a:r>
              <a:rPr lang="zh-CN" altLang="en-US" dirty="0"/>
              <a:t>现在由于 </a:t>
            </a:r>
            <a:r>
              <a:rPr lang="en-US" altLang="zh-CN" dirty="0"/>
              <a:t>PC </a:t>
            </a:r>
            <a:r>
              <a:rPr lang="zh-CN" altLang="en-US" dirty="0"/>
              <a:t>的功能越来越强，用户已较少使用 </a:t>
            </a:r>
            <a:r>
              <a:rPr lang="en-US" altLang="zh-CN" dirty="0"/>
              <a:t>TELNET </a:t>
            </a:r>
            <a:r>
              <a:rPr lang="zh-CN" altLang="en-US" dirty="0"/>
              <a:t>了。</a:t>
            </a:r>
          </a:p>
          <a:p>
            <a:pPr marL="316531" indent="-316531" eaLnBrk="1" hangingPunct="1">
              <a:defRPr/>
            </a:pPr>
            <a:r>
              <a:rPr lang="en-US" altLang="zh-CN" dirty="0"/>
              <a:t>TELNET </a:t>
            </a:r>
            <a:r>
              <a:rPr lang="zh-CN" altLang="en-US" dirty="0"/>
              <a:t>也使用客户</a:t>
            </a:r>
            <a:r>
              <a:rPr lang="zh-CN" altLang="en-US" dirty="0">
                <a:sym typeface="Symbol" panose="05050102010706020507" pitchFamily="18" charset="2"/>
              </a:rPr>
              <a:t></a:t>
            </a:r>
            <a:r>
              <a:rPr lang="zh-CN" altLang="en-US" dirty="0"/>
              <a:t>服务器方式。在本地系统运行 </a:t>
            </a:r>
            <a:r>
              <a:rPr lang="en-US" altLang="zh-CN" dirty="0"/>
              <a:t>TELNET </a:t>
            </a:r>
            <a:r>
              <a:rPr lang="zh-CN" altLang="en-US" dirty="0"/>
              <a:t>客户进程，而在远地主机则运行 </a:t>
            </a:r>
            <a:r>
              <a:rPr lang="en-US" altLang="zh-CN" dirty="0"/>
              <a:t>TELNET </a:t>
            </a:r>
            <a:r>
              <a:rPr lang="zh-CN" altLang="en-US" dirty="0"/>
              <a:t>服务器进程。</a:t>
            </a:r>
          </a:p>
          <a:p>
            <a:pPr marL="316531" indent="-316531" eaLnBrk="1" hangingPunct="1">
              <a:defRPr/>
            </a:pPr>
            <a:r>
              <a:rPr lang="zh-CN" altLang="en-US" dirty="0"/>
              <a:t>和 </a:t>
            </a:r>
            <a:r>
              <a:rPr lang="en-US" altLang="zh-CN" dirty="0"/>
              <a:t>FTP </a:t>
            </a:r>
            <a:r>
              <a:rPr lang="zh-CN" altLang="en-US" dirty="0"/>
              <a:t>的情况相似，服务器中的</a:t>
            </a:r>
            <a:r>
              <a:rPr lang="zh-CN" altLang="en-US" dirty="0">
                <a:solidFill>
                  <a:srgbClr val="FF0000"/>
                </a:solidFill>
              </a:rPr>
              <a:t>主进程</a:t>
            </a:r>
            <a:r>
              <a:rPr lang="zh-CN" altLang="en-US" dirty="0"/>
              <a:t>等待新的请求，并产生</a:t>
            </a:r>
            <a:r>
              <a:rPr lang="zh-CN" altLang="en-US" dirty="0">
                <a:solidFill>
                  <a:srgbClr val="FF0000"/>
                </a:solidFill>
              </a:rPr>
              <a:t>从属进程</a:t>
            </a:r>
            <a:r>
              <a:rPr lang="zh-CN" altLang="en-US" dirty="0"/>
              <a:t>来处理每一个连接。 </a:t>
            </a:r>
          </a:p>
        </p:txBody>
      </p:sp>
    </p:spTree>
    <p:extLst>
      <p:ext uri="{BB962C8B-B14F-4D97-AF65-F5344CB8AC3E}">
        <p14:creationId xmlns:p14="http://schemas.microsoft.com/office/powerpoint/2010/main" val="282080536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2354" name="Rectangle 2"/>
          <p:cNvSpPr>
            <a:spLocks noGrp="1" noChangeArrowheads="1"/>
          </p:cNvSpPr>
          <p:nvPr>
            <p:ph type="title" idx="4294967295"/>
          </p:nvPr>
        </p:nvSpPr>
        <p:spPr>
          <a:xfrm>
            <a:off x="488504" y="585242"/>
            <a:ext cx="9066212" cy="971550"/>
          </a:xfrm>
        </p:spPr>
        <p:txBody>
          <a:bodyPr/>
          <a:lstStyle/>
          <a:p>
            <a:pPr algn="ctr" eaLnBrk="1" hangingPunct="1">
              <a:defRPr/>
            </a:pPr>
            <a:r>
              <a:rPr lang="en-US" altLang="zh-CN" sz="4062" dirty="0"/>
              <a:t>TELNET </a:t>
            </a:r>
            <a:r>
              <a:rPr lang="zh-CN" altLang="en-US" sz="4062" dirty="0"/>
              <a:t>使用</a:t>
            </a:r>
            <a:br>
              <a:rPr lang="zh-CN" altLang="en-US" sz="4062" dirty="0"/>
            </a:br>
            <a:r>
              <a:rPr lang="zh-CN" altLang="en-US" sz="4062" dirty="0"/>
              <a:t>网络虚拟终端 </a:t>
            </a:r>
            <a:r>
              <a:rPr lang="en-US" altLang="zh-CN" sz="4062" dirty="0"/>
              <a:t>NVT </a:t>
            </a:r>
            <a:r>
              <a:rPr lang="zh-CN" altLang="en-US" sz="4062" dirty="0"/>
              <a:t>格式 </a:t>
            </a:r>
          </a:p>
        </p:txBody>
      </p:sp>
      <p:graphicFrame>
        <p:nvGraphicFramePr>
          <p:cNvPr id="93188" name="Object 5"/>
          <p:cNvGraphicFramePr>
            <a:graphicFrameLocks noChangeAspect="1"/>
          </p:cNvGraphicFramePr>
          <p:nvPr>
            <p:extLst>
              <p:ext uri="{D42A27DB-BD31-4B8C-83A1-F6EECF244321}">
                <p14:modId xmlns:p14="http://schemas.microsoft.com/office/powerpoint/2010/main" val="924518136"/>
              </p:ext>
            </p:extLst>
          </p:nvPr>
        </p:nvGraphicFramePr>
        <p:xfrm>
          <a:off x="3308432" y="2518048"/>
          <a:ext cx="3625321" cy="2297113"/>
        </p:xfrm>
        <a:graphic>
          <a:graphicData uri="http://schemas.openxmlformats.org/presentationml/2006/ole">
            <mc:AlternateContent xmlns:mc="http://schemas.openxmlformats.org/markup-compatibility/2006">
              <mc:Choice xmlns:v="urn:schemas-microsoft-com:vml" Requires="v">
                <p:oleObj spid="_x0000_s17432" name="VISIO" r:id="rId4" imgW="1687068" imgH="964692" progId="Visio.Drawing.6">
                  <p:embed/>
                </p:oleObj>
              </mc:Choice>
              <mc:Fallback>
                <p:oleObj name="VISIO" r:id="rId4" imgW="1687068" imgH="964692" progId="Visio.Drawing.6">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08432" y="2518048"/>
                        <a:ext cx="3625321" cy="2297113"/>
                      </a:xfrm>
                      <a:prstGeom prst="rect">
                        <a:avLst/>
                      </a:prstGeom>
                      <a:noFill/>
                      <a:ln>
                        <a:noFill/>
                      </a:ln>
                      <a:effectLst>
                        <a:outerShdw dist="25400" dir="54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93189" name="Text Box 6"/>
          <p:cNvSpPr txBox="1">
            <a:spLocks noChangeArrowheads="1"/>
          </p:cNvSpPr>
          <p:nvPr/>
        </p:nvSpPr>
        <p:spPr bwMode="auto">
          <a:xfrm>
            <a:off x="4469291" y="2060848"/>
            <a:ext cx="126188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800" b="1">
                <a:solidFill>
                  <a:srgbClr val="000099"/>
                </a:solidFill>
                <a:latin typeface="Arial" charset="0"/>
                <a:ea typeface="黑体" pitchFamily="49" charset="-122"/>
              </a:rPr>
              <a:t>互联网</a:t>
            </a:r>
          </a:p>
        </p:txBody>
      </p:sp>
      <p:pic>
        <p:nvPicPr>
          <p:cNvPr id="93190" name="Picture 7"/>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77207" y="2622822"/>
            <a:ext cx="2139421" cy="2198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93191" name="Picture 8"/>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58944" y="2718073"/>
            <a:ext cx="2013876" cy="1825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3192" name="Text Box 9"/>
          <p:cNvSpPr txBox="1">
            <a:spLocks noChangeArrowheads="1"/>
          </p:cNvSpPr>
          <p:nvPr/>
        </p:nvSpPr>
        <p:spPr bwMode="auto">
          <a:xfrm>
            <a:off x="4419418" y="2946672"/>
            <a:ext cx="149515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400" b="1">
                <a:solidFill>
                  <a:srgbClr val="000099"/>
                </a:solidFill>
                <a:latin typeface="Arial" charset="0"/>
                <a:ea typeface="黑体" pitchFamily="49" charset="-122"/>
              </a:rPr>
              <a:t>TCP </a:t>
            </a:r>
            <a:r>
              <a:rPr kumimoji="1" lang="zh-CN" altLang="en-US" sz="2400" b="1">
                <a:solidFill>
                  <a:srgbClr val="000099"/>
                </a:solidFill>
                <a:latin typeface="Arial" charset="0"/>
                <a:ea typeface="黑体" pitchFamily="49" charset="-122"/>
              </a:rPr>
              <a:t>连接</a:t>
            </a:r>
          </a:p>
        </p:txBody>
      </p:sp>
      <p:sp>
        <p:nvSpPr>
          <p:cNvPr id="93193" name="Text Box 10"/>
          <p:cNvSpPr txBox="1">
            <a:spLocks noChangeArrowheads="1"/>
          </p:cNvSpPr>
          <p:nvPr/>
        </p:nvSpPr>
        <p:spPr bwMode="auto">
          <a:xfrm>
            <a:off x="1426981" y="2224360"/>
            <a:ext cx="119295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400" b="1">
                <a:solidFill>
                  <a:srgbClr val="000099"/>
                </a:solidFill>
                <a:latin typeface="Arial" charset="0"/>
                <a:ea typeface="黑体" pitchFamily="49" charset="-122"/>
              </a:rPr>
              <a:t> </a:t>
            </a:r>
            <a:r>
              <a:rPr kumimoji="1" lang="zh-CN" altLang="en-US" sz="2400" b="1">
                <a:solidFill>
                  <a:srgbClr val="000099"/>
                </a:solidFill>
                <a:latin typeface="Arial" charset="0"/>
                <a:ea typeface="黑体" pitchFamily="49" charset="-122"/>
              </a:rPr>
              <a:t>客户端</a:t>
            </a:r>
          </a:p>
        </p:txBody>
      </p:sp>
      <p:sp>
        <p:nvSpPr>
          <p:cNvPr id="93194" name="Text Box 11"/>
          <p:cNvSpPr txBox="1">
            <a:spLocks noChangeArrowheads="1"/>
          </p:cNvSpPr>
          <p:nvPr/>
        </p:nvSpPr>
        <p:spPr bwMode="auto">
          <a:xfrm>
            <a:off x="7759254" y="2165622"/>
            <a:ext cx="150073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400" b="1">
                <a:solidFill>
                  <a:srgbClr val="000099"/>
                </a:solidFill>
                <a:latin typeface="Arial" charset="0"/>
                <a:ea typeface="黑体" pitchFamily="49" charset="-122"/>
              </a:rPr>
              <a:t> </a:t>
            </a:r>
            <a:r>
              <a:rPr kumimoji="1" lang="zh-CN" altLang="en-US" sz="2400" b="1">
                <a:solidFill>
                  <a:srgbClr val="000099"/>
                </a:solidFill>
                <a:latin typeface="Arial" charset="0"/>
                <a:ea typeface="黑体" pitchFamily="49" charset="-122"/>
              </a:rPr>
              <a:t>服务器端</a:t>
            </a:r>
          </a:p>
        </p:txBody>
      </p:sp>
      <p:sp>
        <p:nvSpPr>
          <p:cNvPr id="93195" name="Text Box 12"/>
          <p:cNvSpPr txBox="1">
            <a:spLocks noChangeArrowheads="1"/>
          </p:cNvSpPr>
          <p:nvPr/>
        </p:nvSpPr>
        <p:spPr bwMode="auto">
          <a:xfrm>
            <a:off x="288479" y="4888185"/>
            <a:ext cx="273183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400" b="1">
                <a:solidFill>
                  <a:srgbClr val="000099"/>
                </a:solidFill>
                <a:latin typeface="Arial" charset="0"/>
                <a:ea typeface="黑体" pitchFamily="49" charset="-122"/>
              </a:rPr>
              <a:t> </a:t>
            </a:r>
            <a:r>
              <a:rPr kumimoji="1" lang="zh-CN" altLang="en-US" sz="2400" b="1">
                <a:solidFill>
                  <a:srgbClr val="000099"/>
                </a:solidFill>
                <a:latin typeface="Arial" charset="0"/>
                <a:ea typeface="黑体" pitchFamily="49" charset="-122"/>
              </a:rPr>
              <a:t>使用客户端的格式</a:t>
            </a:r>
          </a:p>
        </p:txBody>
      </p:sp>
      <p:sp>
        <p:nvSpPr>
          <p:cNvPr id="93196" name="Text Box 13"/>
          <p:cNvSpPr txBox="1">
            <a:spLocks noChangeArrowheads="1"/>
          </p:cNvSpPr>
          <p:nvPr/>
        </p:nvSpPr>
        <p:spPr bwMode="auto">
          <a:xfrm>
            <a:off x="6809929" y="4888185"/>
            <a:ext cx="303961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400" b="1">
                <a:solidFill>
                  <a:srgbClr val="000099"/>
                </a:solidFill>
                <a:latin typeface="Arial" charset="0"/>
                <a:ea typeface="黑体" pitchFamily="49" charset="-122"/>
              </a:rPr>
              <a:t> </a:t>
            </a:r>
            <a:r>
              <a:rPr kumimoji="1" lang="zh-CN" altLang="en-US" sz="2400" b="1">
                <a:solidFill>
                  <a:srgbClr val="000099"/>
                </a:solidFill>
                <a:latin typeface="Arial" charset="0"/>
                <a:ea typeface="黑体" pitchFamily="49" charset="-122"/>
              </a:rPr>
              <a:t>使用服务器端的格式</a:t>
            </a:r>
          </a:p>
        </p:txBody>
      </p:sp>
      <p:sp>
        <p:nvSpPr>
          <p:cNvPr id="93197" name="Text Box 14"/>
          <p:cNvSpPr txBox="1">
            <a:spLocks noChangeArrowheads="1"/>
          </p:cNvSpPr>
          <p:nvPr/>
        </p:nvSpPr>
        <p:spPr bwMode="auto">
          <a:xfrm>
            <a:off x="3827809" y="4888185"/>
            <a:ext cx="228062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400" b="1">
                <a:solidFill>
                  <a:srgbClr val="000099"/>
                </a:solidFill>
                <a:latin typeface="Arial" charset="0"/>
                <a:ea typeface="黑体" pitchFamily="49" charset="-122"/>
              </a:rPr>
              <a:t> </a:t>
            </a:r>
            <a:r>
              <a:rPr kumimoji="1" lang="zh-CN" altLang="en-US" sz="2400" b="1">
                <a:solidFill>
                  <a:srgbClr val="000099"/>
                </a:solidFill>
                <a:latin typeface="Arial" charset="0"/>
                <a:ea typeface="黑体" pitchFamily="49" charset="-122"/>
              </a:rPr>
              <a:t>使用 </a:t>
            </a:r>
            <a:r>
              <a:rPr kumimoji="1" lang="en-US" altLang="zh-CN" sz="2400" b="1">
                <a:solidFill>
                  <a:srgbClr val="000099"/>
                </a:solidFill>
                <a:latin typeface="Arial" charset="0"/>
                <a:ea typeface="黑体" pitchFamily="49" charset="-122"/>
              </a:rPr>
              <a:t>NVT </a:t>
            </a:r>
            <a:r>
              <a:rPr kumimoji="1" lang="zh-CN" altLang="en-US" sz="2400" b="1">
                <a:solidFill>
                  <a:srgbClr val="000099"/>
                </a:solidFill>
                <a:latin typeface="Arial" charset="0"/>
                <a:ea typeface="黑体" pitchFamily="49" charset="-122"/>
              </a:rPr>
              <a:t>格式</a:t>
            </a:r>
          </a:p>
        </p:txBody>
      </p:sp>
      <p:sp>
        <p:nvSpPr>
          <p:cNvPr id="93198" name="Line 15"/>
          <p:cNvSpPr>
            <a:spLocks noChangeShapeType="1"/>
          </p:cNvSpPr>
          <p:nvPr/>
        </p:nvSpPr>
        <p:spPr bwMode="auto">
          <a:xfrm flipV="1">
            <a:off x="1643674" y="3867422"/>
            <a:ext cx="357717" cy="1081088"/>
          </a:xfrm>
          <a:prstGeom prst="line">
            <a:avLst/>
          </a:prstGeom>
          <a:noFill/>
          <a:ln w="28575">
            <a:solidFill>
              <a:srgbClr val="333399"/>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93199" name="Line 16"/>
          <p:cNvSpPr>
            <a:spLocks noChangeShapeType="1"/>
          </p:cNvSpPr>
          <p:nvPr/>
        </p:nvSpPr>
        <p:spPr bwMode="auto">
          <a:xfrm flipH="1" flipV="1">
            <a:off x="5086697" y="3622947"/>
            <a:ext cx="6879" cy="1277938"/>
          </a:xfrm>
          <a:prstGeom prst="line">
            <a:avLst/>
          </a:prstGeom>
          <a:noFill/>
          <a:ln w="28575">
            <a:solidFill>
              <a:srgbClr val="333399"/>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93200" name="Line 17"/>
          <p:cNvSpPr>
            <a:spLocks noChangeShapeType="1"/>
          </p:cNvSpPr>
          <p:nvPr/>
        </p:nvSpPr>
        <p:spPr bwMode="auto">
          <a:xfrm flipV="1">
            <a:off x="8290668" y="3813447"/>
            <a:ext cx="111787" cy="1303338"/>
          </a:xfrm>
          <a:prstGeom prst="line">
            <a:avLst/>
          </a:prstGeom>
          <a:noFill/>
          <a:ln w="28575">
            <a:solidFill>
              <a:srgbClr val="333399"/>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93201" name="Oval 18"/>
          <p:cNvSpPr>
            <a:spLocks noChangeArrowheads="1"/>
          </p:cNvSpPr>
          <p:nvPr/>
        </p:nvSpPr>
        <p:spPr bwMode="auto">
          <a:xfrm>
            <a:off x="1526728" y="3051447"/>
            <a:ext cx="1006078" cy="833438"/>
          </a:xfrm>
          <a:prstGeom prst="ellipse">
            <a:avLst/>
          </a:prstGeom>
          <a:solidFill>
            <a:srgbClr val="FFFF99"/>
          </a:solidFill>
          <a:ln w="19050">
            <a:solidFill>
              <a:schemeClr val="tx1"/>
            </a:solidFill>
            <a:round/>
            <a:headEnd/>
            <a:tailEnd/>
          </a:ln>
          <a:effectLst>
            <a:outerShdw dist="35921" dir="2700000" algn="ctr" rotWithShape="0">
              <a:schemeClr val="bg2"/>
            </a:outerShdw>
          </a:effectLst>
        </p:spPr>
        <p:txBody>
          <a:bodyPr wrap="none" anchor="ctr"/>
          <a:lstStyle/>
          <a:p>
            <a:pPr algn="ctr" eaLnBrk="1" hangingPunct="1"/>
            <a:r>
              <a:rPr kumimoji="1" lang="zh-CN" altLang="en-US" sz="2000" b="1">
                <a:solidFill>
                  <a:srgbClr val="000099"/>
                </a:solidFill>
                <a:latin typeface="Arial" charset="0"/>
                <a:ea typeface="黑体" pitchFamily="49" charset="-122"/>
              </a:rPr>
              <a:t>客户</a:t>
            </a:r>
          </a:p>
        </p:txBody>
      </p:sp>
      <p:sp>
        <p:nvSpPr>
          <p:cNvPr id="93202" name="Oval 19"/>
          <p:cNvSpPr>
            <a:spLocks noChangeArrowheads="1"/>
          </p:cNvSpPr>
          <p:nvPr/>
        </p:nvSpPr>
        <p:spPr bwMode="auto">
          <a:xfrm>
            <a:off x="7855562" y="3051447"/>
            <a:ext cx="1131623" cy="833438"/>
          </a:xfrm>
          <a:prstGeom prst="ellipse">
            <a:avLst/>
          </a:prstGeom>
          <a:solidFill>
            <a:srgbClr val="FFCCCC"/>
          </a:solidFill>
          <a:ln w="19050">
            <a:solidFill>
              <a:schemeClr val="tx1"/>
            </a:solidFill>
            <a:round/>
            <a:headEnd/>
            <a:tailEnd/>
          </a:ln>
          <a:effectLst>
            <a:outerShdw dist="35921" dir="2700000" algn="ctr" rotWithShape="0">
              <a:schemeClr val="bg2"/>
            </a:outerShdw>
          </a:effectLst>
        </p:spPr>
        <p:txBody>
          <a:bodyPr wrap="none" anchor="ctr"/>
          <a:lstStyle/>
          <a:p>
            <a:pPr algn="ctr" eaLnBrk="1" hangingPunct="1"/>
            <a:r>
              <a:rPr kumimoji="1" lang="zh-CN" altLang="en-US" sz="2000" b="1">
                <a:solidFill>
                  <a:srgbClr val="000099"/>
                </a:solidFill>
                <a:latin typeface="Arial" charset="0"/>
                <a:ea typeface="黑体" pitchFamily="49" charset="-122"/>
              </a:rPr>
              <a:t>服务器</a:t>
            </a:r>
          </a:p>
        </p:txBody>
      </p:sp>
      <p:sp>
        <p:nvSpPr>
          <p:cNvPr id="93203" name="AutoShape 20"/>
          <p:cNvSpPr>
            <a:spLocks noChangeArrowheads="1"/>
          </p:cNvSpPr>
          <p:nvPr/>
        </p:nvSpPr>
        <p:spPr bwMode="auto">
          <a:xfrm>
            <a:off x="2596439" y="3329260"/>
            <a:ext cx="5279760" cy="388937"/>
          </a:xfrm>
          <a:prstGeom prst="leftRightArrow">
            <a:avLst>
              <a:gd name="adj1" fmla="val 61111"/>
              <a:gd name="adj2" fmla="val 202172"/>
            </a:avLst>
          </a:prstGeom>
          <a:solidFill>
            <a:srgbClr val="3333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Tree>
    <p:extLst>
      <p:ext uri="{BB962C8B-B14F-4D97-AF65-F5344CB8AC3E}">
        <p14:creationId xmlns:p14="http://schemas.microsoft.com/office/powerpoint/2010/main" val="213153374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ChangeArrowheads="1"/>
          </p:cNvSpPr>
          <p:nvPr>
            <p:ph type="title"/>
          </p:nvPr>
        </p:nvSpPr>
        <p:spPr/>
        <p:txBody>
          <a:bodyPr/>
          <a:lstStyle/>
          <a:p>
            <a:pPr algn="ctr" eaLnBrk="1" hangingPunct="1">
              <a:defRPr/>
            </a:pPr>
            <a:r>
              <a:rPr lang="zh-CN" altLang="en-US" dirty="0"/>
              <a:t>网络虚拟终端 </a:t>
            </a:r>
            <a:r>
              <a:rPr lang="en-US" altLang="zh-CN" dirty="0"/>
              <a:t>NVT </a:t>
            </a:r>
            <a:r>
              <a:rPr lang="zh-CN" altLang="en-US" dirty="0"/>
              <a:t>格式 </a:t>
            </a:r>
          </a:p>
        </p:txBody>
      </p:sp>
      <p:sp>
        <p:nvSpPr>
          <p:cNvPr id="141315" name="Rectangle 3"/>
          <p:cNvSpPr>
            <a:spLocks noGrp="1" noChangeArrowheads="1"/>
          </p:cNvSpPr>
          <p:nvPr>
            <p:ph idx="1"/>
          </p:nvPr>
        </p:nvSpPr>
        <p:spPr/>
        <p:txBody>
          <a:bodyPr/>
          <a:lstStyle/>
          <a:p>
            <a:pPr marL="316531" indent="-316531" algn="just" eaLnBrk="1" hangingPunct="1">
              <a:spcBef>
                <a:spcPts val="554"/>
              </a:spcBef>
              <a:defRPr/>
            </a:pPr>
            <a:r>
              <a:rPr lang="zh-CN" altLang="en-US" dirty="0"/>
              <a:t>客户软件把用户的击键和命令转换成 </a:t>
            </a:r>
            <a:r>
              <a:rPr lang="en-US" altLang="zh-CN" dirty="0"/>
              <a:t>NVT </a:t>
            </a:r>
            <a:r>
              <a:rPr lang="zh-CN" altLang="en-US" dirty="0"/>
              <a:t>格式，并送交服务器。</a:t>
            </a:r>
          </a:p>
          <a:p>
            <a:pPr marL="316531" indent="-316531" algn="just" eaLnBrk="1" hangingPunct="1">
              <a:spcBef>
                <a:spcPts val="554"/>
              </a:spcBef>
              <a:defRPr/>
            </a:pPr>
            <a:r>
              <a:rPr lang="zh-CN" altLang="en-US" dirty="0"/>
              <a:t>服务器软件把收到的数据和命令，从 </a:t>
            </a:r>
            <a:r>
              <a:rPr lang="en-US" altLang="zh-CN" dirty="0"/>
              <a:t>NVT </a:t>
            </a:r>
            <a:r>
              <a:rPr lang="zh-CN" altLang="en-US" dirty="0"/>
              <a:t>格式转换成远地系统所需的格式。</a:t>
            </a:r>
          </a:p>
          <a:p>
            <a:pPr marL="316531" indent="-316531" algn="just" eaLnBrk="1" hangingPunct="1">
              <a:spcBef>
                <a:spcPts val="554"/>
              </a:spcBef>
              <a:defRPr/>
            </a:pPr>
            <a:r>
              <a:rPr lang="zh-CN" altLang="en-US" dirty="0"/>
              <a:t>向用户返回数据时，服务器把远地系统的格式转换为 </a:t>
            </a:r>
            <a:r>
              <a:rPr lang="en-US" altLang="zh-CN" dirty="0"/>
              <a:t>NVT </a:t>
            </a:r>
            <a:r>
              <a:rPr lang="zh-CN" altLang="en-US" dirty="0"/>
              <a:t>格式，本地客户再从 </a:t>
            </a:r>
            <a:r>
              <a:rPr lang="en-US" altLang="zh-CN" dirty="0"/>
              <a:t>NVT </a:t>
            </a:r>
            <a:r>
              <a:rPr lang="zh-CN" altLang="en-US" dirty="0"/>
              <a:t>格式转换到本地系统所需的格式。 </a:t>
            </a:r>
          </a:p>
        </p:txBody>
      </p:sp>
    </p:spTree>
    <p:extLst>
      <p:ext uri="{BB962C8B-B14F-4D97-AF65-F5344CB8AC3E}">
        <p14:creationId xmlns:p14="http://schemas.microsoft.com/office/powerpoint/2010/main" val="193996619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p:cNvSpPr>
          <p:nvPr>
            <p:ph type="title"/>
          </p:nvPr>
        </p:nvSpPr>
        <p:spPr/>
        <p:txBody>
          <a:bodyPr/>
          <a:lstStyle/>
          <a:p>
            <a:pPr eaLnBrk="1" hangingPunct="1"/>
            <a:r>
              <a:rPr lang="zh-CN" altLang="en-US" dirty="0">
                <a:ea typeface="黑体" pitchFamily="49" charset="-122"/>
              </a:rPr>
              <a:t>应用层</a:t>
            </a:r>
          </a:p>
        </p:txBody>
      </p:sp>
      <p:sp>
        <p:nvSpPr>
          <p:cNvPr id="26627" name="内容占位符 2"/>
          <p:cNvSpPr>
            <a:spLocks noGrp="1"/>
          </p:cNvSpPr>
          <p:nvPr>
            <p:ph idx="1"/>
          </p:nvPr>
        </p:nvSpPr>
        <p:spPr/>
        <p:txBody>
          <a:bodyPr/>
          <a:lstStyle/>
          <a:p>
            <a:pPr eaLnBrk="1" hangingPunct="1">
              <a:lnSpc>
                <a:spcPct val="100000"/>
              </a:lnSpc>
            </a:pPr>
            <a:r>
              <a:rPr lang="zh-CN" altLang="en-US" sz="3200" dirty="0">
                <a:solidFill>
                  <a:schemeClr val="bg1">
                    <a:lumMod val="65000"/>
                  </a:schemeClr>
                </a:solidFill>
                <a:ea typeface="黑体" pitchFamily="49" charset="-122"/>
              </a:rPr>
              <a:t>域名系统 </a:t>
            </a:r>
            <a:r>
              <a:rPr lang="en-US" altLang="zh-CN" sz="3200" dirty="0">
                <a:solidFill>
                  <a:schemeClr val="bg1">
                    <a:lumMod val="65000"/>
                  </a:schemeClr>
                </a:solidFill>
                <a:ea typeface="黑体" pitchFamily="49" charset="-122"/>
              </a:rPr>
              <a:t>DNS</a:t>
            </a:r>
          </a:p>
          <a:p>
            <a:pPr>
              <a:lnSpc>
                <a:spcPct val="100000"/>
              </a:lnSpc>
            </a:pPr>
            <a:r>
              <a:rPr lang="zh-CN" altLang="en-US" sz="3200" dirty="0">
                <a:solidFill>
                  <a:schemeClr val="bg1">
                    <a:lumMod val="65000"/>
                  </a:schemeClr>
                </a:solidFill>
                <a:ea typeface="黑体" pitchFamily="49" charset="-122"/>
              </a:rPr>
              <a:t>电子邮件</a:t>
            </a:r>
            <a:endParaRPr lang="en-US" altLang="zh-CN" sz="3200" dirty="0">
              <a:solidFill>
                <a:schemeClr val="bg1">
                  <a:lumMod val="65000"/>
                </a:schemeClr>
              </a:solidFill>
              <a:ea typeface="黑体" pitchFamily="49" charset="-122"/>
            </a:endParaRPr>
          </a:p>
          <a:p>
            <a:pPr eaLnBrk="1" hangingPunct="1">
              <a:lnSpc>
                <a:spcPct val="100000"/>
              </a:lnSpc>
            </a:pPr>
            <a:r>
              <a:rPr lang="zh-CN" altLang="en-US" sz="3200" dirty="0">
                <a:solidFill>
                  <a:schemeClr val="bg1">
                    <a:lumMod val="65000"/>
                  </a:schemeClr>
                </a:solidFill>
                <a:ea typeface="黑体" pitchFamily="49" charset="-122"/>
              </a:rPr>
              <a:t>文件传送协议</a:t>
            </a:r>
            <a:endParaRPr lang="en-US" altLang="zh-CN" sz="3200" dirty="0">
              <a:solidFill>
                <a:schemeClr val="bg1">
                  <a:lumMod val="65000"/>
                </a:schemeClr>
              </a:solidFill>
              <a:ea typeface="黑体" pitchFamily="49" charset="-122"/>
            </a:endParaRPr>
          </a:p>
          <a:p>
            <a:pPr eaLnBrk="1" hangingPunct="1">
              <a:lnSpc>
                <a:spcPct val="100000"/>
              </a:lnSpc>
            </a:pPr>
            <a:r>
              <a:rPr lang="zh-CN" altLang="en-US" sz="3200" dirty="0">
                <a:solidFill>
                  <a:schemeClr val="bg1">
                    <a:lumMod val="65000"/>
                  </a:schemeClr>
                </a:solidFill>
                <a:ea typeface="黑体" pitchFamily="49" charset="-122"/>
              </a:rPr>
              <a:t>远程终端协议 </a:t>
            </a:r>
            <a:r>
              <a:rPr lang="en-US" altLang="zh-CN" sz="3200" dirty="0">
                <a:solidFill>
                  <a:schemeClr val="bg1">
                    <a:lumMod val="65000"/>
                  </a:schemeClr>
                </a:solidFill>
                <a:ea typeface="黑体" pitchFamily="49" charset="-122"/>
              </a:rPr>
              <a:t>TELNET</a:t>
            </a:r>
          </a:p>
          <a:p>
            <a:pPr eaLnBrk="1" hangingPunct="1">
              <a:lnSpc>
                <a:spcPct val="100000"/>
              </a:lnSpc>
            </a:pPr>
            <a:r>
              <a:rPr lang="zh-CN" altLang="en-US" sz="3600" dirty="0">
                <a:solidFill>
                  <a:srgbClr val="FF0000"/>
                </a:solidFill>
                <a:ea typeface="黑体" pitchFamily="49" charset="-122"/>
              </a:rPr>
              <a:t>万维网 </a:t>
            </a:r>
            <a:r>
              <a:rPr lang="en-US" altLang="zh-CN" sz="3600" dirty="0">
                <a:solidFill>
                  <a:srgbClr val="FF0000"/>
                </a:solidFill>
                <a:ea typeface="黑体" pitchFamily="49" charset="-122"/>
              </a:rPr>
              <a:t>WWW</a:t>
            </a:r>
          </a:p>
        </p:txBody>
      </p:sp>
    </p:spTree>
    <p:extLst>
      <p:ext uri="{BB962C8B-B14F-4D97-AF65-F5344CB8AC3E}">
        <p14:creationId xmlns:p14="http://schemas.microsoft.com/office/powerpoint/2010/main" val="75375101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3746" name="Rectangle 2"/>
          <p:cNvSpPr>
            <a:spLocks noGrp="1" noChangeArrowheads="1"/>
          </p:cNvSpPr>
          <p:nvPr>
            <p:ph type="title"/>
          </p:nvPr>
        </p:nvSpPr>
        <p:spPr/>
        <p:txBody>
          <a:bodyPr/>
          <a:lstStyle/>
          <a:p>
            <a:pPr eaLnBrk="1" hangingPunct="1">
              <a:defRPr/>
            </a:pPr>
            <a:r>
              <a:rPr lang="zh-CN" altLang="en-US" sz="4800" dirty="0"/>
              <a:t>万维网：概述</a:t>
            </a:r>
          </a:p>
        </p:txBody>
      </p:sp>
      <p:sp>
        <p:nvSpPr>
          <p:cNvPr id="543747" name="Rectangle 3"/>
          <p:cNvSpPr>
            <a:spLocks noGrp="1" noChangeArrowheads="1"/>
          </p:cNvSpPr>
          <p:nvPr>
            <p:ph idx="1"/>
          </p:nvPr>
        </p:nvSpPr>
        <p:spPr/>
        <p:txBody>
          <a:bodyPr/>
          <a:lstStyle/>
          <a:p>
            <a:pPr algn="just" eaLnBrk="1" hangingPunct="1"/>
            <a:r>
              <a:rPr lang="zh-CN" altLang="en-US" dirty="0">
                <a:solidFill>
                  <a:srgbClr val="FF0000"/>
                </a:solidFill>
                <a:ea typeface="黑体" pitchFamily="49" charset="-122"/>
              </a:rPr>
              <a:t>万维网</a:t>
            </a:r>
            <a:r>
              <a:rPr lang="zh-CN" altLang="en-US" dirty="0">
                <a:ea typeface="黑体" pitchFamily="49" charset="-122"/>
              </a:rPr>
              <a:t> </a:t>
            </a:r>
            <a:r>
              <a:rPr lang="en-US" altLang="zh-CN" dirty="0">
                <a:ea typeface="黑体" pitchFamily="49" charset="-122"/>
              </a:rPr>
              <a:t>WWW (World Wide Web) </a:t>
            </a:r>
            <a:r>
              <a:rPr lang="zh-CN" altLang="en-US" dirty="0">
                <a:ea typeface="黑体" pitchFamily="49" charset="-122"/>
              </a:rPr>
              <a:t>并非某种特殊的计算机网络。</a:t>
            </a:r>
          </a:p>
          <a:p>
            <a:pPr algn="just" eaLnBrk="1" hangingPunct="1"/>
            <a:r>
              <a:rPr lang="zh-CN" altLang="en-US" dirty="0">
                <a:ea typeface="黑体" pitchFamily="49" charset="-122"/>
              </a:rPr>
              <a:t>万维网是一个大规模的、联机式的</a:t>
            </a:r>
            <a:r>
              <a:rPr lang="zh-CN" altLang="en-US" dirty="0">
                <a:solidFill>
                  <a:srgbClr val="FF0000"/>
                </a:solidFill>
                <a:ea typeface="黑体" pitchFamily="49" charset="-122"/>
              </a:rPr>
              <a:t>信息储藏所。</a:t>
            </a:r>
          </a:p>
          <a:p>
            <a:pPr algn="just" eaLnBrk="1" hangingPunct="1"/>
            <a:r>
              <a:rPr lang="zh-CN" altLang="en-US" dirty="0">
                <a:ea typeface="黑体" pitchFamily="49" charset="-122"/>
              </a:rPr>
              <a:t>万维网用链接的方法能非常方便地从互联网上的一个站点访问另一个站点，从而主动地按需获取丰富的信息。</a:t>
            </a:r>
          </a:p>
          <a:p>
            <a:pPr algn="just" eaLnBrk="1" hangingPunct="1"/>
            <a:r>
              <a:rPr lang="zh-CN" altLang="en-US" dirty="0">
                <a:ea typeface="黑体" pitchFamily="49" charset="-122"/>
              </a:rPr>
              <a:t>这种访问方式称为“</a:t>
            </a:r>
            <a:r>
              <a:rPr lang="zh-CN" altLang="en-US" dirty="0">
                <a:solidFill>
                  <a:srgbClr val="FF0000"/>
                </a:solidFill>
                <a:ea typeface="黑体" pitchFamily="49" charset="-122"/>
              </a:rPr>
              <a:t>链接</a:t>
            </a:r>
            <a:r>
              <a:rPr lang="zh-CN" altLang="en-US" dirty="0">
                <a:ea typeface="黑体" pitchFamily="49" charset="-122"/>
              </a:rPr>
              <a:t>”。</a:t>
            </a:r>
          </a:p>
        </p:txBody>
      </p:sp>
    </p:spTree>
    <p:extLst>
      <p:ext uri="{BB962C8B-B14F-4D97-AF65-F5344CB8AC3E}">
        <p14:creationId xmlns:p14="http://schemas.microsoft.com/office/powerpoint/2010/main" val="321379339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4770" name="Rectangle 2"/>
          <p:cNvSpPr>
            <a:spLocks noGrp="1" noChangeArrowheads="1"/>
          </p:cNvSpPr>
          <p:nvPr>
            <p:ph type="title"/>
          </p:nvPr>
        </p:nvSpPr>
        <p:spPr/>
        <p:txBody>
          <a:bodyPr/>
          <a:lstStyle/>
          <a:p>
            <a:pPr algn="ctr" eaLnBrk="1" hangingPunct="1">
              <a:defRPr/>
            </a:pPr>
            <a:r>
              <a:rPr dirty="0"/>
              <a:t>万维网提供分布式服务 </a:t>
            </a:r>
          </a:p>
        </p:txBody>
      </p:sp>
      <p:sp>
        <p:nvSpPr>
          <p:cNvPr id="100355" name="Text Box 5"/>
          <p:cNvSpPr txBox="1">
            <a:spLocks noChangeArrowheads="1"/>
          </p:cNvSpPr>
          <p:nvPr/>
        </p:nvSpPr>
        <p:spPr bwMode="auto">
          <a:xfrm>
            <a:off x="2993402" y="3631084"/>
            <a:ext cx="1135247" cy="1723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10600" b="1">
                <a:solidFill>
                  <a:srgbClr val="000099"/>
                </a:solidFill>
                <a:latin typeface="Arial" charset="0"/>
                <a:ea typeface="黑体" pitchFamily="49" charset="-122"/>
                <a:sym typeface="Wingdings" pitchFamily="2" charset="2"/>
              </a:rPr>
              <a:t></a:t>
            </a:r>
            <a:endParaRPr kumimoji="1" lang="en-US" altLang="zh-CN" sz="10600" b="1">
              <a:solidFill>
                <a:srgbClr val="000099"/>
              </a:solidFill>
              <a:latin typeface="Arial" charset="0"/>
              <a:ea typeface="黑体" pitchFamily="49" charset="-122"/>
            </a:endParaRPr>
          </a:p>
        </p:txBody>
      </p:sp>
      <p:sp>
        <p:nvSpPr>
          <p:cNvPr id="100356" name="Text Box 6"/>
          <p:cNvSpPr txBox="1">
            <a:spLocks noChangeArrowheads="1"/>
          </p:cNvSpPr>
          <p:nvPr/>
        </p:nvSpPr>
        <p:spPr bwMode="auto">
          <a:xfrm>
            <a:off x="876337" y="1603847"/>
            <a:ext cx="1045479"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9600" b="1">
                <a:solidFill>
                  <a:srgbClr val="000099"/>
                </a:solidFill>
                <a:latin typeface="Arial" charset="0"/>
                <a:ea typeface="黑体" pitchFamily="49" charset="-122"/>
                <a:sym typeface="Wingdings" pitchFamily="2" charset="2"/>
              </a:rPr>
              <a:t></a:t>
            </a:r>
            <a:endParaRPr kumimoji="1" lang="en-US" altLang="zh-CN" sz="9600" b="1">
              <a:solidFill>
                <a:srgbClr val="000099"/>
              </a:solidFill>
              <a:latin typeface="Arial" charset="0"/>
              <a:ea typeface="黑体" pitchFamily="49" charset="-122"/>
            </a:endParaRPr>
          </a:p>
        </p:txBody>
      </p:sp>
      <p:sp>
        <p:nvSpPr>
          <p:cNvPr id="100357" name="Text Box 7"/>
          <p:cNvSpPr txBox="1">
            <a:spLocks noChangeArrowheads="1"/>
          </p:cNvSpPr>
          <p:nvPr/>
        </p:nvSpPr>
        <p:spPr bwMode="auto">
          <a:xfrm>
            <a:off x="4355477" y="1484784"/>
            <a:ext cx="1135247" cy="1723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10600" b="1">
                <a:solidFill>
                  <a:srgbClr val="000099"/>
                </a:solidFill>
                <a:latin typeface="Arial" charset="0"/>
                <a:ea typeface="黑体" pitchFamily="49" charset="-122"/>
                <a:sym typeface="Wingdings" pitchFamily="2" charset="2"/>
              </a:rPr>
              <a:t></a:t>
            </a:r>
            <a:endParaRPr kumimoji="1" lang="en-US" altLang="zh-CN" sz="10600" b="1">
              <a:solidFill>
                <a:srgbClr val="000099"/>
              </a:solidFill>
              <a:latin typeface="Arial" charset="0"/>
              <a:ea typeface="黑体" pitchFamily="49" charset="-122"/>
            </a:endParaRPr>
          </a:p>
        </p:txBody>
      </p:sp>
      <p:sp>
        <p:nvSpPr>
          <p:cNvPr id="100358" name="Text Box 8"/>
          <p:cNvSpPr txBox="1">
            <a:spLocks noChangeArrowheads="1"/>
          </p:cNvSpPr>
          <p:nvPr/>
        </p:nvSpPr>
        <p:spPr bwMode="auto">
          <a:xfrm>
            <a:off x="6321197" y="3558059"/>
            <a:ext cx="1135247" cy="1723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10600" b="1">
                <a:solidFill>
                  <a:srgbClr val="000099"/>
                </a:solidFill>
                <a:latin typeface="Arial" charset="0"/>
                <a:ea typeface="黑体" pitchFamily="49" charset="-122"/>
                <a:sym typeface="Wingdings" pitchFamily="2" charset="2"/>
              </a:rPr>
              <a:t></a:t>
            </a:r>
            <a:endParaRPr kumimoji="1" lang="en-US" altLang="zh-CN" sz="10600" b="1">
              <a:solidFill>
                <a:srgbClr val="000099"/>
              </a:solidFill>
              <a:latin typeface="Arial" charset="0"/>
              <a:ea typeface="黑体" pitchFamily="49" charset="-122"/>
            </a:endParaRPr>
          </a:p>
        </p:txBody>
      </p:sp>
      <p:sp>
        <p:nvSpPr>
          <p:cNvPr id="100359" name="Text Box 9"/>
          <p:cNvSpPr txBox="1">
            <a:spLocks noChangeArrowheads="1"/>
          </p:cNvSpPr>
          <p:nvPr/>
        </p:nvSpPr>
        <p:spPr bwMode="auto">
          <a:xfrm>
            <a:off x="8083985" y="1646709"/>
            <a:ext cx="1045479"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9600" b="1">
                <a:solidFill>
                  <a:srgbClr val="000099"/>
                </a:solidFill>
                <a:latin typeface="Arial" charset="0"/>
                <a:ea typeface="黑体" pitchFamily="49" charset="-122"/>
                <a:sym typeface="Wingdings" pitchFamily="2" charset="2"/>
              </a:rPr>
              <a:t></a:t>
            </a:r>
            <a:endParaRPr kumimoji="1" lang="en-US" altLang="zh-CN" sz="9600" b="1">
              <a:solidFill>
                <a:srgbClr val="000099"/>
              </a:solidFill>
              <a:latin typeface="Arial" charset="0"/>
              <a:ea typeface="黑体" pitchFamily="49" charset="-122"/>
            </a:endParaRPr>
          </a:p>
        </p:txBody>
      </p:sp>
      <p:pic>
        <p:nvPicPr>
          <p:cNvPr id="100360" name="Picture 1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15389" y="2880196"/>
            <a:ext cx="711994" cy="623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0361" name="Text Box 11"/>
          <p:cNvSpPr txBox="1">
            <a:spLocks noChangeArrowheads="1"/>
          </p:cNvSpPr>
          <p:nvPr/>
        </p:nvSpPr>
        <p:spPr bwMode="auto">
          <a:xfrm>
            <a:off x="995003" y="3438997"/>
            <a:ext cx="954107"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a:solidFill>
                  <a:srgbClr val="000099"/>
                </a:solidFill>
                <a:latin typeface="Arial" charset="0"/>
                <a:ea typeface="黑体" pitchFamily="49" charset="-122"/>
              </a:rPr>
              <a:t>万维网</a:t>
            </a:r>
          </a:p>
          <a:p>
            <a:pPr eaLnBrk="1" hangingPunct="1"/>
            <a:r>
              <a:rPr kumimoji="1" lang="zh-CN" altLang="en-US" sz="2000" b="1">
                <a:solidFill>
                  <a:srgbClr val="000099"/>
                </a:solidFill>
                <a:latin typeface="Arial" charset="0"/>
                <a:ea typeface="黑体" pitchFamily="49" charset="-122"/>
              </a:rPr>
              <a:t>站点 </a:t>
            </a:r>
            <a:r>
              <a:rPr kumimoji="1" lang="en-US" altLang="zh-CN" sz="2000" b="1">
                <a:solidFill>
                  <a:srgbClr val="000099"/>
                </a:solidFill>
                <a:latin typeface="Arial" charset="0"/>
                <a:ea typeface="黑体" pitchFamily="49" charset="-122"/>
              </a:rPr>
              <a:t>A</a:t>
            </a:r>
          </a:p>
        </p:txBody>
      </p:sp>
      <p:pic>
        <p:nvPicPr>
          <p:cNvPr id="100362" name="Picture 1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73890" y="2892896"/>
            <a:ext cx="713714" cy="623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0363" name="Picture 1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266282" y="2880196"/>
            <a:ext cx="713713" cy="623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0364" name="Picture 1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65408" y="4936010"/>
            <a:ext cx="711994" cy="623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0365" name="Picture 1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59969" y="4936010"/>
            <a:ext cx="713714" cy="623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0366" name="Text Box 16"/>
          <p:cNvSpPr txBox="1">
            <a:spLocks noChangeArrowheads="1"/>
          </p:cNvSpPr>
          <p:nvPr/>
        </p:nvSpPr>
        <p:spPr bwMode="auto">
          <a:xfrm>
            <a:off x="8094303" y="3469160"/>
            <a:ext cx="954107"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a:solidFill>
                  <a:srgbClr val="000099"/>
                </a:solidFill>
                <a:latin typeface="Arial" charset="0"/>
                <a:ea typeface="黑体" pitchFamily="49" charset="-122"/>
              </a:rPr>
              <a:t>万维网</a:t>
            </a:r>
          </a:p>
          <a:p>
            <a:pPr eaLnBrk="1" hangingPunct="1"/>
            <a:r>
              <a:rPr kumimoji="1" lang="zh-CN" altLang="en-US" sz="2000" b="1">
                <a:solidFill>
                  <a:srgbClr val="000099"/>
                </a:solidFill>
                <a:latin typeface="Arial" charset="0"/>
                <a:ea typeface="黑体" pitchFamily="49" charset="-122"/>
              </a:rPr>
              <a:t>站点 </a:t>
            </a:r>
            <a:r>
              <a:rPr kumimoji="1" lang="en-US" altLang="zh-CN" sz="2000" b="1">
                <a:solidFill>
                  <a:srgbClr val="000099"/>
                </a:solidFill>
                <a:latin typeface="Arial" charset="0"/>
                <a:ea typeface="黑体" pitchFamily="49" charset="-122"/>
              </a:rPr>
              <a:t>C</a:t>
            </a:r>
          </a:p>
        </p:txBody>
      </p:sp>
      <p:sp>
        <p:nvSpPr>
          <p:cNvPr id="100367" name="Text Box 17"/>
          <p:cNvSpPr txBox="1">
            <a:spLocks noChangeArrowheads="1"/>
          </p:cNvSpPr>
          <p:nvPr/>
        </p:nvSpPr>
        <p:spPr bwMode="auto">
          <a:xfrm>
            <a:off x="5997877" y="5537672"/>
            <a:ext cx="170912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a:solidFill>
                  <a:srgbClr val="000099"/>
                </a:solidFill>
                <a:latin typeface="Arial" charset="0"/>
                <a:ea typeface="黑体" pitchFamily="49" charset="-122"/>
              </a:rPr>
              <a:t>万维网站点 </a:t>
            </a:r>
            <a:r>
              <a:rPr kumimoji="1" lang="en-US" altLang="zh-CN" sz="2000" b="1">
                <a:solidFill>
                  <a:srgbClr val="000099"/>
                </a:solidFill>
                <a:latin typeface="Arial" charset="0"/>
                <a:ea typeface="黑体" pitchFamily="49" charset="-122"/>
              </a:rPr>
              <a:t>E</a:t>
            </a:r>
          </a:p>
        </p:txBody>
      </p:sp>
      <p:sp>
        <p:nvSpPr>
          <p:cNvPr id="100368" name="Text Box 18"/>
          <p:cNvSpPr txBox="1">
            <a:spLocks noChangeArrowheads="1"/>
          </p:cNvSpPr>
          <p:nvPr/>
        </p:nvSpPr>
        <p:spPr bwMode="auto">
          <a:xfrm>
            <a:off x="2721674" y="5540846"/>
            <a:ext cx="172354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a:solidFill>
                  <a:srgbClr val="000099"/>
                </a:solidFill>
                <a:latin typeface="Arial" charset="0"/>
                <a:ea typeface="黑体" pitchFamily="49" charset="-122"/>
              </a:rPr>
              <a:t>万维网站点 </a:t>
            </a:r>
            <a:r>
              <a:rPr kumimoji="1" lang="en-US" altLang="zh-CN" sz="2000" b="1">
                <a:solidFill>
                  <a:srgbClr val="000099"/>
                </a:solidFill>
                <a:latin typeface="Arial" charset="0"/>
                <a:ea typeface="黑体" pitchFamily="49" charset="-122"/>
              </a:rPr>
              <a:t>D</a:t>
            </a:r>
          </a:p>
        </p:txBody>
      </p:sp>
      <p:sp>
        <p:nvSpPr>
          <p:cNvPr id="100369" name="Text Box 19"/>
          <p:cNvSpPr txBox="1">
            <a:spLocks noChangeArrowheads="1"/>
          </p:cNvSpPr>
          <p:nvPr/>
        </p:nvSpPr>
        <p:spPr bwMode="auto">
          <a:xfrm>
            <a:off x="4047634" y="3486622"/>
            <a:ext cx="173156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a:solidFill>
                  <a:srgbClr val="000099"/>
                </a:solidFill>
                <a:latin typeface="Arial" charset="0"/>
                <a:ea typeface="黑体" pitchFamily="49" charset="-122"/>
              </a:rPr>
              <a:t>万维网站点 </a:t>
            </a:r>
            <a:r>
              <a:rPr kumimoji="1" lang="en-US" altLang="zh-CN" sz="2000" b="1">
                <a:solidFill>
                  <a:srgbClr val="000099"/>
                </a:solidFill>
                <a:latin typeface="Arial" charset="0"/>
                <a:ea typeface="黑体" pitchFamily="49" charset="-122"/>
              </a:rPr>
              <a:t>B</a:t>
            </a:r>
          </a:p>
        </p:txBody>
      </p:sp>
      <p:grpSp>
        <p:nvGrpSpPr>
          <p:cNvPr id="544821" name="Group 53"/>
          <p:cNvGrpSpPr>
            <a:grpSpLocks/>
          </p:cNvGrpSpPr>
          <p:nvPr/>
        </p:nvGrpSpPr>
        <p:grpSpPr bwMode="auto">
          <a:xfrm>
            <a:off x="1541897" y="1900710"/>
            <a:ext cx="3272763" cy="582612"/>
            <a:chOff x="833" y="1365"/>
            <a:chExt cx="1903" cy="367"/>
          </a:xfrm>
        </p:grpSpPr>
        <p:sp>
          <p:nvSpPr>
            <p:cNvPr id="100404" name="Line 25"/>
            <p:cNvSpPr>
              <a:spLocks noChangeShapeType="1"/>
            </p:cNvSpPr>
            <p:nvPr/>
          </p:nvSpPr>
          <p:spPr bwMode="auto">
            <a:xfrm flipV="1">
              <a:off x="833" y="1564"/>
              <a:ext cx="1903" cy="168"/>
            </a:xfrm>
            <a:prstGeom prst="line">
              <a:avLst/>
            </a:prstGeom>
            <a:noFill/>
            <a:ln w="76200">
              <a:solidFill>
                <a:schemeClr val="hlink"/>
              </a:solidFill>
              <a:prstDash val="sysDot"/>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00405" name="Text Box 26"/>
            <p:cNvSpPr txBox="1">
              <a:spLocks noChangeArrowheads="1"/>
            </p:cNvSpPr>
            <p:nvPr/>
          </p:nvSpPr>
          <p:spPr bwMode="auto">
            <a:xfrm rot="21377422">
              <a:off x="1520" y="1365"/>
              <a:ext cx="555"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a:solidFill>
                    <a:srgbClr val="000099"/>
                  </a:solidFill>
                  <a:latin typeface="Arial" charset="0"/>
                  <a:ea typeface="黑体" pitchFamily="49" charset="-122"/>
                </a:rPr>
                <a:t>链接到</a:t>
              </a:r>
            </a:p>
          </p:txBody>
        </p:sp>
      </p:grpSp>
      <p:grpSp>
        <p:nvGrpSpPr>
          <p:cNvPr id="544823" name="Group 55"/>
          <p:cNvGrpSpPr>
            <a:grpSpLocks/>
          </p:cNvGrpSpPr>
          <p:nvPr/>
        </p:nvGrpSpPr>
        <p:grpSpPr bwMode="auto">
          <a:xfrm>
            <a:off x="3507619" y="2508721"/>
            <a:ext cx="1179777" cy="1862138"/>
            <a:chOff x="1976" y="1748"/>
            <a:chExt cx="686" cy="1173"/>
          </a:xfrm>
        </p:grpSpPr>
        <p:sp>
          <p:nvSpPr>
            <p:cNvPr id="100402" name="Line 22"/>
            <p:cNvSpPr>
              <a:spLocks noChangeShapeType="1"/>
            </p:cNvSpPr>
            <p:nvPr/>
          </p:nvSpPr>
          <p:spPr bwMode="auto">
            <a:xfrm flipH="1">
              <a:off x="1976" y="1778"/>
              <a:ext cx="686" cy="1143"/>
            </a:xfrm>
            <a:prstGeom prst="line">
              <a:avLst/>
            </a:prstGeom>
            <a:noFill/>
            <a:ln w="76200">
              <a:solidFill>
                <a:schemeClr val="hlink"/>
              </a:solidFill>
              <a:prstDash val="sysDot"/>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00403" name="Text Box 27"/>
            <p:cNvSpPr txBox="1">
              <a:spLocks noChangeArrowheads="1"/>
            </p:cNvSpPr>
            <p:nvPr/>
          </p:nvSpPr>
          <p:spPr bwMode="auto">
            <a:xfrm rot="18143965">
              <a:off x="2024" y="1932"/>
              <a:ext cx="601"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a:solidFill>
                    <a:srgbClr val="000099"/>
                  </a:solidFill>
                  <a:latin typeface="Arial" charset="0"/>
                  <a:ea typeface="黑体" pitchFamily="49" charset="-122"/>
                </a:rPr>
                <a:t>链接到</a:t>
              </a:r>
            </a:p>
          </p:txBody>
        </p:sp>
      </p:grpSp>
      <p:grpSp>
        <p:nvGrpSpPr>
          <p:cNvPr id="544822" name="Group 54"/>
          <p:cNvGrpSpPr>
            <a:grpSpLocks/>
          </p:cNvGrpSpPr>
          <p:nvPr/>
        </p:nvGrpSpPr>
        <p:grpSpPr bwMode="auto">
          <a:xfrm>
            <a:off x="1602090" y="2727797"/>
            <a:ext cx="5217848" cy="2035175"/>
            <a:chOff x="868" y="1886"/>
            <a:chExt cx="3034" cy="1282"/>
          </a:xfrm>
        </p:grpSpPr>
        <p:sp>
          <p:nvSpPr>
            <p:cNvPr id="100400" name="Line 20"/>
            <p:cNvSpPr>
              <a:spLocks noChangeShapeType="1"/>
            </p:cNvSpPr>
            <p:nvPr/>
          </p:nvSpPr>
          <p:spPr bwMode="auto">
            <a:xfrm>
              <a:off x="868" y="1886"/>
              <a:ext cx="3034" cy="1282"/>
            </a:xfrm>
            <a:prstGeom prst="line">
              <a:avLst/>
            </a:prstGeom>
            <a:noFill/>
            <a:ln w="76200">
              <a:solidFill>
                <a:schemeClr val="hlink"/>
              </a:solidFill>
              <a:prstDash val="sysDot"/>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00401" name="Text Box 28"/>
            <p:cNvSpPr txBox="1">
              <a:spLocks noChangeArrowheads="1"/>
            </p:cNvSpPr>
            <p:nvPr/>
          </p:nvSpPr>
          <p:spPr bwMode="auto">
            <a:xfrm rot="1357240">
              <a:off x="1479" y="1972"/>
              <a:ext cx="555"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a:solidFill>
                    <a:srgbClr val="000099"/>
                  </a:solidFill>
                  <a:latin typeface="Arial" charset="0"/>
                  <a:ea typeface="黑体" pitchFamily="49" charset="-122"/>
                </a:rPr>
                <a:t>链接到</a:t>
              </a:r>
            </a:p>
          </p:txBody>
        </p:sp>
      </p:grpSp>
      <p:grpSp>
        <p:nvGrpSpPr>
          <p:cNvPr id="544826" name="Group 58"/>
          <p:cNvGrpSpPr>
            <a:grpSpLocks/>
          </p:cNvGrpSpPr>
          <p:nvPr/>
        </p:nvGrpSpPr>
        <p:grpSpPr bwMode="auto">
          <a:xfrm>
            <a:off x="3781066" y="2727797"/>
            <a:ext cx="4717388" cy="2074863"/>
            <a:chOff x="2135" y="1886"/>
            <a:chExt cx="2743" cy="1307"/>
          </a:xfrm>
        </p:grpSpPr>
        <p:sp>
          <p:nvSpPr>
            <p:cNvPr id="100398" name="Line 21"/>
            <p:cNvSpPr>
              <a:spLocks noChangeShapeType="1"/>
            </p:cNvSpPr>
            <p:nvPr/>
          </p:nvSpPr>
          <p:spPr bwMode="auto">
            <a:xfrm flipV="1">
              <a:off x="2135" y="1886"/>
              <a:ext cx="2743" cy="1307"/>
            </a:xfrm>
            <a:prstGeom prst="line">
              <a:avLst/>
            </a:prstGeom>
            <a:noFill/>
            <a:ln w="76200">
              <a:solidFill>
                <a:schemeClr val="hlink"/>
              </a:solidFill>
              <a:prstDash val="sysDot"/>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00399" name="Text Box 29"/>
            <p:cNvSpPr txBox="1">
              <a:spLocks noChangeArrowheads="1"/>
            </p:cNvSpPr>
            <p:nvPr/>
          </p:nvSpPr>
          <p:spPr bwMode="auto">
            <a:xfrm rot="20118828">
              <a:off x="3724" y="2008"/>
              <a:ext cx="555"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a:solidFill>
                    <a:srgbClr val="000099"/>
                  </a:solidFill>
                  <a:latin typeface="Arial" charset="0"/>
                  <a:ea typeface="黑体" pitchFamily="49" charset="-122"/>
                </a:rPr>
                <a:t>链接到</a:t>
              </a:r>
            </a:p>
          </p:txBody>
        </p:sp>
      </p:grpSp>
      <p:grpSp>
        <p:nvGrpSpPr>
          <p:cNvPr id="544825" name="Group 57"/>
          <p:cNvGrpSpPr>
            <a:grpSpLocks/>
          </p:cNvGrpSpPr>
          <p:nvPr/>
        </p:nvGrpSpPr>
        <p:grpSpPr bwMode="auto">
          <a:xfrm>
            <a:off x="1330363" y="2815109"/>
            <a:ext cx="2087827" cy="1814512"/>
            <a:chOff x="710" y="1941"/>
            <a:chExt cx="1214" cy="1143"/>
          </a:xfrm>
        </p:grpSpPr>
        <p:sp>
          <p:nvSpPr>
            <p:cNvPr id="100396" name="Line 24"/>
            <p:cNvSpPr>
              <a:spLocks noChangeShapeType="1"/>
            </p:cNvSpPr>
            <p:nvPr/>
          </p:nvSpPr>
          <p:spPr bwMode="auto">
            <a:xfrm flipH="1" flipV="1">
              <a:off x="710" y="1941"/>
              <a:ext cx="1214" cy="1143"/>
            </a:xfrm>
            <a:prstGeom prst="line">
              <a:avLst/>
            </a:prstGeom>
            <a:noFill/>
            <a:ln w="76200">
              <a:solidFill>
                <a:schemeClr val="hlink"/>
              </a:solidFill>
              <a:prstDash val="sysDot"/>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00397" name="Text Box 30"/>
            <p:cNvSpPr txBox="1">
              <a:spLocks noChangeArrowheads="1"/>
            </p:cNvSpPr>
            <p:nvPr/>
          </p:nvSpPr>
          <p:spPr bwMode="auto">
            <a:xfrm rot="2570439">
              <a:off x="1222" y="2355"/>
              <a:ext cx="555"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a:solidFill>
                    <a:srgbClr val="000099"/>
                  </a:solidFill>
                  <a:latin typeface="Arial" charset="0"/>
                  <a:ea typeface="黑体" pitchFamily="49" charset="-122"/>
                </a:rPr>
                <a:t>链接到</a:t>
              </a:r>
            </a:p>
          </p:txBody>
        </p:sp>
      </p:grpSp>
      <p:grpSp>
        <p:nvGrpSpPr>
          <p:cNvPr id="544824" name="Group 56"/>
          <p:cNvGrpSpPr>
            <a:grpSpLocks/>
          </p:cNvGrpSpPr>
          <p:nvPr/>
        </p:nvGrpSpPr>
        <p:grpSpPr bwMode="auto">
          <a:xfrm>
            <a:off x="5050273" y="2815109"/>
            <a:ext cx="1633802" cy="1555750"/>
            <a:chOff x="2873" y="1941"/>
            <a:chExt cx="950" cy="980"/>
          </a:xfrm>
        </p:grpSpPr>
        <p:sp>
          <p:nvSpPr>
            <p:cNvPr id="100394" name="Line 23"/>
            <p:cNvSpPr>
              <a:spLocks noChangeShapeType="1"/>
            </p:cNvSpPr>
            <p:nvPr/>
          </p:nvSpPr>
          <p:spPr bwMode="auto">
            <a:xfrm>
              <a:off x="2873" y="1941"/>
              <a:ext cx="950" cy="980"/>
            </a:xfrm>
            <a:prstGeom prst="line">
              <a:avLst/>
            </a:prstGeom>
            <a:noFill/>
            <a:ln w="76200">
              <a:solidFill>
                <a:schemeClr val="hlink"/>
              </a:solidFill>
              <a:prstDash val="sysDot"/>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00395" name="Text Box 31"/>
            <p:cNvSpPr txBox="1">
              <a:spLocks noChangeArrowheads="1"/>
            </p:cNvSpPr>
            <p:nvPr/>
          </p:nvSpPr>
          <p:spPr bwMode="auto">
            <a:xfrm rot="2686426">
              <a:off x="3109" y="2112"/>
              <a:ext cx="555"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a:solidFill>
                    <a:srgbClr val="000099"/>
                  </a:solidFill>
                  <a:latin typeface="Arial" charset="0"/>
                  <a:ea typeface="黑体" pitchFamily="49" charset="-122"/>
                </a:rPr>
                <a:t>链接到</a:t>
              </a:r>
            </a:p>
          </p:txBody>
        </p:sp>
      </p:grpSp>
      <p:grpSp>
        <p:nvGrpSpPr>
          <p:cNvPr id="100376" name="Group 34"/>
          <p:cNvGrpSpPr>
            <a:grpSpLocks/>
          </p:cNvGrpSpPr>
          <p:nvPr/>
        </p:nvGrpSpPr>
        <p:grpSpPr bwMode="auto">
          <a:xfrm>
            <a:off x="4532613" y="2143602"/>
            <a:ext cx="505450" cy="522731"/>
            <a:chOff x="806" y="3124"/>
            <a:chExt cx="266" cy="289"/>
          </a:xfrm>
        </p:grpSpPr>
        <p:sp>
          <p:nvSpPr>
            <p:cNvPr id="100392" name="Oval 35"/>
            <p:cNvSpPr>
              <a:spLocks noChangeArrowheads="1"/>
            </p:cNvSpPr>
            <p:nvPr/>
          </p:nvSpPr>
          <p:spPr bwMode="auto">
            <a:xfrm>
              <a:off x="864" y="3248"/>
              <a:ext cx="112" cy="120"/>
            </a:xfrm>
            <a:prstGeom prst="ellipse">
              <a:avLst/>
            </a:prstGeom>
            <a:solidFill>
              <a:schemeClr val="bg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100393" name="Text Box 36"/>
            <p:cNvSpPr txBox="1">
              <a:spLocks noChangeArrowheads="1"/>
            </p:cNvSpPr>
            <p:nvPr/>
          </p:nvSpPr>
          <p:spPr bwMode="auto">
            <a:xfrm>
              <a:off x="806" y="3124"/>
              <a:ext cx="266" cy="2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800" b="1">
                  <a:solidFill>
                    <a:srgbClr val="000099"/>
                  </a:solidFill>
                  <a:latin typeface="Arial" charset="0"/>
                  <a:ea typeface="黑体" pitchFamily="49" charset="-122"/>
                  <a:sym typeface="Wingdings" pitchFamily="2" charset="2"/>
                </a:rPr>
                <a:t></a:t>
              </a:r>
            </a:p>
          </p:txBody>
        </p:sp>
      </p:grpSp>
      <p:grpSp>
        <p:nvGrpSpPr>
          <p:cNvPr id="100377" name="Group 37"/>
          <p:cNvGrpSpPr>
            <a:grpSpLocks/>
          </p:cNvGrpSpPr>
          <p:nvPr/>
        </p:nvGrpSpPr>
        <p:grpSpPr bwMode="auto">
          <a:xfrm>
            <a:off x="3492141" y="4534377"/>
            <a:ext cx="505870" cy="522731"/>
            <a:chOff x="805" y="3123"/>
            <a:chExt cx="268" cy="289"/>
          </a:xfrm>
        </p:grpSpPr>
        <p:sp>
          <p:nvSpPr>
            <p:cNvPr id="100390" name="Oval 38"/>
            <p:cNvSpPr>
              <a:spLocks noChangeArrowheads="1"/>
            </p:cNvSpPr>
            <p:nvPr/>
          </p:nvSpPr>
          <p:spPr bwMode="auto">
            <a:xfrm>
              <a:off x="864" y="3248"/>
              <a:ext cx="112" cy="120"/>
            </a:xfrm>
            <a:prstGeom prst="ellipse">
              <a:avLst/>
            </a:prstGeom>
            <a:solidFill>
              <a:schemeClr val="bg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100391" name="Text Box 39"/>
            <p:cNvSpPr txBox="1">
              <a:spLocks noChangeArrowheads="1"/>
            </p:cNvSpPr>
            <p:nvPr/>
          </p:nvSpPr>
          <p:spPr bwMode="auto">
            <a:xfrm>
              <a:off x="805" y="3123"/>
              <a:ext cx="268" cy="2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800" b="1">
                  <a:solidFill>
                    <a:srgbClr val="000099"/>
                  </a:solidFill>
                  <a:latin typeface="Arial" charset="0"/>
                  <a:ea typeface="黑体" pitchFamily="49" charset="-122"/>
                  <a:sym typeface="Wingdings" pitchFamily="2" charset="2"/>
                </a:rPr>
                <a:t></a:t>
              </a:r>
            </a:p>
          </p:txBody>
        </p:sp>
      </p:grpSp>
      <p:grpSp>
        <p:nvGrpSpPr>
          <p:cNvPr id="100378" name="Group 40"/>
          <p:cNvGrpSpPr>
            <a:grpSpLocks/>
          </p:cNvGrpSpPr>
          <p:nvPr/>
        </p:nvGrpSpPr>
        <p:grpSpPr bwMode="auto">
          <a:xfrm>
            <a:off x="1285648" y="2159477"/>
            <a:ext cx="505871" cy="522731"/>
            <a:chOff x="806" y="3124"/>
            <a:chExt cx="268" cy="289"/>
          </a:xfrm>
        </p:grpSpPr>
        <p:sp>
          <p:nvSpPr>
            <p:cNvPr id="100388" name="Oval 41"/>
            <p:cNvSpPr>
              <a:spLocks noChangeArrowheads="1"/>
            </p:cNvSpPr>
            <p:nvPr/>
          </p:nvSpPr>
          <p:spPr bwMode="auto">
            <a:xfrm>
              <a:off x="864" y="3248"/>
              <a:ext cx="112" cy="120"/>
            </a:xfrm>
            <a:prstGeom prst="ellipse">
              <a:avLst/>
            </a:prstGeom>
            <a:solidFill>
              <a:schemeClr val="bg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100389" name="Text Box 42"/>
            <p:cNvSpPr txBox="1">
              <a:spLocks noChangeArrowheads="1"/>
            </p:cNvSpPr>
            <p:nvPr/>
          </p:nvSpPr>
          <p:spPr bwMode="auto">
            <a:xfrm>
              <a:off x="806" y="3124"/>
              <a:ext cx="268" cy="2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800" b="1">
                  <a:solidFill>
                    <a:srgbClr val="000099"/>
                  </a:solidFill>
                  <a:latin typeface="Arial" charset="0"/>
                  <a:ea typeface="黑体" pitchFamily="49" charset="-122"/>
                  <a:sym typeface="Wingdings" pitchFamily="2" charset="2"/>
                </a:rPr>
                <a:t></a:t>
              </a:r>
            </a:p>
          </p:txBody>
        </p:sp>
      </p:grpSp>
      <p:grpSp>
        <p:nvGrpSpPr>
          <p:cNvPr id="100379" name="Group 43"/>
          <p:cNvGrpSpPr>
            <a:grpSpLocks/>
          </p:cNvGrpSpPr>
          <p:nvPr/>
        </p:nvGrpSpPr>
        <p:grpSpPr bwMode="auto">
          <a:xfrm>
            <a:off x="1330361" y="2405535"/>
            <a:ext cx="505450" cy="522717"/>
            <a:chOff x="806" y="3124"/>
            <a:chExt cx="266" cy="290"/>
          </a:xfrm>
        </p:grpSpPr>
        <p:sp>
          <p:nvSpPr>
            <p:cNvPr id="100386" name="Oval 44"/>
            <p:cNvSpPr>
              <a:spLocks noChangeArrowheads="1"/>
            </p:cNvSpPr>
            <p:nvPr/>
          </p:nvSpPr>
          <p:spPr bwMode="auto">
            <a:xfrm>
              <a:off x="864" y="3248"/>
              <a:ext cx="112" cy="120"/>
            </a:xfrm>
            <a:prstGeom prst="ellipse">
              <a:avLst/>
            </a:prstGeom>
            <a:solidFill>
              <a:schemeClr val="bg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100387" name="Text Box 45"/>
            <p:cNvSpPr txBox="1">
              <a:spLocks noChangeArrowheads="1"/>
            </p:cNvSpPr>
            <p:nvPr/>
          </p:nvSpPr>
          <p:spPr bwMode="auto">
            <a:xfrm>
              <a:off x="806" y="3124"/>
              <a:ext cx="266"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800" b="1">
                  <a:solidFill>
                    <a:srgbClr val="000099"/>
                  </a:solidFill>
                  <a:latin typeface="Arial" charset="0"/>
                  <a:ea typeface="黑体" pitchFamily="49" charset="-122"/>
                  <a:sym typeface="Wingdings" pitchFamily="2" charset="2"/>
                </a:rPr>
                <a:t></a:t>
              </a:r>
            </a:p>
          </p:txBody>
        </p:sp>
      </p:grpSp>
      <p:grpSp>
        <p:nvGrpSpPr>
          <p:cNvPr id="100380" name="Group 46"/>
          <p:cNvGrpSpPr>
            <a:grpSpLocks/>
          </p:cNvGrpSpPr>
          <p:nvPr/>
        </p:nvGrpSpPr>
        <p:grpSpPr bwMode="auto">
          <a:xfrm>
            <a:off x="4732111" y="2405535"/>
            <a:ext cx="505871" cy="522717"/>
            <a:chOff x="805" y="3124"/>
            <a:chExt cx="268" cy="290"/>
          </a:xfrm>
        </p:grpSpPr>
        <p:sp>
          <p:nvSpPr>
            <p:cNvPr id="100384" name="Oval 47"/>
            <p:cNvSpPr>
              <a:spLocks noChangeArrowheads="1"/>
            </p:cNvSpPr>
            <p:nvPr/>
          </p:nvSpPr>
          <p:spPr bwMode="auto">
            <a:xfrm>
              <a:off x="864" y="3248"/>
              <a:ext cx="112" cy="120"/>
            </a:xfrm>
            <a:prstGeom prst="ellipse">
              <a:avLst/>
            </a:prstGeom>
            <a:solidFill>
              <a:schemeClr val="bg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100385" name="Text Box 48"/>
            <p:cNvSpPr txBox="1">
              <a:spLocks noChangeArrowheads="1"/>
            </p:cNvSpPr>
            <p:nvPr/>
          </p:nvSpPr>
          <p:spPr bwMode="auto">
            <a:xfrm>
              <a:off x="805" y="3124"/>
              <a:ext cx="268"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800" b="1">
                  <a:solidFill>
                    <a:srgbClr val="000099"/>
                  </a:solidFill>
                  <a:latin typeface="Arial" charset="0"/>
                  <a:ea typeface="黑体" pitchFamily="49" charset="-122"/>
                  <a:sym typeface="Wingdings" pitchFamily="2" charset="2"/>
                </a:rPr>
                <a:t></a:t>
              </a:r>
            </a:p>
          </p:txBody>
        </p:sp>
      </p:grpSp>
      <p:grpSp>
        <p:nvGrpSpPr>
          <p:cNvPr id="100381" name="Group 49"/>
          <p:cNvGrpSpPr>
            <a:grpSpLocks/>
          </p:cNvGrpSpPr>
          <p:nvPr/>
        </p:nvGrpSpPr>
        <p:grpSpPr bwMode="auto">
          <a:xfrm>
            <a:off x="3251369" y="4362927"/>
            <a:ext cx="505450" cy="522731"/>
            <a:chOff x="806" y="3124"/>
            <a:chExt cx="266" cy="289"/>
          </a:xfrm>
        </p:grpSpPr>
        <p:sp>
          <p:nvSpPr>
            <p:cNvPr id="100382" name="Oval 50"/>
            <p:cNvSpPr>
              <a:spLocks noChangeArrowheads="1"/>
            </p:cNvSpPr>
            <p:nvPr/>
          </p:nvSpPr>
          <p:spPr bwMode="auto">
            <a:xfrm>
              <a:off x="864" y="3248"/>
              <a:ext cx="112" cy="120"/>
            </a:xfrm>
            <a:prstGeom prst="ellipse">
              <a:avLst/>
            </a:prstGeom>
            <a:solidFill>
              <a:schemeClr val="bg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100383" name="Text Box 51"/>
            <p:cNvSpPr txBox="1">
              <a:spLocks noChangeArrowheads="1"/>
            </p:cNvSpPr>
            <p:nvPr/>
          </p:nvSpPr>
          <p:spPr bwMode="auto">
            <a:xfrm>
              <a:off x="806" y="3124"/>
              <a:ext cx="266" cy="2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800" b="1">
                  <a:solidFill>
                    <a:srgbClr val="000099"/>
                  </a:solidFill>
                  <a:latin typeface="Arial" charset="0"/>
                  <a:ea typeface="黑体" pitchFamily="49" charset="-122"/>
                  <a:sym typeface="Wingdings" pitchFamily="2" charset="2"/>
                </a:rPr>
                <a:t></a:t>
              </a:r>
            </a:p>
          </p:txBody>
        </p:sp>
      </p:grpSp>
    </p:spTree>
    <p:extLst>
      <p:ext uri="{BB962C8B-B14F-4D97-AF65-F5344CB8AC3E}">
        <p14:creationId xmlns:p14="http://schemas.microsoft.com/office/powerpoint/2010/main" val="271487791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5794" name="Rectangle 2"/>
          <p:cNvSpPr>
            <a:spLocks noGrp="1" noChangeArrowheads="1"/>
          </p:cNvSpPr>
          <p:nvPr>
            <p:ph type="title"/>
          </p:nvPr>
        </p:nvSpPr>
        <p:spPr/>
        <p:txBody>
          <a:bodyPr/>
          <a:lstStyle/>
          <a:p>
            <a:pPr algn="ctr" eaLnBrk="1" hangingPunct="1">
              <a:defRPr/>
            </a:pPr>
            <a:r>
              <a:rPr lang="zh-CN" altLang="en-US" dirty="0"/>
              <a:t>超媒体与超文本</a:t>
            </a:r>
          </a:p>
        </p:txBody>
      </p:sp>
      <p:sp>
        <p:nvSpPr>
          <p:cNvPr id="545795" name="Rectangle 3"/>
          <p:cNvSpPr>
            <a:spLocks noGrp="1" noChangeArrowheads="1"/>
          </p:cNvSpPr>
          <p:nvPr>
            <p:ph idx="1"/>
          </p:nvPr>
        </p:nvSpPr>
        <p:spPr/>
        <p:txBody>
          <a:bodyPr/>
          <a:lstStyle/>
          <a:p>
            <a:pPr eaLnBrk="1" hangingPunct="1"/>
            <a:r>
              <a:rPr lang="zh-CN" altLang="en-US" sz="2800" dirty="0">
                <a:ea typeface="黑体" pitchFamily="49" charset="-122"/>
              </a:rPr>
              <a:t>万维网是</a:t>
            </a:r>
            <a:r>
              <a:rPr lang="zh-CN" altLang="en-US" sz="2800" dirty="0">
                <a:solidFill>
                  <a:srgbClr val="FF0000"/>
                </a:solidFill>
                <a:ea typeface="黑体" pitchFamily="49" charset="-122"/>
              </a:rPr>
              <a:t>分布式超媒体 </a:t>
            </a:r>
            <a:r>
              <a:rPr lang="en-US" altLang="zh-CN" sz="2800" dirty="0">
                <a:ea typeface="黑体" pitchFamily="49" charset="-122"/>
              </a:rPr>
              <a:t>(hypermedia) </a:t>
            </a:r>
            <a:r>
              <a:rPr lang="zh-CN" altLang="en-US" sz="2800" dirty="0">
                <a:ea typeface="黑体" pitchFamily="49" charset="-122"/>
              </a:rPr>
              <a:t>系统，它是</a:t>
            </a:r>
            <a:r>
              <a:rPr lang="zh-CN" altLang="en-US" sz="2800" dirty="0">
                <a:solidFill>
                  <a:srgbClr val="FF0000"/>
                </a:solidFill>
                <a:ea typeface="黑体" pitchFamily="49" charset="-122"/>
              </a:rPr>
              <a:t>超文本 </a:t>
            </a:r>
            <a:r>
              <a:rPr lang="en-US" altLang="zh-CN" sz="2800" dirty="0">
                <a:ea typeface="黑体" pitchFamily="49" charset="-122"/>
              </a:rPr>
              <a:t>(hypertext) </a:t>
            </a:r>
            <a:r>
              <a:rPr lang="zh-CN" altLang="en-US" sz="2800" dirty="0">
                <a:ea typeface="黑体" pitchFamily="49" charset="-122"/>
              </a:rPr>
              <a:t>系统的扩充。</a:t>
            </a:r>
          </a:p>
          <a:p>
            <a:pPr eaLnBrk="1" hangingPunct="1"/>
            <a:r>
              <a:rPr lang="zh-CN" altLang="en-US" sz="2800" dirty="0">
                <a:solidFill>
                  <a:srgbClr val="FF0000"/>
                </a:solidFill>
                <a:ea typeface="黑体" pitchFamily="49" charset="-122"/>
              </a:rPr>
              <a:t>一个超文本由多个信息源链接成。</a:t>
            </a:r>
            <a:r>
              <a:rPr lang="zh-CN" altLang="en-US" sz="2800" dirty="0">
                <a:ea typeface="黑体" pitchFamily="49" charset="-122"/>
              </a:rPr>
              <a:t>利用一个链接可使用户找到另一个文档。这些文档可以位于世界上任何一个接在互联网上的超文本系统中。超文本是万维网的基础。</a:t>
            </a:r>
          </a:p>
          <a:p>
            <a:pPr eaLnBrk="1" hangingPunct="1"/>
            <a:r>
              <a:rPr lang="zh-CN" altLang="en-US" sz="2800" dirty="0">
                <a:solidFill>
                  <a:srgbClr val="FF0000"/>
                </a:solidFill>
                <a:ea typeface="黑体" pitchFamily="49" charset="-122"/>
              </a:rPr>
              <a:t>超媒体与超文本的区别是文档内容不同。</a:t>
            </a:r>
            <a:r>
              <a:rPr lang="zh-CN" altLang="en-US" sz="2800" dirty="0">
                <a:ea typeface="黑体" pitchFamily="49" charset="-122"/>
              </a:rPr>
              <a:t>超文本文档仅包含文本信息，而超媒体文档还包含其他表示方式的信息，如图形、图像、声音、动画，甚至活动视频图像。</a:t>
            </a:r>
          </a:p>
        </p:txBody>
      </p:sp>
    </p:spTree>
    <p:extLst>
      <p:ext uri="{BB962C8B-B14F-4D97-AF65-F5344CB8AC3E}">
        <p14:creationId xmlns:p14="http://schemas.microsoft.com/office/powerpoint/2010/main" val="200251589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p:txBody>
          <a:bodyPr/>
          <a:lstStyle/>
          <a:p>
            <a:pPr algn="ctr" eaLnBrk="1" hangingPunct="1"/>
            <a:br>
              <a:rPr lang="en-US" altLang="zh-CN" sz="4000" dirty="0">
                <a:ea typeface="黑体" pitchFamily="49" charset="-122"/>
              </a:rPr>
            </a:br>
            <a:r>
              <a:rPr lang="en-US" altLang="zh-CN" sz="4000" dirty="0">
                <a:ea typeface="黑体" pitchFamily="49" charset="-122"/>
              </a:rPr>
              <a:t>   </a:t>
            </a:r>
            <a:r>
              <a:rPr lang="en-US" altLang="zh-CN" sz="4800" dirty="0">
                <a:ea typeface="黑体" pitchFamily="49" charset="-122"/>
              </a:rPr>
              <a:t> </a:t>
            </a:r>
            <a:r>
              <a:rPr lang="zh-CN" altLang="en-US" sz="4800" dirty="0">
                <a:ea typeface="黑体" pitchFamily="49" charset="-122"/>
              </a:rPr>
              <a:t>万维网的工作方式</a:t>
            </a:r>
            <a:r>
              <a:rPr lang="zh-CN" altLang="en-US" sz="4000" dirty="0">
                <a:ea typeface="黑体" pitchFamily="49" charset="-122"/>
              </a:rPr>
              <a:t> </a:t>
            </a:r>
          </a:p>
        </p:txBody>
      </p:sp>
      <p:sp>
        <p:nvSpPr>
          <p:cNvPr id="546819" name="Rectangle 3"/>
          <p:cNvSpPr>
            <a:spLocks noGrp="1" noChangeArrowheads="1"/>
          </p:cNvSpPr>
          <p:nvPr>
            <p:ph idx="1"/>
          </p:nvPr>
        </p:nvSpPr>
        <p:spPr/>
        <p:txBody>
          <a:bodyPr/>
          <a:lstStyle/>
          <a:p>
            <a:pPr eaLnBrk="1" hangingPunct="1"/>
            <a:r>
              <a:rPr lang="zh-CN" altLang="en-US" dirty="0">
                <a:ea typeface="黑体" pitchFamily="49" charset="-122"/>
              </a:rPr>
              <a:t>万维网以</a:t>
            </a:r>
            <a:r>
              <a:rPr lang="zh-CN" altLang="en-US" dirty="0">
                <a:solidFill>
                  <a:srgbClr val="FF0000"/>
                </a:solidFill>
                <a:ea typeface="黑体" pitchFamily="49" charset="-122"/>
              </a:rPr>
              <a:t>客户</a:t>
            </a:r>
            <a:r>
              <a:rPr lang="zh-CN" altLang="en-US" dirty="0">
                <a:solidFill>
                  <a:srgbClr val="FF0000"/>
                </a:solidFill>
                <a:ea typeface="黑体" pitchFamily="49" charset="-122"/>
                <a:sym typeface="Symbol" pitchFamily="18" charset="2"/>
              </a:rPr>
              <a:t></a:t>
            </a:r>
            <a:r>
              <a:rPr lang="zh-CN" altLang="en-US" dirty="0">
                <a:solidFill>
                  <a:srgbClr val="FF0000"/>
                </a:solidFill>
                <a:ea typeface="黑体" pitchFamily="49" charset="-122"/>
              </a:rPr>
              <a:t>服务器</a:t>
            </a:r>
            <a:r>
              <a:rPr lang="zh-CN" altLang="en-US" dirty="0">
                <a:ea typeface="黑体" pitchFamily="49" charset="-122"/>
              </a:rPr>
              <a:t>方式工作。</a:t>
            </a:r>
          </a:p>
          <a:p>
            <a:pPr eaLnBrk="1" hangingPunct="1"/>
            <a:r>
              <a:rPr lang="zh-CN" altLang="en-US" dirty="0">
                <a:solidFill>
                  <a:srgbClr val="FF0000"/>
                </a:solidFill>
                <a:ea typeface="黑体" pitchFamily="49" charset="-122"/>
              </a:rPr>
              <a:t>浏览器</a:t>
            </a:r>
            <a:r>
              <a:rPr lang="zh-CN" altLang="en-US" dirty="0">
                <a:ea typeface="黑体" pitchFamily="49" charset="-122"/>
              </a:rPr>
              <a:t>就是在用户计算机上的万维网</a:t>
            </a:r>
            <a:r>
              <a:rPr lang="zh-CN" altLang="en-US" dirty="0">
                <a:solidFill>
                  <a:srgbClr val="FF0000"/>
                </a:solidFill>
                <a:ea typeface="黑体" pitchFamily="49" charset="-122"/>
              </a:rPr>
              <a:t>客户程序</a:t>
            </a:r>
            <a:r>
              <a:rPr lang="zh-CN" altLang="en-US" dirty="0">
                <a:ea typeface="黑体" pitchFamily="49" charset="-122"/>
              </a:rPr>
              <a:t>。万维网文档所驻留的计算机则运行</a:t>
            </a:r>
            <a:r>
              <a:rPr lang="zh-CN" altLang="en-US" dirty="0">
                <a:solidFill>
                  <a:srgbClr val="FF0000"/>
                </a:solidFill>
                <a:ea typeface="黑体" pitchFamily="49" charset="-122"/>
              </a:rPr>
              <a:t>服务器程序</a:t>
            </a:r>
            <a:r>
              <a:rPr lang="zh-CN" altLang="en-US" dirty="0">
                <a:ea typeface="黑体" pitchFamily="49" charset="-122"/>
              </a:rPr>
              <a:t>，因此这个计算机也称为</a:t>
            </a:r>
            <a:r>
              <a:rPr lang="zh-CN" altLang="en-US" dirty="0">
                <a:solidFill>
                  <a:srgbClr val="FF0000"/>
                </a:solidFill>
                <a:ea typeface="黑体" pitchFamily="49" charset="-122"/>
              </a:rPr>
              <a:t>万维网服务器</a:t>
            </a:r>
            <a:r>
              <a:rPr lang="zh-CN" altLang="en-US" dirty="0">
                <a:ea typeface="黑体" pitchFamily="49" charset="-122"/>
              </a:rPr>
              <a:t>。</a:t>
            </a:r>
          </a:p>
          <a:p>
            <a:pPr eaLnBrk="1" hangingPunct="1"/>
            <a:r>
              <a:rPr lang="zh-CN" altLang="en-US" dirty="0">
                <a:ea typeface="黑体" pitchFamily="49" charset="-122"/>
              </a:rPr>
              <a:t>客户程序向服务器程序发出请求，服务器程序向客户程序送回客户所要的</a:t>
            </a:r>
            <a:r>
              <a:rPr lang="zh-CN" altLang="en-US" dirty="0">
                <a:solidFill>
                  <a:srgbClr val="FF0000"/>
                </a:solidFill>
                <a:ea typeface="黑体" pitchFamily="49" charset="-122"/>
              </a:rPr>
              <a:t>万维网文档。</a:t>
            </a:r>
          </a:p>
          <a:p>
            <a:pPr eaLnBrk="1" hangingPunct="1"/>
            <a:r>
              <a:rPr lang="zh-CN" altLang="en-US" dirty="0">
                <a:ea typeface="黑体" pitchFamily="49" charset="-122"/>
              </a:rPr>
              <a:t>在一个客户程序主窗口上显示出的万维网文档称为</a:t>
            </a:r>
            <a:r>
              <a:rPr lang="zh-CN" altLang="en-US" dirty="0">
                <a:solidFill>
                  <a:srgbClr val="FF0000"/>
                </a:solidFill>
                <a:ea typeface="黑体" pitchFamily="49" charset="-122"/>
              </a:rPr>
              <a:t>页面 </a:t>
            </a:r>
            <a:r>
              <a:rPr lang="en-US" altLang="zh-CN" dirty="0">
                <a:ea typeface="黑体" pitchFamily="49" charset="-122"/>
              </a:rPr>
              <a:t>(page)</a:t>
            </a:r>
            <a:r>
              <a:rPr lang="zh-CN" altLang="en-US" dirty="0">
                <a:ea typeface="黑体" pitchFamily="49" charset="-122"/>
              </a:rPr>
              <a:t>。</a:t>
            </a:r>
          </a:p>
        </p:txBody>
      </p:sp>
    </p:spTree>
    <p:extLst>
      <p:ext uri="{BB962C8B-B14F-4D97-AF65-F5344CB8AC3E}">
        <p14:creationId xmlns:p14="http://schemas.microsoft.com/office/powerpoint/2010/main" val="275271915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7842" name="Rectangle 2"/>
          <p:cNvSpPr>
            <a:spLocks noGrp="1" noChangeArrowheads="1"/>
          </p:cNvSpPr>
          <p:nvPr>
            <p:ph type="title"/>
          </p:nvPr>
        </p:nvSpPr>
        <p:spPr/>
        <p:txBody>
          <a:bodyPr/>
          <a:lstStyle/>
          <a:p>
            <a:pPr algn="ctr" eaLnBrk="1" hangingPunct="1">
              <a:defRPr/>
            </a:pPr>
            <a:r>
              <a:rPr lang="zh-CN" altLang="en-US" dirty="0"/>
              <a:t>万维网必须解决的问题 </a:t>
            </a:r>
          </a:p>
        </p:txBody>
      </p:sp>
      <p:sp>
        <p:nvSpPr>
          <p:cNvPr id="547843" name="Rectangle 3"/>
          <p:cNvSpPr>
            <a:spLocks noGrp="1" noChangeArrowheads="1"/>
          </p:cNvSpPr>
          <p:nvPr>
            <p:ph idx="1"/>
          </p:nvPr>
        </p:nvSpPr>
        <p:spPr/>
        <p:txBody>
          <a:bodyPr/>
          <a:lstStyle/>
          <a:p>
            <a:pPr marL="316531" indent="-316531" eaLnBrk="1" hangingPunct="1">
              <a:spcBef>
                <a:spcPts val="554"/>
              </a:spcBef>
              <a:buFont typeface="Wingdings" panose="05000000000000000000" pitchFamily="2" charset="2"/>
              <a:buNone/>
              <a:defRPr/>
            </a:pPr>
            <a:r>
              <a:rPr lang="en-US" altLang="zh-CN" dirty="0"/>
              <a:t>(1) </a:t>
            </a:r>
            <a:r>
              <a:rPr lang="zh-CN" altLang="en-US" dirty="0"/>
              <a:t>怎样标志分布在整个互联网上的万维网文档？</a:t>
            </a:r>
            <a:r>
              <a:rPr lang="zh-CN" altLang="en-US" sz="3600" dirty="0"/>
              <a:t> </a:t>
            </a:r>
            <a:endParaRPr lang="zh-CN" altLang="en-US" dirty="0"/>
          </a:p>
          <a:p>
            <a:pPr marL="316531" indent="-316531" eaLnBrk="1" hangingPunct="1">
              <a:spcBef>
                <a:spcPts val="554"/>
              </a:spcBef>
              <a:defRPr/>
            </a:pPr>
            <a:r>
              <a:rPr lang="zh-CN" altLang="en-US" dirty="0"/>
              <a:t>使用</a:t>
            </a:r>
            <a:r>
              <a:rPr lang="zh-CN" altLang="en-US" dirty="0">
                <a:solidFill>
                  <a:srgbClr val="FF0000"/>
                </a:solidFill>
              </a:rPr>
              <a:t>统一资源定位符</a:t>
            </a:r>
            <a:r>
              <a:rPr lang="zh-CN" altLang="en-US" dirty="0"/>
              <a:t> </a:t>
            </a:r>
            <a:r>
              <a:rPr lang="en-US" altLang="zh-CN" dirty="0"/>
              <a:t>URL (Uniform Resource Locator) </a:t>
            </a:r>
            <a:r>
              <a:rPr lang="zh-CN" altLang="en-US" dirty="0"/>
              <a:t>来标志万维网上的各种文档。</a:t>
            </a:r>
          </a:p>
          <a:p>
            <a:pPr marL="316531" indent="-316531" eaLnBrk="1" hangingPunct="1">
              <a:spcBef>
                <a:spcPts val="554"/>
              </a:spcBef>
              <a:defRPr/>
            </a:pPr>
            <a:r>
              <a:rPr lang="zh-CN" altLang="en-US" dirty="0"/>
              <a:t>使每一个文档在整个互联网的范围内具有唯一的标识符 </a:t>
            </a:r>
            <a:r>
              <a:rPr lang="en-US" altLang="zh-CN" dirty="0"/>
              <a:t>URL</a:t>
            </a:r>
            <a:r>
              <a:rPr lang="zh-CN" altLang="en-US" dirty="0"/>
              <a:t>。</a:t>
            </a:r>
            <a:r>
              <a:rPr lang="zh-CN" altLang="en-US" sz="3600" dirty="0"/>
              <a:t> </a:t>
            </a:r>
          </a:p>
        </p:txBody>
      </p:sp>
    </p:spTree>
    <p:extLst>
      <p:ext uri="{BB962C8B-B14F-4D97-AF65-F5344CB8AC3E}">
        <p14:creationId xmlns:p14="http://schemas.microsoft.com/office/powerpoint/2010/main" val="407979461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1810" name="Rectangle 2"/>
          <p:cNvSpPr>
            <a:spLocks noGrp="1" noChangeArrowheads="1"/>
          </p:cNvSpPr>
          <p:nvPr>
            <p:ph type="title"/>
          </p:nvPr>
        </p:nvSpPr>
        <p:spPr/>
        <p:txBody>
          <a:bodyPr/>
          <a:lstStyle/>
          <a:p>
            <a:pPr algn="ctr" eaLnBrk="1" hangingPunct="1">
              <a:defRPr/>
            </a:pPr>
            <a:r>
              <a:rPr lang="zh-CN" altLang="en-US" dirty="0"/>
              <a:t>万维网必须解决的问题 </a:t>
            </a:r>
          </a:p>
        </p:txBody>
      </p:sp>
      <p:sp>
        <p:nvSpPr>
          <p:cNvPr id="631811" name="Rectangle 3"/>
          <p:cNvSpPr>
            <a:spLocks noGrp="1" noChangeArrowheads="1"/>
          </p:cNvSpPr>
          <p:nvPr>
            <p:ph idx="1"/>
          </p:nvPr>
        </p:nvSpPr>
        <p:spPr/>
        <p:txBody>
          <a:bodyPr/>
          <a:lstStyle/>
          <a:p>
            <a:pPr marL="316531" indent="-316531" algn="just" eaLnBrk="1" hangingPunct="1">
              <a:spcBef>
                <a:spcPts val="554"/>
              </a:spcBef>
              <a:buFont typeface="Wingdings" panose="05000000000000000000" pitchFamily="2" charset="2"/>
              <a:buNone/>
              <a:defRPr/>
            </a:pPr>
            <a:r>
              <a:rPr lang="en-US" altLang="zh-CN" dirty="0"/>
              <a:t>(2) </a:t>
            </a:r>
            <a:r>
              <a:rPr lang="zh-CN" altLang="en-US" dirty="0"/>
              <a:t>用何协议实现万维网上各种超链的链接？</a:t>
            </a:r>
            <a:r>
              <a:rPr lang="zh-CN" altLang="en-US" sz="3600" dirty="0"/>
              <a:t> </a:t>
            </a:r>
            <a:endParaRPr lang="zh-CN" altLang="en-US" dirty="0"/>
          </a:p>
          <a:p>
            <a:pPr marL="316531" indent="-316531" algn="just" eaLnBrk="1" hangingPunct="1">
              <a:spcBef>
                <a:spcPts val="554"/>
              </a:spcBef>
              <a:defRPr/>
            </a:pPr>
            <a:r>
              <a:rPr lang="zh-CN" altLang="en-US" dirty="0"/>
              <a:t>在万维网客户程序与万维网服务器程序之间进行交互所使用的协议，是</a:t>
            </a:r>
            <a:r>
              <a:rPr lang="zh-CN" altLang="en-US" dirty="0">
                <a:solidFill>
                  <a:srgbClr val="FF0000"/>
                </a:solidFill>
              </a:rPr>
              <a:t>超文本传送协议</a:t>
            </a:r>
            <a:r>
              <a:rPr lang="zh-CN" altLang="en-US" dirty="0"/>
              <a:t> </a:t>
            </a:r>
            <a:r>
              <a:rPr lang="en-US" altLang="zh-CN" dirty="0"/>
              <a:t>HTTP (</a:t>
            </a:r>
            <a:r>
              <a:rPr lang="en-US" altLang="zh-CN" dirty="0" err="1"/>
              <a:t>HyperText</a:t>
            </a:r>
            <a:r>
              <a:rPr lang="en-US" altLang="zh-CN" dirty="0"/>
              <a:t> Transfer Protocol)</a:t>
            </a:r>
            <a:r>
              <a:rPr lang="zh-CN" altLang="en-US" dirty="0"/>
              <a:t>。</a:t>
            </a:r>
          </a:p>
          <a:p>
            <a:pPr marL="316531" indent="-316531" algn="just" eaLnBrk="1" hangingPunct="1">
              <a:spcBef>
                <a:spcPts val="554"/>
              </a:spcBef>
              <a:defRPr/>
            </a:pPr>
            <a:r>
              <a:rPr lang="en-US" altLang="zh-CN" dirty="0"/>
              <a:t>HTTP </a:t>
            </a:r>
            <a:r>
              <a:rPr lang="zh-CN" altLang="en-US" dirty="0"/>
              <a:t>是一个应用层协议，它使用 </a:t>
            </a:r>
            <a:r>
              <a:rPr lang="en-US" altLang="zh-CN" dirty="0"/>
              <a:t>TCP </a:t>
            </a:r>
            <a:r>
              <a:rPr lang="zh-CN" altLang="en-US" dirty="0"/>
              <a:t>连接进行可靠的传送。</a:t>
            </a:r>
            <a:r>
              <a:rPr lang="zh-CN" altLang="en-US" sz="3600" dirty="0"/>
              <a:t> </a:t>
            </a:r>
            <a:endParaRPr lang="zh-CN" altLang="en-US" dirty="0"/>
          </a:p>
        </p:txBody>
      </p:sp>
    </p:spTree>
    <p:extLst>
      <p:ext uri="{BB962C8B-B14F-4D97-AF65-F5344CB8AC3E}">
        <p14:creationId xmlns:p14="http://schemas.microsoft.com/office/powerpoint/2010/main" val="428710728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2834" name="Rectangle 2"/>
          <p:cNvSpPr>
            <a:spLocks noGrp="1" noChangeArrowheads="1"/>
          </p:cNvSpPr>
          <p:nvPr>
            <p:ph type="title"/>
          </p:nvPr>
        </p:nvSpPr>
        <p:spPr/>
        <p:txBody>
          <a:bodyPr/>
          <a:lstStyle/>
          <a:p>
            <a:pPr algn="ctr" eaLnBrk="1" hangingPunct="1">
              <a:defRPr/>
            </a:pPr>
            <a:r>
              <a:rPr lang="zh-CN" altLang="en-US" dirty="0"/>
              <a:t>万维网必须解决的问题 </a:t>
            </a:r>
          </a:p>
        </p:txBody>
      </p:sp>
      <p:sp>
        <p:nvSpPr>
          <p:cNvPr id="632835" name="Rectangle 3"/>
          <p:cNvSpPr>
            <a:spLocks noGrp="1" noChangeArrowheads="1"/>
          </p:cNvSpPr>
          <p:nvPr>
            <p:ph idx="1"/>
          </p:nvPr>
        </p:nvSpPr>
        <p:spPr/>
        <p:txBody>
          <a:bodyPr/>
          <a:lstStyle/>
          <a:p>
            <a:pPr marL="316531" indent="-316531" algn="just" eaLnBrk="1" hangingPunct="1">
              <a:spcBef>
                <a:spcPts val="554"/>
              </a:spcBef>
              <a:buFont typeface="Wingdings" panose="05000000000000000000" pitchFamily="2" charset="2"/>
              <a:buNone/>
              <a:defRPr/>
            </a:pPr>
            <a:r>
              <a:rPr lang="en-US" altLang="zh-CN" dirty="0"/>
              <a:t>(3) </a:t>
            </a:r>
            <a:r>
              <a:rPr lang="zh-CN" altLang="en-US" dirty="0"/>
              <a:t>怎样使各种万维网文档都能在互联网上的各种计算机上显示出来，同时使用户清楚地知道在什么地方存在着超链？ </a:t>
            </a:r>
          </a:p>
          <a:p>
            <a:pPr marL="316531" indent="-316531" algn="just" eaLnBrk="1" hangingPunct="1">
              <a:spcBef>
                <a:spcPts val="554"/>
              </a:spcBef>
              <a:defRPr/>
            </a:pPr>
            <a:r>
              <a:rPr lang="zh-CN" altLang="en-US" dirty="0">
                <a:solidFill>
                  <a:srgbClr val="FF0000"/>
                </a:solidFill>
              </a:rPr>
              <a:t>超文本标记语言</a:t>
            </a:r>
            <a:r>
              <a:rPr lang="zh-CN" altLang="en-US" dirty="0"/>
              <a:t> </a:t>
            </a:r>
            <a:r>
              <a:rPr lang="en-US" altLang="zh-CN" dirty="0"/>
              <a:t>HTML (</a:t>
            </a:r>
            <a:r>
              <a:rPr lang="en-US" altLang="zh-CN" dirty="0" err="1"/>
              <a:t>HyperText</a:t>
            </a:r>
            <a:r>
              <a:rPr lang="en-US" altLang="zh-CN" dirty="0"/>
              <a:t> Markup Language) </a:t>
            </a:r>
            <a:r>
              <a:rPr lang="zh-CN" altLang="en-US" dirty="0"/>
              <a:t>使得万维网页面的设计者可以很方便地用一个超链从本页面的某处链接到互联网上的任何一个万维网页面，并且能够在自己的计算机屏幕上将这些页面显示出来。 </a:t>
            </a:r>
          </a:p>
        </p:txBody>
      </p:sp>
    </p:spTree>
    <p:extLst>
      <p:ext uri="{BB962C8B-B14F-4D97-AF65-F5344CB8AC3E}">
        <p14:creationId xmlns:p14="http://schemas.microsoft.com/office/powerpoint/2010/main" val="420610283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3858" name="Rectangle 2"/>
          <p:cNvSpPr>
            <a:spLocks noGrp="1" noChangeArrowheads="1"/>
          </p:cNvSpPr>
          <p:nvPr>
            <p:ph type="title"/>
          </p:nvPr>
        </p:nvSpPr>
        <p:spPr/>
        <p:txBody>
          <a:bodyPr/>
          <a:lstStyle/>
          <a:p>
            <a:pPr algn="ctr" eaLnBrk="1" hangingPunct="1">
              <a:defRPr/>
            </a:pPr>
            <a:r>
              <a:rPr lang="zh-CN" altLang="en-US" dirty="0"/>
              <a:t>万维网必须解决的问题 </a:t>
            </a:r>
          </a:p>
        </p:txBody>
      </p:sp>
      <p:sp>
        <p:nvSpPr>
          <p:cNvPr id="633859" name="Rectangle 3"/>
          <p:cNvSpPr>
            <a:spLocks noGrp="1" noChangeArrowheads="1"/>
          </p:cNvSpPr>
          <p:nvPr>
            <p:ph idx="1"/>
          </p:nvPr>
        </p:nvSpPr>
        <p:spPr/>
        <p:txBody>
          <a:bodyPr/>
          <a:lstStyle/>
          <a:p>
            <a:pPr marL="316531" indent="-316531" algn="just" eaLnBrk="1" hangingPunct="1">
              <a:spcBef>
                <a:spcPts val="554"/>
              </a:spcBef>
              <a:buFont typeface="Wingdings" panose="05000000000000000000" pitchFamily="2" charset="2"/>
              <a:buNone/>
              <a:defRPr/>
            </a:pPr>
            <a:r>
              <a:rPr lang="en-US" altLang="zh-CN" dirty="0"/>
              <a:t>(4) </a:t>
            </a:r>
            <a:r>
              <a:rPr lang="zh-CN" altLang="en-US" dirty="0"/>
              <a:t>怎样使用户能够很方便地找到所需的信息？ </a:t>
            </a:r>
          </a:p>
          <a:p>
            <a:pPr marL="316531" indent="-316531" algn="just" eaLnBrk="1" hangingPunct="1">
              <a:spcBef>
                <a:spcPts val="554"/>
              </a:spcBef>
              <a:defRPr/>
            </a:pPr>
            <a:r>
              <a:rPr lang="zh-CN" altLang="en-US" dirty="0"/>
              <a:t>为了在万维网上方便地查找信息，用户可使用各种的</a:t>
            </a:r>
            <a:r>
              <a:rPr lang="zh-CN" altLang="en-US" dirty="0">
                <a:solidFill>
                  <a:srgbClr val="FF0000"/>
                </a:solidFill>
              </a:rPr>
              <a:t>搜索工具</a:t>
            </a:r>
            <a:r>
              <a:rPr lang="zh-CN" altLang="en-US" dirty="0"/>
              <a:t>（即</a:t>
            </a:r>
            <a:r>
              <a:rPr lang="zh-CN" altLang="en-US" dirty="0">
                <a:solidFill>
                  <a:srgbClr val="FF0000"/>
                </a:solidFill>
              </a:rPr>
              <a:t>搜索引擎</a:t>
            </a:r>
            <a:r>
              <a:rPr lang="zh-CN" altLang="en-US" dirty="0"/>
              <a:t>）。 </a:t>
            </a:r>
          </a:p>
        </p:txBody>
      </p:sp>
    </p:spTree>
    <p:extLst>
      <p:ext uri="{BB962C8B-B14F-4D97-AF65-F5344CB8AC3E}">
        <p14:creationId xmlns:p14="http://schemas.microsoft.com/office/powerpoint/2010/main" val="291627136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8866" name="Rectangle 2"/>
          <p:cNvSpPr>
            <a:spLocks noGrp="1" noChangeArrowheads="1"/>
          </p:cNvSpPr>
          <p:nvPr>
            <p:ph type="title"/>
          </p:nvPr>
        </p:nvSpPr>
        <p:spPr/>
        <p:txBody>
          <a:bodyPr/>
          <a:lstStyle/>
          <a:p>
            <a:pPr eaLnBrk="1" hangingPunct="1">
              <a:defRPr/>
            </a:pPr>
            <a:r>
              <a:rPr lang="zh-CN" altLang="en-US" dirty="0"/>
              <a:t>统一资源定位符 </a:t>
            </a:r>
            <a:r>
              <a:rPr lang="en-US" altLang="zh-CN" dirty="0"/>
              <a:t>URL</a:t>
            </a:r>
            <a:endParaRPr lang="zh-CN" altLang="en-US" sz="4800" dirty="0"/>
          </a:p>
        </p:txBody>
      </p:sp>
      <p:sp>
        <p:nvSpPr>
          <p:cNvPr id="548867" name="Rectangle 3"/>
          <p:cNvSpPr>
            <a:spLocks noGrp="1" noChangeArrowheads="1"/>
          </p:cNvSpPr>
          <p:nvPr>
            <p:ph idx="1"/>
          </p:nvPr>
        </p:nvSpPr>
        <p:spPr/>
        <p:txBody>
          <a:bodyPr/>
          <a:lstStyle/>
          <a:p>
            <a:pPr marL="0" indent="0">
              <a:spcBef>
                <a:spcPts val="554"/>
              </a:spcBef>
              <a:buNone/>
              <a:defRPr/>
            </a:pPr>
            <a:r>
              <a:rPr lang="en-US" altLang="zh-CN" sz="4000" dirty="0">
                <a:solidFill>
                  <a:srgbClr val="333399"/>
                </a:solidFill>
                <a:latin typeface="+mj-lt"/>
                <a:ea typeface="+mj-ea"/>
                <a:cs typeface="+mj-cs"/>
              </a:rPr>
              <a:t>1. URL</a:t>
            </a:r>
            <a:r>
              <a:rPr lang="zh-CN" altLang="en-US" sz="4000" dirty="0">
                <a:solidFill>
                  <a:srgbClr val="333399"/>
                </a:solidFill>
                <a:latin typeface="+mj-lt"/>
                <a:ea typeface="+mj-ea"/>
                <a:cs typeface="+mj-cs"/>
              </a:rPr>
              <a:t>的格式</a:t>
            </a:r>
            <a:endParaRPr lang="en-US" altLang="zh-CN" sz="4000" dirty="0">
              <a:solidFill>
                <a:srgbClr val="333399"/>
              </a:solidFill>
              <a:latin typeface="+mj-lt"/>
              <a:ea typeface="+mj-ea"/>
              <a:cs typeface="+mj-cs"/>
            </a:endParaRPr>
          </a:p>
          <a:p>
            <a:pPr marL="316531" indent="-316531" eaLnBrk="1" hangingPunct="1">
              <a:spcBef>
                <a:spcPts val="554"/>
              </a:spcBef>
              <a:defRPr/>
            </a:pPr>
            <a:r>
              <a:rPr lang="zh-CN" altLang="en-US" sz="2700" dirty="0"/>
              <a:t>资源定位符 </a:t>
            </a:r>
            <a:r>
              <a:rPr lang="en-US" altLang="zh-CN" sz="2700" dirty="0"/>
              <a:t>URL </a:t>
            </a:r>
            <a:r>
              <a:rPr lang="zh-CN" altLang="en-US" sz="2700" dirty="0"/>
              <a:t>是对可以从互联网上得到的资源的位置和访问方法的一种简洁表示。</a:t>
            </a:r>
          </a:p>
          <a:p>
            <a:pPr marL="316531" indent="-316531" eaLnBrk="1" hangingPunct="1">
              <a:spcBef>
                <a:spcPts val="554"/>
              </a:spcBef>
              <a:defRPr/>
            </a:pPr>
            <a:r>
              <a:rPr lang="en-US" altLang="zh-CN" sz="2700" dirty="0"/>
              <a:t>URL </a:t>
            </a:r>
            <a:r>
              <a:rPr lang="zh-CN" altLang="en-US" sz="2700" dirty="0"/>
              <a:t>给资源的位置提供一种抽象的识别方法，并用这种方法给资源定位。</a:t>
            </a:r>
          </a:p>
          <a:p>
            <a:pPr marL="316531" indent="-316531" eaLnBrk="1" hangingPunct="1">
              <a:spcBef>
                <a:spcPts val="554"/>
              </a:spcBef>
              <a:defRPr/>
            </a:pPr>
            <a:r>
              <a:rPr lang="zh-CN" altLang="en-US" sz="2700" dirty="0"/>
              <a:t>只要能够对资源定位，系统就可以对资源进行各种操作，如存取、更新、替换和查找其属性。</a:t>
            </a:r>
          </a:p>
          <a:p>
            <a:pPr marL="316531" indent="-316531" eaLnBrk="1" hangingPunct="1">
              <a:spcBef>
                <a:spcPts val="554"/>
              </a:spcBef>
              <a:defRPr/>
            </a:pPr>
            <a:r>
              <a:rPr lang="en-US" altLang="zh-CN" sz="2700" dirty="0"/>
              <a:t>URL </a:t>
            </a:r>
            <a:r>
              <a:rPr lang="zh-CN" altLang="en-US" sz="2700" dirty="0"/>
              <a:t>相当于一个文件名在网络范围的扩展。因此 </a:t>
            </a:r>
            <a:r>
              <a:rPr lang="en-US" altLang="zh-CN" sz="2700" dirty="0"/>
              <a:t>URL </a:t>
            </a:r>
            <a:r>
              <a:rPr lang="zh-CN" altLang="en-US" sz="2700" dirty="0"/>
              <a:t>是与互联网相连的机器上的任何可访问对象的一个指针。 </a:t>
            </a:r>
            <a:r>
              <a:rPr lang="zh-CN" altLang="en-US" sz="2800" dirty="0"/>
              <a:t> </a:t>
            </a:r>
          </a:p>
        </p:txBody>
      </p:sp>
    </p:spTree>
    <p:extLst>
      <p:ext uri="{BB962C8B-B14F-4D97-AF65-F5344CB8AC3E}">
        <p14:creationId xmlns:p14="http://schemas.microsoft.com/office/powerpoint/2010/main" val="29876372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9890" name="Rectangle 2"/>
          <p:cNvSpPr>
            <a:spLocks noGrp="1" noChangeArrowheads="1"/>
          </p:cNvSpPr>
          <p:nvPr>
            <p:ph type="title"/>
          </p:nvPr>
        </p:nvSpPr>
        <p:spPr/>
        <p:txBody>
          <a:bodyPr/>
          <a:lstStyle/>
          <a:p>
            <a:pPr algn="ctr" eaLnBrk="1" hangingPunct="1">
              <a:defRPr/>
            </a:pPr>
            <a:r>
              <a:rPr lang="en-US" altLang="zh-CN" dirty="0"/>
              <a:t>URL </a:t>
            </a:r>
            <a:r>
              <a:rPr dirty="0"/>
              <a:t>的一般形式 </a:t>
            </a:r>
          </a:p>
        </p:txBody>
      </p:sp>
      <p:sp>
        <p:nvSpPr>
          <p:cNvPr id="116739" name="Rectangle 3"/>
          <p:cNvSpPr>
            <a:spLocks noGrp="1" noChangeArrowheads="1"/>
          </p:cNvSpPr>
          <p:nvPr>
            <p:ph idx="1"/>
          </p:nvPr>
        </p:nvSpPr>
        <p:spPr/>
        <p:txBody>
          <a:bodyPr/>
          <a:lstStyle/>
          <a:p>
            <a:pPr eaLnBrk="1" hangingPunct="1"/>
            <a:r>
              <a:rPr lang="zh-CN" altLang="en-US" dirty="0"/>
              <a:t>由以冒号隔开的两大部分组成，并且在 </a:t>
            </a:r>
            <a:r>
              <a:rPr lang="en-US" altLang="zh-CN" dirty="0"/>
              <a:t>URL </a:t>
            </a:r>
            <a:r>
              <a:rPr lang="zh-CN" altLang="en-US" dirty="0"/>
              <a:t>中的字符对大写或小写没有要求。</a:t>
            </a:r>
          </a:p>
          <a:p>
            <a:pPr eaLnBrk="1" hangingPunct="1"/>
            <a:r>
              <a:rPr lang="en-US" altLang="zh-CN" dirty="0"/>
              <a:t>URL </a:t>
            </a:r>
            <a:r>
              <a:rPr lang="zh-CN" altLang="en-US" dirty="0"/>
              <a:t>的一般形式是：</a:t>
            </a:r>
          </a:p>
        </p:txBody>
      </p:sp>
      <p:sp>
        <p:nvSpPr>
          <p:cNvPr id="116740" name="Text Box 25"/>
          <p:cNvSpPr txBox="1">
            <a:spLocks noChangeArrowheads="1"/>
          </p:cNvSpPr>
          <p:nvPr/>
        </p:nvSpPr>
        <p:spPr bwMode="auto">
          <a:xfrm>
            <a:off x="2299362" y="3548064"/>
            <a:ext cx="5695950" cy="528637"/>
          </a:xfrm>
          <a:prstGeom prst="rect">
            <a:avLst/>
          </a:prstGeom>
          <a:solidFill>
            <a:srgbClr val="CCECFF"/>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algn="ctr" eaLnBrk="1" hangingPunct="1"/>
            <a:r>
              <a:rPr lang="en-US" altLang="zh-CN" sz="2800" b="1">
                <a:solidFill>
                  <a:srgbClr val="000099"/>
                </a:solidFill>
                <a:latin typeface="Arial" charset="0"/>
                <a:ea typeface="黑体" pitchFamily="49" charset="-122"/>
              </a:rPr>
              <a:t>&lt;</a:t>
            </a:r>
            <a:r>
              <a:rPr lang="zh-CN" altLang="en-US" sz="2800" b="1">
                <a:solidFill>
                  <a:srgbClr val="000099"/>
                </a:solidFill>
                <a:latin typeface="Arial" charset="0"/>
                <a:ea typeface="黑体" pitchFamily="49" charset="-122"/>
              </a:rPr>
              <a:t>协议</a:t>
            </a:r>
            <a:r>
              <a:rPr lang="en-US" altLang="zh-CN" sz="2800" b="1">
                <a:solidFill>
                  <a:srgbClr val="000099"/>
                </a:solidFill>
                <a:latin typeface="Arial" charset="0"/>
                <a:ea typeface="黑体" pitchFamily="49" charset="-122"/>
              </a:rPr>
              <a:t>&gt;://&lt;</a:t>
            </a:r>
            <a:r>
              <a:rPr lang="zh-CN" altLang="en-US" sz="2800" b="1">
                <a:solidFill>
                  <a:srgbClr val="000099"/>
                </a:solidFill>
                <a:latin typeface="Arial" charset="0"/>
                <a:ea typeface="黑体" pitchFamily="49" charset="-122"/>
              </a:rPr>
              <a:t>主机</a:t>
            </a:r>
            <a:r>
              <a:rPr lang="en-US" altLang="zh-CN" sz="2800" b="1">
                <a:solidFill>
                  <a:srgbClr val="000099"/>
                </a:solidFill>
                <a:latin typeface="Arial" charset="0"/>
                <a:ea typeface="黑体" pitchFamily="49" charset="-122"/>
              </a:rPr>
              <a:t>&gt;:&lt;</a:t>
            </a:r>
            <a:r>
              <a:rPr lang="zh-CN" altLang="en-US" sz="2800" b="1">
                <a:solidFill>
                  <a:srgbClr val="000099"/>
                </a:solidFill>
                <a:latin typeface="Arial" charset="0"/>
                <a:ea typeface="黑体" pitchFamily="49" charset="-122"/>
              </a:rPr>
              <a:t>端口</a:t>
            </a:r>
            <a:r>
              <a:rPr lang="en-US" altLang="zh-CN" sz="2800" b="1">
                <a:solidFill>
                  <a:srgbClr val="000099"/>
                </a:solidFill>
                <a:latin typeface="Arial" charset="0"/>
                <a:ea typeface="黑体" pitchFamily="49" charset="-122"/>
              </a:rPr>
              <a:t>&gt;/&lt;</a:t>
            </a:r>
            <a:r>
              <a:rPr lang="zh-CN" altLang="en-US" sz="2800" b="1">
                <a:solidFill>
                  <a:srgbClr val="000099"/>
                </a:solidFill>
                <a:latin typeface="Arial" charset="0"/>
                <a:ea typeface="黑体" pitchFamily="49" charset="-122"/>
              </a:rPr>
              <a:t>路径</a:t>
            </a:r>
            <a:r>
              <a:rPr lang="en-US" altLang="zh-CN" sz="2800" b="1">
                <a:solidFill>
                  <a:srgbClr val="000099"/>
                </a:solidFill>
                <a:latin typeface="Arial" charset="0"/>
                <a:ea typeface="黑体" pitchFamily="49" charset="-122"/>
              </a:rPr>
              <a:t>&gt; </a:t>
            </a:r>
          </a:p>
        </p:txBody>
      </p:sp>
      <p:grpSp>
        <p:nvGrpSpPr>
          <p:cNvPr id="549919" name="Group 31"/>
          <p:cNvGrpSpPr>
            <a:grpSpLocks/>
          </p:cNvGrpSpPr>
          <p:nvPr/>
        </p:nvGrpSpPr>
        <p:grpSpPr bwMode="auto">
          <a:xfrm>
            <a:off x="2612365" y="4076700"/>
            <a:ext cx="6734704" cy="2038350"/>
            <a:chOff x="1519" y="2568"/>
            <a:chExt cx="3916" cy="1284"/>
          </a:xfrm>
        </p:grpSpPr>
        <p:sp>
          <p:nvSpPr>
            <p:cNvPr id="116742" name="Line 26"/>
            <p:cNvSpPr>
              <a:spLocks noChangeShapeType="1"/>
            </p:cNvSpPr>
            <p:nvPr/>
          </p:nvSpPr>
          <p:spPr bwMode="auto">
            <a:xfrm>
              <a:off x="1519" y="2568"/>
              <a:ext cx="657" cy="0"/>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16743" name="Freeform 27"/>
            <p:cNvSpPr>
              <a:spLocks/>
            </p:cNvSpPr>
            <p:nvPr/>
          </p:nvSpPr>
          <p:spPr bwMode="auto">
            <a:xfrm>
              <a:off x="1791" y="2568"/>
              <a:ext cx="385" cy="726"/>
            </a:xfrm>
            <a:custGeom>
              <a:avLst/>
              <a:gdLst>
                <a:gd name="T0" fmla="*/ 0 w 771"/>
                <a:gd name="T1" fmla="*/ 0 h 726"/>
                <a:gd name="T2" fmla="*/ 0 w 771"/>
                <a:gd name="T3" fmla="*/ 726 h 726"/>
                <a:gd name="T4" fmla="*/ 12 w 771"/>
                <a:gd name="T5" fmla="*/ 726 h 726"/>
                <a:gd name="T6" fmla="*/ 0 60000 65536"/>
                <a:gd name="T7" fmla="*/ 0 60000 65536"/>
                <a:gd name="T8" fmla="*/ 0 60000 65536"/>
              </a:gdLst>
              <a:ahLst/>
              <a:cxnLst>
                <a:cxn ang="T6">
                  <a:pos x="T0" y="T1"/>
                </a:cxn>
                <a:cxn ang="T7">
                  <a:pos x="T2" y="T3"/>
                </a:cxn>
                <a:cxn ang="T8">
                  <a:pos x="T4" y="T5"/>
                </a:cxn>
              </a:cxnLst>
              <a:rect l="0" t="0" r="r" b="b"/>
              <a:pathLst>
                <a:path w="771" h="726">
                  <a:moveTo>
                    <a:pt x="0" y="0"/>
                  </a:moveTo>
                  <a:lnTo>
                    <a:pt x="0" y="726"/>
                  </a:lnTo>
                  <a:lnTo>
                    <a:pt x="771" y="726"/>
                  </a:lnTo>
                </a:path>
              </a:pathLst>
            </a:custGeom>
            <a:noFill/>
            <a:ln w="38100" cmpd="sng">
              <a:solidFill>
                <a:schemeClr va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16744" name="AutoShape 28"/>
            <p:cNvSpPr>
              <a:spLocks/>
            </p:cNvSpPr>
            <p:nvPr/>
          </p:nvSpPr>
          <p:spPr bwMode="auto">
            <a:xfrm>
              <a:off x="2176" y="2841"/>
              <a:ext cx="82" cy="907"/>
            </a:xfrm>
            <a:prstGeom prst="leftBrace">
              <a:avLst>
                <a:gd name="adj1" fmla="val 92175"/>
                <a:gd name="adj2" fmla="val 50000"/>
              </a:avLst>
            </a:prstGeom>
            <a:noFill/>
            <a:ln w="28575">
              <a:solidFill>
                <a:schemeClr va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116745" name="Text Box 29"/>
            <p:cNvSpPr txBox="1">
              <a:spLocks noChangeArrowheads="1"/>
            </p:cNvSpPr>
            <p:nvPr/>
          </p:nvSpPr>
          <p:spPr bwMode="auto">
            <a:xfrm>
              <a:off x="2328" y="2625"/>
              <a:ext cx="3107" cy="1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lnSpc>
                  <a:spcPct val="150000"/>
                </a:lnSpc>
              </a:pPr>
              <a:r>
                <a:rPr lang="en-US" altLang="zh-CN" sz="2800" b="1">
                  <a:solidFill>
                    <a:srgbClr val="000099"/>
                  </a:solidFill>
                  <a:latin typeface="Arial" charset="0"/>
                  <a:ea typeface="黑体" pitchFamily="49" charset="-122"/>
                </a:rPr>
                <a:t>ftp —— </a:t>
              </a:r>
              <a:r>
                <a:rPr lang="zh-CN" altLang="en-US" sz="2800" b="1">
                  <a:solidFill>
                    <a:srgbClr val="000099"/>
                  </a:solidFill>
                  <a:latin typeface="Arial" charset="0"/>
                  <a:ea typeface="黑体" pitchFamily="49" charset="-122"/>
                </a:rPr>
                <a:t>文件传送协议 </a:t>
              </a:r>
              <a:r>
                <a:rPr lang="en-US" altLang="zh-CN" sz="2800" b="1">
                  <a:solidFill>
                    <a:srgbClr val="000099"/>
                  </a:solidFill>
                  <a:latin typeface="Arial" charset="0"/>
                  <a:ea typeface="黑体" pitchFamily="49" charset="-122"/>
                </a:rPr>
                <a:t>FTP</a:t>
              </a:r>
            </a:p>
            <a:p>
              <a:pPr eaLnBrk="1" hangingPunct="1">
                <a:lnSpc>
                  <a:spcPct val="150000"/>
                </a:lnSpc>
              </a:pPr>
              <a:r>
                <a:rPr lang="en-US" altLang="zh-CN" sz="2800" b="1">
                  <a:solidFill>
                    <a:srgbClr val="000099"/>
                  </a:solidFill>
                  <a:latin typeface="Arial" charset="0"/>
                  <a:ea typeface="黑体" pitchFamily="49" charset="-122"/>
                </a:rPr>
                <a:t>http —— </a:t>
              </a:r>
              <a:r>
                <a:rPr lang="zh-CN" altLang="en-US" sz="2800" b="1">
                  <a:solidFill>
                    <a:srgbClr val="000099"/>
                  </a:solidFill>
                  <a:latin typeface="Arial" charset="0"/>
                  <a:ea typeface="黑体" pitchFamily="49" charset="-122"/>
                </a:rPr>
                <a:t>超文本传送协议 </a:t>
              </a:r>
              <a:r>
                <a:rPr lang="en-US" altLang="zh-CN" sz="2800" b="1">
                  <a:solidFill>
                    <a:srgbClr val="000099"/>
                  </a:solidFill>
                  <a:latin typeface="Arial" charset="0"/>
                  <a:ea typeface="黑体" pitchFamily="49" charset="-122"/>
                </a:rPr>
                <a:t>HTTP</a:t>
              </a:r>
            </a:p>
            <a:p>
              <a:pPr eaLnBrk="1" hangingPunct="1">
                <a:lnSpc>
                  <a:spcPct val="150000"/>
                </a:lnSpc>
              </a:pPr>
              <a:r>
                <a:rPr lang="en-US" altLang="zh-CN" sz="2800" b="1">
                  <a:solidFill>
                    <a:srgbClr val="000099"/>
                  </a:solidFill>
                  <a:latin typeface="Arial" charset="0"/>
                  <a:ea typeface="黑体" pitchFamily="49" charset="-122"/>
                </a:rPr>
                <a:t>News —— USENET </a:t>
              </a:r>
              <a:r>
                <a:rPr lang="zh-CN" altLang="en-US" sz="2800" b="1">
                  <a:solidFill>
                    <a:srgbClr val="000099"/>
                  </a:solidFill>
                  <a:latin typeface="Arial" charset="0"/>
                  <a:ea typeface="黑体" pitchFamily="49" charset="-122"/>
                </a:rPr>
                <a:t>新闻</a:t>
              </a:r>
            </a:p>
          </p:txBody>
        </p:sp>
      </p:grpSp>
    </p:spTree>
    <p:extLst>
      <p:ext uri="{BB962C8B-B14F-4D97-AF65-F5344CB8AC3E}">
        <p14:creationId xmlns:p14="http://schemas.microsoft.com/office/powerpoint/2010/main" val="314790522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ChangeArrowheads="1"/>
          </p:cNvSpPr>
          <p:nvPr>
            <p:ph type="title"/>
          </p:nvPr>
        </p:nvSpPr>
        <p:spPr/>
        <p:txBody>
          <a:bodyPr/>
          <a:lstStyle/>
          <a:p>
            <a:pPr eaLnBrk="1" hangingPunct="1"/>
            <a:r>
              <a:rPr lang="zh-CN" altLang="en-US" dirty="0">
                <a:ea typeface="黑体" pitchFamily="49" charset="-122"/>
              </a:rPr>
              <a:t>超文本传送协议 </a:t>
            </a:r>
            <a:r>
              <a:rPr lang="en-US" altLang="zh-CN" dirty="0">
                <a:ea typeface="黑体" pitchFamily="49" charset="-122"/>
              </a:rPr>
              <a:t>HTTP</a:t>
            </a:r>
            <a:r>
              <a:rPr lang="zh-CN" altLang="en-US" dirty="0">
                <a:ea typeface="黑体" pitchFamily="49" charset="-122"/>
              </a:rPr>
              <a:t> </a:t>
            </a:r>
          </a:p>
        </p:txBody>
      </p:sp>
      <p:sp>
        <p:nvSpPr>
          <p:cNvPr id="551939" name="Rectangle 3"/>
          <p:cNvSpPr>
            <a:spLocks noGrp="1" noChangeArrowheads="1"/>
          </p:cNvSpPr>
          <p:nvPr>
            <p:ph idx="1"/>
          </p:nvPr>
        </p:nvSpPr>
        <p:spPr/>
        <p:txBody>
          <a:bodyPr/>
          <a:lstStyle/>
          <a:p>
            <a:pPr marL="0" indent="0" algn="just">
              <a:buNone/>
            </a:pPr>
            <a:r>
              <a:rPr lang="en-US" altLang="zh-CN" sz="4000" dirty="0">
                <a:solidFill>
                  <a:srgbClr val="333399"/>
                </a:solidFill>
                <a:latin typeface="+mj-lt"/>
                <a:ea typeface="黑体" pitchFamily="49" charset="-122"/>
                <a:cs typeface="+mj-cs"/>
              </a:rPr>
              <a:t>HTTP </a:t>
            </a:r>
            <a:r>
              <a:rPr lang="zh-CN" altLang="en-US" sz="4000" dirty="0">
                <a:solidFill>
                  <a:srgbClr val="333399"/>
                </a:solidFill>
                <a:latin typeface="+mj-lt"/>
                <a:ea typeface="黑体" pitchFamily="49" charset="-122"/>
                <a:cs typeface="+mj-cs"/>
              </a:rPr>
              <a:t>的操作过程</a:t>
            </a:r>
            <a:endParaRPr lang="en-US" altLang="zh-CN" sz="4000" dirty="0">
              <a:solidFill>
                <a:srgbClr val="333399"/>
              </a:solidFill>
              <a:latin typeface="+mj-lt"/>
              <a:ea typeface="黑体" pitchFamily="49" charset="-122"/>
              <a:cs typeface="+mj-cs"/>
            </a:endParaRPr>
          </a:p>
          <a:p>
            <a:pPr algn="just" eaLnBrk="1" hangingPunct="1"/>
            <a:r>
              <a:rPr lang="zh-CN" altLang="en-US" dirty="0">
                <a:ea typeface="黑体" pitchFamily="49" charset="-122"/>
              </a:rPr>
              <a:t>为了使超文本的链接能够高效率地完成，需要用 </a:t>
            </a:r>
            <a:r>
              <a:rPr lang="en-US" altLang="zh-CN" dirty="0">
                <a:ea typeface="黑体" pitchFamily="49" charset="-122"/>
              </a:rPr>
              <a:t>HTTP </a:t>
            </a:r>
            <a:r>
              <a:rPr lang="zh-CN" altLang="en-US" dirty="0">
                <a:ea typeface="黑体" pitchFamily="49" charset="-122"/>
              </a:rPr>
              <a:t>协议来传送一切必须的信息。</a:t>
            </a:r>
          </a:p>
          <a:p>
            <a:pPr algn="just" eaLnBrk="1" hangingPunct="1"/>
            <a:r>
              <a:rPr lang="zh-CN" altLang="en-US" dirty="0">
                <a:ea typeface="黑体" pitchFamily="49" charset="-122"/>
              </a:rPr>
              <a:t>从层次的角度看，</a:t>
            </a:r>
            <a:r>
              <a:rPr lang="en-US" altLang="zh-CN" dirty="0">
                <a:ea typeface="黑体" pitchFamily="49" charset="-122"/>
              </a:rPr>
              <a:t>HTTP </a:t>
            </a:r>
            <a:r>
              <a:rPr lang="zh-CN" altLang="en-US" dirty="0">
                <a:ea typeface="黑体" pitchFamily="49" charset="-122"/>
              </a:rPr>
              <a:t>是</a:t>
            </a:r>
            <a:r>
              <a:rPr lang="zh-CN" altLang="en-US" dirty="0">
                <a:solidFill>
                  <a:srgbClr val="FF0000"/>
                </a:solidFill>
                <a:ea typeface="黑体" pitchFamily="49" charset="-122"/>
              </a:rPr>
              <a:t>面向事务的</a:t>
            </a:r>
            <a:r>
              <a:rPr lang="en-US" altLang="zh-CN" dirty="0">
                <a:ea typeface="黑体" pitchFamily="49" charset="-122"/>
              </a:rPr>
              <a:t>(transaction-oriented)</a:t>
            </a:r>
            <a:r>
              <a:rPr lang="zh-CN" altLang="en-US" dirty="0">
                <a:ea typeface="黑体" pitchFamily="49" charset="-122"/>
              </a:rPr>
              <a:t>应用层协议，它是万维网上能够可靠地交换文件（包括文本、声音、图像等各种多媒体文件）的重要基础。 </a:t>
            </a:r>
          </a:p>
        </p:txBody>
      </p:sp>
    </p:spTree>
    <p:extLst>
      <p:ext uri="{BB962C8B-B14F-4D97-AF65-F5344CB8AC3E}">
        <p14:creationId xmlns:p14="http://schemas.microsoft.com/office/powerpoint/2010/main" val="387971489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noChangeArrowheads="1"/>
          </p:cNvSpPr>
          <p:nvPr>
            <p:ph type="title" idx="4294967295"/>
          </p:nvPr>
        </p:nvSpPr>
        <p:spPr>
          <a:xfrm>
            <a:off x="488504" y="44624"/>
            <a:ext cx="8442457" cy="695325"/>
          </a:xfrm>
        </p:spPr>
        <p:txBody>
          <a:bodyPr/>
          <a:lstStyle/>
          <a:p>
            <a:pPr algn="ctr" eaLnBrk="1" hangingPunct="1">
              <a:lnSpc>
                <a:spcPct val="80000"/>
              </a:lnSpc>
            </a:pPr>
            <a:r>
              <a:rPr lang="zh-CN" altLang="en-US" dirty="0">
                <a:ea typeface="黑体" pitchFamily="49" charset="-122"/>
              </a:rPr>
              <a:t>万维网的工作过程 </a:t>
            </a:r>
          </a:p>
        </p:txBody>
      </p:sp>
      <p:graphicFrame>
        <p:nvGraphicFramePr>
          <p:cNvPr id="135171" name="Object 66"/>
          <p:cNvGraphicFramePr>
            <a:graphicFrameLocks noChangeAspect="1"/>
          </p:cNvGraphicFramePr>
          <p:nvPr>
            <p:extLst>
              <p:ext uri="{D42A27DB-BD31-4B8C-83A1-F6EECF244321}">
                <p14:modId xmlns:p14="http://schemas.microsoft.com/office/powerpoint/2010/main" val="527097289"/>
              </p:ext>
            </p:extLst>
          </p:nvPr>
        </p:nvGraphicFramePr>
        <p:xfrm>
          <a:off x="2734470" y="2608264"/>
          <a:ext cx="4165335" cy="1692275"/>
        </p:xfrm>
        <a:graphic>
          <a:graphicData uri="http://schemas.openxmlformats.org/presentationml/2006/ole">
            <mc:AlternateContent xmlns:mc="http://schemas.openxmlformats.org/markup-compatibility/2006">
              <mc:Choice xmlns:v="urn:schemas-microsoft-com:vml" Requires="v">
                <p:oleObj spid="_x0000_s18457" name="VISIO" r:id="rId4" imgW="1687068" imgH="964692" progId="Visio.Drawing.6">
                  <p:embed/>
                </p:oleObj>
              </mc:Choice>
              <mc:Fallback>
                <p:oleObj name="VISIO" r:id="rId4" imgW="1687068" imgH="964692" progId="Visio.Drawing.6">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34470" y="2608264"/>
                        <a:ext cx="4165335" cy="1692275"/>
                      </a:xfrm>
                      <a:prstGeom prst="rect">
                        <a:avLst/>
                      </a:prstGeom>
                      <a:noFill/>
                      <a:ln>
                        <a:noFill/>
                      </a:ln>
                      <a:effectLst>
                        <a:outerShdw dist="25400" dir="54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pic>
        <p:nvPicPr>
          <p:cNvPr id="135172" name="Picture 67"/>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71073" y="1122364"/>
            <a:ext cx="1804061" cy="2416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5173" name="Freeform 68"/>
          <p:cNvSpPr>
            <a:spLocks/>
          </p:cNvSpPr>
          <p:nvPr/>
        </p:nvSpPr>
        <p:spPr bwMode="auto">
          <a:xfrm>
            <a:off x="3915966" y="2935288"/>
            <a:ext cx="486701" cy="266700"/>
          </a:xfrm>
          <a:custGeom>
            <a:avLst/>
            <a:gdLst>
              <a:gd name="T0" fmla="*/ 2147483646 w 117"/>
              <a:gd name="T1" fmla="*/ 2147483646 h 118"/>
              <a:gd name="T2" fmla="*/ 0 w 117"/>
              <a:gd name="T3" fmla="*/ 2147483646 h 118"/>
              <a:gd name="T4" fmla="*/ 0 w 117"/>
              <a:gd name="T5" fmla="*/ 2147483646 h 118"/>
              <a:gd name="T6" fmla="*/ 2147483646 w 117"/>
              <a:gd name="T7" fmla="*/ 2147483646 h 118"/>
              <a:gd name="T8" fmla="*/ 2147483646 w 117"/>
              <a:gd name="T9" fmla="*/ 2147483646 h 118"/>
              <a:gd name="T10" fmla="*/ 2147483646 w 117"/>
              <a:gd name="T11" fmla="*/ 0 h 118"/>
              <a:gd name="T12" fmla="*/ 2147483646 w 117"/>
              <a:gd name="T13" fmla="*/ 0 h 118"/>
              <a:gd name="T14" fmla="*/ 2147483646 w 117"/>
              <a:gd name="T15" fmla="*/ 0 h 118"/>
              <a:gd name="T16" fmla="*/ 2147483646 w 117"/>
              <a:gd name="T17" fmla="*/ 2147483646 h 118"/>
              <a:gd name="T18" fmla="*/ 2147483646 w 117"/>
              <a:gd name="T19" fmla="*/ 2147483646 h 118"/>
              <a:gd name="T20" fmla="*/ 2147483646 w 117"/>
              <a:gd name="T21" fmla="*/ 2147483646 h 118"/>
              <a:gd name="T22" fmla="*/ 2147483646 w 117"/>
              <a:gd name="T23" fmla="*/ 2147483646 h 118"/>
              <a:gd name="T24" fmla="*/ 2147483646 w 117"/>
              <a:gd name="T25" fmla="*/ 2147483646 h 118"/>
              <a:gd name="T26" fmla="*/ 2147483646 w 117"/>
              <a:gd name="T27" fmla="*/ 2147483646 h 118"/>
              <a:gd name="T28" fmla="*/ 2147483646 w 117"/>
              <a:gd name="T29" fmla="*/ 2147483646 h 118"/>
              <a:gd name="T30" fmla="*/ 2147483646 w 117"/>
              <a:gd name="T31" fmla="*/ 2147483646 h 118"/>
              <a:gd name="T32" fmla="*/ 2147483646 w 117"/>
              <a:gd name="T33" fmla="*/ 2147483646 h 118"/>
              <a:gd name="T34" fmla="*/ 2147483646 w 117"/>
              <a:gd name="T35" fmla="*/ 2147483646 h 118"/>
              <a:gd name="T36" fmla="*/ 2147483646 w 117"/>
              <a:gd name="T37" fmla="*/ 2147483646 h 118"/>
              <a:gd name="T38" fmla="*/ 2147483646 w 117"/>
              <a:gd name="T39" fmla="*/ 2147483646 h 118"/>
              <a:gd name="T40" fmla="*/ 2147483646 w 117"/>
              <a:gd name="T41" fmla="*/ 2147483646 h 118"/>
              <a:gd name="T42" fmla="*/ 2147483646 w 117"/>
              <a:gd name="T43" fmla="*/ 2147483646 h 118"/>
              <a:gd name="T44" fmla="*/ 2147483646 w 117"/>
              <a:gd name="T45" fmla="*/ 2147483646 h 118"/>
              <a:gd name="T46" fmla="*/ 2147483646 w 117"/>
              <a:gd name="T47" fmla="*/ 214748364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35174" name="Freeform 69"/>
          <p:cNvSpPr>
            <a:spLocks/>
          </p:cNvSpPr>
          <p:nvPr/>
        </p:nvSpPr>
        <p:spPr bwMode="auto">
          <a:xfrm>
            <a:off x="5061347" y="2865438"/>
            <a:ext cx="342238" cy="196850"/>
          </a:xfrm>
          <a:custGeom>
            <a:avLst/>
            <a:gdLst>
              <a:gd name="T0" fmla="*/ 0 w 82"/>
              <a:gd name="T1" fmla="*/ 0 h 87"/>
              <a:gd name="T2" fmla="*/ 2147483646 w 82"/>
              <a:gd name="T3" fmla="*/ 2147483646 h 87"/>
              <a:gd name="T4" fmla="*/ 2147483646 w 82"/>
              <a:gd name="T5" fmla="*/ 2147483646 h 87"/>
              <a:gd name="T6" fmla="*/ 2147483646 w 82"/>
              <a:gd name="T7" fmla="*/ 2147483646 h 87"/>
              <a:gd name="T8" fmla="*/ 2147483646 w 82"/>
              <a:gd name="T9" fmla="*/ 2147483646 h 87"/>
              <a:gd name="T10" fmla="*/ 2147483646 w 82"/>
              <a:gd name="T11" fmla="*/ 2147483646 h 87"/>
              <a:gd name="T12" fmla="*/ 2147483646 w 82"/>
              <a:gd name="T13" fmla="*/ 2147483646 h 87"/>
              <a:gd name="T14" fmla="*/ 2147483646 w 82"/>
              <a:gd name="T15" fmla="*/ 2147483646 h 87"/>
              <a:gd name="T16" fmla="*/ 2147483646 w 82"/>
              <a:gd name="T17" fmla="*/ 2147483646 h 87"/>
              <a:gd name="T18" fmla="*/ 2147483646 w 82"/>
              <a:gd name="T19" fmla="*/ 2147483646 h 87"/>
              <a:gd name="T20" fmla="*/ 2147483646 w 82"/>
              <a:gd name="T21" fmla="*/ 2147483646 h 87"/>
              <a:gd name="T22" fmla="*/ 2147483646 w 82"/>
              <a:gd name="T23" fmla="*/ 2147483646 h 87"/>
              <a:gd name="T24" fmla="*/ 2147483646 w 82"/>
              <a:gd name="T25" fmla="*/ 2147483646 h 87"/>
              <a:gd name="T26" fmla="*/ 0 w 82"/>
              <a:gd name="T27" fmla="*/ 2147483646 h 87"/>
              <a:gd name="T28" fmla="*/ 0 w 82"/>
              <a:gd name="T29" fmla="*/ 2147483646 h 87"/>
              <a:gd name="T30" fmla="*/ 2147483646 w 82"/>
              <a:gd name="T31" fmla="*/ 2147483646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35175" name="Freeform 70"/>
          <p:cNvSpPr>
            <a:spLocks/>
          </p:cNvSpPr>
          <p:nvPr/>
        </p:nvSpPr>
        <p:spPr bwMode="auto">
          <a:xfrm>
            <a:off x="6409664" y="2965450"/>
            <a:ext cx="1100667" cy="744538"/>
          </a:xfrm>
          <a:custGeom>
            <a:avLst/>
            <a:gdLst>
              <a:gd name="T0" fmla="*/ 2147483646 w 567"/>
              <a:gd name="T1" fmla="*/ 0 h 371"/>
              <a:gd name="T2" fmla="*/ 2147483646 w 567"/>
              <a:gd name="T3" fmla="*/ 2147483646 h 371"/>
              <a:gd name="T4" fmla="*/ 2147483646 w 567"/>
              <a:gd name="T5" fmla="*/ 2147483646 h 371"/>
              <a:gd name="T6" fmla="*/ 2147483646 w 567"/>
              <a:gd name="T7" fmla="*/ 2147483646 h 371"/>
              <a:gd name="T8" fmla="*/ 0 w 567"/>
              <a:gd name="T9" fmla="*/ 2147483646 h 37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67" h="371">
                <a:moveTo>
                  <a:pt x="567" y="0"/>
                </a:moveTo>
                <a:cubicBezTo>
                  <a:pt x="561" y="28"/>
                  <a:pt x="553" y="122"/>
                  <a:pt x="530" y="168"/>
                </a:cubicBezTo>
                <a:cubicBezTo>
                  <a:pt x="516" y="193"/>
                  <a:pt x="460" y="266"/>
                  <a:pt x="428" y="280"/>
                </a:cubicBezTo>
                <a:cubicBezTo>
                  <a:pt x="395" y="294"/>
                  <a:pt x="356" y="316"/>
                  <a:pt x="314" y="328"/>
                </a:cubicBezTo>
                <a:cubicBezTo>
                  <a:pt x="241" y="341"/>
                  <a:pt x="52" y="364"/>
                  <a:pt x="0" y="371"/>
                </a:cubicBezTo>
              </a:path>
            </a:pathLst>
          </a:custGeom>
          <a:noFill/>
          <a:ln w="38100" cmpd="sng">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135176" name="Freeform 71"/>
          <p:cNvSpPr>
            <a:spLocks/>
          </p:cNvSpPr>
          <p:nvPr/>
        </p:nvSpPr>
        <p:spPr bwMode="auto">
          <a:xfrm>
            <a:off x="2067189" y="2614614"/>
            <a:ext cx="1135063" cy="1081087"/>
          </a:xfrm>
          <a:custGeom>
            <a:avLst/>
            <a:gdLst>
              <a:gd name="T0" fmla="*/ 2147483646 w 759"/>
              <a:gd name="T1" fmla="*/ 0 h 664"/>
              <a:gd name="T2" fmla="*/ 2147483646 w 759"/>
              <a:gd name="T3" fmla="*/ 2147483646 h 664"/>
              <a:gd name="T4" fmla="*/ 2147483646 w 759"/>
              <a:gd name="T5" fmla="*/ 2147483646 h 664"/>
              <a:gd name="T6" fmla="*/ 2147483646 w 759"/>
              <a:gd name="T7" fmla="*/ 2147483646 h 664"/>
              <a:gd name="T8" fmla="*/ 2147483646 w 759"/>
              <a:gd name="T9" fmla="*/ 2147483646 h 664"/>
              <a:gd name="T10" fmla="*/ 2147483646 w 759"/>
              <a:gd name="T11" fmla="*/ 2147483646 h 664"/>
              <a:gd name="T12" fmla="*/ 2147483646 w 759"/>
              <a:gd name="T13" fmla="*/ 2147483646 h 664"/>
              <a:gd name="T14" fmla="*/ 2147483646 w 759"/>
              <a:gd name="T15" fmla="*/ 2147483646 h 6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59" h="664">
                <a:moveTo>
                  <a:pt x="7" y="0"/>
                </a:moveTo>
                <a:cubicBezTo>
                  <a:pt x="8" y="71"/>
                  <a:pt x="0" y="333"/>
                  <a:pt x="15" y="424"/>
                </a:cubicBezTo>
                <a:cubicBezTo>
                  <a:pt x="30" y="515"/>
                  <a:pt x="77" y="520"/>
                  <a:pt x="100" y="545"/>
                </a:cubicBezTo>
                <a:lnTo>
                  <a:pt x="154" y="571"/>
                </a:lnTo>
                <a:lnTo>
                  <a:pt x="190" y="591"/>
                </a:lnTo>
                <a:lnTo>
                  <a:pt x="351" y="633"/>
                </a:lnTo>
                <a:lnTo>
                  <a:pt x="583" y="664"/>
                </a:lnTo>
                <a:lnTo>
                  <a:pt x="759" y="664"/>
                </a:lnTo>
              </a:path>
            </a:pathLst>
          </a:custGeom>
          <a:noFill/>
          <a:ln w="38100"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35177" name="Rectangle 72"/>
          <p:cNvSpPr>
            <a:spLocks noChangeArrowheads="1"/>
          </p:cNvSpPr>
          <p:nvPr/>
        </p:nvSpPr>
        <p:spPr bwMode="auto">
          <a:xfrm>
            <a:off x="4332156" y="3548064"/>
            <a:ext cx="952185"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kumimoji="1" lang="zh-CN" altLang="en-US" sz="2000" b="1">
                <a:solidFill>
                  <a:srgbClr val="000099"/>
                </a:solidFill>
                <a:latin typeface="Arial" charset="0"/>
                <a:ea typeface="黑体" pitchFamily="49" charset="-122"/>
              </a:rPr>
              <a:t>互联网</a:t>
            </a:r>
          </a:p>
        </p:txBody>
      </p:sp>
      <p:sp>
        <p:nvSpPr>
          <p:cNvPr id="135178" name="Rectangle 73"/>
          <p:cNvSpPr>
            <a:spLocks noChangeArrowheads="1"/>
          </p:cNvSpPr>
          <p:nvPr/>
        </p:nvSpPr>
        <p:spPr bwMode="auto">
          <a:xfrm>
            <a:off x="6221482" y="620713"/>
            <a:ext cx="3329246" cy="6806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lnSpc>
                <a:spcPct val="80000"/>
              </a:lnSpc>
            </a:pPr>
            <a:r>
              <a:rPr kumimoji="1" lang="zh-CN" altLang="en-US" sz="2400" b="1" dirty="0">
                <a:solidFill>
                  <a:srgbClr val="000099"/>
                </a:solidFill>
                <a:latin typeface="Arial" charset="0"/>
                <a:ea typeface="黑体" pitchFamily="49" charset="-122"/>
              </a:rPr>
              <a:t>服务器</a:t>
            </a:r>
          </a:p>
          <a:p>
            <a:pPr algn="ctr">
              <a:lnSpc>
                <a:spcPct val="80000"/>
              </a:lnSpc>
            </a:pPr>
            <a:r>
              <a:rPr kumimoji="1" lang="en-US" altLang="zh-CN" sz="2400" b="1" dirty="0">
                <a:solidFill>
                  <a:srgbClr val="000099"/>
                </a:solidFill>
                <a:latin typeface="Arial" charset="0"/>
                <a:ea typeface="黑体" pitchFamily="49" charset="-122"/>
              </a:rPr>
              <a:t>www.tsinghua.edu.cn</a:t>
            </a:r>
          </a:p>
        </p:txBody>
      </p:sp>
      <p:sp>
        <p:nvSpPr>
          <p:cNvPr id="135179" name="Rectangle 74"/>
          <p:cNvSpPr>
            <a:spLocks noChangeArrowheads="1"/>
          </p:cNvSpPr>
          <p:nvPr/>
        </p:nvSpPr>
        <p:spPr bwMode="auto">
          <a:xfrm>
            <a:off x="3393149" y="836614"/>
            <a:ext cx="2646559"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kumimoji="1" lang="zh-CN" altLang="zh-CN" sz="2400" b="1">
                <a:solidFill>
                  <a:srgbClr val="000099"/>
                </a:solidFill>
                <a:latin typeface="Arial" charset="0"/>
                <a:ea typeface="黑体" pitchFamily="49" charset="-122"/>
              </a:rPr>
              <a:t>链接到</a:t>
            </a:r>
            <a:r>
              <a:rPr kumimoji="1" lang="en-US" altLang="zh-CN" sz="2400" b="1">
                <a:solidFill>
                  <a:srgbClr val="000099"/>
                </a:solidFill>
                <a:latin typeface="Arial" charset="0"/>
                <a:ea typeface="黑体" pitchFamily="49" charset="-122"/>
              </a:rPr>
              <a:t>URL</a:t>
            </a:r>
            <a:r>
              <a:rPr kumimoji="1" lang="zh-CN" altLang="en-US" sz="2400" b="1">
                <a:solidFill>
                  <a:srgbClr val="000099"/>
                </a:solidFill>
                <a:latin typeface="Arial" charset="0"/>
                <a:ea typeface="黑体" pitchFamily="49" charset="-122"/>
              </a:rPr>
              <a:t>的超链</a:t>
            </a:r>
          </a:p>
        </p:txBody>
      </p:sp>
      <p:sp>
        <p:nvSpPr>
          <p:cNvPr id="135180" name="Rectangle 75"/>
          <p:cNvSpPr>
            <a:spLocks noChangeArrowheads="1"/>
          </p:cNvSpPr>
          <p:nvPr/>
        </p:nvSpPr>
        <p:spPr bwMode="auto">
          <a:xfrm>
            <a:off x="3329517" y="3021013"/>
            <a:ext cx="2849114" cy="397545"/>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kumimoji="1" lang="en-US" altLang="zh-CN" sz="2000" b="1">
                <a:solidFill>
                  <a:srgbClr val="000099"/>
                </a:solidFill>
                <a:latin typeface="Arial" charset="0"/>
                <a:ea typeface="黑体" pitchFamily="49" charset="-122"/>
              </a:rPr>
              <a:t>HTTP </a:t>
            </a:r>
            <a:r>
              <a:rPr kumimoji="1" lang="zh-CN" altLang="en-US" sz="2000" b="1">
                <a:solidFill>
                  <a:srgbClr val="000099"/>
                </a:solidFill>
                <a:latin typeface="Arial" charset="0"/>
                <a:ea typeface="黑体" pitchFamily="49" charset="-122"/>
              </a:rPr>
              <a:t>使用此 </a:t>
            </a:r>
            <a:r>
              <a:rPr kumimoji="1" lang="en-US" altLang="zh-CN" sz="2000" b="1">
                <a:solidFill>
                  <a:srgbClr val="000099"/>
                </a:solidFill>
                <a:latin typeface="Arial" charset="0"/>
                <a:ea typeface="黑体" pitchFamily="49" charset="-122"/>
              </a:rPr>
              <a:t>TCP </a:t>
            </a:r>
            <a:r>
              <a:rPr kumimoji="1" lang="zh-CN" altLang="en-US" sz="2000" b="1">
                <a:solidFill>
                  <a:srgbClr val="000099"/>
                </a:solidFill>
                <a:latin typeface="Arial" charset="0"/>
                <a:ea typeface="黑体" pitchFamily="49" charset="-122"/>
              </a:rPr>
              <a:t>连接</a:t>
            </a:r>
          </a:p>
        </p:txBody>
      </p:sp>
      <p:sp>
        <p:nvSpPr>
          <p:cNvPr id="135181" name="Rectangle 76"/>
          <p:cNvSpPr>
            <a:spLocks noChangeArrowheads="1"/>
          </p:cNvSpPr>
          <p:nvPr/>
        </p:nvSpPr>
        <p:spPr bwMode="auto">
          <a:xfrm>
            <a:off x="2896130" y="1757364"/>
            <a:ext cx="952185"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nSpc>
                <a:spcPct val="90000"/>
              </a:lnSpc>
            </a:pPr>
            <a:r>
              <a:rPr kumimoji="1" lang="zh-CN" altLang="en-US" sz="2000" b="1">
                <a:solidFill>
                  <a:srgbClr val="000099"/>
                </a:solidFill>
                <a:latin typeface="Arial" charset="0"/>
                <a:ea typeface="黑体" pitchFamily="49" charset="-122"/>
              </a:rPr>
              <a:t>浏览器</a:t>
            </a:r>
          </a:p>
          <a:p>
            <a:pPr>
              <a:lnSpc>
                <a:spcPct val="90000"/>
              </a:lnSpc>
            </a:pPr>
            <a:r>
              <a:rPr kumimoji="1" lang="zh-CN" altLang="en-US" sz="2000" b="1">
                <a:solidFill>
                  <a:srgbClr val="000099"/>
                </a:solidFill>
                <a:latin typeface="Arial" charset="0"/>
                <a:ea typeface="黑体" pitchFamily="49" charset="-122"/>
              </a:rPr>
              <a:t> 程序</a:t>
            </a:r>
          </a:p>
        </p:txBody>
      </p:sp>
      <p:sp>
        <p:nvSpPr>
          <p:cNvPr id="135182" name="Rectangle 77"/>
          <p:cNvSpPr>
            <a:spLocks noChangeArrowheads="1"/>
          </p:cNvSpPr>
          <p:nvPr/>
        </p:nvSpPr>
        <p:spPr bwMode="auto">
          <a:xfrm>
            <a:off x="5472377" y="1757364"/>
            <a:ext cx="952185"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nSpc>
                <a:spcPct val="90000"/>
              </a:lnSpc>
            </a:pPr>
            <a:r>
              <a:rPr kumimoji="1" lang="zh-CN" altLang="en-US" sz="2000" b="1">
                <a:solidFill>
                  <a:srgbClr val="000099"/>
                </a:solidFill>
                <a:latin typeface="Arial" charset="0"/>
                <a:ea typeface="黑体" pitchFamily="49" charset="-122"/>
              </a:rPr>
              <a:t>服务器</a:t>
            </a:r>
          </a:p>
          <a:p>
            <a:pPr>
              <a:lnSpc>
                <a:spcPct val="90000"/>
              </a:lnSpc>
            </a:pPr>
            <a:r>
              <a:rPr kumimoji="1" lang="zh-CN" altLang="en-US" sz="2000" b="1">
                <a:solidFill>
                  <a:srgbClr val="000099"/>
                </a:solidFill>
                <a:latin typeface="Arial" charset="0"/>
                <a:ea typeface="黑体" pitchFamily="49" charset="-122"/>
              </a:rPr>
              <a:t> 程序</a:t>
            </a:r>
          </a:p>
        </p:txBody>
      </p:sp>
      <p:sp>
        <p:nvSpPr>
          <p:cNvPr id="135183" name="Rectangle 78"/>
          <p:cNvSpPr>
            <a:spLocks noChangeArrowheads="1"/>
          </p:cNvSpPr>
          <p:nvPr/>
        </p:nvSpPr>
        <p:spPr bwMode="auto">
          <a:xfrm>
            <a:off x="4275402" y="2130425"/>
            <a:ext cx="854402"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kumimoji="1" lang="en-US" altLang="zh-CN" sz="2000" b="1">
                <a:solidFill>
                  <a:srgbClr val="000099"/>
                </a:solidFill>
                <a:latin typeface="Arial" charset="0"/>
                <a:ea typeface="黑体" pitchFamily="49" charset="-122"/>
              </a:rPr>
              <a:t>HTTP</a:t>
            </a:r>
          </a:p>
        </p:txBody>
      </p:sp>
      <p:sp>
        <p:nvSpPr>
          <p:cNvPr id="135184" name="Rectangle 79"/>
          <p:cNvSpPr>
            <a:spLocks noChangeArrowheads="1"/>
          </p:cNvSpPr>
          <p:nvPr/>
        </p:nvSpPr>
        <p:spPr bwMode="auto">
          <a:xfrm>
            <a:off x="1520297" y="1052514"/>
            <a:ext cx="798296"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kumimoji="1" lang="zh-CN" altLang="en-US" sz="2400" b="1">
                <a:solidFill>
                  <a:srgbClr val="000099"/>
                </a:solidFill>
                <a:latin typeface="Arial" charset="0"/>
                <a:ea typeface="黑体" pitchFamily="49" charset="-122"/>
              </a:rPr>
              <a:t>客户</a:t>
            </a:r>
          </a:p>
        </p:txBody>
      </p:sp>
      <p:pic>
        <p:nvPicPr>
          <p:cNvPr id="135185" name="Picture 80"/>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39971" y="1503363"/>
            <a:ext cx="1551252" cy="1433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5186" name="Freeform 81"/>
          <p:cNvSpPr>
            <a:spLocks/>
          </p:cNvSpPr>
          <p:nvPr/>
        </p:nvSpPr>
        <p:spPr bwMode="auto">
          <a:xfrm>
            <a:off x="1608006" y="1735138"/>
            <a:ext cx="803142" cy="555625"/>
          </a:xfrm>
          <a:custGeom>
            <a:avLst/>
            <a:gdLst>
              <a:gd name="T0" fmla="*/ 2147483646 w 463"/>
              <a:gd name="T1" fmla="*/ 0 h 322"/>
              <a:gd name="T2" fmla="*/ 2147483646 w 463"/>
              <a:gd name="T3" fmla="*/ 0 h 322"/>
              <a:gd name="T4" fmla="*/ 2147483646 w 463"/>
              <a:gd name="T5" fmla="*/ 2147483646 h 322"/>
              <a:gd name="T6" fmla="*/ 0 w 463"/>
              <a:gd name="T7" fmla="*/ 2147483646 h 322"/>
              <a:gd name="T8" fmla="*/ 2147483646 w 463"/>
              <a:gd name="T9" fmla="*/ 0 h 32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3" h="322">
                <a:moveTo>
                  <a:pt x="17" y="0"/>
                </a:moveTo>
                <a:lnTo>
                  <a:pt x="462" y="0"/>
                </a:lnTo>
                <a:lnTo>
                  <a:pt x="443" y="321"/>
                </a:lnTo>
                <a:lnTo>
                  <a:pt x="0" y="304"/>
                </a:lnTo>
                <a:lnTo>
                  <a:pt x="17" y="0"/>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35187" name="Rectangle 82"/>
          <p:cNvSpPr>
            <a:spLocks noChangeArrowheads="1"/>
          </p:cNvSpPr>
          <p:nvPr/>
        </p:nvSpPr>
        <p:spPr bwMode="auto">
          <a:xfrm>
            <a:off x="1530615" y="1628775"/>
            <a:ext cx="900889" cy="520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kumimoji="1" lang="zh-CN" altLang="en-US" sz="1400" b="1">
                <a:solidFill>
                  <a:srgbClr val="000099"/>
                </a:solidFill>
                <a:latin typeface="Arial" charset="0"/>
                <a:ea typeface="黑体" pitchFamily="49" charset="-122"/>
              </a:rPr>
              <a:t>清华大学</a:t>
            </a:r>
          </a:p>
          <a:p>
            <a:r>
              <a:rPr kumimoji="1" lang="zh-CN" altLang="en-US" sz="1400" b="1">
                <a:solidFill>
                  <a:srgbClr val="000099"/>
                </a:solidFill>
                <a:latin typeface="Arial" charset="0"/>
                <a:ea typeface="黑体" pitchFamily="49" charset="-122"/>
              </a:rPr>
              <a:t>院系设置</a:t>
            </a:r>
          </a:p>
        </p:txBody>
      </p:sp>
      <p:sp>
        <p:nvSpPr>
          <p:cNvPr id="135188" name="Line 83"/>
          <p:cNvSpPr>
            <a:spLocks noChangeShapeType="1"/>
          </p:cNvSpPr>
          <p:nvPr/>
        </p:nvSpPr>
        <p:spPr bwMode="auto">
          <a:xfrm>
            <a:off x="1678517" y="2093913"/>
            <a:ext cx="634604"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135189" name="Oval 84"/>
          <p:cNvSpPr>
            <a:spLocks noChangeArrowheads="1"/>
          </p:cNvSpPr>
          <p:nvPr/>
        </p:nvSpPr>
        <p:spPr bwMode="auto">
          <a:xfrm>
            <a:off x="1976042" y="2432051"/>
            <a:ext cx="643202" cy="25241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135190" name="Line 85"/>
          <p:cNvSpPr>
            <a:spLocks noChangeShapeType="1"/>
          </p:cNvSpPr>
          <p:nvPr/>
        </p:nvSpPr>
        <p:spPr bwMode="auto">
          <a:xfrm>
            <a:off x="6299598" y="2262188"/>
            <a:ext cx="552053" cy="254000"/>
          </a:xfrm>
          <a:prstGeom prst="line">
            <a:avLst/>
          </a:prstGeom>
          <a:noFill/>
          <a:ln w="28575">
            <a:solidFill>
              <a:srgbClr val="333399"/>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135191" name="Line 86"/>
          <p:cNvSpPr>
            <a:spLocks noChangeShapeType="1"/>
          </p:cNvSpPr>
          <p:nvPr/>
        </p:nvSpPr>
        <p:spPr bwMode="auto">
          <a:xfrm flipH="1">
            <a:off x="2528094" y="2178050"/>
            <a:ext cx="552054" cy="338138"/>
          </a:xfrm>
          <a:prstGeom prst="line">
            <a:avLst/>
          </a:prstGeom>
          <a:noFill/>
          <a:ln w="28575">
            <a:solidFill>
              <a:srgbClr val="333399"/>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135192" name="Oval 87"/>
          <p:cNvSpPr>
            <a:spLocks noChangeArrowheads="1"/>
          </p:cNvSpPr>
          <p:nvPr/>
        </p:nvSpPr>
        <p:spPr bwMode="auto">
          <a:xfrm>
            <a:off x="6758782" y="2432051"/>
            <a:ext cx="644922" cy="25241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135193" name="Freeform 88"/>
          <p:cNvSpPr>
            <a:spLocks/>
          </p:cNvSpPr>
          <p:nvPr/>
        </p:nvSpPr>
        <p:spPr bwMode="auto">
          <a:xfrm>
            <a:off x="2344076" y="2622550"/>
            <a:ext cx="4691592" cy="820738"/>
          </a:xfrm>
          <a:custGeom>
            <a:avLst/>
            <a:gdLst>
              <a:gd name="T0" fmla="*/ 0 w 2448"/>
              <a:gd name="T1" fmla="*/ 0 h 852"/>
              <a:gd name="T2" fmla="*/ 0 w 2448"/>
              <a:gd name="T3" fmla="*/ 2147483646 h 852"/>
              <a:gd name="T4" fmla="*/ 2147483646 w 2448"/>
              <a:gd name="T5" fmla="*/ 2147483646 h 852"/>
              <a:gd name="T6" fmla="*/ 2147483646 w 2448"/>
              <a:gd name="T7" fmla="*/ 2147483646 h 852"/>
              <a:gd name="T8" fmla="*/ 2147483646 w 2448"/>
              <a:gd name="T9" fmla="*/ 2147483646 h 852"/>
              <a:gd name="T10" fmla="*/ 2147483646 w 2448"/>
              <a:gd name="T11" fmla="*/ 2147483646 h 852"/>
              <a:gd name="T12" fmla="*/ 2147483646 w 2448"/>
              <a:gd name="T13" fmla="*/ 2147483646 h 852"/>
              <a:gd name="T14" fmla="*/ 2147483646 w 2448"/>
              <a:gd name="T15" fmla="*/ 2147483646 h 852"/>
              <a:gd name="T16" fmla="*/ 2147483646 w 2448"/>
              <a:gd name="T17" fmla="*/ 2147483646 h 852"/>
              <a:gd name="T18" fmla="*/ 2147483646 w 2448"/>
              <a:gd name="T19" fmla="*/ 2147483646 h 852"/>
              <a:gd name="T20" fmla="*/ 2147483646 w 2448"/>
              <a:gd name="T21" fmla="*/ 2147483646 h 852"/>
              <a:gd name="T22" fmla="*/ 2147483646 w 2448"/>
              <a:gd name="T23" fmla="*/ 2147483646 h 852"/>
              <a:gd name="T24" fmla="*/ 2147483646 w 2448"/>
              <a:gd name="T25" fmla="*/ 2147483646 h 852"/>
              <a:gd name="T26" fmla="*/ 2147483646 w 2448"/>
              <a:gd name="T27" fmla="*/ 2147483646 h 852"/>
              <a:gd name="T28" fmla="*/ 2147483646 w 2448"/>
              <a:gd name="T29" fmla="*/ 2147483646 h 852"/>
              <a:gd name="T30" fmla="*/ 2147483646 w 2448"/>
              <a:gd name="T31" fmla="*/ 2147483646 h 85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448" h="852">
                <a:moveTo>
                  <a:pt x="0" y="0"/>
                </a:moveTo>
                <a:lnTo>
                  <a:pt x="0" y="608"/>
                </a:lnTo>
                <a:lnTo>
                  <a:pt x="6" y="651"/>
                </a:lnTo>
                <a:lnTo>
                  <a:pt x="24" y="699"/>
                </a:lnTo>
                <a:lnTo>
                  <a:pt x="66" y="750"/>
                </a:lnTo>
                <a:lnTo>
                  <a:pt x="144" y="793"/>
                </a:lnTo>
                <a:lnTo>
                  <a:pt x="282" y="830"/>
                </a:lnTo>
                <a:lnTo>
                  <a:pt x="432" y="852"/>
                </a:lnTo>
                <a:lnTo>
                  <a:pt x="816" y="852"/>
                </a:lnTo>
                <a:lnTo>
                  <a:pt x="2135" y="852"/>
                </a:lnTo>
                <a:lnTo>
                  <a:pt x="2250" y="837"/>
                </a:lnTo>
                <a:lnTo>
                  <a:pt x="2315" y="815"/>
                </a:lnTo>
                <a:lnTo>
                  <a:pt x="2394" y="757"/>
                </a:lnTo>
                <a:lnTo>
                  <a:pt x="2436" y="680"/>
                </a:lnTo>
                <a:lnTo>
                  <a:pt x="2448" y="615"/>
                </a:lnTo>
                <a:lnTo>
                  <a:pt x="2448" y="18"/>
                </a:lnTo>
              </a:path>
            </a:pathLst>
          </a:custGeom>
          <a:noFill/>
          <a:ln w="38100" cap="flat" cmpd="sng">
            <a:solidFill>
              <a:srgbClr val="333399"/>
            </a:solidFill>
            <a:prstDash val="sysDot"/>
            <a:round/>
            <a:headEnd type="triangle" w="sm" len="lg"/>
            <a:tailEnd type="triangl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135194" name="Line 89"/>
          <p:cNvSpPr>
            <a:spLocks noChangeShapeType="1"/>
          </p:cNvSpPr>
          <p:nvPr/>
        </p:nvSpPr>
        <p:spPr bwMode="auto">
          <a:xfrm flipV="1">
            <a:off x="2619244" y="2571750"/>
            <a:ext cx="4232407" cy="0"/>
          </a:xfrm>
          <a:prstGeom prst="line">
            <a:avLst/>
          </a:prstGeom>
          <a:noFill/>
          <a:ln w="76200">
            <a:solidFill>
              <a:srgbClr val="333399"/>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135195" name="Line 90"/>
          <p:cNvSpPr>
            <a:spLocks noChangeShapeType="1"/>
          </p:cNvSpPr>
          <p:nvPr/>
        </p:nvSpPr>
        <p:spPr bwMode="auto">
          <a:xfrm rot="16200000" flipH="1">
            <a:off x="7298797" y="2616069"/>
            <a:ext cx="288925" cy="209815"/>
          </a:xfrm>
          <a:prstGeom prst="line">
            <a:avLst/>
          </a:prstGeom>
          <a:noFill/>
          <a:ln w="2857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135196" name="Freeform 91"/>
          <p:cNvSpPr>
            <a:spLocks/>
          </p:cNvSpPr>
          <p:nvPr/>
        </p:nvSpPr>
        <p:spPr bwMode="auto">
          <a:xfrm>
            <a:off x="2027635" y="1250950"/>
            <a:ext cx="5376069" cy="666750"/>
          </a:xfrm>
          <a:custGeom>
            <a:avLst/>
            <a:gdLst>
              <a:gd name="T0" fmla="*/ 0 w 2454"/>
              <a:gd name="T1" fmla="*/ 2147483646 h 332"/>
              <a:gd name="T2" fmla="*/ 2147483646 w 2454"/>
              <a:gd name="T3" fmla="*/ 2147483646 h 332"/>
              <a:gd name="T4" fmla="*/ 2147483646 w 2454"/>
              <a:gd name="T5" fmla="*/ 2147483646 h 332"/>
              <a:gd name="T6" fmla="*/ 2147483646 w 2454"/>
              <a:gd name="T7" fmla="*/ 2147483646 h 332"/>
              <a:gd name="T8" fmla="*/ 2147483646 w 2454"/>
              <a:gd name="T9" fmla="*/ 2147483646 h 332"/>
              <a:gd name="T10" fmla="*/ 2147483646 w 2454"/>
              <a:gd name="T11" fmla="*/ 2147483646 h 332"/>
              <a:gd name="T12" fmla="*/ 2147483646 w 2454"/>
              <a:gd name="T13" fmla="*/ 2147483646 h 33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454" h="332">
                <a:moveTo>
                  <a:pt x="0" y="332"/>
                </a:moveTo>
                <a:cubicBezTo>
                  <a:pt x="56" y="300"/>
                  <a:pt x="211" y="189"/>
                  <a:pt x="336" y="140"/>
                </a:cubicBezTo>
                <a:cubicBezTo>
                  <a:pt x="461" y="91"/>
                  <a:pt x="595" y="61"/>
                  <a:pt x="753" y="38"/>
                </a:cubicBezTo>
                <a:cubicBezTo>
                  <a:pt x="911" y="15"/>
                  <a:pt x="1120" y="0"/>
                  <a:pt x="1287" y="2"/>
                </a:cubicBezTo>
                <a:cubicBezTo>
                  <a:pt x="1454" y="4"/>
                  <a:pt x="1606" y="28"/>
                  <a:pt x="1756" y="50"/>
                </a:cubicBezTo>
                <a:cubicBezTo>
                  <a:pt x="1907" y="71"/>
                  <a:pt x="2075" y="102"/>
                  <a:pt x="2191" y="129"/>
                </a:cubicBezTo>
                <a:cubicBezTo>
                  <a:pt x="2307" y="156"/>
                  <a:pt x="2400" y="194"/>
                  <a:pt x="2454" y="212"/>
                </a:cubicBezTo>
              </a:path>
            </a:pathLst>
          </a:custGeom>
          <a:noFill/>
          <a:ln w="76200" cmpd="sng">
            <a:solidFill>
              <a:srgbClr val="FF0000"/>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553052" name="Line 92"/>
          <p:cNvSpPr>
            <a:spLocks noChangeShapeType="1"/>
          </p:cNvSpPr>
          <p:nvPr/>
        </p:nvSpPr>
        <p:spPr bwMode="auto">
          <a:xfrm>
            <a:off x="1976041" y="3829050"/>
            <a:ext cx="0" cy="2986088"/>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553053" name="Line 93"/>
          <p:cNvSpPr>
            <a:spLocks noChangeShapeType="1"/>
          </p:cNvSpPr>
          <p:nvPr/>
        </p:nvSpPr>
        <p:spPr bwMode="auto">
          <a:xfrm>
            <a:off x="7548166" y="3829050"/>
            <a:ext cx="0" cy="2986088"/>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grpSp>
        <p:nvGrpSpPr>
          <p:cNvPr id="553076" name="Group 116"/>
          <p:cNvGrpSpPr>
            <a:grpSpLocks/>
          </p:cNvGrpSpPr>
          <p:nvPr/>
        </p:nvGrpSpPr>
        <p:grpSpPr bwMode="auto">
          <a:xfrm>
            <a:off x="1976041" y="4292601"/>
            <a:ext cx="5572125" cy="400050"/>
            <a:chOff x="1149" y="2704"/>
            <a:chExt cx="3240" cy="252"/>
          </a:xfrm>
        </p:grpSpPr>
        <p:sp>
          <p:nvSpPr>
            <p:cNvPr id="135222" name="Line 103"/>
            <p:cNvSpPr>
              <a:spLocks noChangeShapeType="1"/>
            </p:cNvSpPr>
            <p:nvPr/>
          </p:nvSpPr>
          <p:spPr bwMode="auto">
            <a:xfrm>
              <a:off x="1149" y="2836"/>
              <a:ext cx="3240" cy="0"/>
            </a:xfrm>
            <a:prstGeom prst="line">
              <a:avLst/>
            </a:prstGeom>
            <a:noFill/>
            <a:ln w="38100">
              <a:solidFill>
                <a:srgbClr val="333399"/>
              </a:solidFill>
              <a:prstDash val="sysDot"/>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35223" name="Text Box 104"/>
            <p:cNvSpPr txBox="1">
              <a:spLocks noChangeArrowheads="1"/>
            </p:cNvSpPr>
            <p:nvPr/>
          </p:nvSpPr>
          <p:spPr bwMode="auto">
            <a:xfrm>
              <a:off x="2176" y="2704"/>
              <a:ext cx="1080" cy="25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a:solidFill>
                    <a:srgbClr val="000099"/>
                  </a:solidFill>
                  <a:latin typeface="Arial" charset="0"/>
                  <a:ea typeface="黑体" pitchFamily="49" charset="-122"/>
                </a:rPr>
                <a:t>建立 </a:t>
              </a:r>
              <a:r>
                <a:rPr kumimoji="1" lang="en-US" altLang="zh-CN" sz="2000" b="1">
                  <a:solidFill>
                    <a:srgbClr val="000099"/>
                  </a:solidFill>
                  <a:latin typeface="Arial" charset="0"/>
                  <a:ea typeface="黑体" pitchFamily="49" charset="-122"/>
                </a:rPr>
                <a:t>TCP </a:t>
              </a:r>
              <a:r>
                <a:rPr kumimoji="1" lang="zh-CN" altLang="en-US" sz="2000" b="1">
                  <a:solidFill>
                    <a:srgbClr val="000099"/>
                  </a:solidFill>
                  <a:latin typeface="Arial" charset="0"/>
                  <a:ea typeface="黑体" pitchFamily="49" charset="-122"/>
                </a:rPr>
                <a:t>连接</a:t>
              </a:r>
            </a:p>
          </p:txBody>
        </p:sp>
      </p:grpSp>
      <p:sp>
        <p:nvSpPr>
          <p:cNvPr id="135201" name="Line 108"/>
          <p:cNvSpPr>
            <a:spLocks noChangeShapeType="1"/>
          </p:cNvSpPr>
          <p:nvPr/>
        </p:nvSpPr>
        <p:spPr bwMode="auto">
          <a:xfrm>
            <a:off x="7811294" y="2995614"/>
            <a:ext cx="560652" cy="160337"/>
          </a:xfrm>
          <a:prstGeom prst="line">
            <a:avLst/>
          </a:prstGeom>
          <a:noFill/>
          <a:ln w="28575">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35202" name="Text Box 110"/>
          <p:cNvSpPr txBox="1">
            <a:spLocks noChangeArrowheads="1"/>
          </p:cNvSpPr>
          <p:nvPr/>
        </p:nvSpPr>
        <p:spPr bwMode="auto">
          <a:xfrm>
            <a:off x="8120856" y="2225675"/>
            <a:ext cx="1135247" cy="1723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10600" b="1">
                <a:solidFill>
                  <a:srgbClr val="000099"/>
                </a:solidFill>
                <a:latin typeface="Arial" charset="0"/>
                <a:ea typeface="黑体" pitchFamily="49" charset="-122"/>
                <a:sym typeface="Wingdings" pitchFamily="2" charset="2"/>
              </a:rPr>
              <a:t></a:t>
            </a:r>
            <a:endParaRPr kumimoji="1" lang="en-US" altLang="zh-CN" sz="10600" b="1">
              <a:solidFill>
                <a:srgbClr val="000099"/>
              </a:solidFill>
              <a:latin typeface="Arial" charset="0"/>
              <a:ea typeface="黑体" pitchFamily="49" charset="-122"/>
            </a:endParaRPr>
          </a:p>
        </p:txBody>
      </p:sp>
      <p:sp>
        <p:nvSpPr>
          <p:cNvPr id="135203" name="AutoShape 111"/>
          <p:cNvSpPr>
            <a:spLocks noChangeArrowheads="1"/>
          </p:cNvSpPr>
          <p:nvPr/>
        </p:nvSpPr>
        <p:spPr bwMode="auto">
          <a:xfrm>
            <a:off x="7231725" y="2805113"/>
            <a:ext cx="644921" cy="252412"/>
          </a:xfrm>
          <a:prstGeom prst="can">
            <a:avLst>
              <a:gd name="adj" fmla="val 39583"/>
            </a:avLst>
          </a:prstGeom>
          <a:solidFill>
            <a:srgbClr val="99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135204" name="Rectangle 112"/>
          <p:cNvSpPr>
            <a:spLocks noChangeArrowheads="1"/>
          </p:cNvSpPr>
          <p:nvPr/>
        </p:nvSpPr>
        <p:spPr bwMode="auto">
          <a:xfrm>
            <a:off x="6180931" y="5851526"/>
            <a:ext cx="840979" cy="1762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grpSp>
        <p:nvGrpSpPr>
          <p:cNvPr id="553077" name="Group 117"/>
          <p:cNvGrpSpPr>
            <a:grpSpLocks/>
          </p:cNvGrpSpPr>
          <p:nvPr/>
        </p:nvGrpSpPr>
        <p:grpSpPr bwMode="auto">
          <a:xfrm>
            <a:off x="639766" y="4776793"/>
            <a:ext cx="6908398" cy="708025"/>
            <a:chOff x="372" y="3009"/>
            <a:chExt cx="4017" cy="446"/>
          </a:xfrm>
        </p:grpSpPr>
        <p:sp>
          <p:nvSpPr>
            <p:cNvPr id="135207" name="Line 94"/>
            <p:cNvSpPr>
              <a:spLocks noChangeShapeType="1"/>
            </p:cNvSpPr>
            <p:nvPr/>
          </p:nvSpPr>
          <p:spPr bwMode="auto">
            <a:xfrm>
              <a:off x="1149" y="3218"/>
              <a:ext cx="3240" cy="0"/>
            </a:xfrm>
            <a:prstGeom prst="line">
              <a:avLst/>
            </a:prstGeom>
            <a:noFill/>
            <a:ln w="38100">
              <a:solidFill>
                <a:srgbClr val="333399"/>
              </a:solidFill>
              <a:prstDash val="dash"/>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grpSp>
          <p:nvGrpSpPr>
            <p:cNvPr id="135208" name="Group 95"/>
            <p:cNvGrpSpPr>
              <a:grpSpLocks/>
            </p:cNvGrpSpPr>
            <p:nvPr/>
          </p:nvGrpSpPr>
          <p:grpSpPr bwMode="auto">
            <a:xfrm>
              <a:off x="1373" y="3067"/>
              <a:ext cx="1651" cy="303"/>
              <a:chOff x="513" y="1824"/>
              <a:chExt cx="1296" cy="240"/>
            </a:xfrm>
          </p:grpSpPr>
          <p:sp>
            <p:nvSpPr>
              <p:cNvPr id="135210" name="AutoShape 96"/>
              <p:cNvSpPr>
                <a:spLocks noChangeArrowheads="1"/>
              </p:cNvSpPr>
              <p:nvPr/>
            </p:nvSpPr>
            <p:spPr bwMode="auto">
              <a:xfrm>
                <a:off x="1521" y="1872"/>
                <a:ext cx="288" cy="144"/>
              </a:xfrm>
              <a:prstGeom prst="rightArrow">
                <a:avLst>
                  <a:gd name="adj1" fmla="val 50000"/>
                  <a:gd name="adj2" fmla="val 50000"/>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135211" name="Rectangle 97"/>
              <p:cNvSpPr>
                <a:spLocks noChangeArrowheads="1"/>
              </p:cNvSpPr>
              <p:nvPr/>
            </p:nvSpPr>
            <p:spPr bwMode="auto">
              <a:xfrm>
                <a:off x="513" y="1824"/>
                <a:ext cx="1008" cy="24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charset="0"/>
                    <a:ea typeface="黑体" pitchFamily="49" charset="-122"/>
                  </a:rPr>
                  <a:t>HTTP </a:t>
                </a:r>
                <a:r>
                  <a:rPr kumimoji="1" lang="zh-CN" altLang="en-US" sz="2000" b="1">
                    <a:solidFill>
                      <a:srgbClr val="000099"/>
                    </a:solidFill>
                    <a:latin typeface="Arial" charset="0"/>
                    <a:ea typeface="黑体" pitchFamily="49" charset="-122"/>
                  </a:rPr>
                  <a:t>请求报文</a:t>
                </a:r>
              </a:p>
            </p:txBody>
          </p:sp>
        </p:grpSp>
        <p:sp>
          <p:nvSpPr>
            <p:cNvPr id="135209" name="Text Box 114"/>
            <p:cNvSpPr txBox="1">
              <a:spLocks noChangeArrowheads="1"/>
            </p:cNvSpPr>
            <p:nvPr/>
          </p:nvSpPr>
          <p:spPr bwMode="auto">
            <a:xfrm>
              <a:off x="372" y="3009"/>
              <a:ext cx="708" cy="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algn="ctr" eaLnBrk="1" hangingPunct="1"/>
              <a:r>
                <a:rPr kumimoji="1" lang="zh-CN" altLang="en-US" sz="2000" b="1" dirty="0">
                  <a:solidFill>
                    <a:srgbClr val="000099"/>
                  </a:solidFill>
                  <a:latin typeface="Arial" charset="0"/>
                  <a:ea typeface="黑体" pitchFamily="49" charset="-122"/>
                  <a:sym typeface="Wingdings" pitchFamily="2" charset="2"/>
                </a:rPr>
                <a:t>浏览器</a:t>
              </a:r>
              <a:endParaRPr kumimoji="1" lang="en-US" altLang="zh-CN" sz="2000" b="1" dirty="0">
                <a:solidFill>
                  <a:srgbClr val="000099"/>
                </a:solidFill>
                <a:latin typeface="Arial" charset="0"/>
                <a:ea typeface="黑体" pitchFamily="49" charset="-122"/>
                <a:sym typeface="Wingdings" pitchFamily="2" charset="2"/>
              </a:endParaRPr>
            </a:p>
            <a:p>
              <a:pPr algn="ctr" eaLnBrk="1" hangingPunct="1"/>
              <a:r>
                <a:rPr kumimoji="1" lang="zh-CN" altLang="en-US" sz="2000" b="1" dirty="0">
                  <a:solidFill>
                    <a:srgbClr val="000099"/>
                  </a:solidFill>
                  <a:latin typeface="Arial" charset="0"/>
                  <a:ea typeface="黑体" pitchFamily="49" charset="-122"/>
                  <a:sym typeface="Wingdings" pitchFamily="2" charset="2"/>
                </a:rPr>
                <a:t>发出</a:t>
              </a:r>
              <a:r>
                <a:rPr kumimoji="1" lang="zh-CN" altLang="en-US" sz="2000" b="1" dirty="0">
                  <a:solidFill>
                    <a:srgbClr val="000099"/>
                  </a:solidFill>
                  <a:latin typeface="Arial" charset="0"/>
                  <a:ea typeface="黑体" pitchFamily="49" charset="-122"/>
                </a:rPr>
                <a:t>请求</a:t>
              </a:r>
            </a:p>
          </p:txBody>
        </p:sp>
      </p:grpSp>
      <p:grpSp>
        <p:nvGrpSpPr>
          <p:cNvPr id="553080" name="Group 120"/>
          <p:cNvGrpSpPr>
            <a:grpSpLocks/>
          </p:cNvGrpSpPr>
          <p:nvPr/>
        </p:nvGrpSpPr>
        <p:grpSpPr bwMode="auto">
          <a:xfrm>
            <a:off x="1976041" y="6165858"/>
            <a:ext cx="5572125" cy="400051"/>
            <a:chOff x="1149" y="3884"/>
            <a:chExt cx="3240" cy="252"/>
          </a:xfrm>
        </p:grpSpPr>
        <p:sp>
          <p:nvSpPr>
            <p:cNvPr id="135220" name="Line 106"/>
            <p:cNvSpPr>
              <a:spLocks noChangeShapeType="1"/>
            </p:cNvSpPr>
            <p:nvPr/>
          </p:nvSpPr>
          <p:spPr bwMode="auto">
            <a:xfrm>
              <a:off x="1149" y="4012"/>
              <a:ext cx="3240" cy="0"/>
            </a:xfrm>
            <a:prstGeom prst="line">
              <a:avLst/>
            </a:prstGeom>
            <a:noFill/>
            <a:ln w="38100">
              <a:solidFill>
                <a:srgbClr val="333399"/>
              </a:solidFill>
              <a:prstDash val="sysDot"/>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35221" name="Text Box 107"/>
            <p:cNvSpPr txBox="1">
              <a:spLocks noChangeArrowheads="1"/>
            </p:cNvSpPr>
            <p:nvPr/>
          </p:nvSpPr>
          <p:spPr bwMode="auto">
            <a:xfrm>
              <a:off x="2176" y="3884"/>
              <a:ext cx="1080" cy="25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a:solidFill>
                    <a:srgbClr val="000099"/>
                  </a:solidFill>
                  <a:latin typeface="Arial" charset="0"/>
                  <a:ea typeface="黑体" pitchFamily="49" charset="-122"/>
                </a:rPr>
                <a:t>释放 </a:t>
              </a:r>
              <a:r>
                <a:rPr kumimoji="1" lang="en-US" altLang="zh-CN" sz="2000" b="1">
                  <a:solidFill>
                    <a:srgbClr val="000099"/>
                  </a:solidFill>
                  <a:latin typeface="Arial" charset="0"/>
                  <a:ea typeface="黑体" pitchFamily="49" charset="-122"/>
                </a:rPr>
                <a:t>TCP </a:t>
              </a:r>
              <a:r>
                <a:rPr kumimoji="1" lang="zh-CN" altLang="en-US" sz="2000" b="1">
                  <a:solidFill>
                    <a:srgbClr val="000099"/>
                  </a:solidFill>
                  <a:latin typeface="Arial" charset="0"/>
                  <a:ea typeface="黑体" pitchFamily="49" charset="-122"/>
                </a:rPr>
                <a:t>连接</a:t>
              </a:r>
            </a:p>
          </p:txBody>
        </p:sp>
      </p:grpSp>
      <p:grpSp>
        <p:nvGrpSpPr>
          <p:cNvPr id="5" name="组合 4"/>
          <p:cNvGrpSpPr/>
          <p:nvPr/>
        </p:nvGrpSpPr>
        <p:grpSpPr>
          <a:xfrm>
            <a:off x="2000672" y="5157192"/>
            <a:ext cx="6816700" cy="1200329"/>
            <a:chOff x="2000672" y="5157192"/>
            <a:chExt cx="6816700" cy="1200329"/>
          </a:xfrm>
        </p:grpSpPr>
        <p:sp>
          <p:nvSpPr>
            <p:cNvPr id="135215" name="Text Box 109"/>
            <p:cNvSpPr txBox="1">
              <a:spLocks noChangeArrowheads="1"/>
            </p:cNvSpPr>
            <p:nvPr/>
          </p:nvSpPr>
          <p:spPr bwMode="auto">
            <a:xfrm>
              <a:off x="7599760" y="5497514"/>
              <a:ext cx="1217612" cy="708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algn="ctr" eaLnBrk="1" hangingPunct="1"/>
              <a:r>
                <a:rPr kumimoji="1" lang="zh-CN" altLang="en-US" sz="2000" b="1" dirty="0">
                  <a:solidFill>
                    <a:srgbClr val="000099"/>
                  </a:solidFill>
                  <a:latin typeface="Arial" charset="0"/>
                  <a:ea typeface="黑体" pitchFamily="49" charset="-122"/>
                  <a:sym typeface="Wingdings" pitchFamily="2" charset="2"/>
                </a:rPr>
                <a:t>服务器</a:t>
              </a:r>
              <a:endParaRPr kumimoji="1" lang="en-US" altLang="zh-CN" sz="2000" b="1" dirty="0">
                <a:solidFill>
                  <a:srgbClr val="000099"/>
                </a:solidFill>
                <a:latin typeface="Arial" charset="0"/>
                <a:ea typeface="黑体" pitchFamily="49" charset="-122"/>
                <a:sym typeface="Wingdings" pitchFamily="2" charset="2"/>
              </a:endParaRPr>
            </a:p>
            <a:p>
              <a:pPr algn="ctr" eaLnBrk="1" hangingPunct="1"/>
              <a:r>
                <a:rPr kumimoji="1" lang="zh-CN" altLang="en-US" sz="2000" b="1" dirty="0">
                  <a:solidFill>
                    <a:srgbClr val="000099"/>
                  </a:solidFill>
                  <a:latin typeface="Arial" charset="0"/>
                  <a:ea typeface="黑体" pitchFamily="49" charset="-122"/>
                  <a:sym typeface="Wingdings" pitchFamily="2" charset="2"/>
                </a:rPr>
                <a:t>返回</a:t>
              </a:r>
              <a:r>
                <a:rPr kumimoji="1" lang="zh-CN" altLang="en-US" sz="2000" b="1" dirty="0">
                  <a:solidFill>
                    <a:srgbClr val="000099"/>
                  </a:solidFill>
                  <a:latin typeface="Arial" charset="0"/>
                  <a:ea typeface="黑体" pitchFamily="49" charset="-122"/>
                </a:rPr>
                <a:t>响应</a:t>
              </a:r>
            </a:p>
          </p:txBody>
        </p:sp>
        <p:grpSp>
          <p:nvGrpSpPr>
            <p:cNvPr id="4" name="组合 3"/>
            <p:cNvGrpSpPr/>
            <p:nvPr/>
          </p:nvGrpSpPr>
          <p:grpSpPr>
            <a:xfrm>
              <a:off x="2000672" y="5157192"/>
              <a:ext cx="5572124" cy="1200329"/>
              <a:chOff x="2005278" y="5157192"/>
              <a:chExt cx="5572124" cy="1200329"/>
            </a:xfrm>
          </p:grpSpPr>
          <p:sp>
            <p:nvSpPr>
              <p:cNvPr id="135216" name="Line 98"/>
              <p:cNvSpPr>
                <a:spLocks noChangeShapeType="1"/>
              </p:cNvSpPr>
              <p:nvPr/>
            </p:nvSpPr>
            <p:spPr bwMode="auto">
              <a:xfrm flipH="1">
                <a:off x="2005278" y="5756277"/>
                <a:ext cx="5572124" cy="0"/>
              </a:xfrm>
              <a:prstGeom prst="line">
                <a:avLst/>
              </a:prstGeom>
              <a:noFill/>
              <a:ln w="38100">
                <a:solidFill>
                  <a:schemeClr val="hlink"/>
                </a:solidFill>
                <a:prstDash val="dash"/>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 name="TextBox 2"/>
              <p:cNvSpPr txBox="1"/>
              <p:nvPr/>
            </p:nvSpPr>
            <p:spPr>
              <a:xfrm>
                <a:off x="6644009" y="5157192"/>
                <a:ext cx="761869" cy="1200329"/>
              </a:xfrm>
              <a:prstGeom prst="rect">
                <a:avLst/>
              </a:prstGeom>
              <a:solidFill>
                <a:schemeClr val="bg1"/>
              </a:solidFill>
            </p:spPr>
            <p:txBody>
              <a:bodyPr wrap="square" rtlCol="0" anchor="ctr">
                <a:spAutoFit/>
              </a:bodyPr>
              <a:lstStyle/>
              <a:p>
                <a:pPr algn="ctr"/>
                <a:r>
                  <a:rPr kumimoji="1" lang="en-US" altLang="zh-CN" sz="7200" b="1" dirty="0">
                    <a:solidFill>
                      <a:srgbClr val="000099"/>
                    </a:solidFill>
                    <a:latin typeface="Arial" charset="0"/>
                    <a:ea typeface="黑体" pitchFamily="49" charset="-122"/>
                    <a:sym typeface="Wingdings" pitchFamily="2" charset="2"/>
                  </a:rPr>
                  <a:t></a:t>
                </a:r>
                <a:endParaRPr lang="zh-CN" altLang="en-US" sz="1600" dirty="0"/>
              </a:p>
            </p:txBody>
          </p:sp>
          <p:grpSp>
            <p:nvGrpSpPr>
              <p:cNvPr id="135217" name="Group 99"/>
              <p:cNvGrpSpPr>
                <a:grpSpLocks/>
              </p:cNvGrpSpPr>
              <p:nvPr/>
            </p:nvGrpSpPr>
            <p:grpSpPr bwMode="auto">
              <a:xfrm flipH="1">
                <a:off x="3893940" y="5516564"/>
                <a:ext cx="2863885" cy="481013"/>
                <a:chOff x="903" y="1824"/>
                <a:chExt cx="1308" cy="240"/>
              </a:xfrm>
            </p:grpSpPr>
            <p:sp>
              <p:nvSpPr>
                <p:cNvPr id="135218" name="AutoShape 100"/>
                <p:cNvSpPr>
                  <a:spLocks noChangeArrowheads="1"/>
                </p:cNvSpPr>
                <p:nvPr/>
              </p:nvSpPr>
              <p:spPr bwMode="auto">
                <a:xfrm>
                  <a:off x="1923" y="1872"/>
                  <a:ext cx="288" cy="144"/>
                </a:xfrm>
                <a:prstGeom prst="rightArrow">
                  <a:avLst>
                    <a:gd name="adj1" fmla="val 50000"/>
                    <a:gd name="adj2" fmla="val 50000"/>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135219" name="Rectangle 101"/>
                <p:cNvSpPr>
                  <a:spLocks noChangeArrowheads="1"/>
                </p:cNvSpPr>
                <p:nvPr/>
              </p:nvSpPr>
              <p:spPr bwMode="auto">
                <a:xfrm>
                  <a:off x="903" y="1824"/>
                  <a:ext cx="1008" cy="240"/>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dirty="0">
                      <a:solidFill>
                        <a:srgbClr val="000099"/>
                      </a:solidFill>
                      <a:latin typeface="Arial" charset="0"/>
                      <a:ea typeface="黑体" pitchFamily="49" charset="-122"/>
                    </a:rPr>
                    <a:t>HTTP </a:t>
                  </a:r>
                  <a:r>
                    <a:rPr kumimoji="1" lang="zh-CN" altLang="en-US" sz="2000" b="1" dirty="0">
                      <a:solidFill>
                        <a:srgbClr val="000099"/>
                      </a:solidFill>
                      <a:latin typeface="Arial" charset="0"/>
                      <a:ea typeface="黑体" pitchFamily="49" charset="-122"/>
                    </a:rPr>
                    <a:t>响应报文</a:t>
                  </a:r>
                </a:p>
              </p:txBody>
            </p:sp>
          </p:grpSp>
        </p:grpSp>
      </p:grpSp>
    </p:spTree>
    <p:extLst>
      <p:ext uri="{BB962C8B-B14F-4D97-AF65-F5344CB8AC3E}">
        <p14:creationId xmlns:p14="http://schemas.microsoft.com/office/powerpoint/2010/main" val="102123591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noChangeArrowheads="1"/>
          </p:cNvSpPr>
          <p:nvPr>
            <p:ph type="title" idx="4294967295"/>
          </p:nvPr>
        </p:nvSpPr>
        <p:spPr>
          <a:xfrm>
            <a:off x="290264" y="411063"/>
            <a:ext cx="8839200" cy="1001713"/>
          </a:xfrm>
        </p:spPr>
        <p:txBody>
          <a:bodyPr/>
          <a:lstStyle/>
          <a:p>
            <a:pPr algn="ctr"/>
            <a:r>
              <a:rPr lang="zh-CN" altLang="en-US" sz="3200" dirty="0">
                <a:ea typeface="黑体" pitchFamily="49" charset="-122"/>
              </a:rPr>
              <a:t>用户点击 </a:t>
            </a:r>
            <a:r>
              <a:rPr lang="en-US" altLang="zh-CN" sz="3200" dirty="0">
                <a:ea typeface="黑体" pitchFamily="49" charset="-122"/>
              </a:rPr>
              <a:t>URL </a:t>
            </a:r>
            <a:br>
              <a:rPr lang="en-US" altLang="zh-CN" sz="3200" dirty="0">
                <a:ea typeface="黑体" pitchFamily="49" charset="-122"/>
              </a:rPr>
            </a:br>
            <a:r>
              <a:rPr lang="en-US" altLang="zh-CN" sz="2800" dirty="0"/>
              <a:t>http://www.tsinghua.edu.cn/chn/yxsz/index.htm</a:t>
            </a:r>
            <a:br>
              <a:rPr lang="en-US" altLang="zh-CN" sz="2800" dirty="0"/>
            </a:br>
            <a:r>
              <a:rPr lang="zh-CN" altLang="en-US" sz="3200" dirty="0">
                <a:ea typeface="黑体" pitchFamily="49" charset="-122"/>
              </a:rPr>
              <a:t>后所发生的事件 </a:t>
            </a:r>
          </a:p>
        </p:txBody>
      </p:sp>
      <p:sp>
        <p:nvSpPr>
          <p:cNvPr id="137219" name="Rectangle 20"/>
          <p:cNvSpPr>
            <a:spLocks noGrp="1" noChangeArrowheads="1"/>
          </p:cNvSpPr>
          <p:nvPr>
            <p:ph type="body" idx="4294967295"/>
          </p:nvPr>
        </p:nvSpPr>
        <p:spPr>
          <a:xfrm>
            <a:off x="377949" y="1483568"/>
            <a:ext cx="9399587" cy="4897760"/>
          </a:xfrm>
          <a:noFill/>
          <a:ln>
            <a:solidFill>
              <a:schemeClr val="tx1"/>
            </a:solidFill>
            <a:miter lim="800000"/>
            <a:headEnd/>
            <a:tailEnd/>
          </a:ln>
        </p:spPr>
        <p:txBody>
          <a:bodyPr/>
          <a:lstStyle/>
          <a:p>
            <a:pPr eaLnBrk="1" hangingPunct="1">
              <a:lnSpc>
                <a:spcPct val="100000"/>
              </a:lnSpc>
              <a:buFont typeface="Wingdings" panose="05000000000000000000" pitchFamily="2" charset="2"/>
              <a:buNone/>
            </a:pPr>
            <a:r>
              <a:rPr lang="en-US" altLang="zh-CN" sz="2800" dirty="0">
                <a:ea typeface="黑体" pitchFamily="49" charset="-122"/>
              </a:rPr>
              <a:t>(1) </a:t>
            </a:r>
            <a:r>
              <a:rPr lang="zh-CN" altLang="en-US" sz="2800" dirty="0">
                <a:ea typeface="黑体" pitchFamily="49" charset="-122"/>
              </a:rPr>
              <a:t>浏览器分析超链指向页面的 </a:t>
            </a:r>
            <a:r>
              <a:rPr lang="en-US" altLang="zh-CN" sz="2800" dirty="0">
                <a:ea typeface="黑体" pitchFamily="49" charset="-122"/>
              </a:rPr>
              <a:t>URL</a:t>
            </a:r>
            <a:r>
              <a:rPr lang="zh-CN" altLang="en-US" sz="2800" dirty="0">
                <a:ea typeface="黑体" pitchFamily="49" charset="-122"/>
              </a:rPr>
              <a:t>。</a:t>
            </a:r>
          </a:p>
          <a:p>
            <a:pPr eaLnBrk="1" hangingPunct="1">
              <a:lnSpc>
                <a:spcPct val="100000"/>
              </a:lnSpc>
              <a:buFont typeface="Wingdings" panose="05000000000000000000" pitchFamily="2" charset="2"/>
              <a:buNone/>
            </a:pPr>
            <a:r>
              <a:rPr lang="en-US" altLang="zh-CN" sz="2800" dirty="0">
                <a:ea typeface="黑体" pitchFamily="49" charset="-122"/>
              </a:rPr>
              <a:t>(2) </a:t>
            </a:r>
            <a:r>
              <a:rPr lang="zh-CN" altLang="en-US" sz="2800" dirty="0">
                <a:ea typeface="黑体" pitchFamily="49" charset="-122"/>
              </a:rPr>
              <a:t>浏览器向 </a:t>
            </a:r>
            <a:r>
              <a:rPr lang="en-US" altLang="zh-CN" sz="2800" dirty="0">
                <a:ea typeface="黑体" pitchFamily="49" charset="-122"/>
              </a:rPr>
              <a:t>DNS </a:t>
            </a:r>
            <a:r>
              <a:rPr lang="zh-CN" altLang="en-US" sz="2800" dirty="0">
                <a:ea typeface="黑体" pitchFamily="49" charset="-122"/>
              </a:rPr>
              <a:t>请求解析 </a:t>
            </a:r>
            <a:r>
              <a:rPr lang="en-US" altLang="zh-CN" sz="2800" dirty="0">
                <a:ea typeface="黑体" pitchFamily="49" charset="-122"/>
              </a:rPr>
              <a:t>www.tsinghua.edu.cn </a:t>
            </a:r>
            <a:r>
              <a:rPr lang="zh-CN" altLang="en-US" sz="2800" dirty="0">
                <a:ea typeface="黑体" pitchFamily="49" charset="-122"/>
              </a:rPr>
              <a:t>的 </a:t>
            </a:r>
            <a:r>
              <a:rPr lang="en-US" altLang="zh-CN" sz="2800" dirty="0">
                <a:ea typeface="黑体" pitchFamily="49" charset="-122"/>
              </a:rPr>
              <a:t>IP </a:t>
            </a:r>
            <a:r>
              <a:rPr lang="zh-CN" altLang="en-US" sz="2800" dirty="0">
                <a:ea typeface="黑体" pitchFamily="49" charset="-122"/>
              </a:rPr>
              <a:t>地址。</a:t>
            </a:r>
          </a:p>
          <a:p>
            <a:pPr eaLnBrk="1" hangingPunct="1">
              <a:lnSpc>
                <a:spcPct val="100000"/>
              </a:lnSpc>
              <a:buFont typeface="Wingdings" panose="05000000000000000000" pitchFamily="2" charset="2"/>
              <a:buNone/>
            </a:pPr>
            <a:r>
              <a:rPr lang="en-US" altLang="zh-CN" sz="2800" dirty="0">
                <a:ea typeface="黑体" pitchFamily="49" charset="-122"/>
              </a:rPr>
              <a:t>(3) </a:t>
            </a:r>
            <a:r>
              <a:rPr lang="zh-CN" altLang="en-US" sz="2800" dirty="0">
                <a:ea typeface="黑体" pitchFamily="49" charset="-122"/>
              </a:rPr>
              <a:t>域名系统 </a:t>
            </a:r>
            <a:r>
              <a:rPr lang="en-US" altLang="zh-CN" sz="2800" dirty="0">
                <a:ea typeface="黑体" pitchFamily="49" charset="-122"/>
              </a:rPr>
              <a:t>DNS </a:t>
            </a:r>
            <a:r>
              <a:rPr lang="zh-CN" altLang="en-US" sz="2800" dirty="0">
                <a:ea typeface="黑体" pitchFamily="49" charset="-122"/>
              </a:rPr>
              <a:t>解析出清华大学服务器的 </a:t>
            </a:r>
            <a:r>
              <a:rPr lang="en-US" altLang="zh-CN" sz="2800" dirty="0">
                <a:ea typeface="黑体" pitchFamily="49" charset="-122"/>
              </a:rPr>
              <a:t>IP </a:t>
            </a:r>
            <a:r>
              <a:rPr lang="zh-CN" altLang="en-US" sz="2800" dirty="0">
                <a:ea typeface="黑体" pitchFamily="49" charset="-122"/>
              </a:rPr>
              <a:t>地址。</a:t>
            </a:r>
          </a:p>
          <a:p>
            <a:pPr eaLnBrk="1" hangingPunct="1">
              <a:lnSpc>
                <a:spcPct val="100000"/>
              </a:lnSpc>
              <a:buFont typeface="Wingdings" panose="05000000000000000000" pitchFamily="2" charset="2"/>
              <a:buNone/>
            </a:pPr>
            <a:r>
              <a:rPr lang="en-US" altLang="zh-CN" sz="2800" dirty="0">
                <a:ea typeface="黑体" pitchFamily="49" charset="-122"/>
              </a:rPr>
              <a:t>(4) </a:t>
            </a:r>
            <a:r>
              <a:rPr lang="zh-CN" altLang="en-US" sz="2800" dirty="0">
                <a:ea typeface="黑体" pitchFamily="49" charset="-122"/>
              </a:rPr>
              <a:t>浏览器与服务器建立 </a:t>
            </a:r>
            <a:r>
              <a:rPr lang="en-US" altLang="zh-CN" sz="2800" dirty="0">
                <a:ea typeface="黑体" pitchFamily="49" charset="-122"/>
              </a:rPr>
              <a:t>TCP </a:t>
            </a:r>
            <a:r>
              <a:rPr lang="zh-CN" altLang="en-US" sz="2800" dirty="0">
                <a:ea typeface="黑体" pitchFamily="49" charset="-122"/>
              </a:rPr>
              <a:t>连接。</a:t>
            </a:r>
          </a:p>
          <a:p>
            <a:pPr eaLnBrk="1" hangingPunct="1">
              <a:lnSpc>
                <a:spcPct val="100000"/>
              </a:lnSpc>
              <a:buFont typeface="Wingdings" panose="05000000000000000000" pitchFamily="2" charset="2"/>
              <a:buNone/>
            </a:pPr>
            <a:r>
              <a:rPr lang="en-US" altLang="zh-CN" sz="2800" dirty="0">
                <a:ea typeface="黑体" pitchFamily="49" charset="-122"/>
              </a:rPr>
              <a:t>(5) </a:t>
            </a:r>
            <a:r>
              <a:rPr lang="zh-CN" altLang="en-US" sz="2800" dirty="0">
                <a:ea typeface="黑体" pitchFamily="49" charset="-122"/>
              </a:rPr>
              <a:t>浏览器发出取文件命令：</a:t>
            </a:r>
            <a:r>
              <a:rPr lang="en-US" altLang="zh-CN" sz="2800" dirty="0">
                <a:ea typeface="黑体" pitchFamily="49" charset="-122"/>
              </a:rPr>
              <a:t>GET /</a:t>
            </a:r>
            <a:r>
              <a:rPr lang="en-US" altLang="zh-CN" sz="2800" dirty="0" err="1">
                <a:ea typeface="黑体" pitchFamily="49" charset="-122"/>
              </a:rPr>
              <a:t>chn</a:t>
            </a:r>
            <a:r>
              <a:rPr lang="en-US" altLang="zh-CN" sz="2800" dirty="0">
                <a:ea typeface="黑体" pitchFamily="49" charset="-122"/>
              </a:rPr>
              <a:t>/</a:t>
            </a:r>
            <a:r>
              <a:rPr lang="en-US" altLang="zh-CN" sz="2800" dirty="0" err="1">
                <a:ea typeface="黑体" pitchFamily="49" charset="-122"/>
              </a:rPr>
              <a:t>yxsz</a:t>
            </a:r>
            <a:r>
              <a:rPr lang="en-US" altLang="zh-CN" sz="2800" dirty="0">
                <a:ea typeface="黑体" pitchFamily="49" charset="-122"/>
              </a:rPr>
              <a:t>/index.htm</a:t>
            </a:r>
            <a:r>
              <a:rPr lang="zh-CN" altLang="en-US" sz="2800" dirty="0">
                <a:ea typeface="黑体" pitchFamily="49" charset="-122"/>
              </a:rPr>
              <a:t>。</a:t>
            </a:r>
          </a:p>
          <a:p>
            <a:pPr eaLnBrk="1" hangingPunct="1">
              <a:lnSpc>
                <a:spcPct val="100000"/>
              </a:lnSpc>
              <a:buFont typeface="Wingdings" panose="05000000000000000000" pitchFamily="2" charset="2"/>
              <a:buNone/>
            </a:pPr>
            <a:r>
              <a:rPr lang="en-US" altLang="zh-CN" sz="2800" dirty="0">
                <a:ea typeface="黑体" pitchFamily="49" charset="-122"/>
              </a:rPr>
              <a:t>(6) </a:t>
            </a:r>
            <a:r>
              <a:rPr lang="zh-CN" altLang="en-US" sz="2800" dirty="0">
                <a:ea typeface="黑体" pitchFamily="49" charset="-122"/>
              </a:rPr>
              <a:t>服务器给出响应，把文件 </a:t>
            </a:r>
            <a:r>
              <a:rPr lang="en-US" altLang="zh-CN" sz="2800" dirty="0">
                <a:ea typeface="黑体" pitchFamily="49" charset="-122"/>
              </a:rPr>
              <a:t>index.htm </a:t>
            </a:r>
            <a:r>
              <a:rPr lang="zh-CN" altLang="en-US" sz="2800" dirty="0">
                <a:ea typeface="黑体" pitchFamily="49" charset="-122"/>
              </a:rPr>
              <a:t>发给浏览器。</a:t>
            </a:r>
          </a:p>
          <a:p>
            <a:pPr eaLnBrk="1" hangingPunct="1">
              <a:lnSpc>
                <a:spcPct val="100000"/>
              </a:lnSpc>
              <a:buFont typeface="Wingdings" panose="05000000000000000000" pitchFamily="2" charset="2"/>
              <a:buNone/>
            </a:pPr>
            <a:r>
              <a:rPr lang="en-US" altLang="zh-CN" sz="2800" dirty="0">
                <a:ea typeface="黑体" pitchFamily="49" charset="-122"/>
              </a:rPr>
              <a:t>(7) TCP </a:t>
            </a:r>
            <a:r>
              <a:rPr lang="zh-CN" altLang="en-US" sz="2800" dirty="0">
                <a:ea typeface="黑体" pitchFamily="49" charset="-122"/>
              </a:rPr>
              <a:t>连接释放。</a:t>
            </a:r>
          </a:p>
          <a:p>
            <a:pPr eaLnBrk="1" hangingPunct="1">
              <a:lnSpc>
                <a:spcPct val="100000"/>
              </a:lnSpc>
              <a:buFont typeface="Wingdings" panose="05000000000000000000" pitchFamily="2" charset="2"/>
              <a:buNone/>
            </a:pPr>
            <a:r>
              <a:rPr lang="en-US" altLang="zh-CN" sz="2800" dirty="0">
                <a:ea typeface="黑体" pitchFamily="49" charset="-122"/>
              </a:rPr>
              <a:t>(8) </a:t>
            </a:r>
            <a:r>
              <a:rPr lang="zh-CN" altLang="en-US" sz="2800" dirty="0">
                <a:ea typeface="黑体" pitchFamily="49" charset="-122"/>
              </a:rPr>
              <a:t>浏览器显示“清华大学院系设置”文件 </a:t>
            </a:r>
            <a:r>
              <a:rPr lang="en-US" altLang="zh-CN" sz="2800" dirty="0">
                <a:ea typeface="黑体" pitchFamily="49" charset="-122"/>
              </a:rPr>
              <a:t>index.htm </a:t>
            </a:r>
            <a:r>
              <a:rPr lang="zh-CN" altLang="en-US" sz="2800" dirty="0">
                <a:ea typeface="黑体" pitchFamily="49" charset="-122"/>
              </a:rPr>
              <a:t>中的所有文本。</a:t>
            </a:r>
          </a:p>
        </p:txBody>
      </p:sp>
    </p:spTree>
    <p:extLst>
      <p:ext uri="{BB962C8B-B14F-4D97-AF65-F5344CB8AC3E}">
        <p14:creationId xmlns:p14="http://schemas.microsoft.com/office/powerpoint/2010/main" val="5516492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36"/>
          <p:cNvSpPr>
            <a:spLocks noGrp="1" noChangeArrowheads="1"/>
          </p:cNvSpPr>
          <p:nvPr>
            <p:ph type="title"/>
          </p:nvPr>
        </p:nvSpPr>
        <p:spPr/>
        <p:txBody>
          <a:bodyPr/>
          <a:lstStyle/>
          <a:p>
            <a:pPr eaLnBrk="1" hangingPunct="1"/>
            <a:r>
              <a:rPr lang="en-US" altLang="zh-CN" dirty="0">
                <a:ea typeface="黑体" pitchFamily="49" charset="-122"/>
              </a:rPr>
              <a:t>HTTP </a:t>
            </a:r>
            <a:r>
              <a:rPr lang="zh-CN" altLang="en-US" dirty="0">
                <a:ea typeface="黑体" pitchFamily="49" charset="-122"/>
              </a:rPr>
              <a:t>的报文结构 </a:t>
            </a:r>
          </a:p>
        </p:txBody>
      </p:sp>
      <p:sp>
        <p:nvSpPr>
          <p:cNvPr id="158723" name="Rectangle 37"/>
          <p:cNvSpPr>
            <a:spLocks noGrp="1" noChangeArrowheads="1"/>
          </p:cNvSpPr>
          <p:nvPr>
            <p:ph idx="1"/>
          </p:nvPr>
        </p:nvSpPr>
        <p:spPr/>
        <p:txBody>
          <a:bodyPr/>
          <a:lstStyle/>
          <a:p>
            <a:pPr eaLnBrk="1" hangingPunct="1">
              <a:buFont typeface="Wingdings" panose="05000000000000000000" pitchFamily="2" charset="2"/>
              <a:buNone/>
            </a:pPr>
            <a:r>
              <a:rPr lang="en-US" altLang="zh-CN" dirty="0">
                <a:ea typeface="黑体" pitchFamily="49" charset="-122"/>
              </a:rPr>
              <a:t>HTTP </a:t>
            </a:r>
            <a:r>
              <a:rPr lang="zh-CN" altLang="en-US" dirty="0">
                <a:ea typeface="黑体" pitchFamily="49" charset="-122"/>
              </a:rPr>
              <a:t>有两类报文：</a:t>
            </a:r>
          </a:p>
          <a:p>
            <a:pPr eaLnBrk="1" hangingPunct="1"/>
            <a:r>
              <a:rPr lang="zh-CN" altLang="en-US" dirty="0">
                <a:solidFill>
                  <a:srgbClr val="FF0000"/>
                </a:solidFill>
                <a:ea typeface="黑体" pitchFamily="49" charset="-122"/>
              </a:rPr>
              <a:t>请求报文</a:t>
            </a:r>
            <a:r>
              <a:rPr lang="en-US" altLang="zh-CN" dirty="0">
                <a:ea typeface="黑体" pitchFamily="49" charset="-122"/>
              </a:rPr>
              <a:t>——</a:t>
            </a:r>
            <a:r>
              <a:rPr lang="zh-CN" altLang="en-US" dirty="0">
                <a:ea typeface="黑体" pitchFamily="49" charset="-122"/>
              </a:rPr>
              <a:t>从客户向服务器发送请求报文。</a:t>
            </a:r>
          </a:p>
          <a:p>
            <a:pPr eaLnBrk="1" hangingPunct="1"/>
            <a:r>
              <a:rPr lang="zh-CN" altLang="en-US" dirty="0">
                <a:solidFill>
                  <a:srgbClr val="FF0000"/>
                </a:solidFill>
                <a:ea typeface="黑体" pitchFamily="49" charset="-122"/>
              </a:rPr>
              <a:t>响应报文</a:t>
            </a:r>
            <a:r>
              <a:rPr lang="en-US" altLang="zh-CN" dirty="0">
                <a:ea typeface="黑体" pitchFamily="49" charset="-122"/>
              </a:rPr>
              <a:t>——</a:t>
            </a:r>
            <a:r>
              <a:rPr lang="zh-CN" altLang="en-US" dirty="0">
                <a:ea typeface="黑体" pitchFamily="49" charset="-122"/>
              </a:rPr>
              <a:t>从服务器到客户的回答。</a:t>
            </a:r>
          </a:p>
          <a:p>
            <a:pPr eaLnBrk="1" hangingPunct="1"/>
            <a:r>
              <a:rPr lang="zh-CN" altLang="en-US" dirty="0">
                <a:ea typeface="黑体" pitchFamily="49" charset="-122"/>
              </a:rPr>
              <a:t>由于 </a:t>
            </a:r>
            <a:r>
              <a:rPr lang="en-US" altLang="zh-CN" dirty="0">
                <a:ea typeface="黑体" pitchFamily="49" charset="-122"/>
              </a:rPr>
              <a:t>HTTP </a:t>
            </a:r>
            <a:r>
              <a:rPr lang="zh-CN" altLang="en-US" dirty="0">
                <a:ea typeface="黑体" pitchFamily="49" charset="-122"/>
              </a:rPr>
              <a:t>是面向正文的 </a:t>
            </a:r>
            <a:r>
              <a:rPr lang="en-US" altLang="zh-CN" dirty="0">
                <a:ea typeface="黑体" pitchFamily="49" charset="-122"/>
              </a:rPr>
              <a:t>(text-oriented)</a:t>
            </a:r>
            <a:r>
              <a:rPr lang="zh-CN" altLang="en-US" dirty="0">
                <a:ea typeface="黑体" pitchFamily="49" charset="-122"/>
              </a:rPr>
              <a:t>，因此在报文中的每一个字段都是一些 </a:t>
            </a:r>
            <a:r>
              <a:rPr lang="en-US" altLang="zh-CN" dirty="0">
                <a:solidFill>
                  <a:srgbClr val="FF0000"/>
                </a:solidFill>
                <a:ea typeface="黑体" pitchFamily="49" charset="-122"/>
              </a:rPr>
              <a:t>ASCII </a:t>
            </a:r>
            <a:r>
              <a:rPr lang="zh-CN" altLang="en-US" dirty="0">
                <a:solidFill>
                  <a:srgbClr val="FF0000"/>
                </a:solidFill>
                <a:ea typeface="黑体" pitchFamily="49" charset="-122"/>
              </a:rPr>
              <a:t>码串，</a:t>
            </a:r>
            <a:r>
              <a:rPr lang="zh-CN" altLang="en-US" dirty="0">
                <a:ea typeface="黑体" pitchFamily="49" charset="-122"/>
              </a:rPr>
              <a:t>因而每个字段的长度都是不确定的。</a:t>
            </a:r>
          </a:p>
        </p:txBody>
      </p:sp>
    </p:spTree>
    <p:extLst>
      <p:ext uri="{BB962C8B-B14F-4D97-AF65-F5344CB8AC3E}">
        <p14:creationId xmlns:p14="http://schemas.microsoft.com/office/powerpoint/2010/main" val="319600590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51"/>
          <p:cNvSpPr>
            <a:spLocks noChangeArrowheads="1"/>
          </p:cNvSpPr>
          <p:nvPr/>
        </p:nvSpPr>
        <p:spPr bwMode="auto">
          <a:xfrm>
            <a:off x="2168728" y="3042549"/>
            <a:ext cx="3398308" cy="407987"/>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0771" name="Rectangle 43"/>
          <p:cNvSpPr>
            <a:spLocks noChangeArrowheads="1"/>
          </p:cNvSpPr>
          <p:nvPr/>
        </p:nvSpPr>
        <p:spPr bwMode="auto">
          <a:xfrm>
            <a:off x="2168728" y="2226574"/>
            <a:ext cx="3398308" cy="407987"/>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0772" name="Rectangle 34"/>
          <p:cNvSpPr>
            <a:spLocks noChangeArrowheads="1"/>
          </p:cNvSpPr>
          <p:nvPr/>
        </p:nvSpPr>
        <p:spPr bwMode="auto">
          <a:xfrm>
            <a:off x="2168729" y="1820173"/>
            <a:ext cx="5202369" cy="4064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50533" name="Rectangle 2"/>
          <p:cNvSpPr>
            <a:spLocks noGrp="1" noChangeArrowheads="1"/>
          </p:cNvSpPr>
          <p:nvPr>
            <p:ph type="title"/>
          </p:nvPr>
        </p:nvSpPr>
        <p:spPr/>
        <p:txBody>
          <a:bodyPr/>
          <a:lstStyle/>
          <a:p>
            <a:pPr algn="ctr" eaLnBrk="1" hangingPunct="1">
              <a:defRPr/>
            </a:pPr>
            <a:r>
              <a:rPr lang="en-US" altLang="zh-CN" dirty="0"/>
              <a:t>HTTP </a:t>
            </a:r>
            <a:r>
              <a:rPr dirty="0"/>
              <a:t>的报文结构（请求报文） </a:t>
            </a:r>
          </a:p>
        </p:txBody>
      </p:sp>
      <p:sp>
        <p:nvSpPr>
          <p:cNvPr id="160774" name="Rectangle 23"/>
          <p:cNvSpPr>
            <a:spLocks noChangeArrowheads="1"/>
          </p:cNvSpPr>
          <p:nvPr/>
        </p:nvSpPr>
        <p:spPr bwMode="auto">
          <a:xfrm>
            <a:off x="4605673" y="3052074"/>
            <a:ext cx="961364" cy="388937"/>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0775" name="Rectangle 24"/>
          <p:cNvSpPr>
            <a:spLocks noChangeArrowheads="1"/>
          </p:cNvSpPr>
          <p:nvPr/>
        </p:nvSpPr>
        <p:spPr bwMode="auto">
          <a:xfrm>
            <a:off x="2175608" y="3469585"/>
            <a:ext cx="985440" cy="387350"/>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0776" name="Rectangle 25"/>
          <p:cNvSpPr>
            <a:spLocks noChangeArrowheads="1"/>
          </p:cNvSpPr>
          <p:nvPr/>
        </p:nvSpPr>
        <p:spPr bwMode="auto">
          <a:xfrm>
            <a:off x="4605673" y="2236098"/>
            <a:ext cx="961364" cy="398462"/>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0777" name="Rectangle 26"/>
          <p:cNvSpPr>
            <a:spLocks noChangeArrowheads="1"/>
          </p:cNvSpPr>
          <p:nvPr/>
        </p:nvSpPr>
        <p:spPr bwMode="auto">
          <a:xfrm>
            <a:off x="4003745" y="3052073"/>
            <a:ext cx="130704" cy="398462"/>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0778" name="Rectangle 27"/>
          <p:cNvSpPr>
            <a:spLocks noChangeArrowheads="1"/>
          </p:cNvSpPr>
          <p:nvPr/>
        </p:nvSpPr>
        <p:spPr bwMode="auto">
          <a:xfrm>
            <a:off x="4003746" y="2236098"/>
            <a:ext cx="120385" cy="398462"/>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0779" name="Line 28"/>
          <p:cNvSpPr>
            <a:spLocks noChangeShapeType="1"/>
          </p:cNvSpPr>
          <p:nvPr/>
        </p:nvSpPr>
        <p:spPr bwMode="auto">
          <a:xfrm>
            <a:off x="3854124" y="3042549"/>
            <a:ext cx="0" cy="407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0780" name="Line 29"/>
          <p:cNvSpPr>
            <a:spLocks noChangeShapeType="1"/>
          </p:cNvSpPr>
          <p:nvPr/>
        </p:nvSpPr>
        <p:spPr bwMode="auto">
          <a:xfrm>
            <a:off x="4605673" y="3042549"/>
            <a:ext cx="0" cy="407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0781" name="Line 30"/>
          <p:cNvSpPr>
            <a:spLocks noChangeShapeType="1"/>
          </p:cNvSpPr>
          <p:nvPr/>
        </p:nvSpPr>
        <p:spPr bwMode="auto">
          <a:xfrm>
            <a:off x="4003745" y="3042549"/>
            <a:ext cx="0" cy="407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0782" name="Rectangle 31"/>
          <p:cNvSpPr>
            <a:spLocks noChangeArrowheads="1"/>
          </p:cNvSpPr>
          <p:nvPr/>
        </p:nvSpPr>
        <p:spPr bwMode="auto">
          <a:xfrm>
            <a:off x="6378779" y="1829699"/>
            <a:ext cx="992319" cy="396875"/>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0783" name="Rectangle 32"/>
          <p:cNvSpPr>
            <a:spLocks noChangeArrowheads="1"/>
          </p:cNvSpPr>
          <p:nvPr/>
        </p:nvSpPr>
        <p:spPr bwMode="auto">
          <a:xfrm>
            <a:off x="4935873" y="1829699"/>
            <a:ext cx="120385" cy="396875"/>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0784" name="Rectangle 33"/>
          <p:cNvSpPr>
            <a:spLocks noChangeArrowheads="1"/>
          </p:cNvSpPr>
          <p:nvPr/>
        </p:nvSpPr>
        <p:spPr bwMode="auto">
          <a:xfrm>
            <a:off x="3492969" y="1829699"/>
            <a:ext cx="120385" cy="396875"/>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0785" name="Text Box 35"/>
          <p:cNvSpPr txBox="1">
            <a:spLocks noChangeArrowheads="1"/>
          </p:cNvSpPr>
          <p:nvPr/>
        </p:nvSpPr>
        <p:spPr bwMode="auto">
          <a:xfrm>
            <a:off x="2354466" y="1809061"/>
            <a:ext cx="90922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a:solidFill>
                  <a:srgbClr val="333399"/>
                </a:solidFill>
                <a:latin typeface="Arial" charset="0"/>
                <a:ea typeface="黑体" pitchFamily="49" charset="-122"/>
              </a:rPr>
              <a:t>方   法</a:t>
            </a:r>
          </a:p>
        </p:txBody>
      </p:sp>
      <p:sp>
        <p:nvSpPr>
          <p:cNvPr id="160786" name="Line 36"/>
          <p:cNvSpPr>
            <a:spLocks noChangeShapeType="1"/>
          </p:cNvSpPr>
          <p:nvPr/>
        </p:nvSpPr>
        <p:spPr bwMode="auto">
          <a:xfrm>
            <a:off x="3492968" y="1820173"/>
            <a:ext cx="0" cy="406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0787" name="Line 37"/>
          <p:cNvSpPr>
            <a:spLocks noChangeShapeType="1"/>
          </p:cNvSpPr>
          <p:nvPr/>
        </p:nvSpPr>
        <p:spPr bwMode="auto">
          <a:xfrm>
            <a:off x="3613353" y="1820173"/>
            <a:ext cx="0" cy="406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0788" name="Line 38"/>
          <p:cNvSpPr>
            <a:spLocks noChangeShapeType="1"/>
          </p:cNvSpPr>
          <p:nvPr/>
        </p:nvSpPr>
        <p:spPr bwMode="auto">
          <a:xfrm>
            <a:off x="4935873" y="1820173"/>
            <a:ext cx="0" cy="406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0789" name="Line 39"/>
          <p:cNvSpPr>
            <a:spLocks noChangeShapeType="1"/>
          </p:cNvSpPr>
          <p:nvPr/>
        </p:nvSpPr>
        <p:spPr bwMode="auto">
          <a:xfrm>
            <a:off x="5056258" y="1820173"/>
            <a:ext cx="0" cy="406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0790" name="Line 40"/>
          <p:cNvSpPr>
            <a:spLocks noChangeShapeType="1"/>
          </p:cNvSpPr>
          <p:nvPr/>
        </p:nvSpPr>
        <p:spPr bwMode="auto">
          <a:xfrm>
            <a:off x="6378778" y="1820173"/>
            <a:ext cx="0" cy="406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0791" name="Text Box 41"/>
          <p:cNvSpPr txBox="1">
            <a:spLocks noChangeArrowheads="1"/>
          </p:cNvSpPr>
          <p:nvPr/>
        </p:nvSpPr>
        <p:spPr bwMode="auto">
          <a:xfrm>
            <a:off x="3843806" y="1809061"/>
            <a:ext cx="71365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a:solidFill>
                  <a:srgbClr val="333399"/>
                </a:solidFill>
                <a:latin typeface="Arial" charset="0"/>
                <a:ea typeface="黑体" pitchFamily="49" charset="-122"/>
              </a:rPr>
              <a:t>URL</a:t>
            </a:r>
          </a:p>
        </p:txBody>
      </p:sp>
      <p:sp>
        <p:nvSpPr>
          <p:cNvPr id="160792" name="Text Box 42"/>
          <p:cNvSpPr txBox="1">
            <a:spLocks noChangeArrowheads="1"/>
          </p:cNvSpPr>
          <p:nvPr/>
        </p:nvSpPr>
        <p:spPr bwMode="auto">
          <a:xfrm>
            <a:off x="5193841" y="1809061"/>
            <a:ext cx="90922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a:solidFill>
                  <a:srgbClr val="333399"/>
                </a:solidFill>
                <a:latin typeface="Arial" charset="0"/>
                <a:ea typeface="黑体" pitchFamily="49" charset="-122"/>
              </a:rPr>
              <a:t>版   本</a:t>
            </a:r>
          </a:p>
        </p:txBody>
      </p:sp>
      <p:sp>
        <p:nvSpPr>
          <p:cNvPr id="160793" name="Text Box 44"/>
          <p:cNvSpPr txBox="1">
            <a:spLocks noChangeArrowheads="1"/>
          </p:cNvSpPr>
          <p:nvPr/>
        </p:nvSpPr>
        <p:spPr bwMode="auto">
          <a:xfrm>
            <a:off x="2177327" y="2221811"/>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a:solidFill>
                  <a:srgbClr val="333399"/>
                </a:solidFill>
                <a:latin typeface="Arial" charset="0"/>
                <a:ea typeface="黑体" pitchFamily="49" charset="-122"/>
              </a:rPr>
              <a:t>首部字段名</a:t>
            </a:r>
          </a:p>
        </p:txBody>
      </p:sp>
      <p:sp>
        <p:nvSpPr>
          <p:cNvPr id="160794" name="Line 45"/>
          <p:cNvSpPr>
            <a:spLocks noChangeShapeType="1"/>
          </p:cNvSpPr>
          <p:nvPr/>
        </p:nvSpPr>
        <p:spPr bwMode="auto">
          <a:xfrm>
            <a:off x="3854124" y="2226574"/>
            <a:ext cx="0" cy="407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0795" name="Line 46"/>
          <p:cNvSpPr>
            <a:spLocks noChangeShapeType="1"/>
          </p:cNvSpPr>
          <p:nvPr/>
        </p:nvSpPr>
        <p:spPr bwMode="auto">
          <a:xfrm>
            <a:off x="4605673" y="2226574"/>
            <a:ext cx="0" cy="407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0796" name="Text Box 47"/>
          <p:cNvSpPr txBox="1">
            <a:spLocks noChangeArrowheads="1"/>
          </p:cNvSpPr>
          <p:nvPr/>
        </p:nvSpPr>
        <p:spPr bwMode="auto">
          <a:xfrm>
            <a:off x="5816406" y="2637736"/>
            <a:ext cx="9541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a:solidFill>
                  <a:srgbClr val="333399"/>
                </a:solidFill>
                <a:latin typeface="Arial" charset="0"/>
                <a:ea typeface="黑体" pitchFamily="49" charset="-122"/>
              </a:rPr>
              <a:t>首部行</a:t>
            </a:r>
          </a:p>
        </p:txBody>
      </p:sp>
      <p:sp>
        <p:nvSpPr>
          <p:cNvPr id="160797" name="Line 48"/>
          <p:cNvSpPr>
            <a:spLocks noChangeShapeType="1"/>
          </p:cNvSpPr>
          <p:nvPr/>
        </p:nvSpPr>
        <p:spPr bwMode="auto">
          <a:xfrm>
            <a:off x="4003745" y="2226574"/>
            <a:ext cx="0" cy="407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0798" name="Text Box 49"/>
          <p:cNvSpPr txBox="1">
            <a:spLocks noChangeArrowheads="1"/>
          </p:cNvSpPr>
          <p:nvPr/>
        </p:nvSpPr>
        <p:spPr bwMode="auto">
          <a:xfrm>
            <a:off x="3775014" y="2223399"/>
            <a:ext cx="26962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a:solidFill>
                  <a:srgbClr val="333399"/>
                </a:solidFill>
                <a:latin typeface="Arial" charset="0"/>
                <a:ea typeface="黑体" pitchFamily="49" charset="-122"/>
              </a:rPr>
              <a:t>:</a:t>
            </a:r>
          </a:p>
        </p:txBody>
      </p:sp>
      <p:sp>
        <p:nvSpPr>
          <p:cNvPr id="160799" name="Text Box 50"/>
          <p:cNvSpPr txBox="1">
            <a:spLocks noChangeArrowheads="1"/>
          </p:cNvSpPr>
          <p:nvPr/>
        </p:nvSpPr>
        <p:spPr bwMode="auto">
          <a:xfrm>
            <a:off x="4136170" y="2229749"/>
            <a:ext cx="4411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a:solidFill>
                  <a:srgbClr val="333399"/>
                </a:solidFill>
                <a:latin typeface="Arial" charset="0"/>
                <a:ea typeface="黑体" pitchFamily="49" charset="-122"/>
              </a:rPr>
              <a:t>值</a:t>
            </a:r>
          </a:p>
        </p:txBody>
      </p:sp>
      <p:sp>
        <p:nvSpPr>
          <p:cNvPr id="160800" name="Text Box 52"/>
          <p:cNvSpPr txBox="1">
            <a:spLocks noChangeArrowheads="1"/>
          </p:cNvSpPr>
          <p:nvPr/>
        </p:nvSpPr>
        <p:spPr bwMode="auto">
          <a:xfrm>
            <a:off x="2172169" y="3029849"/>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a:solidFill>
                  <a:srgbClr val="333399"/>
                </a:solidFill>
                <a:latin typeface="Arial" charset="0"/>
                <a:ea typeface="黑体" pitchFamily="49" charset="-122"/>
              </a:rPr>
              <a:t>首部字段名</a:t>
            </a:r>
          </a:p>
        </p:txBody>
      </p:sp>
      <p:sp>
        <p:nvSpPr>
          <p:cNvPr id="160801" name="Text Box 53"/>
          <p:cNvSpPr txBox="1">
            <a:spLocks noChangeArrowheads="1"/>
          </p:cNvSpPr>
          <p:nvPr/>
        </p:nvSpPr>
        <p:spPr bwMode="auto">
          <a:xfrm>
            <a:off x="4161966" y="3042549"/>
            <a:ext cx="4411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a:solidFill>
                  <a:srgbClr val="333399"/>
                </a:solidFill>
                <a:latin typeface="Arial" charset="0"/>
                <a:ea typeface="黑体" pitchFamily="49" charset="-122"/>
              </a:rPr>
              <a:t>值</a:t>
            </a:r>
          </a:p>
        </p:txBody>
      </p:sp>
      <p:sp>
        <p:nvSpPr>
          <p:cNvPr id="160802" name="Text Box 54"/>
          <p:cNvSpPr txBox="1">
            <a:spLocks noChangeArrowheads="1"/>
          </p:cNvSpPr>
          <p:nvPr/>
        </p:nvSpPr>
        <p:spPr bwMode="auto">
          <a:xfrm>
            <a:off x="3733739" y="3661674"/>
            <a:ext cx="26962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a:solidFill>
                  <a:srgbClr val="333399"/>
                </a:solidFill>
                <a:latin typeface="Arial" charset="0"/>
                <a:ea typeface="黑体" pitchFamily="49" charset="-122"/>
              </a:rPr>
              <a:t>:</a:t>
            </a:r>
          </a:p>
        </p:txBody>
      </p:sp>
      <p:sp>
        <p:nvSpPr>
          <p:cNvPr id="160803" name="Text Box 55"/>
          <p:cNvSpPr txBox="1">
            <a:spLocks noChangeArrowheads="1"/>
          </p:cNvSpPr>
          <p:nvPr/>
        </p:nvSpPr>
        <p:spPr bwMode="auto">
          <a:xfrm rot="-5400000">
            <a:off x="2998949" y="2665487"/>
            <a:ext cx="4411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a:solidFill>
                  <a:srgbClr val="333399"/>
                </a:solidFill>
                <a:latin typeface="Arial" charset="0"/>
                <a:ea typeface="黑体" pitchFamily="49" charset="-122"/>
              </a:rPr>
              <a:t>…</a:t>
            </a:r>
          </a:p>
        </p:txBody>
      </p:sp>
      <p:sp>
        <p:nvSpPr>
          <p:cNvPr id="160804" name="AutoShape 56"/>
          <p:cNvSpPr>
            <a:spLocks/>
          </p:cNvSpPr>
          <p:nvPr/>
        </p:nvSpPr>
        <p:spPr bwMode="auto">
          <a:xfrm>
            <a:off x="5642707" y="2278961"/>
            <a:ext cx="240771" cy="1171575"/>
          </a:xfrm>
          <a:prstGeom prst="rightBrace">
            <a:avLst>
              <a:gd name="adj1" fmla="val 43929"/>
              <a:gd name="adj2" fmla="val 50000"/>
            </a:avLst>
          </a:prstGeom>
          <a:noFill/>
          <a:ln w="19050">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0805" name="Rectangle 57"/>
          <p:cNvSpPr>
            <a:spLocks noChangeArrowheads="1"/>
          </p:cNvSpPr>
          <p:nvPr/>
        </p:nvSpPr>
        <p:spPr bwMode="auto">
          <a:xfrm>
            <a:off x="2168728" y="3856936"/>
            <a:ext cx="5413904" cy="917575"/>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0806" name="Text Box 58"/>
          <p:cNvSpPr txBox="1">
            <a:spLocks noChangeArrowheads="1"/>
          </p:cNvSpPr>
          <p:nvPr/>
        </p:nvSpPr>
        <p:spPr bwMode="auto">
          <a:xfrm>
            <a:off x="3958872" y="3950598"/>
            <a:ext cx="1723549"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algn="ctr" eaLnBrk="1" hangingPunct="1"/>
            <a:r>
              <a:rPr kumimoji="1" lang="zh-CN" altLang="en-US" sz="2000" b="1">
                <a:solidFill>
                  <a:srgbClr val="333399"/>
                </a:solidFill>
                <a:latin typeface="Arial" charset="0"/>
                <a:ea typeface="黑体" pitchFamily="49" charset="-122"/>
              </a:rPr>
              <a:t>实体主体</a:t>
            </a:r>
          </a:p>
          <a:p>
            <a:pPr algn="ctr" eaLnBrk="1" hangingPunct="1"/>
            <a:r>
              <a:rPr kumimoji="1" lang="zh-CN" altLang="en-US" sz="2000" b="1">
                <a:solidFill>
                  <a:srgbClr val="333399"/>
                </a:solidFill>
                <a:latin typeface="Arial" charset="0"/>
                <a:ea typeface="黑体" pitchFamily="49" charset="-122"/>
              </a:rPr>
              <a:t>（通常不用）</a:t>
            </a:r>
          </a:p>
        </p:txBody>
      </p:sp>
      <p:sp>
        <p:nvSpPr>
          <p:cNvPr id="160807" name="Text Box 59"/>
          <p:cNvSpPr txBox="1">
            <a:spLocks noChangeArrowheads="1"/>
          </p:cNvSpPr>
          <p:nvPr/>
        </p:nvSpPr>
        <p:spPr bwMode="auto">
          <a:xfrm>
            <a:off x="7331543" y="1809061"/>
            <a:ext cx="9541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a:solidFill>
                  <a:srgbClr val="333399"/>
                </a:solidFill>
                <a:latin typeface="Arial" charset="0"/>
                <a:ea typeface="黑体" pitchFamily="49" charset="-122"/>
              </a:rPr>
              <a:t>请求行</a:t>
            </a:r>
          </a:p>
        </p:txBody>
      </p:sp>
      <p:sp>
        <p:nvSpPr>
          <p:cNvPr id="160808" name="Line 60"/>
          <p:cNvSpPr>
            <a:spLocks noChangeShapeType="1"/>
          </p:cNvSpPr>
          <p:nvPr/>
        </p:nvSpPr>
        <p:spPr bwMode="auto">
          <a:xfrm>
            <a:off x="2168728" y="2634560"/>
            <a:ext cx="0" cy="407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0809" name="Line 61"/>
          <p:cNvSpPr>
            <a:spLocks noChangeShapeType="1"/>
          </p:cNvSpPr>
          <p:nvPr/>
        </p:nvSpPr>
        <p:spPr bwMode="auto">
          <a:xfrm>
            <a:off x="2168728" y="3450535"/>
            <a:ext cx="0" cy="406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0810" name="Line 62"/>
          <p:cNvSpPr>
            <a:spLocks noChangeShapeType="1"/>
          </p:cNvSpPr>
          <p:nvPr/>
        </p:nvSpPr>
        <p:spPr bwMode="auto">
          <a:xfrm>
            <a:off x="3161048" y="3450535"/>
            <a:ext cx="0" cy="406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0811" name="Line 63"/>
          <p:cNvSpPr>
            <a:spLocks noChangeShapeType="1"/>
          </p:cNvSpPr>
          <p:nvPr/>
        </p:nvSpPr>
        <p:spPr bwMode="auto">
          <a:xfrm>
            <a:off x="5567037" y="2634560"/>
            <a:ext cx="0" cy="407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0812" name="Text Box 64"/>
          <p:cNvSpPr txBox="1">
            <a:spLocks noChangeArrowheads="1"/>
          </p:cNvSpPr>
          <p:nvPr/>
        </p:nvSpPr>
        <p:spPr bwMode="auto">
          <a:xfrm>
            <a:off x="3864443" y="1159774"/>
            <a:ext cx="69762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a:solidFill>
                  <a:srgbClr val="333399"/>
                </a:solidFill>
                <a:latin typeface="Arial" charset="0"/>
                <a:ea typeface="黑体" pitchFamily="49" charset="-122"/>
              </a:rPr>
              <a:t>空格</a:t>
            </a:r>
          </a:p>
        </p:txBody>
      </p:sp>
      <p:sp>
        <p:nvSpPr>
          <p:cNvPr id="160813" name="Text Box 65"/>
          <p:cNvSpPr txBox="1">
            <a:spLocks noChangeArrowheads="1"/>
          </p:cNvSpPr>
          <p:nvPr/>
        </p:nvSpPr>
        <p:spPr bwMode="auto">
          <a:xfrm>
            <a:off x="5962589" y="1159774"/>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a:solidFill>
                  <a:srgbClr val="333399"/>
                </a:solidFill>
                <a:latin typeface="Arial" charset="0"/>
                <a:ea typeface="黑体" pitchFamily="49" charset="-122"/>
              </a:rPr>
              <a:t>回车换行</a:t>
            </a:r>
          </a:p>
        </p:txBody>
      </p:sp>
      <p:sp>
        <p:nvSpPr>
          <p:cNvPr id="160814" name="Line 66"/>
          <p:cNvSpPr>
            <a:spLocks noChangeShapeType="1"/>
          </p:cNvSpPr>
          <p:nvPr/>
        </p:nvSpPr>
        <p:spPr bwMode="auto">
          <a:xfrm>
            <a:off x="4524843" y="1513785"/>
            <a:ext cx="441986" cy="306388"/>
          </a:xfrm>
          <a:prstGeom prst="line">
            <a:avLst/>
          </a:prstGeom>
          <a:noFill/>
          <a:ln w="1905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0815" name="Line 67"/>
          <p:cNvSpPr>
            <a:spLocks noChangeShapeType="1"/>
          </p:cNvSpPr>
          <p:nvPr/>
        </p:nvSpPr>
        <p:spPr bwMode="auto">
          <a:xfrm flipH="1">
            <a:off x="3522204" y="1513785"/>
            <a:ext cx="481542" cy="306388"/>
          </a:xfrm>
          <a:prstGeom prst="line">
            <a:avLst/>
          </a:prstGeom>
          <a:noFill/>
          <a:ln w="1905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0816" name="Line 68"/>
          <p:cNvSpPr>
            <a:spLocks noChangeShapeType="1"/>
          </p:cNvSpPr>
          <p:nvPr/>
        </p:nvSpPr>
        <p:spPr bwMode="auto">
          <a:xfrm>
            <a:off x="6609230" y="1513785"/>
            <a:ext cx="240771" cy="306388"/>
          </a:xfrm>
          <a:prstGeom prst="line">
            <a:avLst/>
          </a:prstGeom>
          <a:noFill/>
          <a:ln w="1905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0817" name="Line 69"/>
          <p:cNvSpPr>
            <a:spLocks noChangeShapeType="1"/>
          </p:cNvSpPr>
          <p:nvPr/>
        </p:nvSpPr>
        <p:spPr bwMode="auto">
          <a:xfrm>
            <a:off x="4124131" y="3042549"/>
            <a:ext cx="0" cy="407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0818" name="Line 70"/>
          <p:cNvSpPr>
            <a:spLocks noChangeShapeType="1"/>
          </p:cNvSpPr>
          <p:nvPr/>
        </p:nvSpPr>
        <p:spPr bwMode="auto">
          <a:xfrm>
            <a:off x="4124131" y="2226574"/>
            <a:ext cx="0" cy="407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0819" name="Text Box 71"/>
          <p:cNvSpPr txBox="1">
            <a:spLocks noChangeArrowheads="1"/>
          </p:cNvSpPr>
          <p:nvPr/>
        </p:nvSpPr>
        <p:spPr bwMode="auto">
          <a:xfrm>
            <a:off x="3775014" y="3044136"/>
            <a:ext cx="26962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a:solidFill>
                  <a:srgbClr val="333399"/>
                </a:solidFill>
                <a:latin typeface="Arial" charset="0"/>
                <a:ea typeface="黑体" pitchFamily="49" charset="-122"/>
              </a:rPr>
              <a:t>:</a:t>
            </a:r>
          </a:p>
        </p:txBody>
      </p:sp>
      <p:sp>
        <p:nvSpPr>
          <p:cNvPr id="160820" name="Text Box 72"/>
          <p:cNvSpPr txBox="1">
            <a:spLocks noChangeArrowheads="1"/>
          </p:cNvSpPr>
          <p:nvPr/>
        </p:nvSpPr>
        <p:spPr bwMode="auto">
          <a:xfrm>
            <a:off x="6334064" y="1809061"/>
            <a:ext cx="87075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a:solidFill>
                  <a:srgbClr val="333399"/>
                </a:solidFill>
                <a:latin typeface="Arial" charset="0"/>
                <a:ea typeface="黑体" pitchFamily="49" charset="-122"/>
              </a:rPr>
              <a:t>CRLF</a:t>
            </a:r>
          </a:p>
        </p:txBody>
      </p:sp>
      <p:sp>
        <p:nvSpPr>
          <p:cNvPr id="160821" name="Text Box 73"/>
          <p:cNvSpPr txBox="1">
            <a:spLocks noChangeArrowheads="1"/>
          </p:cNvSpPr>
          <p:nvPr/>
        </p:nvSpPr>
        <p:spPr bwMode="auto">
          <a:xfrm>
            <a:off x="4621151" y="3050486"/>
            <a:ext cx="920088" cy="396875"/>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a:solidFill>
                  <a:srgbClr val="333399"/>
                </a:solidFill>
                <a:latin typeface="Arial" charset="0"/>
                <a:ea typeface="黑体" pitchFamily="49" charset="-122"/>
              </a:rPr>
              <a:t>CRLF</a:t>
            </a:r>
          </a:p>
        </p:txBody>
      </p:sp>
      <p:sp>
        <p:nvSpPr>
          <p:cNvPr id="160822" name="Text Box 74"/>
          <p:cNvSpPr txBox="1">
            <a:spLocks noChangeArrowheads="1"/>
          </p:cNvSpPr>
          <p:nvPr/>
        </p:nvSpPr>
        <p:spPr bwMode="auto">
          <a:xfrm>
            <a:off x="4628030" y="2240861"/>
            <a:ext cx="87075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a:solidFill>
                  <a:srgbClr val="333399"/>
                </a:solidFill>
                <a:latin typeface="Arial" charset="0"/>
                <a:ea typeface="黑体" pitchFamily="49" charset="-122"/>
              </a:rPr>
              <a:t>CRLF</a:t>
            </a:r>
          </a:p>
        </p:txBody>
      </p:sp>
      <p:sp>
        <p:nvSpPr>
          <p:cNvPr id="160823" name="Text Box 75"/>
          <p:cNvSpPr txBox="1">
            <a:spLocks noChangeArrowheads="1"/>
          </p:cNvSpPr>
          <p:nvPr/>
        </p:nvSpPr>
        <p:spPr bwMode="auto">
          <a:xfrm>
            <a:off x="2172168" y="3442599"/>
            <a:ext cx="87075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a:solidFill>
                  <a:srgbClr val="333399"/>
                </a:solidFill>
                <a:latin typeface="Arial" charset="0"/>
                <a:ea typeface="黑体" pitchFamily="49" charset="-122"/>
              </a:rPr>
              <a:t>CRLF</a:t>
            </a:r>
          </a:p>
        </p:txBody>
      </p:sp>
      <p:sp>
        <p:nvSpPr>
          <p:cNvPr id="160824" name="Text Box 131"/>
          <p:cNvSpPr txBox="1">
            <a:spLocks noChangeArrowheads="1"/>
          </p:cNvSpPr>
          <p:nvPr/>
        </p:nvSpPr>
        <p:spPr bwMode="auto">
          <a:xfrm>
            <a:off x="399062" y="4995173"/>
            <a:ext cx="8802410"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lang="zh-CN" altLang="en-US" sz="2800" b="1" dirty="0">
                <a:solidFill>
                  <a:srgbClr val="0000FF"/>
                </a:solidFill>
                <a:ea typeface="黑体" pitchFamily="49" charset="-122"/>
              </a:rPr>
              <a:t>报文由三个部分组成，即</a:t>
            </a:r>
            <a:r>
              <a:rPr lang="zh-CN" altLang="en-US" sz="2800" b="1" dirty="0">
                <a:solidFill>
                  <a:srgbClr val="FF0000"/>
                </a:solidFill>
                <a:ea typeface="黑体" pitchFamily="49" charset="-122"/>
              </a:rPr>
              <a:t>开始行、首部行</a:t>
            </a:r>
            <a:r>
              <a:rPr lang="zh-CN" altLang="en-US" sz="2800" b="1" dirty="0">
                <a:solidFill>
                  <a:srgbClr val="0000FF"/>
                </a:solidFill>
                <a:ea typeface="黑体" pitchFamily="49" charset="-122"/>
              </a:rPr>
              <a:t>和</a:t>
            </a:r>
            <a:r>
              <a:rPr lang="zh-CN" altLang="en-US" sz="2800" b="1" dirty="0">
                <a:solidFill>
                  <a:srgbClr val="FF0000"/>
                </a:solidFill>
                <a:ea typeface="黑体" pitchFamily="49" charset="-122"/>
              </a:rPr>
              <a:t>实体主体。</a:t>
            </a:r>
          </a:p>
          <a:p>
            <a:pPr eaLnBrk="1" hangingPunct="1"/>
            <a:r>
              <a:rPr lang="zh-CN" altLang="en-US" sz="2800" b="1" dirty="0">
                <a:solidFill>
                  <a:srgbClr val="0000FF"/>
                </a:solidFill>
                <a:ea typeface="黑体" pitchFamily="49" charset="-122"/>
              </a:rPr>
              <a:t>在请求报文中，开始行就是请求行。</a:t>
            </a:r>
          </a:p>
        </p:txBody>
      </p:sp>
      <p:grpSp>
        <p:nvGrpSpPr>
          <p:cNvPr id="564358" name="Group 134"/>
          <p:cNvGrpSpPr>
            <a:grpSpLocks/>
          </p:cNvGrpSpPr>
          <p:nvPr/>
        </p:nvGrpSpPr>
        <p:grpSpPr bwMode="auto">
          <a:xfrm>
            <a:off x="533206" y="1736036"/>
            <a:ext cx="8525008" cy="576263"/>
            <a:chOff x="236" y="1026"/>
            <a:chExt cx="4957" cy="363"/>
          </a:xfrm>
        </p:grpSpPr>
        <p:sp>
          <p:nvSpPr>
            <p:cNvPr id="160826" name="Rectangle 132"/>
            <p:cNvSpPr>
              <a:spLocks noChangeArrowheads="1"/>
            </p:cNvSpPr>
            <p:nvPr/>
          </p:nvSpPr>
          <p:spPr bwMode="auto">
            <a:xfrm>
              <a:off x="1111" y="1026"/>
              <a:ext cx="4082" cy="363"/>
            </a:xfrm>
            <a:prstGeom prst="rect">
              <a:avLst/>
            </a:prstGeom>
            <a:noFill/>
            <a:ln w="57150">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0827" name="Text Box 133"/>
            <p:cNvSpPr txBox="1">
              <a:spLocks noChangeArrowheads="1"/>
            </p:cNvSpPr>
            <p:nvPr/>
          </p:nvSpPr>
          <p:spPr bwMode="auto">
            <a:xfrm>
              <a:off x="236" y="1027"/>
              <a:ext cx="734"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lang="zh-CN" altLang="en-US" sz="2800" b="1">
                  <a:solidFill>
                    <a:srgbClr val="333399"/>
                  </a:solidFill>
                  <a:ea typeface="黑体" pitchFamily="49" charset="-122"/>
                </a:rPr>
                <a:t>开始行</a:t>
              </a:r>
            </a:p>
          </p:txBody>
        </p:sp>
      </p:grpSp>
    </p:spTree>
    <p:extLst>
      <p:ext uri="{BB962C8B-B14F-4D97-AF65-F5344CB8AC3E}">
        <p14:creationId xmlns:p14="http://schemas.microsoft.com/office/powerpoint/2010/main" val="194887994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2"/>
          <p:cNvSpPr>
            <a:spLocks noChangeArrowheads="1"/>
          </p:cNvSpPr>
          <p:nvPr/>
        </p:nvSpPr>
        <p:spPr bwMode="auto">
          <a:xfrm>
            <a:off x="2041393" y="3065190"/>
            <a:ext cx="3398308" cy="407987"/>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2819" name="Rectangle 3"/>
          <p:cNvSpPr>
            <a:spLocks noChangeArrowheads="1"/>
          </p:cNvSpPr>
          <p:nvPr/>
        </p:nvSpPr>
        <p:spPr bwMode="auto">
          <a:xfrm>
            <a:off x="2041393" y="2249215"/>
            <a:ext cx="3398308" cy="407987"/>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2820" name="Rectangle 4"/>
          <p:cNvSpPr>
            <a:spLocks noChangeArrowheads="1"/>
          </p:cNvSpPr>
          <p:nvPr/>
        </p:nvSpPr>
        <p:spPr bwMode="auto">
          <a:xfrm>
            <a:off x="2041394" y="1842814"/>
            <a:ext cx="5202369" cy="4064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52581" name="Rectangle 5"/>
          <p:cNvSpPr>
            <a:spLocks noGrp="1" noChangeArrowheads="1"/>
          </p:cNvSpPr>
          <p:nvPr>
            <p:ph type="title"/>
          </p:nvPr>
        </p:nvSpPr>
        <p:spPr/>
        <p:txBody>
          <a:bodyPr/>
          <a:lstStyle/>
          <a:p>
            <a:pPr algn="ctr" eaLnBrk="1" hangingPunct="1">
              <a:defRPr/>
            </a:pPr>
            <a:r>
              <a:rPr lang="en-US" altLang="zh-CN" dirty="0"/>
              <a:t>HTTP </a:t>
            </a:r>
            <a:r>
              <a:rPr dirty="0"/>
              <a:t>的报文结构（请求报文） </a:t>
            </a:r>
          </a:p>
        </p:txBody>
      </p:sp>
      <p:sp>
        <p:nvSpPr>
          <p:cNvPr id="162822" name="Rectangle 6"/>
          <p:cNvSpPr>
            <a:spLocks noChangeArrowheads="1"/>
          </p:cNvSpPr>
          <p:nvPr/>
        </p:nvSpPr>
        <p:spPr bwMode="auto">
          <a:xfrm>
            <a:off x="4478338" y="3074715"/>
            <a:ext cx="961364" cy="388937"/>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2823" name="Rectangle 7"/>
          <p:cNvSpPr>
            <a:spLocks noChangeArrowheads="1"/>
          </p:cNvSpPr>
          <p:nvPr/>
        </p:nvSpPr>
        <p:spPr bwMode="auto">
          <a:xfrm>
            <a:off x="2048273" y="3492226"/>
            <a:ext cx="985440" cy="387350"/>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2824" name="Rectangle 8"/>
          <p:cNvSpPr>
            <a:spLocks noChangeArrowheads="1"/>
          </p:cNvSpPr>
          <p:nvPr/>
        </p:nvSpPr>
        <p:spPr bwMode="auto">
          <a:xfrm>
            <a:off x="4478338" y="2258739"/>
            <a:ext cx="961364" cy="398462"/>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2825" name="Rectangle 9"/>
          <p:cNvSpPr>
            <a:spLocks noChangeArrowheads="1"/>
          </p:cNvSpPr>
          <p:nvPr/>
        </p:nvSpPr>
        <p:spPr bwMode="auto">
          <a:xfrm>
            <a:off x="3876410" y="3074714"/>
            <a:ext cx="130704" cy="398462"/>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2826" name="Rectangle 10"/>
          <p:cNvSpPr>
            <a:spLocks noChangeArrowheads="1"/>
          </p:cNvSpPr>
          <p:nvPr/>
        </p:nvSpPr>
        <p:spPr bwMode="auto">
          <a:xfrm>
            <a:off x="3876411" y="2258739"/>
            <a:ext cx="120385" cy="398462"/>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2827" name="Line 11"/>
          <p:cNvSpPr>
            <a:spLocks noChangeShapeType="1"/>
          </p:cNvSpPr>
          <p:nvPr/>
        </p:nvSpPr>
        <p:spPr bwMode="auto">
          <a:xfrm>
            <a:off x="3726789" y="3065190"/>
            <a:ext cx="0" cy="407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2828" name="Line 12"/>
          <p:cNvSpPr>
            <a:spLocks noChangeShapeType="1"/>
          </p:cNvSpPr>
          <p:nvPr/>
        </p:nvSpPr>
        <p:spPr bwMode="auto">
          <a:xfrm>
            <a:off x="4478338" y="3065190"/>
            <a:ext cx="0" cy="407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2829" name="Line 13"/>
          <p:cNvSpPr>
            <a:spLocks noChangeShapeType="1"/>
          </p:cNvSpPr>
          <p:nvPr/>
        </p:nvSpPr>
        <p:spPr bwMode="auto">
          <a:xfrm>
            <a:off x="3876410" y="3065190"/>
            <a:ext cx="0" cy="407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2830" name="Rectangle 14"/>
          <p:cNvSpPr>
            <a:spLocks noChangeArrowheads="1"/>
          </p:cNvSpPr>
          <p:nvPr/>
        </p:nvSpPr>
        <p:spPr bwMode="auto">
          <a:xfrm>
            <a:off x="6251444" y="1852340"/>
            <a:ext cx="992319" cy="396875"/>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2831" name="Rectangle 15"/>
          <p:cNvSpPr>
            <a:spLocks noChangeArrowheads="1"/>
          </p:cNvSpPr>
          <p:nvPr/>
        </p:nvSpPr>
        <p:spPr bwMode="auto">
          <a:xfrm>
            <a:off x="4808538" y="1852340"/>
            <a:ext cx="120385" cy="396875"/>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2832" name="Rectangle 16"/>
          <p:cNvSpPr>
            <a:spLocks noChangeArrowheads="1"/>
          </p:cNvSpPr>
          <p:nvPr/>
        </p:nvSpPr>
        <p:spPr bwMode="auto">
          <a:xfrm>
            <a:off x="3365634" y="1852340"/>
            <a:ext cx="120385" cy="396875"/>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2833" name="Text Box 17"/>
          <p:cNvSpPr txBox="1">
            <a:spLocks noChangeArrowheads="1"/>
          </p:cNvSpPr>
          <p:nvPr/>
        </p:nvSpPr>
        <p:spPr bwMode="auto">
          <a:xfrm>
            <a:off x="2227131" y="1831702"/>
            <a:ext cx="90922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a:solidFill>
                  <a:srgbClr val="333399"/>
                </a:solidFill>
                <a:latin typeface="Arial" charset="0"/>
                <a:ea typeface="黑体" pitchFamily="49" charset="-122"/>
              </a:rPr>
              <a:t>方   法</a:t>
            </a:r>
          </a:p>
        </p:txBody>
      </p:sp>
      <p:sp>
        <p:nvSpPr>
          <p:cNvPr id="162834" name="Line 18"/>
          <p:cNvSpPr>
            <a:spLocks noChangeShapeType="1"/>
          </p:cNvSpPr>
          <p:nvPr/>
        </p:nvSpPr>
        <p:spPr bwMode="auto">
          <a:xfrm>
            <a:off x="3365633" y="1842814"/>
            <a:ext cx="0" cy="406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2835" name="Line 19"/>
          <p:cNvSpPr>
            <a:spLocks noChangeShapeType="1"/>
          </p:cNvSpPr>
          <p:nvPr/>
        </p:nvSpPr>
        <p:spPr bwMode="auto">
          <a:xfrm>
            <a:off x="3486018" y="1842814"/>
            <a:ext cx="0" cy="406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2836" name="Line 20"/>
          <p:cNvSpPr>
            <a:spLocks noChangeShapeType="1"/>
          </p:cNvSpPr>
          <p:nvPr/>
        </p:nvSpPr>
        <p:spPr bwMode="auto">
          <a:xfrm>
            <a:off x="4808538" y="1842814"/>
            <a:ext cx="0" cy="406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2837" name="Line 21"/>
          <p:cNvSpPr>
            <a:spLocks noChangeShapeType="1"/>
          </p:cNvSpPr>
          <p:nvPr/>
        </p:nvSpPr>
        <p:spPr bwMode="auto">
          <a:xfrm>
            <a:off x="4928923" y="1842814"/>
            <a:ext cx="0" cy="406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2838" name="Line 22"/>
          <p:cNvSpPr>
            <a:spLocks noChangeShapeType="1"/>
          </p:cNvSpPr>
          <p:nvPr/>
        </p:nvSpPr>
        <p:spPr bwMode="auto">
          <a:xfrm>
            <a:off x="6251443" y="1842814"/>
            <a:ext cx="0" cy="406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2839" name="Text Box 23"/>
          <p:cNvSpPr txBox="1">
            <a:spLocks noChangeArrowheads="1"/>
          </p:cNvSpPr>
          <p:nvPr/>
        </p:nvSpPr>
        <p:spPr bwMode="auto">
          <a:xfrm>
            <a:off x="3716471" y="1831702"/>
            <a:ext cx="71365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a:solidFill>
                  <a:srgbClr val="333399"/>
                </a:solidFill>
                <a:latin typeface="Arial" charset="0"/>
                <a:ea typeface="黑体" pitchFamily="49" charset="-122"/>
              </a:rPr>
              <a:t>URL</a:t>
            </a:r>
          </a:p>
        </p:txBody>
      </p:sp>
      <p:sp>
        <p:nvSpPr>
          <p:cNvPr id="162840" name="Text Box 24"/>
          <p:cNvSpPr txBox="1">
            <a:spLocks noChangeArrowheads="1"/>
          </p:cNvSpPr>
          <p:nvPr/>
        </p:nvSpPr>
        <p:spPr bwMode="auto">
          <a:xfrm>
            <a:off x="5066506" y="1831702"/>
            <a:ext cx="90922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a:solidFill>
                  <a:srgbClr val="333399"/>
                </a:solidFill>
                <a:latin typeface="Arial" charset="0"/>
                <a:ea typeface="黑体" pitchFamily="49" charset="-122"/>
              </a:rPr>
              <a:t>版   本</a:t>
            </a:r>
          </a:p>
        </p:txBody>
      </p:sp>
      <p:sp>
        <p:nvSpPr>
          <p:cNvPr id="162841" name="Text Box 25"/>
          <p:cNvSpPr txBox="1">
            <a:spLocks noChangeArrowheads="1"/>
          </p:cNvSpPr>
          <p:nvPr/>
        </p:nvSpPr>
        <p:spPr bwMode="auto">
          <a:xfrm>
            <a:off x="2049992" y="2244452"/>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a:solidFill>
                  <a:srgbClr val="333399"/>
                </a:solidFill>
                <a:latin typeface="Arial" charset="0"/>
                <a:ea typeface="黑体" pitchFamily="49" charset="-122"/>
              </a:rPr>
              <a:t>首部字段名</a:t>
            </a:r>
          </a:p>
        </p:txBody>
      </p:sp>
      <p:sp>
        <p:nvSpPr>
          <p:cNvPr id="162842" name="Line 26"/>
          <p:cNvSpPr>
            <a:spLocks noChangeShapeType="1"/>
          </p:cNvSpPr>
          <p:nvPr/>
        </p:nvSpPr>
        <p:spPr bwMode="auto">
          <a:xfrm>
            <a:off x="3726789" y="2249215"/>
            <a:ext cx="0" cy="407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2843" name="Line 27"/>
          <p:cNvSpPr>
            <a:spLocks noChangeShapeType="1"/>
          </p:cNvSpPr>
          <p:nvPr/>
        </p:nvSpPr>
        <p:spPr bwMode="auto">
          <a:xfrm>
            <a:off x="4478338" y="2249215"/>
            <a:ext cx="0" cy="407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2844" name="Text Box 28"/>
          <p:cNvSpPr txBox="1">
            <a:spLocks noChangeArrowheads="1"/>
          </p:cNvSpPr>
          <p:nvPr/>
        </p:nvSpPr>
        <p:spPr bwMode="auto">
          <a:xfrm>
            <a:off x="5689071" y="2660377"/>
            <a:ext cx="9541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a:solidFill>
                  <a:srgbClr val="333399"/>
                </a:solidFill>
                <a:latin typeface="Arial" charset="0"/>
                <a:ea typeface="黑体" pitchFamily="49" charset="-122"/>
              </a:rPr>
              <a:t>首部行</a:t>
            </a:r>
          </a:p>
        </p:txBody>
      </p:sp>
      <p:sp>
        <p:nvSpPr>
          <p:cNvPr id="162845" name="Line 29"/>
          <p:cNvSpPr>
            <a:spLocks noChangeShapeType="1"/>
          </p:cNvSpPr>
          <p:nvPr/>
        </p:nvSpPr>
        <p:spPr bwMode="auto">
          <a:xfrm>
            <a:off x="3876410" y="2249215"/>
            <a:ext cx="0" cy="407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2846" name="Text Box 30"/>
          <p:cNvSpPr txBox="1">
            <a:spLocks noChangeArrowheads="1"/>
          </p:cNvSpPr>
          <p:nvPr/>
        </p:nvSpPr>
        <p:spPr bwMode="auto">
          <a:xfrm>
            <a:off x="3647679" y="2246040"/>
            <a:ext cx="26962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a:solidFill>
                  <a:srgbClr val="333399"/>
                </a:solidFill>
                <a:latin typeface="Arial" charset="0"/>
                <a:ea typeface="黑体" pitchFamily="49" charset="-122"/>
              </a:rPr>
              <a:t>:</a:t>
            </a:r>
          </a:p>
        </p:txBody>
      </p:sp>
      <p:sp>
        <p:nvSpPr>
          <p:cNvPr id="162847" name="Text Box 31"/>
          <p:cNvSpPr txBox="1">
            <a:spLocks noChangeArrowheads="1"/>
          </p:cNvSpPr>
          <p:nvPr/>
        </p:nvSpPr>
        <p:spPr bwMode="auto">
          <a:xfrm>
            <a:off x="4008835" y="2252390"/>
            <a:ext cx="4411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a:solidFill>
                  <a:srgbClr val="333399"/>
                </a:solidFill>
                <a:latin typeface="Arial" charset="0"/>
                <a:ea typeface="黑体" pitchFamily="49" charset="-122"/>
              </a:rPr>
              <a:t>值</a:t>
            </a:r>
          </a:p>
        </p:txBody>
      </p:sp>
      <p:sp>
        <p:nvSpPr>
          <p:cNvPr id="162848" name="Text Box 32"/>
          <p:cNvSpPr txBox="1">
            <a:spLocks noChangeArrowheads="1"/>
          </p:cNvSpPr>
          <p:nvPr/>
        </p:nvSpPr>
        <p:spPr bwMode="auto">
          <a:xfrm>
            <a:off x="2044834" y="3052490"/>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a:solidFill>
                  <a:srgbClr val="333399"/>
                </a:solidFill>
                <a:latin typeface="Arial" charset="0"/>
                <a:ea typeface="黑体" pitchFamily="49" charset="-122"/>
              </a:rPr>
              <a:t>首部字段名</a:t>
            </a:r>
          </a:p>
        </p:txBody>
      </p:sp>
      <p:sp>
        <p:nvSpPr>
          <p:cNvPr id="162849" name="Text Box 33"/>
          <p:cNvSpPr txBox="1">
            <a:spLocks noChangeArrowheads="1"/>
          </p:cNvSpPr>
          <p:nvPr/>
        </p:nvSpPr>
        <p:spPr bwMode="auto">
          <a:xfrm>
            <a:off x="4034631" y="3065190"/>
            <a:ext cx="4411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a:solidFill>
                  <a:srgbClr val="333399"/>
                </a:solidFill>
                <a:latin typeface="Arial" charset="0"/>
                <a:ea typeface="黑体" pitchFamily="49" charset="-122"/>
              </a:rPr>
              <a:t>值</a:t>
            </a:r>
          </a:p>
        </p:txBody>
      </p:sp>
      <p:sp>
        <p:nvSpPr>
          <p:cNvPr id="162850" name="Text Box 34"/>
          <p:cNvSpPr txBox="1">
            <a:spLocks noChangeArrowheads="1"/>
          </p:cNvSpPr>
          <p:nvPr/>
        </p:nvSpPr>
        <p:spPr bwMode="auto">
          <a:xfrm>
            <a:off x="3606404" y="3684315"/>
            <a:ext cx="26962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a:solidFill>
                  <a:srgbClr val="333399"/>
                </a:solidFill>
                <a:latin typeface="Arial" charset="0"/>
                <a:ea typeface="黑体" pitchFamily="49" charset="-122"/>
              </a:rPr>
              <a:t>:</a:t>
            </a:r>
          </a:p>
        </p:txBody>
      </p:sp>
      <p:sp>
        <p:nvSpPr>
          <p:cNvPr id="162851" name="Text Box 35"/>
          <p:cNvSpPr txBox="1">
            <a:spLocks noChangeArrowheads="1"/>
          </p:cNvSpPr>
          <p:nvPr/>
        </p:nvSpPr>
        <p:spPr bwMode="auto">
          <a:xfrm rot="-5400000">
            <a:off x="2871614" y="2688128"/>
            <a:ext cx="4411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a:solidFill>
                  <a:srgbClr val="333399"/>
                </a:solidFill>
                <a:latin typeface="Arial" charset="0"/>
                <a:ea typeface="黑体" pitchFamily="49" charset="-122"/>
              </a:rPr>
              <a:t>…</a:t>
            </a:r>
          </a:p>
        </p:txBody>
      </p:sp>
      <p:sp>
        <p:nvSpPr>
          <p:cNvPr id="162852" name="AutoShape 36"/>
          <p:cNvSpPr>
            <a:spLocks/>
          </p:cNvSpPr>
          <p:nvPr/>
        </p:nvSpPr>
        <p:spPr bwMode="auto">
          <a:xfrm>
            <a:off x="5515372" y="2301602"/>
            <a:ext cx="240771" cy="1171575"/>
          </a:xfrm>
          <a:prstGeom prst="rightBrace">
            <a:avLst>
              <a:gd name="adj1" fmla="val 43929"/>
              <a:gd name="adj2" fmla="val 50000"/>
            </a:avLst>
          </a:prstGeom>
          <a:noFill/>
          <a:ln w="19050">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2853" name="Rectangle 37"/>
          <p:cNvSpPr>
            <a:spLocks noChangeArrowheads="1"/>
          </p:cNvSpPr>
          <p:nvPr/>
        </p:nvSpPr>
        <p:spPr bwMode="auto">
          <a:xfrm>
            <a:off x="2041393" y="3879577"/>
            <a:ext cx="5413904" cy="917575"/>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2854" name="Text Box 38"/>
          <p:cNvSpPr txBox="1">
            <a:spLocks noChangeArrowheads="1"/>
          </p:cNvSpPr>
          <p:nvPr/>
        </p:nvSpPr>
        <p:spPr bwMode="auto">
          <a:xfrm>
            <a:off x="3831537" y="3973239"/>
            <a:ext cx="1723549"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algn="ctr" eaLnBrk="1" hangingPunct="1"/>
            <a:r>
              <a:rPr kumimoji="1" lang="zh-CN" altLang="en-US" sz="2000" b="1">
                <a:solidFill>
                  <a:srgbClr val="333399"/>
                </a:solidFill>
                <a:latin typeface="Arial" charset="0"/>
                <a:ea typeface="黑体" pitchFamily="49" charset="-122"/>
              </a:rPr>
              <a:t>实体主体</a:t>
            </a:r>
          </a:p>
          <a:p>
            <a:pPr algn="ctr" eaLnBrk="1" hangingPunct="1"/>
            <a:r>
              <a:rPr kumimoji="1" lang="zh-CN" altLang="en-US" sz="2000" b="1">
                <a:solidFill>
                  <a:srgbClr val="333399"/>
                </a:solidFill>
                <a:latin typeface="Arial" charset="0"/>
                <a:ea typeface="黑体" pitchFamily="49" charset="-122"/>
              </a:rPr>
              <a:t>（通常不用）</a:t>
            </a:r>
          </a:p>
        </p:txBody>
      </p:sp>
      <p:sp>
        <p:nvSpPr>
          <p:cNvPr id="162855" name="Text Box 39"/>
          <p:cNvSpPr txBox="1">
            <a:spLocks noChangeArrowheads="1"/>
          </p:cNvSpPr>
          <p:nvPr/>
        </p:nvSpPr>
        <p:spPr bwMode="auto">
          <a:xfrm>
            <a:off x="7204208" y="1831702"/>
            <a:ext cx="9541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a:solidFill>
                  <a:srgbClr val="333399"/>
                </a:solidFill>
                <a:latin typeface="Arial" charset="0"/>
                <a:ea typeface="黑体" pitchFamily="49" charset="-122"/>
              </a:rPr>
              <a:t>请求行</a:t>
            </a:r>
          </a:p>
        </p:txBody>
      </p:sp>
      <p:sp>
        <p:nvSpPr>
          <p:cNvPr id="162856" name="Line 40"/>
          <p:cNvSpPr>
            <a:spLocks noChangeShapeType="1"/>
          </p:cNvSpPr>
          <p:nvPr/>
        </p:nvSpPr>
        <p:spPr bwMode="auto">
          <a:xfrm>
            <a:off x="2041393" y="2657201"/>
            <a:ext cx="0" cy="407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2857" name="Line 41"/>
          <p:cNvSpPr>
            <a:spLocks noChangeShapeType="1"/>
          </p:cNvSpPr>
          <p:nvPr/>
        </p:nvSpPr>
        <p:spPr bwMode="auto">
          <a:xfrm>
            <a:off x="2041393" y="3473176"/>
            <a:ext cx="0" cy="406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2858" name="Line 42"/>
          <p:cNvSpPr>
            <a:spLocks noChangeShapeType="1"/>
          </p:cNvSpPr>
          <p:nvPr/>
        </p:nvSpPr>
        <p:spPr bwMode="auto">
          <a:xfrm>
            <a:off x="3033713" y="3473176"/>
            <a:ext cx="0" cy="406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2859" name="Line 43"/>
          <p:cNvSpPr>
            <a:spLocks noChangeShapeType="1"/>
          </p:cNvSpPr>
          <p:nvPr/>
        </p:nvSpPr>
        <p:spPr bwMode="auto">
          <a:xfrm>
            <a:off x="5439702" y="2657201"/>
            <a:ext cx="0" cy="407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2860" name="Text Box 44"/>
          <p:cNvSpPr txBox="1">
            <a:spLocks noChangeArrowheads="1"/>
          </p:cNvSpPr>
          <p:nvPr/>
        </p:nvSpPr>
        <p:spPr bwMode="auto">
          <a:xfrm>
            <a:off x="3737108" y="1182415"/>
            <a:ext cx="69762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a:solidFill>
                  <a:srgbClr val="333399"/>
                </a:solidFill>
                <a:latin typeface="Arial" charset="0"/>
                <a:ea typeface="黑体" pitchFamily="49" charset="-122"/>
              </a:rPr>
              <a:t>空格</a:t>
            </a:r>
          </a:p>
        </p:txBody>
      </p:sp>
      <p:sp>
        <p:nvSpPr>
          <p:cNvPr id="162861" name="Text Box 45"/>
          <p:cNvSpPr txBox="1">
            <a:spLocks noChangeArrowheads="1"/>
          </p:cNvSpPr>
          <p:nvPr/>
        </p:nvSpPr>
        <p:spPr bwMode="auto">
          <a:xfrm>
            <a:off x="5835254" y="1182415"/>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a:solidFill>
                  <a:srgbClr val="333399"/>
                </a:solidFill>
                <a:latin typeface="Arial" charset="0"/>
                <a:ea typeface="黑体" pitchFamily="49" charset="-122"/>
              </a:rPr>
              <a:t>回车换行</a:t>
            </a:r>
          </a:p>
        </p:txBody>
      </p:sp>
      <p:sp>
        <p:nvSpPr>
          <p:cNvPr id="162862" name="Line 46"/>
          <p:cNvSpPr>
            <a:spLocks noChangeShapeType="1"/>
          </p:cNvSpPr>
          <p:nvPr/>
        </p:nvSpPr>
        <p:spPr bwMode="auto">
          <a:xfrm>
            <a:off x="4397508" y="1536426"/>
            <a:ext cx="441986" cy="306388"/>
          </a:xfrm>
          <a:prstGeom prst="line">
            <a:avLst/>
          </a:prstGeom>
          <a:noFill/>
          <a:ln w="1905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2863" name="Line 47"/>
          <p:cNvSpPr>
            <a:spLocks noChangeShapeType="1"/>
          </p:cNvSpPr>
          <p:nvPr/>
        </p:nvSpPr>
        <p:spPr bwMode="auto">
          <a:xfrm flipH="1">
            <a:off x="3394869" y="1536426"/>
            <a:ext cx="481542" cy="306388"/>
          </a:xfrm>
          <a:prstGeom prst="line">
            <a:avLst/>
          </a:prstGeom>
          <a:noFill/>
          <a:ln w="1905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2864" name="Line 48"/>
          <p:cNvSpPr>
            <a:spLocks noChangeShapeType="1"/>
          </p:cNvSpPr>
          <p:nvPr/>
        </p:nvSpPr>
        <p:spPr bwMode="auto">
          <a:xfrm>
            <a:off x="6481895" y="1536426"/>
            <a:ext cx="240771" cy="306388"/>
          </a:xfrm>
          <a:prstGeom prst="line">
            <a:avLst/>
          </a:prstGeom>
          <a:noFill/>
          <a:ln w="1905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2865" name="Line 49"/>
          <p:cNvSpPr>
            <a:spLocks noChangeShapeType="1"/>
          </p:cNvSpPr>
          <p:nvPr/>
        </p:nvSpPr>
        <p:spPr bwMode="auto">
          <a:xfrm>
            <a:off x="3996796" y="3065190"/>
            <a:ext cx="0" cy="407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2866" name="Line 50"/>
          <p:cNvSpPr>
            <a:spLocks noChangeShapeType="1"/>
          </p:cNvSpPr>
          <p:nvPr/>
        </p:nvSpPr>
        <p:spPr bwMode="auto">
          <a:xfrm>
            <a:off x="3996796" y="2249215"/>
            <a:ext cx="0" cy="407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2867" name="Text Box 51"/>
          <p:cNvSpPr txBox="1">
            <a:spLocks noChangeArrowheads="1"/>
          </p:cNvSpPr>
          <p:nvPr/>
        </p:nvSpPr>
        <p:spPr bwMode="auto">
          <a:xfrm>
            <a:off x="3647679" y="3066777"/>
            <a:ext cx="26962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a:solidFill>
                  <a:srgbClr val="333399"/>
                </a:solidFill>
                <a:latin typeface="Arial" charset="0"/>
                <a:ea typeface="黑体" pitchFamily="49" charset="-122"/>
              </a:rPr>
              <a:t>:</a:t>
            </a:r>
          </a:p>
        </p:txBody>
      </p:sp>
      <p:sp>
        <p:nvSpPr>
          <p:cNvPr id="162868" name="Text Box 52"/>
          <p:cNvSpPr txBox="1">
            <a:spLocks noChangeArrowheads="1"/>
          </p:cNvSpPr>
          <p:nvPr/>
        </p:nvSpPr>
        <p:spPr bwMode="auto">
          <a:xfrm>
            <a:off x="6206729" y="1831702"/>
            <a:ext cx="87075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a:solidFill>
                  <a:srgbClr val="333399"/>
                </a:solidFill>
                <a:latin typeface="Arial" charset="0"/>
                <a:ea typeface="黑体" pitchFamily="49" charset="-122"/>
              </a:rPr>
              <a:t>CRLF</a:t>
            </a:r>
          </a:p>
        </p:txBody>
      </p:sp>
      <p:sp>
        <p:nvSpPr>
          <p:cNvPr id="162869" name="Text Box 53"/>
          <p:cNvSpPr txBox="1">
            <a:spLocks noChangeArrowheads="1"/>
          </p:cNvSpPr>
          <p:nvPr/>
        </p:nvSpPr>
        <p:spPr bwMode="auto">
          <a:xfrm>
            <a:off x="4493816" y="3073127"/>
            <a:ext cx="920088" cy="396875"/>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a:solidFill>
                  <a:srgbClr val="333399"/>
                </a:solidFill>
                <a:latin typeface="Arial" charset="0"/>
                <a:ea typeface="黑体" pitchFamily="49" charset="-122"/>
              </a:rPr>
              <a:t>CRLF</a:t>
            </a:r>
          </a:p>
        </p:txBody>
      </p:sp>
      <p:sp>
        <p:nvSpPr>
          <p:cNvPr id="162870" name="Text Box 54"/>
          <p:cNvSpPr txBox="1">
            <a:spLocks noChangeArrowheads="1"/>
          </p:cNvSpPr>
          <p:nvPr/>
        </p:nvSpPr>
        <p:spPr bwMode="auto">
          <a:xfrm>
            <a:off x="4500695" y="2263502"/>
            <a:ext cx="87075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a:solidFill>
                  <a:srgbClr val="333399"/>
                </a:solidFill>
                <a:latin typeface="Arial" charset="0"/>
                <a:ea typeface="黑体" pitchFamily="49" charset="-122"/>
              </a:rPr>
              <a:t>CRLF</a:t>
            </a:r>
          </a:p>
        </p:txBody>
      </p:sp>
      <p:sp>
        <p:nvSpPr>
          <p:cNvPr id="162871" name="Text Box 55"/>
          <p:cNvSpPr txBox="1">
            <a:spLocks noChangeArrowheads="1"/>
          </p:cNvSpPr>
          <p:nvPr/>
        </p:nvSpPr>
        <p:spPr bwMode="auto">
          <a:xfrm>
            <a:off x="2044833" y="3465240"/>
            <a:ext cx="87075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a:solidFill>
                  <a:srgbClr val="333399"/>
                </a:solidFill>
                <a:latin typeface="Arial" charset="0"/>
                <a:ea typeface="黑体" pitchFamily="49" charset="-122"/>
              </a:rPr>
              <a:t>CRLF</a:t>
            </a:r>
          </a:p>
        </p:txBody>
      </p:sp>
      <p:sp>
        <p:nvSpPr>
          <p:cNvPr id="162872" name="Text Box 56"/>
          <p:cNvSpPr txBox="1">
            <a:spLocks noChangeArrowheads="1"/>
          </p:cNvSpPr>
          <p:nvPr/>
        </p:nvSpPr>
        <p:spPr bwMode="auto">
          <a:xfrm>
            <a:off x="271727" y="4797426"/>
            <a:ext cx="9362546"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lang="en-US" altLang="zh-CN" sz="2800" b="1" dirty="0">
                <a:solidFill>
                  <a:srgbClr val="FF0000"/>
                </a:solidFill>
                <a:latin typeface="Arial" charset="0"/>
                <a:ea typeface="黑体" pitchFamily="49" charset="-122"/>
              </a:rPr>
              <a:t>“</a:t>
            </a:r>
            <a:r>
              <a:rPr lang="zh-CN" altLang="en-US" sz="2800" b="1" dirty="0">
                <a:solidFill>
                  <a:srgbClr val="FF0000"/>
                </a:solidFill>
                <a:latin typeface="黑体" pitchFamily="49" charset="-122"/>
                <a:ea typeface="黑体" pitchFamily="49" charset="-122"/>
              </a:rPr>
              <a:t>方法</a:t>
            </a:r>
            <a:r>
              <a:rPr lang="zh-CN" altLang="en-US" sz="2800" b="1" dirty="0">
                <a:solidFill>
                  <a:srgbClr val="FF0000"/>
                </a:solidFill>
                <a:latin typeface="Arial" charset="0"/>
                <a:ea typeface="黑体" pitchFamily="49" charset="-122"/>
              </a:rPr>
              <a:t>”</a:t>
            </a:r>
            <a:r>
              <a:rPr lang="zh-CN" altLang="en-US" sz="2800" b="1" dirty="0">
                <a:solidFill>
                  <a:srgbClr val="0000FF"/>
                </a:solidFill>
                <a:latin typeface="黑体" pitchFamily="49" charset="-122"/>
                <a:ea typeface="黑体" pitchFamily="49" charset="-122"/>
              </a:rPr>
              <a:t>是面向对象技术中使用的专门名词。所谓</a:t>
            </a:r>
            <a:r>
              <a:rPr lang="zh-CN" altLang="en-US" sz="2800" b="1" dirty="0">
                <a:solidFill>
                  <a:srgbClr val="0000FF"/>
                </a:solidFill>
                <a:latin typeface="Arial" charset="0"/>
                <a:ea typeface="黑体" pitchFamily="49" charset="-122"/>
              </a:rPr>
              <a:t>“</a:t>
            </a:r>
            <a:r>
              <a:rPr lang="zh-CN" altLang="en-US" sz="2800" b="1" dirty="0">
                <a:solidFill>
                  <a:srgbClr val="0000FF"/>
                </a:solidFill>
                <a:latin typeface="黑体" pitchFamily="49" charset="-122"/>
                <a:ea typeface="黑体" pitchFamily="49" charset="-122"/>
              </a:rPr>
              <a:t>方法</a:t>
            </a:r>
            <a:r>
              <a:rPr lang="zh-CN" altLang="en-US" sz="2800" b="1" dirty="0">
                <a:solidFill>
                  <a:srgbClr val="0000FF"/>
                </a:solidFill>
                <a:latin typeface="Arial" charset="0"/>
                <a:ea typeface="黑体" pitchFamily="49" charset="-122"/>
              </a:rPr>
              <a:t>”</a:t>
            </a:r>
            <a:r>
              <a:rPr lang="zh-CN" altLang="en-US" sz="2800" b="1" dirty="0">
                <a:solidFill>
                  <a:srgbClr val="0000FF"/>
                </a:solidFill>
                <a:latin typeface="黑体" pitchFamily="49" charset="-122"/>
                <a:ea typeface="黑体" pitchFamily="49" charset="-122"/>
              </a:rPr>
              <a:t>就是</a:t>
            </a:r>
            <a:r>
              <a:rPr lang="zh-CN" altLang="en-US" sz="2800" b="1" dirty="0">
                <a:solidFill>
                  <a:srgbClr val="FF0000"/>
                </a:solidFill>
                <a:latin typeface="黑体" pitchFamily="49" charset="-122"/>
                <a:ea typeface="黑体" pitchFamily="49" charset="-122"/>
              </a:rPr>
              <a:t>对所请求的对象进行的操作，</a:t>
            </a:r>
            <a:r>
              <a:rPr lang="zh-CN" altLang="en-US" sz="2800" b="1" dirty="0">
                <a:solidFill>
                  <a:srgbClr val="0000FF"/>
                </a:solidFill>
                <a:latin typeface="黑体" pitchFamily="49" charset="-122"/>
                <a:ea typeface="黑体" pitchFamily="49" charset="-122"/>
              </a:rPr>
              <a:t>因此这些方法实际上也就是一些</a:t>
            </a:r>
            <a:r>
              <a:rPr lang="zh-CN" altLang="en-US" sz="2800" b="1" dirty="0">
                <a:solidFill>
                  <a:srgbClr val="FF0000"/>
                </a:solidFill>
                <a:latin typeface="黑体" pitchFamily="49" charset="-122"/>
                <a:ea typeface="黑体" pitchFamily="49" charset="-122"/>
              </a:rPr>
              <a:t>命令。</a:t>
            </a:r>
            <a:r>
              <a:rPr lang="zh-CN" altLang="en-US" sz="2800" b="1" dirty="0">
                <a:solidFill>
                  <a:srgbClr val="0000FF"/>
                </a:solidFill>
                <a:latin typeface="黑体" pitchFamily="49" charset="-122"/>
                <a:ea typeface="黑体" pitchFamily="49" charset="-122"/>
              </a:rPr>
              <a:t>因此，请求报文的类型是由它所采用的方法决定的。 </a:t>
            </a:r>
          </a:p>
        </p:txBody>
      </p:sp>
      <p:sp>
        <p:nvSpPr>
          <p:cNvPr id="653370" name="Rectangle 58"/>
          <p:cNvSpPr>
            <a:spLocks noChangeArrowheads="1"/>
          </p:cNvSpPr>
          <p:nvPr/>
        </p:nvSpPr>
        <p:spPr bwMode="auto">
          <a:xfrm>
            <a:off x="1910689" y="1758677"/>
            <a:ext cx="1559851" cy="576263"/>
          </a:xfrm>
          <a:prstGeom prst="rect">
            <a:avLst/>
          </a:prstGeom>
          <a:noFill/>
          <a:ln w="57150">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Tree>
    <p:extLst>
      <p:ext uri="{BB962C8B-B14F-4D97-AF65-F5344CB8AC3E}">
        <p14:creationId xmlns:p14="http://schemas.microsoft.com/office/powerpoint/2010/main" val="136084960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2"/>
          <p:cNvSpPr>
            <a:spLocks noGrp="1" noChangeArrowheads="1"/>
          </p:cNvSpPr>
          <p:nvPr>
            <p:ph type="title"/>
          </p:nvPr>
        </p:nvSpPr>
        <p:spPr/>
        <p:txBody>
          <a:bodyPr/>
          <a:lstStyle/>
          <a:p>
            <a:pPr algn="ctr" eaLnBrk="1" hangingPunct="1"/>
            <a:r>
              <a:rPr lang="en-US" altLang="zh-CN" dirty="0">
                <a:ea typeface="黑体" pitchFamily="49" charset="-122"/>
              </a:rPr>
              <a:t>HTTP </a:t>
            </a:r>
            <a:r>
              <a:rPr lang="zh-CN" altLang="en-US" dirty="0">
                <a:ea typeface="黑体" pitchFamily="49" charset="-122"/>
              </a:rPr>
              <a:t>请求报文的一些方法 </a:t>
            </a:r>
          </a:p>
        </p:txBody>
      </p:sp>
      <p:sp>
        <p:nvSpPr>
          <p:cNvPr id="164867" name="Rectangle 3"/>
          <p:cNvSpPr>
            <a:spLocks noGrp="1" noChangeArrowheads="1"/>
          </p:cNvSpPr>
          <p:nvPr>
            <p:ph idx="1"/>
          </p:nvPr>
        </p:nvSpPr>
        <p:spPr/>
        <p:txBody>
          <a:bodyPr/>
          <a:lstStyle/>
          <a:p>
            <a:pPr eaLnBrk="1" hangingPunct="1">
              <a:lnSpc>
                <a:spcPct val="90000"/>
              </a:lnSpc>
              <a:spcAft>
                <a:spcPct val="30000"/>
              </a:spcAft>
              <a:buFont typeface="Wingdings" panose="05000000000000000000" pitchFamily="2" charset="2"/>
              <a:buNone/>
              <a:tabLst>
                <a:tab pos="2147888" algn="l"/>
              </a:tabLst>
            </a:pPr>
            <a:r>
              <a:rPr lang="zh-CN" altLang="en-US" sz="2800" dirty="0">
                <a:ea typeface="黑体" pitchFamily="49" charset="-122"/>
              </a:rPr>
              <a:t>方法（操作）                   意义</a:t>
            </a:r>
          </a:p>
          <a:p>
            <a:pPr eaLnBrk="1" hangingPunct="1">
              <a:lnSpc>
                <a:spcPct val="90000"/>
              </a:lnSpc>
              <a:buFont typeface="Wingdings" panose="05000000000000000000" pitchFamily="2" charset="2"/>
              <a:buNone/>
              <a:tabLst>
                <a:tab pos="2147888" algn="l"/>
              </a:tabLst>
            </a:pPr>
            <a:r>
              <a:rPr lang="en-US" altLang="zh-CN" sz="2800" dirty="0">
                <a:ea typeface="黑体" pitchFamily="49" charset="-122"/>
              </a:rPr>
              <a:t>OPTION   	    	</a:t>
            </a:r>
            <a:r>
              <a:rPr lang="zh-CN" altLang="en-US" sz="2800" dirty="0">
                <a:ea typeface="黑体" pitchFamily="49" charset="-122"/>
              </a:rPr>
              <a:t>请求一些选项的信息</a:t>
            </a:r>
          </a:p>
          <a:p>
            <a:pPr eaLnBrk="1" hangingPunct="1">
              <a:lnSpc>
                <a:spcPct val="90000"/>
              </a:lnSpc>
              <a:buFont typeface="Wingdings" panose="05000000000000000000" pitchFamily="2" charset="2"/>
              <a:buNone/>
              <a:tabLst>
                <a:tab pos="2147888" algn="l"/>
              </a:tabLst>
            </a:pPr>
            <a:r>
              <a:rPr lang="en-US" altLang="zh-CN" sz="2800" dirty="0">
                <a:ea typeface="黑体" pitchFamily="49" charset="-122"/>
              </a:rPr>
              <a:t>GET              		</a:t>
            </a:r>
            <a:r>
              <a:rPr lang="zh-CN" altLang="en-US" sz="2800" dirty="0">
                <a:ea typeface="黑体" pitchFamily="49" charset="-122"/>
              </a:rPr>
              <a:t>请求读取由 </a:t>
            </a:r>
            <a:r>
              <a:rPr lang="en-US" altLang="zh-CN" sz="2800" dirty="0">
                <a:ea typeface="黑体" pitchFamily="49" charset="-122"/>
              </a:rPr>
              <a:t>URL</a:t>
            </a:r>
            <a:r>
              <a:rPr lang="zh-CN" altLang="en-US" sz="2800" dirty="0">
                <a:ea typeface="黑体" pitchFamily="49" charset="-122"/>
              </a:rPr>
              <a:t>所标志的信息</a:t>
            </a:r>
          </a:p>
          <a:p>
            <a:pPr eaLnBrk="1" hangingPunct="1">
              <a:lnSpc>
                <a:spcPct val="90000"/>
              </a:lnSpc>
              <a:buFont typeface="Wingdings" panose="05000000000000000000" pitchFamily="2" charset="2"/>
              <a:buNone/>
              <a:tabLst>
                <a:tab pos="2147888" algn="l"/>
              </a:tabLst>
            </a:pPr>
            <a:r>
              <a:rPr lang="en-US" altLang="zh-CN" sz="2800" dirty="0">
                <a:ea typeface="黑体" pitchFamily="49" charset="-122"/>
              </a:rPr>
              <a:t>HEAD          		</a:t>
            </a:r>
            <a:r>
              <a:rPr lang="zh-CN" altLang="en-US" sz="2800" dirty="0">
                <a:ea typeface="黑体" pitchFamily="49" charset="-122"/>
              </a:rPr>
              <a:t>请求读取由 </a:t>
            </a:r>
            <a:r>
              <a:rPr lang="en-US" altLang="zh-CN" sz="2800" dirty="0">
                <a:ea typeface="黑体" pitchFamily="49" charset="-122"/>
              </a:rPr>
              <a:t>URL</a:t>
            </a:r>
            <a:r>
              <a:rPr lang="zh-CN" altLang="en-US" sz="2800" dirty="0">
                <a:ea typeface="黑体" pitchFamily="49" charset="-122"/>
              </a:rPr>
              <a:t>所标志的信息的首部</a:t>
            </a:r>
          </a:p>
          <a:p>
            <a:pPr eaLnBrk="1" hangingPunct="1">
              <a:lnSpc>
                <a:spcPct val="90000"/>
              </a:lnSpc>
              <a:buFont typeface="Wingdings" panose="05000000000000000000" pitchFamily="2" charset="2"/>
              <a:buNone/>
              <a:tabLst>
                <a:tab pos="2147888" algn="l"/>
              </a:tabLst>
            </a:pPr>
            <a:r>
              <a:rPr lang="en-US" altLang="zh-CN" sz="2800" dirty="0">
                <a:ea typeface="黑体" pitchFamily="49" charset="-122"/>
              </a:rPr>
              <a:t>POST     		</a:t>
            </a:r>
            <a:r>
              <a:rPr lang="zh-CN" altLang="en-US" sz="2800" dirty="0">
                <a:ea typeface="黑体" pitchFamily="49" charset="-122"/>
              </a:rPr>
              <a:t>给服务器添加信息（例如，注释）</a:t>
            </a:r>
          </a:p>
          <a:p>
            <a:pPr eaLnBrk="1" hangingPunct="1">
              <a:lnSpc>
                <a:spcPct val="90000"/>
              </a:lnSpc>
              <a:buFont typeface="Wingdings" panose="05000000000000000000" pitchFamily="2" charset="2"/>
              <a:buNone/>
              <a:tabLst>
                <a:tab pos="2147888" algn="l"/>
              </a:tabLst>
            </a:pPr>
            <a:r>
              <a:rPr lang="en-US" altLang="zh-CN" sz="2800" dirty="0">
                <a:ea typeface="黑体" pitchFamily="49" charset="-122"/>
              </a:rPr>
              <a:t>PUT        		</a:t>
            </a:r>
            <a:r>
              <a:rPr lang="zh-CN" altLang="en-US" sz="2800" dirty="0">
                <a:ea typeface="黑体" pitchFamily="49" charset="-122"/>
              </a:rPr>
              <a:t>在指明的 </a:t>
            </a:r>
            <a:r>
              <a:rPr lang="en-US" altLang="zh-CN" sz="2800" dirty="0">
                <a:ea typeface="黑体" pitchFamily="49" charset="-122"/>
              </a:rPr>
              <a:t>URL</a:t>
            </a:r>
            <a:r>
              <a:rPr lang="zh-CN" altLang="en-US" sz="2800" dirty="0">
                <a:ea typeface="黑体" pitchFamily="49" charset="-122"/>
              </a:rPr>
              <a:t>下存储一个文档</a:t>
            </a:r>
          </a:p>
          <a:p>
            <a:pPr eaLnBrk="1" hangingPunct="1">
              <a:lnSpc>
                <a:spcPct val="90000"/>
              </a:lnSpc>
              <a:buFont typeface="Wingdings" panose="05000000000000000000" pitchFamily="2" charset="2"/>
              <a:buNone/>
              <a:tabLst>
                <a:tab pos="2147888" algn="l"/>
              </a:tabLst>
            </a:pPr>
            <a:r>
              <a:rPr lang="en-US" altLang="zh-CN" sz="2800" dirty="0">
                <a:ea typeface="黑体" pitchFamily="49" charset="-122"/>
              </a:rPr>
              <a:t>DELETE  		</a:t>
            </a:r>
            <a:r>
              <a:rPr lang="zh-CN" altLang="en-US" sz="2800" dirty="0">
                <a:ea typeface="黑体" pitchFamily="49" charset="-122"/>
              </a:rPr>
              <a:t>删除指明的 </a:t>
            </a:r>
            <a:r>
              <a:rPr lang="en-US" altLang="zh-CN" sz="2800" dirty="0">
                <a:ea typeface="黑体" pitchFamily="49" charset="-122"/>
              </a:rPr>
              <a:t>URL</a:t>
            </a:r>
            <a:r>
              <a:rPr lang="zh-CN" altLang="en-US" sz="2800" dirty="0">
                <a:ea typeface="黑体" pitchFamily="49" charset="-122"/>
              </a:rPr>
              <a:t>所标志的资源</a:t>
            </a:r>
          </a:p>
          <a:p>
            <a:pPr eaLnBrk="1" hangingPunct="1">
              <a:lnSpc>
                <a:spcPct val="90000"/>
              </a:lnSpc>
              <a:buFont typeface="Wingdings" panose="05000000000000000000" pitchFamily="2" charset="2"/>
              <a:buNone/>
              <a:tabLst>
                <a:tab pos="2147888" algn="l"/>
              </a:tabLst>
            </a:pPr>
            <a:r>
              <a:rPr lang="en-US" altLang="zh-CN" sz="2800" dirty="0">
                <a:ea typeface="黑体" pitchFamily="49" charset="-122"/>
              </a:rPr>
              <a:t>TRACE       		</a:t>
            </a:r>
            <a:r>
              <a:rPr lang="zh-CN" altLang="en-US" sz="2800" dirty="0">
                <a:ea typeface="黑体" pitchFamily="49" charset="-122"/>
              </a:rPr>
              <a:t>用来进行环回测试的请求报文</a:t>
            </a:r>
          </a:p>
          <a:p>
            <a:pPr eaLnBrk="1" hangingPunct="1">
              <a:lnSpc>
                <a:spcPct val="90000"/>
              </a:lnSpc>
              <a:buFont typeface="Wingdings" panose="05000000000000000000" pitchFamily="2" charset="2"/>
              <a:buNone/>
              <a:tabLst>
                <a:tab pos="2147888" algn="l"/>
              </a:tabLst>
            </a:pPr>
            <a:r>
              <a:rPr lang="en-US" altLang="zh-CN" sz="2800" dirty="0">
                <a:ea typeface="黑体" pitchFamily="49" charset="-122"/>
              </a:rPr>
              <a:t>CONNECT		</a:t>
            </a:r>
            <a:r>
              <a:rPr lang="zh-CN" altLang="en-US" sz="2800" dirty="0">
                <a:ea typeface="黑体" pitchFamily="49" charset="-122"/>
              </a:rPr>
              <a:t>用于代理服务器</a:t>
            </a:r>
          </a:p>
        </p:txBody>
      </p:sp>
      <p:sp>
        <p:nvSpPr>
          <p:cNvPr id="164868" name="Line 4"/>
          <p:cNvSpPr>
            <a:spLocks noChangeShapeType="1"/>
          </p:cNvSpPr>
          <p:nvPr/>
        </p:nvSpPr>
        <p:spPr bwMode="auto">
          <a:xfrm>
            <a:off x="560512" y="1773238"/>
            <a:ext cx="892899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4869" name="Line 5"/>
          <p:cNvSpPr>
            <a:spLocks noChangeShapeType="1"/>
          </p:cNvSpPr>
          <p:nvPr/>
        </p:nvSpPr>
        <p:spPr bwMode="auto">
          <a:xfrm rot="5400000">
            <a:off x="775965" y="3285555"/>
            <a:ext cx="4465637"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70399951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2"/>
          <p:cNvSpPr>
            <a:spLocks noChangeArrowheads="1"/>
          </p:cNvSpPr>
          <p:nvPr/>
        </p:nvSpPr>
        <p:spPr bwMode="auto">
          <a:xfrm>
            <a:off x="2041393" y="3063974"/>
            <a:ext cx="3398308" cy="407987"/>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6915" name="Rectangle 3"/>
          <p:cNvSpPr>
            <a:spLocks noChangeArrowheads="1"/>
          </p:cNvSpPr>
          <p:nvPr/>
        </p:nvSpPr>
        <p:spPr bwMode="auto">
          <a:xfrm>
            <a:off x="2041393" y="2247999"/>
            <a:ext cx="3398308" cy="407987"/>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6916" name="Rectangle 4"/>
          <p:cNvSpPr>
            <a:spLocks noChangeArrowheads="1"/>
          </p:cNvSpPr>
          <p:nvPr/>
        </p:nvSpPr>
        <p:spPr bwMode="auto">
          <a:xfrm>
            <a:off x="2041394" y="1841598"/>
            <a:ext cx="5202369" cy="4064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56677" name="Rectangle 5"/>
          <p:cNvSpPr>
            <a:spLocks noGrp="1" noChangeArrowheads="1"/>
          </p:cNvSpPr>
          <p:nvPr>
            <p:ph type="title"/>
          </p:nvPr>
        </p:nvSpPr>
        <p:spPr/>
        <p:txBody>
          <a:bodyPr/>
          <a:lstStyle/>
          <a:p>
            <a:pPr algn="ctr" eaLnBrk="1" hangingPunct="1">
              <a:defRPr/>
            </a:pPr>
            <a:r>
              <a:rPr lang="en-US" altLang="zh-CN" dirty="0"/>
              <a:t>HTTP </a:t>
            </a:r>
            <a:r>
              <a:rPr dirty="0"/>
              <a:t>的报文结构（请求报文） </a:t>
            </a:r>
          </a:p>
        </p:txBody>
      </p:sp>
      <p:sp>
        <p:nvSpPr>
          <p:cNvPr id="166918" name="Rectangle 6"/>
          <p:cNvSpPr>
            <a:spLocks noChangeArrowheads="1"/>
          </p:cNvSpPr>
          <p:nvPr/>
        </p:nvSpPr>
        <p:spPr bwMode="auto">
          <a:xfrm>
            <a:off x="4478338" y="3073499"/>
            <a:ext cx="961364" cy="388937"/>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6919" name="Rectangle 7"/>
          <p:cNvSpPr>
            <a:spLocks noChangeArrowheads="1"/>
          </p:cNvSpPr>
          <p:nvPr/>
        </p:nvSpPr>
        <p:spPr bwMode="auto">
          <a:xfrm>
            <a:off x="2048273" y="3491010"/>
            <a:ext cx="985440" cy="387350"/>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6920" name="Rectangle 8"/>
          <p:cNvSpPr>
            <a:spLocks noChangeArrowheads="1"/>
          </p:cNvSpPr>
          <p:nvPr/>
        </p:nvSpPr>
        <p:spPr bwMode="auto">
          <a:xfrm>
            <a:off x="4478338" y="2257523"/>
            <a:ext cx="961364" cy="398462"/>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6921" name="Rectangle 9"/>
          <p:cNvSpPr>
            <a:spLocks noChangeArrowheads="1"/>
          </p:cNvSpPr>
          <p:nvPr/>
        </p:nvSpPr>
        <p:spPr bwMode="auto">
          <a:xfrm>
            <a:off x="3876410" y="3073498"/>
            <a:ext cx="130704" cy="398462"/>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6922" name="Rectangle 10"/>
          <p:cNvSpPr>
            <a:spLocks noChangeArrowheads="1"/>
          </p:cNvSpPr>
          <p:nvPr/>
        </p:nvSpPr>
        <p:spPr bwMode="auto">
          <a:xfrm>
            <a:off x="3876411" y="2257523"/>
            <a:ext cx="120385" cy="398462"/>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6923" name="Line 11"/>
          <p:cNvSpPr>
            <a:spLocks noChangeShapeType="1"/>
          </p:cNvSpPr>
          <p:nvPr/>
        </p:nvSpPr>
        <p:spPr bwMode="auto">
          <a:xfrm>
            <a:off x="3726789" y="3063974"/>
            <a:ext cx="0" cy="407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6924" name="Line 12"/>
          <p:cNvSpPr>
            <a:spLocks noChangeShapeType="1"/>
          </p:cNvSpPr>
          <p:nvPr/>
        </p:nvSpPr>
        <p:spPr bwMode="auto">
          <a:xfrm>
            <a:off x="4478338" y="3063974"/>
            <a:ext cx="0" cy="407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6925" name="Line 13"/>
          <p:cNvSpPr>
            <a:spLocks noChangeShapeType="1"/>
          </p:cNvSpPr>
          <p:nvPr/>
        </p:nvSpPr>
        <p:spPr bwMode="auto">
          <a:xfrm>
            <a:off x="3876410" y="3063974"/>
            <a:ext cx="0" cy="407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6926" name="Rectangle 14"/>
          <p:cNvSpPr>
            <a:spLocks noChangeArrowheads="1"/>
          </p:cNvSpPr>
          <p:nvPr/>
        </p:nvSpPr>
        <p:spPr bwMode="auto">
          <a:xfrm>
            <a:off x="6251444" y="1851124"/>
            <a:ext cx="992319" cy="396875"/>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6927" name="Rectangle 15"/>
          <p:cNvSpPr>
            <a:spLocks noChangeArrowheads="1"/>
          </p:cNvSpPr>
          <p:nvPr/>
        </p:nvSpPr>
        <p:spPr bwMode="auto">
          <a:xfrm>
            <a:off x="4808538" y="1851124"/>
            <a:ext cx="120385" cy="396875"/>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6928" name="Rectangle 16"/>
          <p:cNvSpPr>
            <a:spLocks noChangeArrowheads="1"/>
          </p:cNvSpPr>
          <p:nvPr/>
        </p:nvSpPr>
        <p:spPr bwMode="auto">
          <a:xfrm>
            <a:off x="3365634" y="1851124"/>
            <a:ext cx="120385" cy="396875"/>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6929" name="Text Box 17"/>
          <p:cNvSpPr txBox="1">
            <a:spLocks noChangeArrowheads="1"/>
          </p:cNvSpPr>
          <p:nvPr/>
        </p:nvSpPr>
        <p:spPr bwMode="auto">
          <a:xfrm>
            <a:off x="2227131" y="1830486"/>
            <a:ext cx="90922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a:solidFill>
                  <a:srgbClr val="333399"/>
                </a:solidFill>
                <a:latin typeface="Arial" charset="0"/>
                <a:ea typeface="黑体" pitchFamily="49" charset="-122"/>
              </a:rPr>
              <a:t>方   法</a:t>
            </a:r>
          </a:p>
        </p:txBody>
      </p:sp>
      <p:sp>
        <p:nvSpPr>
          <p:cNvPr id="166930" name="Line 18"/>
          <p:cNvSpPr>
            <a:spLocks noChangeShapeType="1"/>
          </p:cNvSpPr>
          <p:nvPr/>
        </p:nvSpPr>
        <p:spPr bwMode="auto">
          <a:xfrm>
            <a:off x="3365633" y="1841598"/>
            <a:ext cx="0" cy="406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6931" name="Line 19"/>
          <p:cNvSpPr>
            <a:spLocks noChangeShapeType="1"/>
          </p:cNvSpPr>
          <p:nvPr/>
        </p:nvSpPr>
        <p:spPr bwMode="auto">
          <a:xfrm>
            <a:off x="3486018" y="1841598"/>
            <a:ext cx="0" cy="406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6932" name="Line 20"/>
          <p:cNvSpPr>
            <a:spLocks noChangeShapeType="1"/>
          </p:cNvSpPr>
          <p:nvPr/>
        </p:nvSpPr>
        <p:spPr bwMode="auto">
          <a:xfrm>
            <a:off x="4808538" y="1841598"/>
            <a:ext cx="0" cy="406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6933" name="Line 21"/>
          <p:cNvSpPr>
            <a:spLocks noChangeShapeType="1"/>
          </p:cNvSpPr>
          <p:nvPr/>
        </p:nvSpPr>
        <p:spPr bwMode="auto">
          <a:xfrm>
            <a:off x="4928923" y="1841598"/>
            <a:ext cx="0" cy="406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6934" name="Line 22"/>
          <p:cNvSpPr>
            <a:spLocks noChangeShapeType="1"/>
          </p:cNvSpPr>
          <p:nvPr/>
        </p:nvSpPr>
        <p:spPr bwMode="auto">
          <a:xfrm>
            <a:off x="6251443" y="1841598"/>
            <a:ext cx="0" cy="406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6935" name="Text Box 23"/>
          <p:cNvSpPr txBox="1">
            <a:spLocks noChangeArrowheads="1"/>
          </p:cNvSpPr>
          <p:nvPr/>
        </p:nvSpPr>
        <p:spPr bwMode="auto">
          <a:xfrm>
            <a:off x="3716471" y="1830486"/>
            <a:ext cx="71365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a:solidFill>
                  <a:srgbClr val="333399"/>
                </a:solidFill>
                <a:latin typeface="Arial" charset="0"/>
                <a:ea typeface="黑体" pitchFamily="49" charset="-122"/>
              </a:rPr>
              <a:t>URL</a:t>
            </a:r>
          </a:p>
        </p:txBody>
      </p:sp>
      <p:sp>
        <p:nvSpPr>
          <p:cNvPr id="166936" name="Text Box 24"/>
          <p:cNvSpPr txBox="1">
            <a:spLocks noChangeArrowheads="1"/>
          </p:cNvSpPr>
          <p:nvPr/>
        </p:nvSpPr>
        <p:spPr bwMode="auto">
          <a:xfrm>
            <a:off x="5066506" y="1830486"/>
            <a:ext cx="90922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a:solidFill>
                  <a:srgbClr val="333399"/>
                </a:solidFill>
                <a:latin typeface="Arial" charset="0"/>
                <a:ea typeface="黑体" pitchFamily="49" charset="-122"/>
              </a:rPr>
              <a:t>版   本</a:t>
            </a:r>
          </a:p>
        </p:txBody>
      </p:sp>
      <p:sp>
        <p:nvSpPr>
          <p:cNvPr id="166937" name="Text Box 25"/>
          <p:cNvSpPr txBox="1">
            <a:spLocks noChangeArrowheads="1"/>
          </p:cNvSpPr>
          <p:nvPr/>
        </p:nvSpPr>
        <p:spPr bwMode="auto">
          <a:xfrm>
            <a:off x="2049992" y="2243236"/>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a:solidFill>
                  <a:srgbClr val="333399"/>
                </a:solidFill>
                <a:latin typeface="Arial" charset="0"/>
                <a:ea typeface="黑体" pitchFamily="49" charset="-122"/>
              </a:rPr>
              <a:t>首部字段名</a:t>
            </a:r>
          </a:p>
        </p:txBody>
      </p:sp>
      <p:sp>
        <p:nvSpPr>
          <p:cNvPr id="166938" name="Line 26"/>
          <p:cNvSpPr>
            <a:spLocks noChangeShapeType="1"/>
          </p:cNvSpPr>
          <p:nvPr/>
        </p:nvSpPr>
        <p:spPr bwMode="auto">
          <a:xfrm>
            <a:off x="3726789" y="2247999"/>
            <a:ext cx="0" cy="407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6939" name="Line 27"/>
          <p:cNvSpPr>
            <a:spLocks noChangeShapeType="1"/>
          </p:cNvSpPr>
          <p:nvPr/>
        </p:nvSpPr>
        <p:spPr bwMode="auto">
          <a:xfrm>
            <a:off x="4478338" y="2247999"/>
            <a:ext cx="0" cy="407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6940" name="Text Box 28"/>
          <p:cNvSpPr txBox="1">
            <a:spLocks noChangeArrowheads="1"/>
          </p:cNvSpPr>
          <p:nvPr/>
        </p:nvSpPr>
        <p:spPr bwMode="auto">
          <a:xfrm>
            <a:off x="5689071" y="2659161"/>
            <a:ext cx="9541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a:solidFill>
                  <a:srgbClr val="333399"/>
                </a:solidFill>
                <a:latin typeface="Arial" charset="0"/>
                <a:ea typeface="黑体" pitchFamily="49" charset="-122"/>
              </a:rPr>
              <a:t>首部行</a:t>
            </a:r>
          </a:p>
        </p:txBody>
      </p:sp>
      <p:sp>
        <p:nvSpPr>
          <p:cNvPr id="166941" name="Line 29"/>
          <p:cNvSpPr>
            <a:spLocks noChangeShapeType="1"/>
          </p:cNvSpPr>
          <p:nvPr/>
        </p:nvSpPr>
        <p:spPr bwMode="auto">
          <a:xfrm>
            <a:off x="3876410" y="2247999"/>
            <a:ext cx="0" cy="407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6942" name="Text Box 30"/>
          <p:cNvSpPr txBox="1">
            <a:spLocks noChangeArrowheads="1"/>
          </p:cNvSpPr>
          <p:nvPr/>
        </p:nvSpPr>
        <p:spPr bwMode="auto">
          <a:xfrm>
            <a:off x="3647679" y="2244824"/>
            <a:ext cx="26962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a:solidFill>
                  <a:srgbClr val="333399"/>
                </a:solidFill>
                <a:latin typeface="Arial" charset="0"/>
                <a:ea typeface="黑体" pitchFamily="49" charset="-122"/>
              </a:rPr>
              <a:t>:</a:t>
            </a:r>
          </a:p>
        </p:txBody>
      </p:sp>
      <p:sp>
        <p:nvSpPr>
          <p:cNvPr id="166943" name="Text Box 31"/>
          <p:cNvSpPr txBox="1">
            <a:spLocks noChangeArrowheads="1"/>
          </p:cNvSpPr>
          <p:nvPr/>
        </p:nvSpPr>
        <p:spPr bwMode="auto">
          <a:xfrm>
            <a:off x="4008835" y="2251174"/>
            <a:ext cx="4411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a:solidFill>
                  <a:srgbClr val="333399"/>
                </a:solidFill>
                <a:latin typeface="Arial" charset="0"/>
                <a:ea typeface="黑体" pitchFamily="49" charset="-122"/>
              </a:rPr>
              <a:t>值</a:t>
            </a:r>
          </a:p>
        </p:txBody>
      </p:sp>
      <p:sp>
        <p:nvSpPr>
          <p:cNvPr id="166944" name="Text Box 32"/>
          <p:cNvSpPr txBox="1">
            <a:spLocks noChangeArrowheads="1"/>
          </p:cNvSpPr>
          <p:nvPr/>
        </p:nvSpPr>
        <p:spPr bwMode="auto">
          <a:xfrm>
            <a:off x="2044834" y="3051274"/>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a:solidFill>
                  <a:srgbClr val="333399"/>
                </a:solidFill>
                <a:latin typeface="Arial" charset="0"/>
                <a:ea typeface="黑体" pitchFamily="49" charset="-122"/>
              </a:rPr>
              <a:t>首部字段名</a:t>
            </a:r>
          </a:p>
        </p:txBody>
      </p:sp>
      <p:sp>
        <p:nvSpPr>
          <p:cNvPr id="166945" name="Text Box 33"/>
          <p:cNvSpPr txBox="1">
            <a:spLocks noChangeArrowheads="1"/>
          </p:cNvSpPr>
          <p:nvPr/>
        </p:nvSpPr>
        <p:spPr bwMode="auto">
          <a:xfrm>
            <a:off x="4034631" y="3063974"/>
            <a:ext cx="4411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a:solidFill>
                  <a:srgbClr val="333399"/>
                </a:solidFill>
                <a:latin typeface="Arial" charset="0"/>
                <a:ea typeface="黑体" pitchFamily="49" charset="-122"/>
              </a:rPr>
              <a:t>值</a:t>
            </a:r>
          </a:p>
        </p:txBody>
      </p:sp>
      <p:sp>
        <p:nvSpPr>
          <p:cNvPr id="166946" name="Text Box 34"/>
          <p:cNvSpPr txBox="1">
            <a:spLocks noChangeArrowheads="1"/>
          </p:cNvSpPr>
          <p:nvPr/>
        </p:nvSpPr>
        <p:spPr bwMode="auto">
          <a:xfrm>
            <a:off x="3606404" y="3683099"/>
            <a:ext cx="26962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a:solidFill>
                  <a:srgbClr val="333399"/>
                </a:solidFill>
                <a:latin typeface="Arial" charset="0"/>
                <a:ea typeface="黑体" pitchFamily="49" charset="-122"/>
              </a:rPr>
              <a:t>:</a:t>
            </a:r>
          </a:p>
        </p:txBody>
      </p:sp>
      <p:sp>
        <p:nvSpPr>
          <p:cNvPr id="166947" name="Text Box 35"/>
          <p:cNvSpPr txBox="1">
            <a:spLocks noChangeArrowheads="1"/>
          </p:cNvSpPr>
          <p:nvPr/>
        </p:nvSpPr>
        <p:spPr bwMode="auto">
          <a:xfrm rot="-5400000">
            <a:off x="2871614" y="2686912"/>
            <a:ext cx="4411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a:solidFill>
                  <a:srgbClr val="333399"/>
                </a:solidFill>
                <a:latin typeface="Arial" charset="0"/>
                <a:ea typeface="黑体" pitchFamily="49" charset="-122"/>
              </a:rPr>
              <a:t>…</a:t>
            </a:r>
          </a:p>
        </p:txBody>
      </p:sp>
      <p:sp>
        <p:nvSpPr>
          <p:cNvPr id="166948" name="AutoShape 36"/>
          <p:cNvSpPr>
            <a:spLocks/>
          </p:cNvSpPr>
          <p:nvPr/>
        </p:nvSpPr>
        <p:spPr bwMode="auto">
          <a:xfrm>
            <a:off x="5515372" y="2300386"/>
            <a:ext cx="240771" cy="1171575"/>
          </a:xfrm>
          <a:prstGeom prst="rightBrace">
            <a:avLst>
              <a:gd name="adj1" fmla="val 43929"/>
              <a:gd name="adj2" fmla="val 50000"/>
            </a:avLst>
          </a:prstGeom>
          <a:noFill/>
          <a:ln w="19050">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6949" name="Rectangle 37"/>
          <p:cNvSpPr>
            <a:spLocks noChangeArrowheads="1"/>
          </p:cNvSpPr>
          <p:nvPr/>
        </p:nvSpPr>
        <p:spPr bwMode="auto">
          <a:xfrm>
            <a:off x="2041393" y="3878361"/>
            <a:ext cx="5413904" cy="917575"/>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6950" name="Text Box 38"/>
          <p:cNvSpPr txBox="1">
            <a:spLocks noChangeArrowheads="1"/>
          </p:cNvSpPr>
          <p:nvPr/>
        </p:nvSpPr>
        <p:spPr bwMode="auto">
          <a:xfrm>
            <a:off x="3831537" y="3972023"/>
            <a:ext cx="1723549"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algn="ctr" eaLnBrk="1" hangingPunct="1"/>
            <a:r>
              <a:rPr kumimoji="1" lang="zh-CN" altLang="en-US" sz="2000" b="1">
                <a:solidFill>
                  <a:srgbClr val="333399"/>
                </a:solidFill>
                <a:latin typeface="Arial" charset="0"/>
                <a:ea typeface="黑体" pitchFamily="49" charset="-122"/>
              </a:rPr>
              <a:t>实体主体</a:t>
            </a:r>
          </a:p>
          <a:p>
            <a:pPr algn="ctr" eaLnBrk="1" hangingPunct="1"/>
            <a:r>
              <a:rPr kumimoji="1" lang="zh-CN" altLang="en-US" sz="2000" b="1">
                <a:solidFill>
                  <a:srgbClr val="333399"/>
                </a:solidFill>
                <a:latin typeface="Arial" charset="0"/>
                <a:ea typeface="黑体" pitchFamily="49" charset="-122"/>
              </a:rPr>
              <a:t>（通常不用）</a:t>
            </a:r>
          </a:p>
        </p:txBody>
      </p:sp>
      <p:sp>
        <p:nvSpPr>
          <p:cNvPr id="166951" name="Text Box 39"/>
          <p:cNvSpPr txBox="1">
            <a:spLocks noChangeArrowheads="1"/>
          </p:cNvSpPr>
          <p:nvPr/>
        </p:nvSpPr>
        <p:spPr bwMode="auto">
          <a:xfrm>
            <a:off x="7204208" y="1830486"/>
            <a:ext cx="9541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a:solidFill>
                  <a:srgbClr val="333399"/>
                </a:solidFill>
                <a:latin typeface="Arial" charset="0"/>
                <a:ea typeface="黑体" pitchFamily="49" charset="-122"/>
              </a:rPr>
              <a:t>请求行</a:t>
            </a:r>
          </a:p>
        </p:txBody>
      </p:sp>
      <p:sp>
        <p:nvSpPr>
          <p:cNvPr id="166952" name="Line 40"/>
          <p:cNvSpPr>
            <a:spLocks noChangeShapeType="1"/>
          </p:cNvSpPr>
          <p:nvPr/>
        </p:nvSpPr>
        <p:spPr bwMode="auto">
          <a:xfrm>
            <a:off x="2041393" y="2655985"/>
            <a:ext cx="0" cy="407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6953" name="Line 41"/>
          <p:cNvSpPr>
            <a:spLocks noChangeShapeType="1"/>
          </p:cNvSpPr>
          <p:nvPr/>
        </p:nvSpPr>
        <p:spPr bwMode="auto">
          <a:xfrm>
            <a:off x="2041393" y="3471960"/>
            <a:ext cx="0" cy="406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6954" name="Line 42"/>
          <p:cNvSpPr>
            <a:spLocks noChangeShapeType="1"/>
          </p:cNvSpPr>
          <p:nvPr/>
        </p:nvSpPr>
        <p:spPr bwMode="auto">
          <a:xfrm>
            <a:off x="3033713" y="3471960"/>
            <a:ext cx="0" cy="406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6955" name="Line 43"/>
          <p:cNvSpPr>
            <a:spLocks noChangeShapeType="1"/>
          </p:cNvSpPr>
          <p:nvPr/>
        </p:nvSpPr>
        <p:spPr bwMode="auto">
          <a:xfrm>
            <a:off x="5439702" y="2655985"/>
            <a:ext cx="0" cy="407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6956" name="Text Box 44"/>
          <p:cNvSpPr txBox="1">
            <a:spLocks noChangeArrowheads="1"/>
          </p:cNvSpPr>
          <p:nvPr/>
        </p:nvSpPr>
        <p:spPr bwMode="auto">
          <a:xfrm>
            <a:off x="3737108" y="1181199"/>
            <a:ext cx="69762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a:solidFill>
                  <a:srgbClr val="333399"/>
                </a:solidFill>
                <a:latin typeface="Arial" charset="0"/>
                <a:ea typeface="黑体" pitchFamily="49" charset="-122"/>
              </a:rPr>
              <a:t>空格</a:t>
            </a:r>
          </a:p>
        </p:txBody>
      </p:sp>
      <p:sp>
        <p:nvSpPr>
          <p:cNvPr id="166957" name="Text Box 45"/>
          <p:cNvSpPr txBox="1">
            <a:spLocks noChangeArrowheads="1"/>
          </p:cNvSpPr>
          <p:nvPr/>
        </p:nvSpPr>
        <p:spPr bwMode="auto">
          <a:xfrm>
            <a:off x="5835254" y="1181199"/>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a:solidFill>
                  <a:srgbClr val="333399"/>
                </a:solidFill>
                <a:latin typeface="Arial" charset="0"/>
                <a:ea typeface="黑体" pitchFamily="49" charset="-122"/>
              </a:rPr>
              <a:t>回车换行</a:t>
            </a:r>
          </a:p>
        </p:txBody>
      </p:sp>
      <p:sp>
        <p:nvSpPr>
          <p:cNvPr id="166958" name="Line 46"/>
          <p:cNvSpPr>
            <a:spLocks noChangeShapeType="1"/>
          </p:cNvSpPr>
          <p:nvPr/>
        </p:nvSpPr>
        <p:spPr bwMode="auto">
          <a:xfrm>
            <a:off x="4397508" y="1535210"/>
            <a:ext cx="441986" cy="306388"/>
          </a:xfrm>
          <a:prstGeom prst="line">
            <a:avLst/>
          </a:prstGeom>
          <a:noFill/>
          <a:ln w="1905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6959" name="Line 47"/>
          <p:cNvSpPr>
            <a:spLocks noChangeShapeType="1"/>
          </p:cNvSpPr>
          <p:nvPr/>
        </p:nvSpPr>
        <p:spPr bwMode="auto">
          <a:xfrm flipH="1">
            <a:off x="3394869" y="1535210"/>
            <a:ext cx="481542" cy="306388"/>
          </a:xfrm>
          <a:prstGeom prst="line">
            <a:avLst/>
          </a:prstGeom>
          <a:noFill/>
          <a:ln w="1905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6960" name="Line 48"/>
          <p:cNvSpPr>
            <a:spLocks noChangeShapeType="1"/>
          </p:cNvSpPr>
          <p:nvPr/>
        </p:nvSpPr>
        <p:spPr bwMode="auto">
          <a:xfrm>
            <a:off x="6481895" y="1535210"/>
            <a:ext cx="240771" cy="306388"/>
          </a:xfrm>
          <a:prstGeom prst="line">
            <a:avLst/>
          </a:prstGeom>
          <a:noFill/>
          <a:ln w="1905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6961" name="Line 49"/>
          <p:cNvSpPr>
            <a:spLocks noChangeShapeType="1"/>
          </p:cNvSpPr>
          <p:nvPr/>
        </p:nvSpPr>
        <p:spPr bwMode="auto">
          <a:xfrm>
            <a:off x="3996796" y="3063974"/>
            <a:ext cx="0" cy="407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6962" name="Line 50"/>
          <p:cNvSpPr>
            <a:spLocks noChangeShapeType="1"/>
          </p:cNvSpPr>
          <p:nvPr/>
        </p:nvSpPr>
        <p:spPr bwMode="auto">
          <a:xfrm>
            <a:off x="3996796" y="2247999"/>
            <a:ext cx="0" cy="407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6963" name="Text Box 51"/>
          <p:cNvSpPr txBox="1">
            <a:spLocks noChangeArrowheads="1"/>
          </p:cNvSpPr>
          <p:nvPr/>
        </p:nvSpPr>
        <p:spPr bwMode="auto">
          <a:xfrm>
            <a:off x="3647679" y="3065561"/>
            <a:ext cx="26962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a:solidFill>
                  <a:srgbClr val="333399"/>
                </a:solidFill>
                <a:latin typeface="Arial" charset="0"/>
                <a:ea typeface="黑体" pitchFamily="49" charset="-122"/>
              </a:rPr>
              <a:t>:</a:t>
            </a:r>
          </a:p>
        </p:txBody>
      </p:sp>
      <p:sp>
        <p:nvSpPr>
          <p:cNvPr id="166964" name="Text Box 52"/>
          <p:cNvSpPr txBox="1">
            <a:spLocks noChangeArrowheads="1"/>
          </p:cNvSpPr>
          <p:nvPr/>
        </p:nvSpPr>
        <p:spPr bwMode="auto">
          <a:xfrm>
            <a:off x="6206729" y="1830486"/>
            <a:ext cx="87075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a:solidFill>
                  <a:srgbClr val="333399"/>
                </a:solidFill>
                <a:latin typeface="Arial" charset="0"/>
                <a:ea typeface="黑体" pitchFamily="49" charset="-122"/>
              </a:rPr>
              <a:t>CRLF</a:t>
            </a:r>
          </a:p>
        </p:txBody>
      </p:sp>
      <p:sp>
        <p:nvSpPr>
          <p:cNvPr id="166965" name="Text Box 53"/>
          <p:cNvSpPr txBox="1">
            <a:spLocks noChangeArrowheads="1"/>
          </p:cNvSpPr>
          <p:nvPr/>
        </p:nvSpPr>
        <p:spPr bwMode="auto">
          <a:xfrm>
            <a:off x="4493816" y="3071911"/>
            <a:ext cx="920088" cy="396875"/>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dirty="0">
                <a:solidFill>
                  <a:srgbClr val="333399"/>
                </a:solidFill>
                <a:latin typeface="Arial" charset="0"/>
                <a:ea typeface="黑体" pitchFamily="49" charset="-122"/>
              </a:rPr>
              <a:t>CRLF</a:t>
            </a:r>
          </a:p>
        </p:txBody>
      </p:sp>
      <p:sp>
        <p:nvSpPr>
          <p:cNvPr id="166966" name="Text Box 54"/>
          <p:cNvSpPr txBox="1">
            <a:spLocks noChangeArrowheads="1"/>
          </p:cNvSpPr>
          <p:nvPr/>
        </p:nvSpPr>
        <p:spPr bwMode="auto">
          <a:xfrm>
            <a:off x="4500695" y="2262286"/>
            <a:ext cx="87075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a:solidFill>
                  <a:srgbClr val="333399"/>
                </a:solidFill>
                <a:latin typeface="Arial" charset="0"/>
                <a:ea typeface="黑体" pitchFamily="49" charset="-122"/>
              </a:rPr>
              <a:t>CRLF</a:t>
            </a:r>
          </a:p>
        </p:txBody>
      </p:sp>
      <p:sp>
        <p:nvSpPr>
          <p:cNvPr id="166967" name="Text Box 55"/>
          <p:cNvSpPr txBox="1">
            <a:spLocks noChangeArrowheads="1"/>
          </p:cNvSpPr>
          <p:nvPr/>
        </p:nvSpPr>
        <p:spPr bwMode="auto">
          <a:xfrm>
            <a:off x="2044833" y="3464024"/>
            <a:ext cx="87075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a:solidFill>
                  <a:srgbClr val="333399"/>
                </a:solidFill>
                <a:latin typeface="Arial" charset="0"/>
                <a:ea typeface="黑体" pitchFamily="49" charset="-122"/>
              </a:rPr>
              <a:t>CRLF</a:t>
            </a:r>
          </a:p>
        </p:txBody>
      </p:sp>
      <p:sp>
        <p:nvSpPr>
          <p:cNvPr id="166968" name="Text Box 56"/>
          <p:cNvSpPr txBox="1">
            <a:spLocks noChangeArrowheads="1"/>
          </p:cNvSpPr>
          <p:nvPr/>
        </p:nvSpPr>
        <p:spPr bwMode="auto">
          <a:xfrm>
            <a:off x="1754188" y="4926111"/>
            <a:ext cx="5850731"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lang="en-US" altLang="zh-CN" sz="2800" b="1" dirty="0">
                <a:solidFill>
                  <a:srgbClr val="0000FF"/>
                </a:solidFill>
                <a:latin typeface="Arial" charset="0"/>
                <a:ea typeface="黑体" pitchFamily="49" charset="-122"/>
              </a:rPr>
              <a:t>“URL”</a:t>
            </a:r>
            <a:r>
              <a:rPr lang="zh-CN" altLang="en-US" sz="2800" b="1" dirty="0">
                <a:solidFill>
                  <a:srgbClr val="0000FF"/>
                </a:solidFill>
                <a:latin typeface="黑体" pitchFamily="49" charset="-122"/>
                <a:ea typeface="黑体" pitchFamily="49" charset="-122"/>
              </a:rPr>
              <a:t>是所请求的资源的</a:t>
            </a:r>
            <a:r>
              <a:rPr lang="zh-CN" altLang="en-US" sz="2800" b="1" dirty="0">
                <a:solidFill>
                  <a:srgbClr val="0000FF"/>
                </a:solidFill>
                <a:latin typeface="Arial" charset="0"/>
                <a:ea typeface="黑体" pitchFamily="49" charset="-122"/>
              </a:rPr>
              <a:t> </a:t>
            </a:r>
            <a:r>
              <a:rPr lang="en-US" altLang="zh-CN" sz="2800" b="1" dirty="0">
                <a:solidFill>
                  <a:srgbClr val="0000FF"/>
                </a:solidFill>
                <a:latin typeface="Arial" charset="0"/>
                <a:ea typeface="黑体" pitchFamily="49" charset="-122"/>
              </a:rPr>
              <a:t>URL</a:t>
            </a:r>
            <a:r>
              <a:rPr lang="zh-CN" altLang="en-US" sz="2800" b="1" dirty="0">
                <a:solidFill>
                  <a:srgbClr val="0000FF"/>
                </a:solidFill>
                <a:latin typeface="Arial" charset="0"/>
                <a:ea typeface="黑体" pitchFamily="49" charset="-122"/>
              </a:rPr>
              <a:t>。</a:t>
            </a:r>
          </a:p>
        </p:txBody>
      </p:sp>
      <p:sp>
        <p:nvSpPr>
          <p:cNvPr id="655417" name="Rectangle 57"/>
          <p:cNvSpPr>
            <a:spLocks noChangeArrowheads="1"/>
          </p:cNvSpPr>
          <p:nvPr/>
        </p:nvSpPr>
        <p:spPr bwMode="auto">
          <a:xfrm>
            <a:off x="3393149" y="1757461"/>
            <a:ext cx="1559851" cy="576263"/>
          </a:xfrm>
          <a:prstGeom prst="rect">
            <a:avLst/>
          </a:prstGeom>
          <a:noFill/>
          <a:ln w="57150">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Tree>
    <p:extLst>
      <p:ext uri="{BB962C8B-B14F-4D97-AF65-F5344CB8AC3E}">
        <p14:creationId xmlns:p14="http://schemas.microsoft.com/office/powerpoint/2010/main" val="284115992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2"/>
          <p:cNvSpPr>
            <a:spLocks noChangeArrowheads="1"/>
          </p:cNvSpPr>
          <p:nvPr/>
        </p:nvSpPr>
        <p:spPr bwMode="auto">
          <a:xfrm>
            <a:off x="2041393" y="3063974"/>
            <a:ext cx="3398308" cy="407987"/>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8963" name="Rectangle 3"/>
          <p:cNvSpPr>
            <a:spLocks noChangeArrowheads="1"/>
          </p:cNvSpPr>
          <p:nvPr/>
        </p:nvSpPr>
        <p:spPr bwMode="auto">
          <a:xfrm>
            <a:off x="2041393" y="2247999"/>
            <a:ext cx="3398308" cy="407987"/>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8964" name="Rectangle 4"/>
          <p:cNvSpPr>
            <a:spLocks noChangeArrowheads="1"/>
          </p:cNvSpPr>
          <p:nvPr/>
        </p:nvSpPr>
        <p:spPr bwMode="auto">
          <a:xfrm>
            <a:off x="2041394" y="1841598"/>
            <a:ext cx="5202369" cy="4064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58725" name="Rectangle 5"/>
          <p:cNvSpPr>
            <a:spLocks noGrp="1" noChangeArrowheads="1"/>
          </p:cNvSpPr>
          <p:nvPr>
            <p:ph type="title"/>
          </p:nvPr>
        </p:nvSpPr>
        <p:spPr/>
        <p:txBody>
          <a:bodyPr/>
          <a:lstStyle/>
          <a:p>
            <a:pPr algn="ctr" eaLnBrk="1" hangingPunct="1">
              <a:defRPr/>
            </a:pPr>
            <a:r>
              <a:rPr lang="en-US" altLang="zh-CN" dirty="0"/>
              <a:t>HTTP </a:t>
            </a:r>
            <a:r>
              <a:rPr dirty="0"/>
              <a:t>的报文结构（请求报文） </a:t>
            </a:r>
          </a:p>
        </p:txBody>
      </p:sp>
      <p:sp>
        <p:nvSpPr>
          <p:cNvPr id="168966" name="Rectangle 6"/>
          <p:cNvSpPr>
            <a:spLocks noChangeArrowheads="1"/>
          </p:cNvSpPr>
          <p:nvPr/>
        </p:nvSpPr>
        <p:spPr bwMode="auto">
          <a:xfrm>
            <a:off x="4478338" y="3073499"/>
            <a:ext cx="961364" cy="388937"/>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8967" name="Rectangle 7"/>
          <p:cNvSpPr>
            <a:spLocks noChangeArrowheads="1"/>
          </p:cNvSpPr>
          <p:nvPr/>
        </p:nvSpPr>
        <p:spPr bwMode="auto">
          <a:xfrm>
            <a:off x="2048273" y="3491010"/>
            <a:ext cx="985440" cy="387350"/>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8968" name="Rectangle 8"/>
          <p:cNvSpPr>
            <a:spLocks noChangeArrowheads="1"/>
          </p:cNvSpPr>
          <p:nvPr/>
        </p:nvSpPr>
        <p:spPr bwMode="auto">
          <a:xfrm>
            <a:off x="4478338" y="2257523"/>
            <a:ext cx="961364" cy="398462"/>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8969" name="Rectangle 9"/>
          <p:cNvSpPr>
            <a:spLocks noChangeArrowheads="1"/>
          </p:cNvSpPr>
          <p:nvPr/>
        </p:nvSpPr>
        <p:spPr bwMode="auto">
          <a:xfrm>
            <a:off x="3876410" y="3073498"/>
            <a:ext cx="130704" cy="398462"/>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8970" name="Rectangle 10"/>
          <p:cNvSpPr>
            <a:spLocks noChangeArrowheads="1"/>
          </p:cNvSpPr>
          <p:nvPr/>
        </p:nvSpPr>
        <p:spPr bwMode="auto">
          <a:xfrm>
            <a:off x="3876411" y="2257523"/>
            <a:ext cx="120385" cy="398462"/>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8971" name="Line 11"/>
          <p:cNvSpPr>
            <a:spLocks noChangeShapeType="1"/>
          </p:cNvSpPr>
          <p:nvPr/>
        </p:nvSpPr>
        <p:spPr bwMode="auto">
          <a:xfrm>
            <a:off x="3726789" y="3063974"/>
            <a:ext cx="0" cy="407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8972" name="Line 12"/>
          <p:cNvSpPr>
            <a:spLocks noChangeShapeType="1"/>
          </p:cNvSpPr>
          <p:nvPr/>
        </p:nvSpPr>
        <p:spPr bwMode="auto">
          <a:xfrm>
            <a:off x="4478338" y="3063974"/>
            <a:ext cx="0" cy="407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8973" name="Line 13"/>
          <p:cNvSpPr>
            <a:spLocks noChangeShapeType="1"/>
          </p:cNvSpPr>
          <p:nvPr/>
        </p:nvSpPr>
        <p:spPr bwMode="auto">
          <a:xfrm>
            <a:off x="3876410" y="3063974"/>
            <a:ext cx="0" cy="407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8974" name="Rectangle 14"/>
          <p:cNvSpPr>
            <a:spLocks noChangeArrowheads="1"/>
          </p:cNvSpPr>
          <p:nvPr/>
        </p:nvSpPr>
        <p:spPr bwMode="auto">
          <a:xfrm>
            <a:off x="6251444" y="1851124"/>
            <a:ext cx="992319" cy="396875"/>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8975" name="Rectangle 15"/>
          <p:cNvSpPr>
            <a:spLocks noChangeArrowheads="1"/>
          </p:cNvSpPr>
          <p:nvPr/>
        </p:nvSpPr>
        <p:spPr bwMode="auto">
          <a:xfrm>
            <a:off x="4808538" y="1851124"/>
            <a:ext cx="120385" cy="396875"/>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8976" name="Rectangle 16"/>
          <p:cNvSpPr>
            <a:spLocks noChangeArrowheads="1"/>
          </p:cNvSpPr>
          <p:nvPr/>
        </p:nvSpPr>
        <p:spPr bwMode="auto">
          <a:xfrm>
            <a:off x="3365634" y="1851124"/>
            <a:ext cx="120385" cy="396875"/>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8977" name="Text Box 17"/>
          <p:cNvSpPr txBox="1">
            <a:spLocks noChangeArrowheads="1"/>
          </p:cNvSpPr>
          <p:nvPr/>
        </p:nvSpPr>
        <p:spPr bwMode="auto">
          <a:xfrm>
            <a:off x="2227131" y="1830486"/>
            <a:ext cx="90922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a:solidFill>
                  <a:srgbClr val="333399"/>
                </a:solidFill>
                <a:latin typeface="Arial" charset="0"/>
                <a:ea typeface="黑体" pitchFamily="49" charset="-122"/>
              </a:rPr>
              <a:t>方   法</a:t>
            </a:r>
          </a:p>
        </p:txBody>
      </p:sp>
      <p:sp>
        <p:nvSpPr>
          <p:cNvPr id="168978" name="Line 18"/>
          <p:cNvSpPr>
            <a:spLocks noChangeShapeType="1"/>
          </p:cNvSpPr>
          <p:nvPr/>
        </p:nvSpPr>
        <p:spPr bwMode="auto">
          <a:xfrm>
            <a:off x="3365633" y="1841598"/>
            <a:ext cx="0" cy="406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8979" name="Line 19"/>
          <p:cNvSpPr>
            <a:spLocks noChangeShapeType="1"/>
          </p:cNvSpPr>
          <p:nvPr/>
        </p:nvSpPr>
        <p:spPr bwMode="auto">
          <a:xfrm>
            <a:off x="3486018" y="1841598"/>
            <a:ext cx="0" cy="406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8980" name="Line 20"/>
          <p:cNvSpPr>
            <a:spLocks noChangeShapeType="1"/>
          </p:cNvSpPr>
          <p:nvPr/>
        </p:nvSpPr>
        <p:spPr bwMode="auto">
          <a:xfrm>
            <a:off x="4808538" y="1841598"/>
            <a:ext cx="0" cy="406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8981" name="Line 21"/>
          <p:cNvSpPr>
            <a:spLocks noChangeShapeType="1"/>
          </p:cNvSpPr>
          <p:nvPr/>
        </p:nvSpPr>
        <p:spPr bwMode="auto">
          <a:xfrm>
            <a:off x="4928923" y="1841598"/>
            <a:ext cx="0" cy="406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8982" name="Line 22"/>
          <p:cNvSpPr>
            <a:spLocks noChangeShapeType="1"/>
          </p:cNvSpPr>
          <p:nvPr/>
        </p:nvSpPr>
        <p:spPr bwMode="auto">
          <a:xfrm>
            <a:off x="6251443" y="1841598"/>
            <a:ext cx="0" cy="406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8983" name="Text Box 23"/>
          <p:cNvSpPr txBox="1">
            <a:spLocks noChangeArrowheads="1"/>
          </p:cNvSpPr>
          <p:nvPr/>
        </p:nvSpPr>
        <p:spPr bwMode="auto">
          <a:xfrm>
            <a:off x="3716471" y="1830486"/>
            <a:ext cx="71365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a:solidFill>
                  <a:srgbClr val="333399"/>
                </a:solidFill>
                <a:latin typeface="Arial" charset="0"/>
                <a:ea typeface="黑体" pitchFamily="49" charset="-122"/>
              </a:rPr>
              <a:t>URL</a:t>
            </a:r>
          </a:p>
        </p:txBody>
      </p:sp>
      <p:sp>
        <p:nvSpPr>
          <p:cNvPr id="168984" name="Text Box 24"/>
          <p:cNvSpPr txBox="1">
            <a:spLocks noChangeArrowheads="1"/>
          </p:cNvSpPr>
          <p:nvPr/>
        </p:nvSpPr>
        <p:spPr bwMode="auto">
          <a:xfrm>
            <a:off x="5066506" y="1830486"/>
            <a:ext cx="90922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a:solidFill>
                  <a:srgbClr val="333399"/>
                </a:solidFill>
                <a:latin typeface="Arial" charset="0"/>
                <a:ea typeface="黑体" pitchFamily="49" charset="-122"/>
              </a:rPr>
              <a:t>版   本</a:t>
            </a:r>
          </a:p>
        </p:txBody>
      </p:sp>
      <p:sp>
        <p:nvSpPr>
          <p:cNvPr id="168985" name="Text Box 25"/>
          <p:cNvSpPr txBox="1">
            <a:spLocks noChangeArrowheads="1"/>
          </p:cNvSpPr>
          <p:nvPr/>
        </p:nvSpPr>
        <p:spPr bwMode="auto">
          <a:xfrm>
            <a:off x="2049992" y="2243236"/>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a:solidFill>
                  <a:srgbClr val="333399"/>
                </a:solidFill>
                <a:latin typeface="Arial" charset="0"/>
                <a:ea typeface="黑体" pitchFamily="49" charset="-122"/>
              </a:rPr>
              <a:t>首部字段名</a:t>
            </a:r>
          </a:p>
        </p:txBody>
      </p:sp>
      <p:sp>
        <p:nvSpPr>
          <p:cNvPr id="168986" name="Line 26"/>
          <p:cNvSpPr>
            <a:spLocks noChangeShapeType="1"/>
          </p:cNvSpPr>
          <p:nvPr/>
        </p:nvSpPr>
        <p:spPr bwMode="auto">
          <a:xfrm>
            <a:off x="3726789" y="2247999"/>
            <a:ext cx="0" cy="407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8987" name="Line 27"/>
          <p:cNvSpPr>
            <a:spLocks noChangeShapeType="1"/>
          </p:cNvSpPr>
          <p:nvPr/>
        </p:nvSpPr>
        <p:spPr bwMode="auto">
          <a:xfrm>
            <a:off x="4478338" y="2247999"/>
            <a:ext cx="0" cy="407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8988" name="Text Box 28"/>
          <p:cNvSpPr txBox="1">
            <a:spLocks noChangeArrowheads="1"/>
          </p:cNvSpPr>
          <p:nvPr/>
        </p:nvSpPr>
        <p:spPr bwMode="auto">
          <a:xfrm>
            <a:off x="5689071" y="2659161"/>
            <a:ext cx="9541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a:solidFill>
                  <a:srgbClr val="333399"/>
                </a:solidFill>
                <a:latin typeface="Arial" charset="0"/>
                <a:ea typeface="黑体" pitchFamily="49" charset="-122"/>
              </a:rPr>
              <a:t>首部行</a:t>
            </a:r>
          </a:p>
        </p:txBody>
      </p:sp>
      <p:sp>
        <p:nvSpPr>
          <p:cNvPr id="168989" name="Line 29"/>
          <p:cNvSpPr>
            <a:spLocks noChangeShapeType="1"/>
          </p:cNvSpPr>
          <p:nvPr/>
        </p:nvSpPr>
        <p:spPr bwMode="auto">
          <a:xfrm>
            <a:off x="3876410" y="2247999"/>
            <a:ext cx="0" cy="407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8990" name="Text Box 30"/>
          <p:cNvSpPr txBox="1">
            <a:spLocks noChangeArrowheads="1"/>
          </p:cNvSpPr>
          <p:nvPr/>
        </p:nvSpPr>
        <p:spPr bwMode="auto">
          <a:xfrm>
            <a:off x="3647679" y="2244824"/>
            <a:ext cx="26962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a:solidFill>
                  <a:srgbClr val="333399"/>
                </a:solidFill>
                <a:latin typeface="Arial" charset="0"/>
                <a:ea typeface="黑体" pitchFamily="49" charset="-122"/>
              </a:rPr>
              <a:t>:</a:t>
            </a:r>
          </a:p>
        </p:txBody>
      </p:sp>
      <p:sp>
        <p:nvSpPr>
          <p:cNvPr id="168991" name="Text Box 31"/>
          <p:cNvSpPr txBox="1">
            <a:spLocks noChangeArrowheads="1"/>
          </p:cNvSpPr>
          <p:nvPr/>
        </p:nvSpPr>
        <p:spPr bwMode="auto">
          <a:xfrm>
            <a:off x="4008835" y="2251174"/>
            <a:ext cx="4411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a:solidFill>
                  <a:srgbClr val="333399"/>
                </a:solidFill>
                <a:latin typeface="Arial" charset="0"/>
                <a:ea typeface="黑体" pitchFamily="49" charset="-122"/>
              </a:rPr>
              <a:t>值</a:t>
            </a:r>
          </a:p>
        </p:txBody>
      </p:sp>
      <p:sp>
        <p:nvSpPr>
          <p:cNvPr id="168992" name="Text Box 32"/>
          <p:cNvSpPr txBox="1">
            <a:spLocks noChangeArrowheads="1"/>
          </p:cNvSpPr>
          <p:nvPr/>
        </p:nvSpPr>
        <p:spPr bwMode="auto">
          <a:xfrm>
            <a:off x="2044834" y="3051274"/>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a:solidFill>
                  <a:srgbClr val="333399"/>
                </a:solidFill>
                <a:latin typeface="Arial" charset="0"/>
                <a:ea typeface="黑体" pitchFamily="49" charset="-122"/>
              </a:rPr>
              <a:t>首部字段名</a:t>
            </a:r>
          </a:p>
        </p:txBody>
      </p:sp>
      <p:sp>
        <p:nvSpPr>
          <p:cNvPr id="168993" name="Text Box 33"/>
          <p:cNvSpPr txBox="1">
            <a:spLocks noChangeArrowheads="1"/>
          </p:cNvSpPr>
          <p:nvPr/>
        </p:nvSpPr>
        <p:spPr bwMode="auto">
          <a:xfrm>
            <a:off x="4034631" y="3063974"/>
            <a:ext cx="4411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a:solidFill>
                  <a:srgbClr val="333399"/>
                </a:solidFill>
                <a:latin typeface="Arial" charset="0"/>
                <a:ea typeface="黑体" pitchFamily="49" charset="-122"/>
              </a:rPr>
              <a:t>值</a:t>
            </a:r>
          </a:p>
        </p:txBody>
      </p:sp>
      <p:sp>
        <p:nvSpPr>
          <p:cNvPr id="168994" name="Text Box 34"/>
          <p:cNvSpPr txBox="1">
            <a:spLocks noChangeArrowheads="1"/>
          </p:cNvSpPr>
          <p:nvPr/>
        </p:nvSpPr>
        <p:spPr bwMode="auto">
          <a:xfrm>
            <a:off x="3606404" y="3683099"/>
            <a:ext cx="26962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a:solidFill>
                  <a:srgbClr val="333399"/>
                </a:solidFill>
                <a:latin typeface="Arial" charset="0"/>
                <a:ea typeface="黑体" pitchFamily="49" charset="-122"/>
              </a:rPr>
              <a:t>:</a:t>
            </a:r>
          </a:p>
        </p:txBody>
      </p:sp>
      <p:sp>
        <p:nvSpPr>
          <p:cNvPr id="168995" name="Text Box 35"/>
          <p:cNvSpPr txBox="1">
            <a:spLocks noChangeArrowheads="1"/>
          </p:cNvSpPr>
          <p:nvPr/>
        </p:nvSpPr>
        <p:spPr bwMode="auto">
          <a:xfrm rot="-5400000">
            <a:off x="2871614" y="2686912"/>
            <a:ext cx="4411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a:solidFill>
                  <a:srgbClr val="333399"/>
                </a:solidFill>
                <a:latin typeface="Arial" charset="0"/>
                <a:ea typeface="黑体" pitchFamily="49" charset="-122"/>
              </a:rPr>
              <a:t>…</a:t>
            </a:r>
          </a:p>
        </p:txBody>
      </p:sp>
      <p:sp>
        <p:nvSpPr>
          <p:cNvPr id="168996" name="AutoShape 36"/>
          <p:cNvSpPr>
            <a:spLocks/>
          </p:cNvSpPr>
          <p:nvPr/>
        </p:nvSpPr>
        <p:spPr bwMode="auto">
          <a:xfrm>
            <a:off x="5515372" y="2300386"/>
            <a:ext cx="240771" cy="1171575"/>
          </a:xfrm>
          <a:prstGeom prst="rightBrace">
            <a:avLst>
              <a:gd name="adj1" fmla="val 43929"/>
              <a:gd name="adj2" fmla="val 50000"/>
            </a:avLst>
          </a:prstGeom>
          <a:noFill/>
          <a:ln w="19050">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8997" name="Rectangle 37"/>
          <p:cNvSpPr>
            <a:spLocks noChangeArrowheads="1"/>
          </p:cNvSpPr>
          <p:nvPr/>
        </p:nvSpPr>
        <p:spPr bwMode="auto">
          <a:xfrm>
            <a:off x="2041393" y="3878361"/>
            <a:ext cx="5413904" cy="917575"/>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8998" name="Text Box 38"/>
          <p:cNvSpPr txBox="1">
            <a:spLocks noChangeArrowheads="1"/>
          </p:cNvSpPr>
          <p:nvPr/>
        </p:nvSpPr>
        <p:spPr bwMode="auto">
          <a:xfrm>
            <a:off x="3831537" y="3972023"/>
            <a:ext cx="1723549"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algn="ctr" eaLnBrk="1" hangingPunct="1"/>
            <a:r>
              <a:rPr kumimoji="1" lang="zh-CN" altLang="en-US" sz="2000" b="1">
                <a:solidFill>
                  <a:srgbClr val="333399"/>
                </a:solidFill>
                <a:latin typeface="Arial" charset="0"/>
                <a:ea typeface="黑体" pitchFamily="49" charset="-122"/>
              </a:rPr>
              <a:t>实体主体</a:t>
            </a:r>
          </a:p>
          <a:p>
            <a:pPr algn="ctr" eaLnBrk="1" hangingPunct="1"/>
            <a:r>
              <a:rPr kumimoji="1" lang="zh-CN" altLang="en-US" sz="2000" b="1">
                <a:solidFill>
                  <a:srgbClr val="333399"/>
                </a:solidFill>
                <a:latin typeface="Arial" charset="0"/>
                <a:ea typeface="黑体" pitchFamily="49" charset="-122"/>
              </a:rPr>
              <a:t>（通常不用）</a:t>
            </a:r>
          </a:p>
        </p:txBody>
      </p:sp>
      <p:sp>
        <p:nvSpPr>
          <p:cNvPr id="168999" name="Text Box 39"/>
          <p:cNvSpPr txBox="1">
            <a:spLocks noChangeArrowheads="1"/>
          </p:cNvSpPr>
          <p:nvPr/>
        </p:nvSpPr>
        <p:spPr bwMode="auto">
          <a:xfrm>
            <a:off x="7204208" y="1830486"/>
            <a:ext cx="9541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a:solidFill>
                  <a:srgbClr val="333399"/>
                </a:solidFill>
                <a:latin typeface="Arial" charset="0"/>
                <a:ea typeface="黑体" pitchFamily="49" charset="-122"/>
              </a:rPr>
              <a:t>请求行</a:t>
            </a:r>
          </a:p>
        </p:txBody>
      </p:sp>
      <p:sp>
        <p:nvSpPr>
          <p:cNvPr id="169000" name="Line 40"/>
          <p:cNvSpPr>
            <a:spLocks noChangeShapeType="1"/>
          </p:cNvSpPr>
          <p:nvPr/>
        </p:nvSpPr>
        <p:spPr bwMode="auto">
          <a:xfrm>
            <a:off x="2041393" y="2655985"/>
            <a:ext cx="0" cy="407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9001" name="Line 41"/>
          <p:cNvSpPr>
            <a:spLocks noChangeShapeType="1"/>
          </p:cNvSpPr>
          <p:nvPr/>
        </p:nvSpPr>
        <p:spPr bwMode="auto">
          <a:xfrm>
            <a:off x="2041393" y="3471960"/>
            <a:ext cx="0" cy="406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9002" name="Line 42"/>
          <p:cNvSpPr>
            <a:spLocks noChangeShapeType="1"/>
          </p:cNvSpPr>
          <p:nvPr/>
        </p:nvSpPr>
        <p:spPr bwMode="auto">
          <a:xfrm>
            <a:off x="3033713" y="3471960"/>
            <a:ext cx="0" cy="406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9003" name="Line 43"/>
          <p:cNvSpPr>
            <a:spLocks noChangeShapeType="1"/>
          </p:cNvSpPr>
          <p:nvPr/>
        </p:nvSpPr>
        <p:spPr bwMode="auto">
          <a:xfrm>
            <a:off x="5439702" y="2655985"/>
            <a:ext cx="0" cy="407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9004" name="Text Box 44"/>
          <p:cNvSpPr txBox="1">
            <a:spLocks noChangeArrowheads="1"/>
          </p:cNvSpPr>
          <p:nvPr/>
        </p:nvSpPr>
        <p:spPr bwMode="auto">
          <a:xfrm>
            <a:off x="3737108" y="1181199"/>
            <a:ext cx="69762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a:solidFill>
                  <a:srgbClr val="333399"/>
                </a:solidFill>
                <a:latin typeface="Arial" charset="0"/>
                <a:ea typeface="黑体" pitchFamily="49" charset="-122"/>
              </a:rPr>
              <a:t>空格</a:t>
            </a:r>
          </a:p>
        </p:txBody>
      </p:sp>
      <p:sp>
        <p:nvSpPr>
          <p:cNvPr id="169005" name="Text Box 45"/>
          <p:cNvSpPr txBox="1">
            <a:spLocks noChangeArrowheads="1"/>
          </p:cNvSpPr>
          <p:nvPr/>
        </p:nvSpPr>
        <p:spPr bwMode="auto">
          <a:xfrm>
            <a:off x="5835254" y="1181199"/>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a:solidFill>
                  <a:srgbClr val="333399"/>
                </a:solidFill>
                <a:latin typeface="Arial" charset="0"/>
                <a:ea typeface="黑体" pitchFamily="49" charset="-122"/>
              </a:rPr>
              <a:t>回车换行</a:t>
            </a:r>
          </a:p>
        </p:txBody>
      </p:sp>
      <p:sp>
        <p:nvSpPr>
          <p:cNvPr id="169006" name="Line 46"/>
          <p:cNvSpPr>
            <a:spLocks noChangeShapeType="1"/>
          </p:cNvSpPr>
          <p:nvPr/>
        </p:nvSpPr>
        <p:spPr bwMode="auto">
          <a:xfrm>
            <a:off x="4397508" y="1535210"/>
            <a:ext cx="441986" cy="306388"/>
          </a:xfrm>
          <a:prstGeom prst="line">
            <a:avLst/>
          </a:prstGeom>
          <a:noFill/>
          <a:ln w="1905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9007" name="Line 47"/>
          <p:cNvSpPr>
            <a:spLocks noChangeShapeType="1"/>
          </p:cNvSpPr>
          <p:nvPr/>
        </p:nvSpPr>
        <p:spPr bwMode="auto">
          <a:xfrm flipH="1">
            <a:off x="3394869" y="1535210"/>
            <a:ext cx="481542" cy="306388"/>
          </a:xfrm>
          <a:prstGeom prst="line">
            <a:avLst/>
          </a:prstGeom>
          <a:noFill/>
          <a:ln w="1905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9008" name="Line 48"/>
          <p:cNvSpPr>
            <a:spLocks noChangeShapeType="1"/>
          </p:cNvSpPr>
          <p:nvPr/>
        </p:nvSpPr>
        <p:spPr bwMode="auto">
          <a:xfrm>
            <a:off x="6481895" y="1535210"/>
            <a:ext cx="240771" cy="306388"/>
          </a:xfrm>
          <a:prstGeom prst="line">
            <a:avLst/>
          </a:prstGeom>
          <a:noFill/>
          <a:ln w="1905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9009" name="Line 49"/>
          <p:cNvSpPr>
            <a:spLocks noChangeShapeType="1"/>
          </p:cNvSpPr>
          <p:nvPr/>
        </p:nvSpPr>
        <p:spPr bwMode="auto">
          <a:xfrm>
            <a:off x="3996796" y="3063974"/>
            <a:ext cx="0" cy="407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9010" name="Line 50"/>
          <p:cNvSpPr>
            <a:spLocks noChangeShapeType="1"/>
          </p:cNvSpPr>
          <p:nvPr/>
        </p:nvSpPr>
        <p:spPr bwMode="auto">
          <a:xfrm>
            <a:off x="3996796" y="2247999"/>
            <a:ext cx="0" cy="407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9011" name="Text Box 51"/>
          <p:cNvSpPr txBox="1">
            <a:spLocks noChangeArrowheads="1"/>
          </p:cNvSpPr>
          <p:nvPr/>
        </p:nvSpPr>
        <p:spPr bwMode="auto">
          <a:xfrm>
            <a:off x="3647679" y="3065561"/>
            <a:ext cx="26962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a:solidFill>
                  <a:srgbClr val="333399"/>
                </a:solidFill>
                <a:latin typeface="Arial" charset="0"/>
                <a:ea typeface="黑体" pitchFamily="49" charset="-122"/>
              </a:rPr>
              <a:t>:</a:t>
            </a:r>
          </a:p>
        </p:txBody>
      </p:sp>
      <p:sp>
        <p:nvSpPr>
          <p:cNvPr id="169012" name="Text Box 52"/>
          <p:cNvSpPr txBox="1">
            <a:spLocks noChangeArrowheads="1"/>
          </p:cNvSpPr>
          <p:nvPr/>
        </p:nvSpPr>
        <p:spPr bwMode="auto">
          <a:xfrm>
            <a:off x="6206729" y="1830486"/>
            <a:ext cx="87075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a:solidFill>
                  <a:srgbClr val="333399"/>
                </a:solidFill>
                <a:latin typeface="Arial" charset="0"/>
                <a:ea typeface="黑体" pitchFamily="49" charset="-122"/>
              </a:rPr>
              <a:t>CRLF</a:t>
            </a:r>
          </a:p>
        </p:txBody>
      </p:sp>
      <p:sp>
        <p:nvSpPr>
          <p:cNvPr id="169013" name="Text Box 53"/>
          <p:cNvSpPr txBox="1">
            <a:spLocks noChangeArrowheads="1"/>
          </p:cNvSpPr>
          <p:nvPr/>
        </p:nvSpPr>
        <p:spPr bwMode="auto">
          <a:xfrm>
            <a:off x="4493816" y="3071911"/>
            <a:ext cx="920088" cy="396875"/>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a:solidFill>
                  <a:srgbClr val="333399"/>
                </a:solidFill>
                <a:latin typeface="Arial" charset="0"/>
                <a:ea typeface="黑体" pitchFamily="49" charset="-122"/>
              </a:rPr>
              <a:t>CRLF</a:t>
            </a:r>
          </a:p>
        </p:txBody>
      </p:sp>
      <p:sp>
        <p:nvSpPr>
          <p:cNvPr id="169014" name="Text Box 54"/>
          <p:cNvSpPr txBox="1">
            <a:spLocks noChangeArrowheads="1"/>
          </p:cNvSpPr>
          <p:nvPr/>
        </p:nvSpPr>
        <p:spPr bwMode="auto">
          <a:xfrm>
            <a:off x="4500695" y="2262286"/>
            <a:ext cx="87075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a:solidFill>
                  <a:srgbClr val="333399"/>
                </a:solidFill>
                <a:latin typeface="Arial" charset="0"/>
                <a:ea typeface="黑体" pitchFamily="49" charset="-122"/>
              </a:rPr>
              <a:t>CRLF</a:t>
            </a:r>
          </a:p>
        </p:txBody>
      </p:sp>
      <p:sp>
        <p:nvSpPr>
          <p:cNvPr id="169015" name="Text Box 55"/>
          <p:cNvSpPr txBox="1">
            <a:spLocks noChangeArrowheads="1"/>
          </p:cNvSpPr>
          <p:nvPr/>
        </p:nvSpPr>
        <p:spPr bwMode="auto">
          <a:xfrm>
            <a:off x="2044833" y="3464024"/>
            <a:ext cx="87075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a:solidFill>
                  <a:srgbClr val="333399"/>
                </a:solidFill>
                <a:latin typeface="Arial" charset="0"/>
                <a:ea typeface="黑体" pitchFamily="49" charset="-122"/>
              </a:rPr>
              <a:t>CRLF</a:t>
            </a:r>
          </a:p>
        </p:txBody>
      </p:sp>
      <p:sp>
        <p:nvSpPr>
          <p:cNvPr id="169016" name="Text Box 56"/>
          <p:cNvSpPr txBox="1">
            <a:spLocks noChangeArrowheads="1"/>
          </p:cNvSpPr>
          <p:nvPr/>
        </p:nvSpPr>
        <p:spPr bwMode="auto">
          <a:xfrm>
            <a:off x="2457583" y="4926111"/>
            <a:ext cx="460216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lang="en-US" altLang="zh-CN" sz="2800" b="1" dirty="0">
                <a:solidFill>
                  <a:srgbClr val="0000FF"/>
                </a:solidFill>
                <a:latin typeface="Arial" charset="0"/>
                <a:ea typeface="黑体" pitchFamily="49" charset="-122"/>
              </a:rPr>
              <a:t>“</a:t>
            </a:r>
            <a:r>
              <a:rPr lang="zh-CN" altLang="en-US" sz="2800" b="1" dirty="0">
                <a:solidFill>
                  <a:srgbClr val="0000FF"/>
                </a:solidFill>
                <a:latin typeface="Arial" charset="0"/>
                <a:ea typeface="黑体" pitchFamily="49" charset="-122"/>
              </a:rPr>
              <a:t>版本”</a:t>
            </a:r>
            <a:r>
              <a:rPr lang="zh-CN" altLang="en-US" sz="2800" b="1" dirty="0">
                <a:solidFill>
                  <a:srgbClr val="0000FF"/>
                </a:solidFill>
                <a:latin typeface="黑体" pitchFamily="49" charset="-122"/>
                <a:ea typeface="黑体" pitchFamily="49" charset="-122"/>
              </a:rPr>
              <a:t>是</a:t>
            </a:r>
            <a:r>
              <a:rPr lang="zh-CN" altLang="en-US" sz="2800" b="1" dirty="0">
                <a:solidFill>
                  <a:srgbClr val="0000FF"/>
                </a:solidFill>
                <a:latin typeface="Arial" charset="0"/>
                <a:ea typeface="黑体" pitchFamily="49" charset="-122"/>
              </a:rPr>
              <a:t> </a:t>
            </a:r>
            <a:r>
              <a:rPr lang="en-US" altLang="zh-CN" sz="2800" b="1" dirty="0">
                <a:solidFill>
                  <a:srgbClr val="0000FF"/>
                </a:solidFill>
                <a:latin typeface="Arial" charset="0"/>
                <a:ea typeface="黑体" pitchFamily="49" charset="-122"/>
              </a:rPr>
              <a:t>HTTP </a:t>
            </a:r>
            <a:r>
              <a:rPr lang="zh-CN" altLang="en-US" sz="2800" b="1" dirty="0">
                <a:solidFill>
                  <a:srgbClr val="0000FF"/>
                </a:solidFill>
                <a:latin typeface="黑体" pitchFamily="49" charset="-122"/>
                <a:ea typeface="黑体" pitchFamily="49" charset="-122"/>
              </a:rPr>
              <a:t>的版本</a:t>
            </a:r>
            <a:r>
              <a:rPr lang="zh-CN" altLang="en-US" sz="2800" b="1" dirty="0">
                <a:solidFill>
                  <a:srgbClr val="0000FF"/>
                </a:solidFill>
                <a:latin typeface="Arial" charset="0"/>
                <a:ea typeface="黑体" pitchFamily="49" charset="-122"/>
              </a:rPr>
              <a:t>。</a:t>
            </a:r>
          </a:p>
        </p:txBody>
      </p:sp>
      <p:sp>
        <p:nvSpPr>
          <p:cNvPr id="656441" name="Rectangle 57"/>
          <p:cNvSpPr>
            <a:spLocks noChangeArrowheads="1"/>
          </p:cNvSpPr>
          <p:nvPr/>
        </p:nvSpPr>
        <p:spPr bwMode="auto">
          <a:xfrm>
            <a:off x="4796499" y="1757461"/>
            <a:ext cx="1559851" cy="576263"/>
          </a:xfrm>
          <a:prstGeom prst="rect">
            <a:avLst/>
          </a:prstGeom>
          <a:noFill/>
          <a:ln w="57150">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Tree>
    <p:extLst>
      <p:ext uri="{BB962C8B-B14F-4D97-AF65-F5344CB8AC3E}">
        <p14:creationId xmlns:p14="http://schemas.microsoft.com/office/powerpoint/2010/main" val="16089171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2"/>
          <p:cNvSpPr>
            <a:spLocks noChangeArrowheads="1"/>
          </p:cNvSpPr>
          <p:nvPr/>
        </p:nvSpPr>
        <p:spPr bwMode="auto">
          <a:xfrm>
            <a:off x="2041393" y="3065190"/>
            <a:ext cx="3398308" cy="407987"/>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71011" name="Rectangle 3"/>
          <p:cNvSpPr>
            <a:spLocks noChangeArrowheads="1"/>
          </p:cNvSpPr>
          <p:nvPr/>
        </p:nvSpPr>
        <p:spPr bwMode="auto">
          <a:xfrm>
            <a:off x="2041393" y="2249215"/>
            <a:ext cx="3398308" cy="407987"/>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71012" name="Rectangle 4"/>
          <p:cNvSpPr>
            <a:spLocks noChangeArrowheads="1"/>
          </p:cNvSpPr>
          <p:nvPr/>
        </p:nvSpPr>
        <p:spPr bwMode="auto">
          <a:xfrm>
            <a:off x="2041394" y="1842814"/>
            <a:ext cx="5202369" cy="4064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0773" name="Rectangle 5"/>
          <p:cNvSpPr>
            <a:spLocks noGrp="1" noChangeArrowheads="1"/>
          </p:cNvSpPr>
          <p:nvPr>
            <p:ph type="title"/>
          </p:nvPr>
        </p:nvSpPr>
        <p:spPr/>
        <p:txBody>
          <a:bodyPr/>
          <a:lstStyle/>
          <a:p>
            <a:pPr algn="ctr" eaLnBrk="1" hangingPunct="1">
              <a:defRPr/>
            </a:pPr>
            <a:r>
              <a:rPr lang="en-US" altLang="zh-CN" dirty="0"/>
              <a:t>HTTP </a:t>
            </a:r>
            <a:r>
              <a:rPr dirty="0"/>
              <a:t>的报文结构（响应报文） </a:t>
            </a:r>
          </a:p>
        </p:txBody>
      </p:sp>
      <p:sp>
        <p:nvSpPr>
          <p:cNvPr id="171014" name="Rectangle 6"/>
          <p:cNvSpPr>
            <a:spLocks noChangeArrowheads="1"/>
          </p:cNvSpPr>
          <p:nvPr/>
        </p:nvSpPr>
        <p:spPr bwMode="auto">
          <a:xfrm>
            <a:off x="4478338" y="3074715"/>
            <a:ext cx="961364" cy="388937"/>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71015" name="Rectangle 7"/>
          <p:cNvSpPr>
            <a:spLocks noChangeArrowheads="1"/>
          </p:cNvSpPr>
          <p:nvPr/>
        </p:nvSpPr>
        <p:spPr bwMode="auto">
          <a:xfrm>
            <a:off x="2048273" y="3492226"/>
            <a:ext cx="985440" cy="387350"/>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71016" name="Rectangle 8"/>
          <p:cNvSpPr>
            <a:spLocks noChangeArrowheads="1"/>
          </p:cNvSpPr>
          <p:nvPr/>
        </p:nvSpPr>
        <p:spPr bwMode="auto">
          <a:xfrm>
            <a:off x="4478338" y="2258739"/>
            <a:ext cx="961364" cy="398462"/>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71017" name="Rectangle 9"/>
          <p:cNvSpPr>
            <a:spLocks noChangeArrowheads="1"/>
          </p:cNvSpPr>
          <p:nvPr/>
        </p:nvSpPr>
        <p:spPr bwMode="auto">
          <a:xfrm>
            <a:off x="3876410" y="3074714"/>
            <a:ext cx="130704" cy="398462"/>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71018" name="Rectangle 10"/>
          <p:cNvSpPr>
            <a:spLocks noChangeArrowheads="1"/>
          </p:cNvSpPr>
          <p:nvPr/>
        </p:nvSpPr>
        <p:spPr bwMode="auto">
          <a:xfrm>
            <a:off x="3876411" y="2258739"/>
            <a:ext cx="120385" cy="398462"/>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71019" name="Line 11"/>
          <p:cNvSpPr>
            <a:spLocks noChangeShapeType="1"/>
          </p:cNvSpPr>
          <p:nvPr/>
        </p:nvSpPr>
        <p:spPr bwMode="auto">
          <a:xfrm>
            <a:off x="3726789" y="3065190"/>
            <a:ext cx="0" cy="407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71020" name="Line 12"/>
          <p:cNvSpPr>
            <a:spLocks noChangeShapeType="1"/>
          </p:cNvSpPr>
          <p:nvPr/>
        </p:nvSpPr>
        <p:spPr bwMode="auto">
          <a:xfrm>
            <a:off x="4478338" y="3065190"/>
            <a:ext cx="0" cy="407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71021" name="Line 13"/>
          <p:cNvSpPr>
            <a:spLocks noChangeShapeType="1"/>
          </p:cNvSpPr>
          <p:nvPr/>
        </p:nvSpPr>
        <p:spPr bwMode="auto">
          <a:xfrm>
            <a:off x="3876410" y="3065190"/>
            <a:ext cx="0" cy="407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71022" name="Rectangle 14"/>
          <p:cNvSpPr>
            <a:spLocks noChangeArrowheads="1"/>
          </p:cNvSpPr>
          <p:nvPr/>
        </p:nvSpPr>
        <p:spPr bwMode="auto">
          <a:xfrm>
            <a:off x="6251444" y="1852340"/>
            <a:ext cx="992319" cy="396875"/>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71023" name="Rectangle 15"/>
          <p:cNvSpPr>
            <a:spLocks noChangeArrowheads="1"/>
          </p:cNvSpPr>
          <p:nvPr/>
        </p:nvSpPr>
        <p:spPr bwMode="auto">
          <a:xfrm>
            <a:off x="4808538" y="1852340"/>
            <a:ext cx="120385" cy="396875"/>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71024" name="Rectangle 16"/>
          <p:cNvSpPr>
            <a:spLocks noChangeArrowheads="1"/>
          </p:cNvSpPr>
          <p:nvPr/>
        </p:nvSpPr>
        <p:spPr bwMode="auto">
          <a:xfrm>
            <a:off x="3365634" y="1852340"/>
            <a:ext cx="120385" cy="396875"/>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71025" name="Text Box 17"/>
          <p:cNvSpPr txBox="1">
            <a:spLocks noChangeArrowheads="1"/>
          </p:cNvSpPr>
          <p:nvPr/>
        </p:nvSpPr>
        <p:spPr bwMode="auto">
          <a:xfrm>
            <a:off x="2227131" y="1831702"/>
            <a:ext cx="90922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a:solidFill>
                  <a:srgbClr val="333399"/>
                </a:solidFill>
                <a:latin typeface="Arial" charset="0"/>
                <a:ea typeface="黑体" pitchFamily="49" charset="-122"/>
              </a:rPr>
              <a:t>版   本</a:t>
            </a:r>
          </a:p>
        </p:txBody>
      </p:sp>
      <p:sp>
        <p:nvSpPr>
          <p:cNvPr id="171026" name="Line 18"/>
          <p:cNvSpPr>
            <a:spLocks noChangeShapeType="1"/>
          </p:cNvSpPr>
          <p:nvPr/>
        </p:nvSpPr>
        <p:spPr bwMode="auto">
          <a:xfrm>
            <a:off x="3365633" y="1842814"/>
            <a:ext cx="0" cy="406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71027" name="Line 19"/>
          <p:cNvSpPr>
            <a:spLocks noChangeShapeType="1"/>
          </p:cNvSpPr>
          <p:nvPr/>
        </p:nvSpPr>
        <p:spPr bwMode="auto">
          <a:xfrm>
            <a:off x="3486018" y="1842814"/>
            <a:ext cx="0" cy="406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71028" name="Line 20"/>
          <p:cNvSpPr>
            <a:spLocks noChangeShapeType="1"/>
          </p:cNvSpPr>
          <p:nvPr/>
        </p:nvSpPr>
        <p:spPr bwMode="auto">
          <a:xfrm>
            <a:off x="4808538" y="1842814"/>
            <a:ext cx="0" cy="406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71029" name="Line 21"/>
          <p:cNvSpPr>
            <a:spLocks noChangeShapeType="1"/>
          </p:cNvSpPr>
          <p:nvPr/>
        </p:nvSpPr>
        <p:spPr bwMode="auto">
          <a:xfrm>
            <a:off x="4928923" y="1842814"/>
            <a:ext cx="0" cy="406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71030" name="Line 22"/>
          <p:cNvSpPr>
            <a:spLocks noChangeShapeType="1"/>
          </p:cNvSpPr>
          <p:nvPr/>
        </p:nvSpPr>
        <p:spPr bwMode="auto">
          <a:xfrm>
            <a:off x="6251443" y="1842814"/>
            <a:ext cx="0" cy="406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71031" name="Text Box 23"/>
          <p:cNvSpPr txBox="1">
            <a:spLocks noChangeArrowheads="1"/>
          </p:cNvSpPr>
          <p:nvPr/>
        </p:nvSpPr>
        <p:spPr bwMode="auto">
          <a:xfrm>
            <a:off x="3627041" y="1817415"/>
            <a:ext cx="9541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a:solidFill>
                  <a:srgbClr val="333399"/>
                </a:solidFill>
                <a:latin typeface="Arial" charset="0"/>
                <a:ea typeface="黑体" pitchFamily="49" charset="-122"/>
              </a:rPr>
              <a:t>状态码</a:t>
            </a:r>
          </a:p>
        </p:txBody>
      </p:sp>
      <p:sp>
        <p:nvSpPr>
          <p:cNvPr id="171032" name="Text Box 24"/>
          <p:cNvSpPr txBox="1">
            <a:spLocks noChangeArrowheads="1"/>
          </p:cNvSpPr>
          <p:nvPr/>
        </p:nvSpPr>
        <p:spPr bwMode="auto">
          <a:xfrm>
            <a:off x="5066506" y="1831702"/>
            <a:ext cx="90922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a:solidFill>
                  <a:srgbClr val="333399"/>
                </a:solidFill>
                <a:latin typeface="Arial" charset="0"/>
                <a:ea typeface="黑体" pitchFamily="49" charset="-122"/>
              </a:rPr>
              <a:t>短   语</a:t>
            </a:r>
          </a:p>
        </p:txBody>
      </p:sp>
      <p:sp>
        <p:nvSpPr>
          <p:cNvPr id="171033" name="Text Box 25"/>
          <p:cNvSpPr txBox="1">
            <a:spLocks noChangeArrowheads="1"/>
          </p:cNvSpPr>
          <p:nvPr/>
        </p:nvSpPr>
        <p:spPr bwMode="auto">
          <a:xfrm>
            <a:off x="2049992" y="2244452"/>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a:solidFill>
                  <a:srgbClr val="333399"/>
                </a:solidFill>
                <a:latin typeface="Arial" charset="0"/>
                <a:ea typeface="黑体" pitchFamily="49" charset="-122"/>
              </a:rPr>
              <a:t>首部字段名</a:t>
            </a:r>
          </a:p>
        </p:txBody>
      </p:sp>
      <p:sp>
        <p:nvSpPr>
          <p:cNvPr id="171034" name="Line 26"/>
          <p:cNvSpPr>
            <a:spLocks noChangeShapeType="1"/>
          </p:cNvSpPr>
          <p:nvPr/>
        </p:nvSpPr>
        <p:spPr bwMode="auto">
          <a:xfrm>
            <a:off x="3726789" y="2249215"/>
            <a:ext cx="0" cy="407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71035" name="Line 27"/>
          <p:cNvSpPr>
            <a:spLocks noChangeShapeType="1"/>
          </p:cNvSpPr>
          <p:nvPr/>
        </p:nvSpPr>
        <p:spPr bwMode="auto">
          <a:xfrm>
            <a:off x="4478338" y="2249215"/>
            <a:ext cx="0" cy="407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71036" name="Text Box 28"/>
          <p:cNvSpPr txBox="1">
            <a:spLocks noChangeArrowheads="1"/>
          </p:cNvSpPr>
          <p:nvPr/>
        </p:nvSpPr>
        <p:spPr bwMode="auto">
          <a:xfrm>
            <a:off x="5689071" y="2660377"/>
            <a:ext cx="9541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a:solidFill>
                  <a:srgbClr val="333399"/>
                </a:solidFill>
                <a:latin typeface="Arial" charset="0"/>
                <a:ea typeface="黑体" pitchFamily="49" charset="-122"/>
              </a:rPr>
              <a:t>首部行</a:t>
            </a:r>
          </a:p>
        </p:txBody>
      </p:sp>
      <p:sp>
        <p:nvSpPr>
          <p:cNvPr id="171037" name="Line 29"/>
          <p:cNvSpPr>
            <a:spLocks noChangeShapeType="1"/>
          </p:cNvSpPr>
          <p:nvPr/>
        </p:nvSpPr>
        <p:spPr bwMode="auto">
          <a:xfrm>
            <a:off x="3876410" y="2249215"/>
            <a:ext cx="0" cy="407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71038" name="Text Box 30"/>
          <p:cNvSpPr txBox="1">
            <a:spLocks noChangeArrowheads="1"/>
          </p:cNvSpPr>
          <p:nvPr/>
        </p:nvSpPr>
        <p:spPr bwMode="auto">
          <a:xfrm>
            <a:off x="3647679" y="2246040"/>
            <a:ext cx="26962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a:solidFill>
                  <a:srgbClr val="333399"/>
                </a:solidFill>
                <a:latin typeface="Arial" charset="0"/>
                <a:ea typeface="黑体" pitchFamily="49" charset="-122"/>
              </a:rPr>
              <a:t>:</a:t>
            </a:r>
          </a:p>
        </p:txBody>
      </p:sp>
      <p:sp>
        <p:nvSpPr>
          <p:cNvPr id="171039" name="Text Box 31"/>
          <p:cNvSpPr txBox="1">
            <a:spLocks noChangeArrowheads="1"/>
          </p:cNvSpPr>
          <p:nvPr/>
        </p:nvSpPr>
        <p:spPr bwMode="auto">
          <a:xfrm>
            <a:off x="4008835" y="2252390"/>
            <a:ext cx="4411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a:solidFill>
                  <a:srgbClr val="333399"/>
                </a:solidFill>
                <a:latin typeface="Arial" charset="0"/>
                <a:ea typeface="黑体" pitchFamily="49" charset="-122"/>
              </a:rPr>
              <a:t>值</a:t>
            </a:r>
          </a:p>
        </p:txBody>
      </p:sp>
      <p:sp>
        <p:nvSpPr>
          <p:cNvPr id="171040" name="Text Box 32"/>
          <p:cNvSpPr txBox="1">
            <a:spLocks noChangeArrowheads="1"/>
          </p:cNvSpPr>
          <p:nvPr/>
        </p:nvSpPr>
        <p:spPr bwMode="auto">
          <a:xfrm>
            <a:off x="2044834" y="3052490"/>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a:solidFill>
                  <a:srgbClr val="333399"/>
                </a:solidFill>
                <a:latin typeface="Arial" charset="0"/>
                <a:ea typeface="黑体" pitchFamily="49" charset="-122"/>
              </a:rPr>
              <a:t>首部字段名</a:t>
            </a:r>
          </a:p>
        </p:txBody>
      </p:sp>
      <p:sp>
        <p:nvSpPr>
          <p:cNvPr id="171041" name="Text Box 33"/>
          <p:cNvSpPr txBox="1">
            <a:spLocks noChangeArrowheads="1"/>
          </p:cNvSpPr>
          <p:nvPr/>
        </p:nvSpPr>
        <p:spPr bwMode="auto">
          <a:xfrm>
            <a:off x="4034631" y="3065190"/>
            <a:ext cx="4411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a:solidFill>
                  <a:srgbClr val="333399"/>
                </a:solidFill>
                <a:latin typeface="Arial" charset="0"/>
                <a:ea typeface="黑体" pitchFamily="49" charset="-122"/>
              </a:rPr>
              <a:t>值</a:t>
            </a:r>
          </a:p>
        </p:txBody>
      </p:sp>
      <p:sp>
        <p:nvSpPr>
          <p:cNvPr id="171042" name="Text Box 34"/>
          <p:cNvSpPr txBox="1">
            <a:spLocks noChangeArrowheads="1"/>
          </p:cNvSpPr>
          <p:nvPr/>
        </p:nvSpPr>
        <p:spPr bwMode="auto">
          <a:xfrm>
            <a:off x="3606404" y="3684315"/>
            <a:ext cx="26962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a:solidFill>
                  <a:srgbClr val="333399"/>
                </a:solidFill>
                <a:latin typeface="Arial" charset="0"/>
                <a:ea typeface="黑体" pitchFamily="49" charset="-122"/>
              </a:rPr>
              <a:t>:</a:t>
            </a:r>
          </a:p>
        </p:txBody>
      </p:sp>
      <p:sp>
        <p:nvSpPr>
          <p:cNvPr id="171043" name="Text Box 35"/>
          <p:cNvSpPr txBox="1">
            <a:spLocks noChangeArrowheads="1"/>
          </p:cNvSpPr>
          <p:nvPr/>
        </p:nvSpPr>
        <p:spPr bwMode="auto">
          <a:xfrm rot="-5400000">
            <a:off x="2871614" y="2688128"/>
            <a:ext cx="4411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a:solidFill>
                  <a:srgbClr val="333399"/>
                </a:solidFill>
                <a:latin typeface="Arial" charset="0"/>
                <a:ea typeface="黑体" pitchFamily="49" charset="-122"/>
              </a:rPr>
              <a:t>…</a:t>
            </a:r>
          </a:p>
        </p:txBody>
      </p:sp>
      <p:sp>
        <p:nvSpPr>
          <p:cNvPr id="171044" name="AutoShape 36"/>
          <p:cNvSpPr>
            <a:spLocks/>
          </p:cNvSpPr>
          <p:nvPr/>
        </p:nvSpPr>
        <p:spPr bwMode="auto">
          <a:xfrm>
            <a:off x="5515372" y="2301602"/>
            <a:ext cx="240771" cy="1171575"/>
          </a:xfrm>
          <a:prstGeom prst="rightBrace">
            <a:avLst>
              <a:gd name="adj1" fmla="val 43929"/>
              <a:gd name="adj2" fmla="val 50000"/>
            </a:avLst>
          </a:prstGeom>
          <a:noFill/>
          <a:ln w="19050">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71045" name="Rectangle 37"/>
          <p:cNvSpPr>
            <a:spLocks noChangeArrowheads="1"/>
          </p:cNvSpPr>
          <p:nvPr/>
        </p:nvSpPr>
        <p:spPr bwMode="auto">
          <a:xfrm>
            <a:off x="2041393" y="3879577"/>
            <a:ext cx="5413904" cy="917575"/>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71046" name="Text Box 38"/>
          <p:cNvSpPr txBox="1">
            <a:spLocks noChangeArrowheads="1"/>
          </p:cNvSpPr>
          <p:nvPr/>
        </p:nvSpPr>
        <p:spPr bwMode="auto">
          <a:xfrm>
            <a:off x="3318577" y="3973239"/>
            <a:ext cx="2749471"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algn="ctr" eaLnBrk="1" hangingPunct="1"/>
            <a:r>
              <a:rPr kumimoji="1" lang="zh-CN" altLang="en-US" sz="2000" b="1">
                <a:solidFill>
                  <a:srgbClr val="333399"/>
                </a:solidFill>
                <a:latin typeface="Arial" charset="0"/>
                <a:ea typeface="黑体" pitchFamily="49" charset="-122"/>
              </a:rPr>
              <a:t>实体主体</a:t>
            </a:r>
          </a:p>
          <a:p>
            <a:pPr algn="ctr" eaLnBrk="1" hangingPunct="1"/>
            <a:r>
              <a:rPr kumimoji="1" lang="zh-CN" altLang="en-US" sz="2000" b="1">
                <a:solidFill>
                  <a:srgbClr val="333399"/>
                </a:solidFill>
                <a:latin typeface="Arial" charset="0"/>
                <a:ea typeface="黑体" pitchFamily="49" charset="-122"/>
              </a:rPr>
              <a:t>（有些响应报文不用）</a:t>
            </a:r>
          </a:p>
        </p:txBody>
      </p:sp>
      <p:sp>
        <p:nvSpPr>
          <p:cNvPr id="171047" name="Text Box 39"/>
          <p:cNvSpPr txBox="1">
            <a:spLocks noChangeArrowheads="1"/>
          </p:cNvSpPr>
          <p:nvPr/>
        </p:nvSpPr>
        <p:spPr bwMode="auto">
          <a:xfrm>
            <a:off x="7204208" y="1831702"/>
            <a:ext cx="9541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a:solidFill>
                  <a:srgbClr val="333399"/>
                </a:solidFill>
                <a:latin typeface="Arial" charset="0"/>
                <a:ea typeface="黑体" pitchFamily="49" charset="-122"/>
              </a:rPr>
              <a:t>状态行</a:t>
            </a:r>
          </a:p>
        </p:txBody>
      </p:sp>
      <p:sp>
        <p:nvSpPr>
          <p:cNvPr id="171048" name="Line 40"/>
          <p:cNvSpPr>
            <a:spLocks noChangeShapeType="1"/>
          </p:cNvSpPr>
          <p:nvPr/>
        </p:nvSpPr>
        <p:spPr bwMode="auto">
          <a:xfrm>
            <a:off x="2041393" y="2657201"/>
            <a:ext cx="0" cy="407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71049" name="Line 41"/>
          <p:cNvSpPr>
            <a:spLocks noChangeShapeType="1"/>
          </p:cNvSpPr>
          <p:nvPr/>
        </p:nvSpPr>
        <p:spPr bwMode="auto">
          <a:xfrm>
            <a:off x="2041393" y="3473176"/>
            <a:ext cx="0" cy="406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71050" name="Line 42"/>
          <p:cNvSpPr>
            <a:spLocks noChangeShapeType="1"/>
          </p:cNvSpPr>
          <p:nvPr/>
        </p:nvSpPr>
        <p:spPr bwMode="auto">
          <a:xfrm>
            <a:off x="3033713" y="3473176"/>
            <a:ext cx="0" cy="406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71051" name="Line 43"/>
          <p:cNvSpPr>
            <a:spLocks noChangeShapeType="1"/>
          </p:cNvSpPr>
          <p:nvPr/>
        </p:nvSpPr>
        <p:spPr bwMode="auto">
          <a:xfrm>
            <a:off x="5439702" y="2657201"/>
            <a:ext cx="0" cy="407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71052" name="Text Box 44"/>
          <p:cNvSpPr txBox="1">
            <a:spLocks noChangeArrowheads="1"/>
          </p:cNvSpPr>
          <p:nvPr/>
        </p:nvSpPr>
        <p:spPr bwMode="auto">
          <a:xfrm>
            <a:off x="3737108" y="1182415"/>
            <a:ext cx="69762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a:solidFill>
                  <a:srgbClr val="333399"/>
                </a:solidFill>
                <a:latin typeface="Arial" charset="0"/>
                <a:ea typeface="黑体" pitchFamily="49" charset="-122"/>
              </a:rPr>
              <a:t>空格</a:t>
            </a:r>
          </a:p>
        </p:txBody>
      </p:sp>
      <p:sp>
        <p:nvSpPr>
          <p:cNvPr id="171053" name="Text Box 45"/>
          <p:cNvSpPr txBox="1">
            <a:spLocks noChangeArrowheads="1"/>
          </p:cNvSpPr>
          <p:nvPr/>
        </p:nvSpPr>
        <p:spPr bwMode="auto">
          <a:xfrm>
            <a:off x="5835254" y="1182415"/>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a:solidFill>
                  <a:srgbClr val="333399"/>
                </a:solidFill>
                <a:latin typeface="Arial" charset="0"/>
                <a:ea typeface="黑体" pitchFamily="49" charset="-122"/>
              </a:rPr>
              <a:t>回车换行</a:t>
            </a:r>
          </a:p>
        </p:txBody>
      </p:sp>
      <p:sp>
        <p:nvSpPr>
          <p:cNvPr id="171054" name="Line 46"/>
          <p:cNvSpPr>
            <a:spLocks noChangeShapeType="1"/>
          </p:cNvSpPr>
          <p:nvPr/>
        </p:nvSpPr>
        <p:spPr bwMode="auto">
          <a:xfrm>
            <a:off x="4397508" y="1536426"/>
            <a:ext cx="441986" cy="306388"/>
          </a:xfrm>
          <a:prstGeom prst="line">
            <a:avLst/>
          </a:prstGeom>
          <a:noFill/>
          <a:ln w="1905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71055" name="Line 47"/>
          <p:cNvSpPr>
            <a:spLocks noChangeShapeType="1"/>
          </p:cNvSpPr>
          <p:nvPr/>
        </p:nvSpPr>
        <p:spPr bwMode="auto">
          <a:xfrm flipH="1">
            <a:off x="3394869" y="1536426"/>
            <a:ext cx="481542" cy="306388"/>
          </a:xfrm>
          <a:prstGeom prst="line">
            <a:avLst/>
          </a:prstGeom>
          <a:noFill/>
          <a:ln w="1905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71056" name="Line 48"/>
          <p:cNvSpPr>
            <a:spLocks noChangeShapeType="1"/>
          </p:cNvSpPr>
          <p:nvPr/>
        </p:nvSpPr>
        <p:spPr bwMode="auto">
          <a:xfrm>
            <a:off x="6481895" y="1536426"/>
            <a:ext cx="240771" cy="306388"/>
          </a:xfrm>
          <a:prstGeom prst="line">
            <a:avLst/>
          </a:prstGeom>
          <a:noFill/>
          <a:ln w="1905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71057" name="Line 49"/>
          <p:cNvSpPr>
            <a:spLocks noChangeShapeType="1"/>
          </p:cNvSpPr>
          <p:nvPr/>
        </p:nvSpPr>
        <p:spPr bwMode="auto">
          <a:xfrm>
            <a:off x="3996796" y="3065190"/>
            <a:ext cx="0" cy="407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71058" name="Line 50"/>
          <p:cNvSpPr>
            <a:spLocks noChangeShapeType="1"/>
          </p:cNvSpPr>
          <p:nvPr/>
        </p:nvSpPr>
        <p:spPr bwMode="auto">
          <a:xfrm>
            <a:off x="3996796" y="2249215"/>
            <a:ext cx="0" cy="407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71059" name="Text Box 51"/>
          <p:cNvSpPr txBox="1">
            <a:spLocks noChangeArrowheads="1"/>
          </p:cNvSpPr>
          <p:nvPr/>
        </p:nvSpPr>
        <p:spPr bwMode="auto">
          <a:xfrm>
            <a:off x="3647679" y="3066777"/>
            <a:ext cx="26962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a:solidFill>
                  <a:srgbClr val="333399"/>
                </a:solidFill>
                <a:latin typeface="Arial" charset="0"/>
                <a:ea typeface="黑体" pitchFamily="49" charset="-122"/>
              </a:rPr>
              <a:t>:</a:t>
            </a:r>
          </a:p>
        </p:txBody>
      </p:sp>
      <p:sp>
        <p:nvSpPr>
          <p:cNvPr id="171060" name="Text Box 52"/>
          <p:cNvSpPr txBox="1">
            <a:spLocks noChangeArrowheads="1"/>
          </p:cNvSpPr>
          <p:nvPr/>
        </p:nvSpPr>
        <p:spPr bwMode="auto">
          <a:xfrm>
            <a:off x="6206729" y="1831702"/>
            <a:ext cx="87075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a:solidFill>
                  <a:srgbClr val="333399"/>
                </a:solidFill>
                <a:latin typeface="Arial" charset="0"/>
                <a:ea typeface="黑体" pitchFamily="49" charset="-122"/>
              </a:rPr>
              <a:t>CRLF</a:t>
            </a:r>
          </a:p>
        </p:txBody>
      </p:sp>
      <p:sp>
        <p:nvSpPr>
          <p:cNvPr id="171061" name="Text Box 53"/>
          <p:cNvSpPr txBox="1">
            <a:spLocks noChangeArrowheads="1"/>
          </p:cNvSpPr>
          <p:nvPr/>
        </p:nvSpPr>
        <p:spPr bwMode="auto">
          <a:xfrm>
            <a:off x="4493816" y="3073127"/>
            <a:ext cx="920088" cy="396875"/>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a:solidFill>
                  <a:srgbClr val="333399"/>
                </a:solidFill>
                <a:latin typeface="Arial" charset="0"/>
                <a:ea typeface="黑体" pitchFamily="49" charset="-122"/>
              </a:rPr>
              <a:t>CRLF</a:t>
            </a:r>
          </a:p>
        </p:txBody>
      </p:sp>
      <p:sp>
        <p:nvSpPr>
          <p:cNvPr id="171062" name="Text Box 54"/>
          <p:cNvSpPr txBox="1">
            <a:spLocks noChangeArrowheads="1"/>
          </p:cNvSpPr>
          <p:nvPr/>
        </p:nvSpPr>
        <p:spPr bwMode="auto">
          <a:xfrm>
            <a:off x="4500695" y="2263502"/>
            <a:ext cx="87075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a:solidFill>
                  <a:srgbClr val="333399"/>
                </a:solidFill>
                <a:latin typeface="Arial" charset="0"/>
                <a:ea typeface="黑体" pitchFamily="49" charset="-122"/>
              </a:rPr>
              <a:t>CRLF</a:t>
            </a:r>
          </a:p>
        </p:txBody>
      </p:sp>
      <p:sp>
        <p:nvSpPr>
          <p:cNvPr id="171063" name="Text Box 55"/>
          <p:cNvSpPr txBox="1">
            <a:spLocks noChangeArrowheads="1"/>
          </p:cNvSpPr>
          <p:nvPr/>
        </p:nvSpPr>
        <p:spPr bwMode="auto">
          <a:xfrm>
            <a:off x="2044833" y="3465240"/>
            <a:ext cx="87075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a:solidFill>
                  <a:srgbClr val="333399"/>
                </a:solidFill>
                <a:latin typeface="Arial" charset="0"/>
                <a:ea typeface="黑体" pitchFamily="49" charset="-122"/>
              </a:rPr>
              <a:t>CRLF</a:t>
            </a:r>
          </a:p>
        </p:txBody>
      </p:sp>
      <p:sp>
        <p:nvSpPr>
          <p:cNvPr id="171064" name="Text Box 56"/>
          <p:cNvSpPr txBox="1">
            <a:spLocks noChangeArrowheads="1"/>
          </p:cNvSpPr>
          <p:nvPr/>
        </p:nvSpPr>
        <p:spPr bwMode="auto">
          <a:xfrm>
            <a:off x="584730" y="4864124"/>
            <a:ext cx="8893043"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lang="zh-CN" altLang="en-US" sz="2800" b="1" dirty="0">
                <a:solidFill>
                  <a:srgbClr val="0000FF"/>
                </a:solidFill>
                <a:latin typeface="黑体" pitchFamily="49" charset="-122"/>
                <a:ea typeface="黑体" pitchFamily="49" charset="-122"/>
              </a:rPr>
              <a:t>响应报文的开始行是</a:t>
            </a:r>
            <a:r>
              <a:rPr lang="zh-CN" altLang="en-US" sz="2800" b="1" dirty="0">
                <a:solidFill>
                  <a:srgbClr val="FF0000"/>
                </a:solidFill>
                <a:latin typeface="黑体" pitchFamily="49" charset="-122"/>
                <a:ea typeface="黑体" pitchFamily="49" charset="-122"/>
              </a:rPr>
              <a:t>状态行</a:t>
            </a:r>
            <a:r>
              <a:rPr lang="zh-CN" altLang="en-US" sz="2800" b="1" dirty="0">
                <a:solidFill>
                  <a:srgbClr val="FF0000"/>
                </a:solidFill>
                <a:latin typeface="Arial" charset="0"/>
                <a:ea typeface="黑体" pitchFamily="49" charset="-122"/>
              </a:rPr>
              <a:t>。</a:t>
            </a:r>
          </a:p>
          <a:p>
            <a:pPr eaLnBrk="1" hangingPunct="1"/>
            <a:r>
              <a:rPr lang="zh-CN" altLang="en-US" sz="2800" b="1" dirty="0">
                <a:solidFill>
                  <a:srgbClr val="0000FF"/>
                </a:solidFill>
                <a:latin typeface="Arial" charset="0"/>
                <a:ea typeface="黑体" pitchFamily="49" charset="-122"/>
              </a:rPr>
              <a:t>状态行包括三项内容，即 </a:t>
            </a:r>
            <a:r>
              <a:rPr lang="en-US" altLang="zh-CN" sz="2800" b="1" dirty="0">
                <a:solidFill>
                  <a:srgbClr val="FF0000"/>
                </a:solidFill>
                <a:latin typeface="Arial" charset="0"/>
                <a:ea typeface="黑体" pitchFamily="49" charset="-122"/>
              </a:rPr>
              <a:t>HTTP </a:t>
            </a:r>
            <a:r>
              <a:rPr lang="zh-CN" altLang="en-US" sz="2800" b="1" dirty="0">
                <a:solidFill>
                  <a:srgbClr val="FF0000"/>
                </a:solidFill>
                <a:latin typeface="Arial" charset="0"/>
                <a:ea typeface="黑体" pitchFamily="49" charset="-122"/>
              </a:rPr>
              <a:t>的版本，状态码，</a:t>
            </a:r>
            <a:r>
              <a:rPr lang="zh-CN" altLang="en-US" sz="2800" b="1" dirty="0">
                <a:solidFill>
                  <a:srgbClr val="0000FF"/>
                </a:solidFill>
                <a:latin typeface="Arial" charset="0"/>
                <a:ea typeface="黑体" pitchFamily="49" charset="-122"/>
              </a:rPr>
              <a:t>以及解释状态码的</a:t>
            </a:r>
            <a:r>
              <a:rPr lang="zh-CN" altLang="en-US" sz="2800" b="1" dirty="0">
                <a:solidFill>
                  <a:srgbClr val="FF0000"/>
                </a:solidFill>
                <a:latin typeface="Arial" charset="0"/>
                <a:ea typeface="黑体" pitchFamily="49" charset="-122"/>
              </a:rPr>
              <a:t>简单短语。</a:t>
            </a:r>
            <a:r>
              <a:rPr lang="zh-CN" altLang="en-US" sz="2800" b="1" dirty="0">
                <a:solidFill>
                  <a:srgbClr val="FF0000"/>
                </a:solidFill>
              </a:rPr>
              <a:t> </a:t>
            </a:r>
          </a:p>
        </p:txBody>
      </p:sp>
      <p:grpSp>
        <p:nvGrpSpPr>
          <p:cNvPr id="652346" name="Group 58"/>
          <p:cNvGrpSpPr>
            <a:grpSpLocks/>
          </p:cNvGrpSpPr>
          <p:nvPr/>
        </p:nvGrpSpPr>
        <p:grpSpPr bwMode="auto">
          <a:xfrm>
            <a:off x="405871" y="1758677"/>
            <a:ext cx="8525008" cy="576263"/>
            <a:chOff x="236" y="1026"/>
            <a:chExt cx="4957" cy="363"/>
          </a:xfrm>
        </p:grpSpPr>
        <p:sp>
          <p:nvSpPr>
            <p:cNvPr id="171066" name="Rectangle 59"/>
            <p:cNvSpPr>
              <a:spLocks noChangeArrowheads="1"/>
            </p:cNvSpPr>
            <p:nvPr/>
          </p:nvSpPr>
          <p:spPr bwMode="auto">
            <a:xfrm>
              <a:off x="1111" y="1026"/>
              <a:ext cx="4082" cy="363"/>
            </a:xfrm>
            <a:prstGeom prst="rect">
              <a:avLst/>
            </a:prstGeom>
            <a:noFill/>
            <a:ln w="57150">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71067" name="Text Box 60"/>
            <p:cNvSpPr txBox="1">
              <a:spLocks noChangeArrowheads="1"/>
            </p:cNvSpPr>
            <p:nvPr/>
          </p:nvSpPr>
          <p:spPr bwMode="auto">
            <a:xfrm>
              <a:off x="236" y="1027"/>
              <a:ext cx="734"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lang="zh-CN" altLang="en-US" sz="2800" b="1">
                  <a:solidFill>
                    <a:srgbClr val="333399"/>
                  </a:solidFill>
                  <a:ea typeface="黑体" pitchFamily="49" charset="-122"/>
                </a:rPr>
                <a:t>开始行</a:t>
              </a:r>
            </a:p>
          </p:txBody>
        </p:sp>
      </p:grpSp>
    </p:spTree>
    <p:extLst>
      <p:ext uri="{BB962C8B-B14F-4D97-AF65-F5344CB8AC3E}">
        <p14:creationId xmlns:p14="http://schemas.microsoft.com/office/powerpoint/2010/main" val="42170926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2"/>
          <p:cNvSpPr>
            <a:spLocks noGrp="1" noChangeArrowheads="1"/>
          </p:cNvSpPr>
          <p:nvPr>
            <p:ph type="title"/>
          </p:nvPr>
        </p:nvSpPr>
        <p:spPr/>
        <p:txBody>
          <a:bodyPr/>
          <a:lstStyle/>
          <a:p>
            <a:pPr algn="ctr" eaLnBrk="1" hangingPunct="1"/>
            <a:r>
              <a:rPr lang="zh-CN" altLang="en-US" dirty="0">
                <a:ea typeface="黑体" pitchFamily="49" charset="-122"/>
              </a:rPr>
              <a:t>状态码都是三位数字 </a:t>
            </a:r>
          </a:p>
        </p:txBody>
      </p:sp>
      <p:sp>
        <p:nvSpPr>
          <p:cNvPr id="173059" name="Rectangle 111"/>
          <p:cNvSpPr>
            <a:spLocks noGrp="1" noChangeArrowheads="1"/>
          </p:cNvSpPr>
          <p:nvPr>
            <p:ph idx="1"/>
          </p:nvPr>
        </p:nvSpPr>
        <p:spPr/>
        <p:txBody>
          <a:bodyPr/>
          <a:lstStyle/>
          <a:p>
            <a:pPr eaLnBrk="1" hangingPunct="1">
              <a:lnSpc>
                <a:spcPct val="100000"/>
              </a:lnSpc>
            </a:pPr>
            <a:r>
              <a:rPr lang="en-US" altLang="zh-CN" dirty="0">
                <a:solidFill>
                  <a:srgbClr val="FF0000"/>
                </a:solidFill>
                <a:ea typeface="黑体" pitchFamily="49" charset="-122"/>
              </a:rPr>
              <a:t>1xx </a:t>
            </a:r>
            <a:r>
              <a:rPr lang="zh-CN" altLang="en-US" dirty="0">
                <a:solidFill>
                  <a:srgbClr val="FF0000"/>
                </a:solidFill>
                <a:ea typeface="黑体" pitchFamily="49" charset="-122"/>
              </a:rPr>
              <a:t>表示通知信息的，</a:t>
            </a:r>
            <a:r>
              <a:rPr lang="zh-CN" altLang="en-US" dirty="0">
                <a:ea typeface="黑体" pitchFamily="49" charset="-122"/>
              </a:rPr>
              <a:t>如请求收到了或正在进行处理。</a:t>
            </a:r>
          </a:p>
          <a:p>
            <a:pPr eaLnBrk="1" hangingPunct="1">
              <a:lnSpc>
                <a:spcPct val="100000"/>
              </a:lnSpc>
            </a:pPr>
            <a:r>
              <a:rPr lang="en-US" altLang="zh-CN" dirty="0">
                <a:solidFill>
                  <a:srgbClr val="FF0000"/>
                </a:solidFill>
                <a:ea typeface="黑体" pitchFamily="49" charset="-122"/>
              </a:rPr>
              <a:t>2xx </a:t>
            </a:r>
            <a:r>
              <a:rPr lang="zh-CN" altLang="en-US" dirty="0">
                <a:solidFill>
                  <a:srgbClr val="FF0000"/>
                </a:solidFill>
                <a:ea typeface="黑体" pitchFamily="49" charset="-122"/>
              </a:rPr>
              <a:t>表示成功，</a:t>
            </a:r>
            <a:r>
              <a:rPr lang="zh-CN" altLang="en-US" dirty="0">
                <a:ea typeface="黑体" pitchFamily="49" charset="-122"/>
              </a:rPr>
              <a:t>如接受或知道了。</a:t>
            </a:r>
          </a:p>
          <a:p>
            <a:pPr eaLnBrk="1" hangingPunct="1">
              <a:lnSpc>
                <a:spcPct val="100000"/>
              </a:lnSpc>
            </a:pPr>
            <a:r>
              <a:rPr lang="en-US" altLang="zh-CN" dirty="0">
                <a:solidFill>
                  <a:srgbClr val="FF0000"/>
                </a:solidFill>
                <a:ea typeface="黑体" pitchFamily="49" charset="-122"/>
              </a:rPr>
              <a:t>3xx </a:t>
            </a:r>
            <a:r>
              <a:rPr lang="zh-CN" altLang="en-US" dirty="0">
                <a:solidFill>
                  <a:srgbClr val="FF0000"/>
                </a:solidFill>
                <a:ea typeface="黑体" pitchFamily="49" charset="-122"/>
              </a:rPr>
              <a:t>表示重定向，</a:t>
            </a:r>
            <a:r>
              <a:rPr lang="zh-CN" altLang="en-US" dirty="0">
                <a:ea typeface="黑体" pitchFamily="49" charset="-122"/>
              </a:rPr>
              <a:t>表示要完成请求还必须采取进一步的行动。</a:t>
            </a:r>
          </a:p>
          <a:p>
            <a:pPr eaLnBrk="1" hangingPunct="1">
              <a:lnSpc>
                <a:spcPct val="100000"/>
              </a:lnSpc>
            </a:pPr>
            <a:r>
              <a:rPr lang="en-US" altLang="zh-CN" dirty="0">
                <a:solidFill>
                  <a:srgbClr val="FF0000"/>
                </a:solidFill>
                <a:ea typeface="黑体" pitchFamily="49" charset="-122"/>
              </a:rPr>
              <a:t>4xx </a:t>
            </a:r>
            <a:r>
              <a:rPr lang="zh-CN" altLang="en-US" dirty="0">
                <a:solidFill>
                  <a:srgbClr val="FF0000"/>
                </a:solidFill>
                <a:ea typeface="黑体" pitchFamily="49" charset="-122"/>
              </a:rPr>
              <a:t>表示客户的差错，</a:t>
            </a:r>
            <a:r>
              <a:rPr lang="zh-CN" altLang="en-US" dirty="0">
                <a:ea typeface="黑体" pitchFamily="49" charset="-122"/>
              </a:rPr>
              <a:t>如请求中有错误的语法或不能完成。</a:t>
            </a:r>
          </a:p>
          <a:p>
            <a:pPr eaLnBrk="1" hangingPunct="1">
              <a:lnSpc>
                <a:spcPct val="100000"/>
              </a:lnSpc>
            </a:pPr>
            <a:r>
              <a:rPr lang="en-US" altLang="zh-CN" dirty="0">
                <a:solidFill>
                  <a:srgbClr val="FF0000"/>
                </a:solidFill>
                <a:ea typeface="黑体" pitchFamily="49" charset="-122"/>
              </a:rPr>
              <a:t>5xx </a:t>
            </a:r>
            <a:r>
              <a:rPr lang="zh-CN" altLang="en-US" dirty="0">
                <a:solidFill>
                  <a:srgbClr val="FF0000"/>
                </a:solidFill>
                <a:ea typeface="黑体" pitchFamily="49" charset="-122"/>
              </a:rPr>
              <a:t>表示服务器的差错</a:t>
            </a:r>
            <a:r>
              <a:rPr lang="zh-CN" altLang="en-US" dirty="0">
                <a:ea typeface="黑体" pitchFamily="49" charset="-122"/>
              </a:rPr>
              <a:t>，如服务器失效无法完成请求。</a:t>
            </a:r>
          </a:p>
        </p:txBody>
      </p:sp>
    </p:spTree>
    <p:extLst>
      <p:ext uri="{BB962C8B-B14F-4D97-AF65-F5344CB8AC3E}">
        <p14:creationId xmlns:p14="http://schemas.microsoft.com/office/powerpoint/2010/main" val="99002679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2"/>
          <p:cNvSpPr>
            <a:spLocks noGrp="1" noChangeArrowheads="1"/>
          </p:cNvSpPr>
          <p:nvPr>
            <p:ph type="title"/>
          </p:nvPr>
        </p:nvSpPr>
        <p:spPr/>
        <p:txBody>
          <a:bodyPr/>
          <a:lstStyle/>
          <a:p>
            <a:pPr eaLnBrk="1" hangingPunct="1"/>
            <a:r>
              <a:rPr lang="zh-CN" altLang="en-US" dirty="0">
                <a:ea typeface="黑体" pitchFamily="49" charset="-122"/>
              </a:rPr>
              <a:t>在服务器上存放用户的信息</a:t>
            </a:r>
          </a:p>
        </p:txBody>
      </p:sp>
      <p:sp>
        <p:nvSpPr>
          <p:cNvPr id="167940" name="Rectangle 3"/>
          <p:cNvSpPr>
            <a:spLocks noGrp="1" noChangeArrowheads="1"/>
          </p:cNvSpPr>
          <p:nvPr>
            <p:ph idx="1"/>
          </p:nvPr>
        </p:nvSpPr>
        <p:spPr/>
        <p:txBody>
          <a:bodyPr/>
          <a:lstStyle/>
          <a:p>
            <a:pPr eaLnBrk="1" hangingPunct="1">
              <a:defRPr/>
            </a:pPr>
            <a:r>
              <a:rPr lang="zh-CN" altLang="en-US" dirty="0"/>
              <a:t>万维网站点使用 </a:t>
            </a:r>
            <a:r>
              <a:rPr lang="en-US" altLang="zh-CN" dirty="0"/>
              <a:t>Cookie </a:t>
            </a:r>
            <a:r>
              <a:rPr lang="zh-CN" altLang="en-US" dirty="0"/>
              <a:t>来跟踪用户。</a:t>
            </a:r>
          </a:p>
          <a:p>
            <a:pPr eaLnBrk="1" hangingPunct="1">
              <a:defRPr/>
            </a:pPr>
            <a:r>
              <a:rPr lang="en-US" altLang="zh-CN" dirty="0">
                <a:solidFill>
                  <a:srgbClr val="FF0000"/>
                </a:solidFill>
              </a:rPr>
              <a:t>Cookie</a:t>
            </a:r>
            <a:r>
              <a:rPr lang="en-US" altLang="zh-CN" dirty="0"/>
              <a:t> </a:t>
            </a:r>
            <a:r>
              <a:rPr lang="zh-CN" altLang="en-US" dirty="0"/>
              <a:t>表示在 </a:t>
            </a:r>
            <a:r>
              <a:rPr lang="en-US" altLang="zh-CN" dirty="0"/>
              <a:t>HTTP </a:t>
            </a:r>
            <a:r>
              <a:rPr lang="zh-CN" altLang="en-US" dirty="0"/>
              <a:t>服务器和客户之间传递的状态信息。</a:t>
            </a:r>
          </a:p>
          <a:p>
            <a:pPr eaLnBrk="1" hangingPunct="1">
              <a:defRPr/>
            </a:pPr>
            <a:r>
              <a:rPr lang="zh-CN" altLang="en-US" dirty="0"/>
              <a:t>使用 </a:t>
            </a:r>
            <a:r>
              <a:rPr lang="en-US" altLang="zh-CN" dirty="0"/>
              <a:t>Cookie </a:t>
            </a:r>
            <a:r>
              <a:rPr lang="zh-CN" altLang="en-US" dirty="0"/>
              <a:t>的网站服务器为用户产生一个</a:t>
            </a:r>
            <a:r>
              <a:rPr lang="zh-CN" altLang="en-US" dirty="0">
                <a:solidFill>
                  <a:srgbClr val="FF0000"/>
                </a:solidFill>
              </a:rPr>
              <a:t>唯一的识别码。</a:t>
            </a:r>
            <a:r>
              <a:rPr lang="zh-CN" altLang="en-US" dirty="0"/>
              <a:t>利用此识别码，网站就能够跟踪该用户在该网站的活动。  </a:t>
            </a:r>
          </a:p>
        </p:txBody>
      </p:sp>
    </p:spTree>
    <p:extLst>
      <p:ext uri="{BB962C8B-B14F-4D97-AF65-F5344CB8AC3E}">
        <p14:creationId xmlns:p14="http://schemas.microsoft.com/office/powerpoint/2010/main" val="399971989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2"/>
          <p:cNvSpPr>
            <a:spLocks noGrp="1" noChangeArrowheads="1"/>
          </p:cNvSpPr>
          <p:nvPr>
            <p:ph type="title"/>
          </p:nvPr>
        </p:nvSpPr>
        <p:spPr/>
        <p:txBody>
          <a:bodyPr/>
          <a:lstStyle/>
          <a:p>
            <a:pPr eaLnBrk="1" hangingPunct="1"/>
            <a:r>
              <a:rPr lang="zh-CN" altLang="en-US" dirty="0">
                <a:ea typeface="黑体" pitchFamily="49" charset="-122"/>
              </a:rPr>
              <a:t>万维网的文档</a:t>
            </a:r>
            <a:endParaRPr lang="en-US" altLang="zh-CN" dirty="0">
              <a:ea typeface="黑体" pitchFamily="49" charset="-122"/>
            </a:endParaRPr>
          </a:p>
        </p:txBody>
      </p:sp>
      <p:sp>
        <p:nvSpPr>
          <p:cNvPr id="657411" name="Rectangle 3"/>
          <p:cNvSpPr>
            <a:spLocks noGrp="1" noChangeArrowheads="1"/>
          </p:cNvSpPr>
          <p:nvPr>
            <p:ph idx="1"/>
          </p:nvPr>
        </p:nvSpPr>
        <p:spPr/>
        <p:txBody>
          <a:bodyPr/>
          <a:lstStyle/>
          <a:p>
            <a:pPr marL="0" indent="0">
              <a:buNone/>
              <a:defRPr/>
            </a:pPr>
            <a:r>
              <a:rPr lang="en-US" altLang="zh-CN" sz="4000" dirty="0">
                <a:solidFill>
                  <a:srgbClr val="333399"/>
                </a:solidFill>
                <a:latin typeface="+mj-lt"/>
                <a:ea typeface="黑体" pitchFamily="49" charset="-122"/>
                <a:cs typeface="+mj-cs"/>
              </a:rPr>
              <a:t>1. </a:t>
            </a:r>
            <a:r>
              <a:rPr lang="zh-CN" altLang="en-US" sz="4000" dirty="0">
                <a:solidFill>
                  <a:srgbClr val="333399"/>
                </a:solidFill>
                <a:latin typeface="+mj-lt"/>
                <a:ea typeface="黑体" pitchFamily="49" charset="-122"/>
                <a:cs typeface="+mj-cs"/>
              </a:rPr>
              <a:t>超文本标记语言 </a:t>
            </a:r>
            <a:r>
              <a:rPr lang="en-US" altLang="zh-CN" sz="4000" dirty="0">
                <a:solidFill>
                  <a:srgbClr val="333399"/>
                </a:solidFill>
                <a:latin typeface="+mj-lt"/>
                <a:ea typeface="黑体" pitchFamily="49" charset="-122"/>
                <a:cs typeface="+mj-cs"/>
              </a:rPr>
              <a:t>HTML</a:t>
            </a:r>
            <a:endParaRPr lang="en-US" altLang="zh-CN" sz="4400" dirty="0">
              <a:solidFill>
                <a:srgbClr val="333399"/>
              </a:solidFill>
              <a:latin typeface="+mj-lt"/>
              <a:ea typeface="黑体" pitchFamily="49" charset="-122"/>
              <a:cs typeface="+mj-cs"/>
            </a:endParaRPr>
          </a:p>
          <a:p>
            <a:pPr eaLnBrk="1" hangingPunct="1">
              <a:defRPr/>
            </a:pPr>
            <a:r>
              <a:rPr lang="zh-CN" altLang="en-US" dirty="0"/>
              <a:t>超文本标记语言 </a:t>
            </a:r>
            <a:r>
              <a:rPr lang="en-US" altLang="zh-CN" dirty="0"/>
              <a:t>HTML </a:t>
            </a:r>
            <a:r>
              <a:rPr lang="zh-CN" altLang="en-US" dirty="0"/>
              <a:t>中的 </a:t>
            </a:r>
            <a:r>
              <a:rPr lang="en-US" altLang="zh-CN" dirty="0"/>
              <a:t>Markup </a:t>
            </a:r>
            <a:r>
              <a:rPr lang="zh-CN" altLang="en-US" dirty="0"/>
              <a:t>的意思就是“设置标记”。</a:t>
            </a:r>
          </a:p>
          <a:p>
            <a:pPr eaLnBrk="1" hangingPunct="1">
              <a:defRPr/>
            </a:pPr>
            <a:r>
              <a:rPr lang="en-US" altLang="zh-CN" dirty="0"/>
              <a:t>HTML </a:t>
            </a:r>
            <a:r>
              <a:rPr lang="zh-CN" altLang="en-US" dirty="0"/>
              <a:t>定义了许多用于</a:t>
            </a:r>
            <a:r>
              <a:rPr lang="zh-CN" altLang="en-US" dirty="0">
                <a:solidFill>
                  <a:srgbClr val="FF0000"/>
                </a:solidFill>
              </a:rPr>
              <a:t>排版的命令</a:t>
            </a:r>
            <a:r>
              <a:rPr lang="zh-CN" altLang="en-US" dirty="0"/>
              <a:t>（即标签）。</a:t>
            </a:r>
          </a:p>
          <a:p>
            <a:pPr eaLnBrk="1" hangingPunct="1">
              <a:defRPr/>
            </a:pPr>
            <a:r>
              <a:rPr lang="en-US" altLang="zh-CN" dirty="0"/>
              <a:t>HTML </a:t>
            </a:r>
            <a:r>
              <a:rPr lang="zh-CN" altLang="en-US" dirty="0"/>
              <a:t>把各种标签嵌入到万维网的页面中。这样就构成了所谓的 </a:t>
            </a:r>
            <a:r>
              <a:rPr lang="en-US" altLang="zh-CN" dirty="0"/>
              <a:t>HTML </a:t>
            </a:r>
            <a:r>
              <a:rPr lang="zh-CN" altLang="en-US" dirty="0"/>
              <a:t>文档。</a:t>
            </a:r>
            <a:r>
              <a:rPr lang="en-US" altLang="zh-CN" dirty="0"/>
              <a:t>HTML </a:t>
            </a:r>
            <a:r>
              <a:rPr lang="zh-CN" altLang="en-US" dirty="0"/>
              <a:t>文档是一种可以用任何文本编辑器创建的 </a:t>
            </a:r>
            <a:r>
              <a:rPr lang="en-US" altLang="zh-CN" dirty="0"/>
              <a:t>ASCII </a:t>
            </a:r>
            <a:r>
              <a:rPr lang="zh-CN" altLang="en-US" dirty="0"/>
              <a:t>码文件。   </a:t>
            </a:r>
          </a:p>
        </p:txBody>
      </p:sp>
    </p:spTree>
    <p:extLst>
      <p:ext uri="{BB962C8B-B14F-4D97-AF65-F5344CB8AC3E}">
        <p14:creationId xmlns:p14="http://schemas.microsoft.com/office/powerpoint/2010/main" val="155326654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2"/>
          <p:cNvSpPr>
            <a:spLocks noGrp="1" noChangeArrowheads="1"/>
          </p:cNvSpPr>
          <p:nvPr>
            <p:ph type="title"/>
          </p:nvPr>
        </p:nvSpPr>
        <p:spPr/>
        <p:txBody>
          <a:bodyPr/>
          <a:lstStyle/>
          <a:p>
            <a:pPr algn="ctr" eaLnBrk="1" hangingPunct="1"/>
            <a:r>
              <a:rPr lang="en-US" altLang="zh-CN" dirty="0">
                <a:ea typeface="黑体" pitchFamily="49" charset="-122"/>
              </a:rPr>
              <a:t>HTML </a:t>
            </a:r>
            <a:r>
              <a:rPr lang="zh-CN" altLang="en-US" dirty="0">
                <a:ea typeface="黑体" pitchFamily="49" charset="-122"/>
              </a:rPr>
              <a:t>文档 </a:t>
            </a:r>
          </a:p>
        </p:txBody>
      </p:sp>
      <p:sp>
        <p:nvSpPr>
          <p:cNvPr id="658435" name="Rectangle 3"/>
          <p:cNvSpPr>
            <a:spLocks noGrp="1" noChangeArrowheads="1"/>
          </p:cNvSpPr>
          <p:nvPr>
            <p:ph idx="1"/>
          </p:nvPr>
        </p:nvSpPr>
        <p:spPr/>
        <p:txBody>
          <a:bodyPr/>
          <a:lstStyle/>
          <a:p>
            <a:pPr algn="just" eaLnBrk="1" hangingPunct="1">
              <a:spcAft>
                <a:spcPct val="10000"/>
              </a:spcAft>
            </a:pPr>
            <a:r>
              <a:rPr lang="zh-CN" altLang="en-US" sz="2800" dirty="0">
                <a:ea typeface="黑体" pitchFamily="49" charset="-122"/>
              </a:rPr>
              <a:t>仅当 </a:t>
            </a:r>
            <a:r>
              <a:rPr lang="en-US" altLang="zh-CN" sz="2800" dirty="0">
                <a:ea typeface="黑体" pitchFamily="49" charset="-122"/>
              </a:rPr>
              <a:t>HTML </a:t>
            </a:r>
            <a:r>
              <a:rPr lang="zh-CN" altLang="en-US" sz="2800" dirty="0">
                <a:ea typeface="黑体" pitchFamily="49" charset="-122"/>
              </a:rPr>
              <a:t>文档是以 </a:t>
            </a:r>
            <a:r>
              <a:rPr lang="en-US" altLang="zh-CN" sz="2800" dirty="0">
                <a:ea typeface="黑体" pitchFamily="49" charset="-122"/>
              </a:rPr>
              <a:t>.html </a:t>
            </a:r>
            <a:r>
              <a:rPr lang="zh-CN" altLang="en-US" sz="2800" dirty="0">
                <a:ea typeface="黑体" pitchFamily="49" charset="-122"/>
              </a:rPr>
              <a:t>或 </a:t>
            </a:r>
            <a:r>
              <a:rPr lang="en-US" altLang="zh-CN" sz="2800" dirty="0">
                <a:ea typeface="黑体" pitchFamily="49" charset="-122"/>
              </a:rPr>
              <a:t>.</a:t>
            </a:r>
            <a:r>
              <a:rPr lang="en-US" altLang="zh-CN" sz="2800" dirty="0" err="1">
                <a:ea typeface="黑体" pitchFamily="49" charset="-122"/>
              </a:rPr>
              <a:t>htm</a:t>
            </a:r>
            <a:r>
              <a:rPr lang="en-US" altLang="zh-CN" sz="2800" dirty="0">
                <a:ea typeface="黑体" pitchFamily="49" charset="-122"/>
              </a:rPr>
              <a:t> </a:t>
            </a:r>
            <a:r>
              <a:rPr lang="zh-CN" altLang="en-US" sz="2800" dirty="0">
                <a:ea typeface="黑体" pitchFamily="49" charset="-122"/>
              </a:rPr>
              <a:t>为后缀时，浏览器才对此文档的各种标签进行解释。</a:t>
            </a:r>
          </a:p>
          <a:p>
            <a:pPr algn="just" eaLnBrk="1" hangingPunct="1">
              <a:spcAft>
                <a:spcPct val="10000"/>
              </a:spcAft>
            </a:pPr>
            <a:r>
              <a:rPr lang="zh-CN" altLang="en-US" sz="2800" dirty="0">
                <a:ea typeface="黑体" pitchFamily="49" charset="-122"/>
              </a:rPr>
              <a:t>如 </a:t>
            </a:r>
            <a:r>
              <a:rPr lang="en-US" altLang="zh-CN" sz="2800" dirty="0">
                <a:ea typeface="黑体" pitchFamily="49" charset="-122"/>
              </a:rPr>
              <a:t>HTML </a:t>
            </a:r>
            <a:r>
              <a:rPr lang="zh-CN" altLang="en-US" sz="2800" dirty="0">
                <a:ea typeface="黑体" pitchFamily="49" charset="-122"/>
              </a:rPr>
              <a:t>文档改换以 </a:t>
            </a:r>
            <a:r>
              <a:rPr lang="en-US" altLang="zh-CN" sz="2800" dirty="0">
                <a:ea typeface="黑体" pitchFamily="49" charset="-122"/>
              </a:rPr>
              <a:t>.txt </a:t>
            </a:r>
            <a:r>
              <a:rPr lang="zh-CN" altLang="en-US" sz="2800" dirty="0">
                <a:ea typeface="黑体" pitchFamily="49" charset="-122"/>
              </a:rPr>
              <a:t>为其后缀，则 </a:t>
            </a:r>
            <a:r>
              <a:rPr lang="en-US" altLang="zh-CN" sz="2800" dirty="0">
                <a:ea typeface="黑体" pitchFamily="49" charset="-122"/>
              </a:rPr>
              <a:t>HTML </a:t>
            </a:r>
            <a:r>
              <a:rPr lang="zh-CN" altLang="en-US" sz="2800" dirty="0">
                <a:ea typeface="黑体" pitchFamily="49" charset="-122"/>
              </a:rPr>
              <a:t>解释程序就不对标签进行解释，而浏览器只能看见原来的文本文件。</a:t>
            </a:r>
          </a:p>
          <a:p>
            <a:pPr algn="just" eaLnBrk="1" hangingPunct="1">
              <a:spcAft>
                <a:spcPct val="10000"/>
              </a:spcAft>
            </a:pPr>
            <a:r>
              <a:rPr lang="zh-CN" altLang="en-US" sz="2800" dirty="0">
                <a:ea typeface="黑体" pitchFamily="49" charset="-122"/>
              </a:rPr>
              <a:t>当浏览器从服务器读取 </a:t>
            </a:r>
            <a:r>
              <a:rPr lang="en-US" altLang="zh-CN" sz="2800" dirty="0">
                <a:ea typeface="黑体" pitchFamily="49" charset="-122"/>
              </a:rPr>
              <a:t>HTML </a:t>
            </a:r>
            <a:r>
              <a:rPr lang="zh-CN" altLang="en-US" sz="2800" dirty="0">
                <a:ea typeface="黑体" pitchFamily="49" charset="-122"/>
              </a:rPr>
              <a:t>文档后，就按照 </a:t>
            </a:r>
            <a:r>
              <a:rPr lang="en-US" altLang="zh-CN" sz="2800" dirty="0">
                <a:ea typeface="黑体" pitchFamily="49" charset="-122"/>
              </a:rPr>
              <a:t>HTML </a:t>
            </a:r>
            <a:r>
              <a:rPr lang="zh-CN" altLang="en-US" sz="2800" dirty="0">
                <a:ea typeface="黑体" pitchFamily="49" charset="-122"/>
              </a:rPr>
              <a:t>文档中的各种标签，根据浏览器所使用的显示器的尺寸和分辨率大小，重新进行排版并恢复出所读取的页面。</a:t>
            </a:r>
            <a:endParaRPr lang="zh-CN" altLang="en-US" sz="2400" dirty="0">
              <a:ea typeface="黑体" pitchFamily="49" charset="-122"/>
            </a:endParaRPr>
          </a:p>
        </p:txBody>
      </p:sp>
    </p:spTree>
    <p:extLst>
      <p:ext uri="{BB962C8B-B14F-4D97-AF65-F5344CB8AC3E}">
        <p14:creationId xmlns:p14="http://schemas.microsoft.com/office/powerpoint/2010/main" val="332702650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2"/>
          <p:cNvSpPr>
            <a:spLocks noGrp="1" noChangeArrowheads="1"/>
          </p:cNvSpPr>
          <p:nvPr>
            <p:ph type="title"/>
          </p:nvPr>
        </p:nvSpPr>
        <p:spPr/>
        <p:txBody>
          <a:bodyPr/>
          <a:lstStyle/>
          <a:p>
            <a:pPr algn="ctr" eaLnBrk="1" hangingPunct="1">
              <a:defRPr/>
            </a:pPr>
            <a:r>
              <a:rPr lang="en-US" altLang="zh-CN" dirty="0"/>
              <a:t>HTML </a:t>
            </a:r>
            <a:r>
              <a:rPr dirty="0"/>
              <a:t>文档中标签的用法 </a:t>
            </a:r>
          </a:p>
        </p:txBody>
      </p:sp>
      <p:sp>
        <p:nvSpPr>
          <p:cNvPr id="180227" name="Text Box 4"/>
          <p:cNvSpPr txBox="1">
            <a:spLocks noChangeArrowheads="1"/>
          </p:cNvSpPr>
          <p:nvPr/>
        </p:nvSpPr>
        <p:spPr bwMode="auto">
          <a:xfrm>
            <a:off x="328481" y="1020764"/>
            <a:ext cx="9149292" cy="5260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lnSpc>
                <a:spcPct val="110000"/>
              </a:lnSpc>
            </a:pPr>
            <a:r>
              <a:rPr lang="en-US" altLang="zh-CN" sz="2800" b="1">
                <a:solidFill>
                  <a:srgbClr val="333399"/>
                </a:solidFill>
                <a:latin typeface="Arial" charset="0"/>
                <a:ea typeface="黑体" pitchFamily="49" charset="-122"/>
              </a:rPr>
              <a:t>&lt;HTML&gt;                                          </a:t>
            </a:r>
          </a:p>
          <a:p>
            <a:pPr eaLnBrk="1" hangingPunct="1">
              <a:lnSpc>
                <a:spcPct val="110000"/>
              </a:lnSpc>
            </a:pPr>
            <a:r>
              <a:rPr lang="en-US" altLang="zh-CN" sz="2800" b="1">
                <a:solidFill>
                  <a:srgbClr val="333399"/>
                </a:solidFill>
                <a:latin typeface="Arial" charset="0"/>
                <a:ea typeface="黑体" pitchFamily="49" charset="-122"/>
              </a:rPr>
              <a:t>&lt;HEAD&gt;                                         </a:t>
            </a:r>
            <a:br>
              <a:rPr lang="en-US" altLang="zh-CN" sz="2800" b="1">
                <a:solidFill>
                  <a:srgbClr val="333399"/>
                </a:solidFill>
                <a:latin typeface="Arial" charset="0"/>
                <a:ea typeface="黑体" pitchFamily="49" charset="-122"/>
              </a:rPr>
            </a:br>
            <a:r>
              <a:rPr lang="en-US" altLang="zh-CN" sz="2800" b="1">
                <a:solidFill>
                  <a:srgbClr val="333399"/>
                </a:solidFill>
                <a:latin typeface="Arial" charset="0"/>
                <a:ea typeface="黑体" pitchFamily="49" charset="-122"/>
              </a:rPr>
              <a:t>      &lt;TITLE&gt;</a:t>
            </a:r>
            <a:r>
              <a:rPr lang="zh-CN" altLang="en-US" sz="2800" b="1">
                <a:solidFill>
                  <a:srgbClr val="333399"/>
                </a:solidFill>
                <a:latin typeface="Arial" charset="0"/>
                <a:ea typeface="黑体" pitchFamily="49" charset="-122"/>
              </a:rPr>
              <a:t>一个 </a:t>
            </a:r>
            <a:r>
              <a:rPr lang="en-US" altLang="zh-CN" sz="2800" b="1">
                <a:solidFill>
                  <a:srgbClr val="333399"/>
                </a:solidFill>
                <a:latin typeface="Arial" charset="0"/>
                <a:ea typeface="黑体" pitchFamily="49" charset="-122"/>
              </a:rPr>
              <a:t>HTML </a:t>
            </a:r>
            <a:r>
              <a:rPr lang="zh-CN" altLang="en-US" sz="2800" b="1">
                <a:solidFill>
                  <a:srgbClr val="333399"/>
                </a:solidFill>
                <a:latin typeface="Arial" charset="0"/>
                <a:ea typeface="黑体" pitchFamily="49" charset="-122"/>
              </a:rPr>
              <a:t>的例子</a:t>
            </a:r>
            <a:r>
              <a:rPr lang="en-US" altLang="zh-CN" sz="2800" b="1">
                <a:solidFill>
                  <a:srgbClr val="333399"/>
                </a:solidFill>
                <a:latin typeface="Arial" charset="0"/>
                <a:ea typeface="黑体" pitchFamily="49" charset="-122"/>
              </a:rPr>
              <a:t>&lt;/TITLE&gt;</a:t>
            </a:r>
          </a:p>
          <a:p>
            <a:pPr eaLnBrk="1" hangingPunct="1">
              <a:lnSpc>
                <a:spcPct val="110000"/>
              </a:lnSpc>
            </a:pPr>
            <a:r>
              <a:rPr lang="en-US" altLang="zh-CN" sz="2800" b="1">
                <a:solidFill>
                  <a:srgbClr val="333399"/>
                </a:solidFill>
                <a:latin typeface="Arial" charset="0"/>
                <a:ea typeface="黑体" pitchFamily="49" charset="-122"/>
              </a:rPr>
              <a:t>&lt;/HEAD&gt;</a:t>
            </a:r>
          </a:p>
          <a:p>
            <a:pPr eaLnBrk="1" hangingPunct="1">
              <a:lnSpc>
                <a:spcPct val="110000"/>
              </a:lnSpc>
            </a:pPr>
            <a:r>
              <a:rPr lang="en-US" altLang="zh-CN" sz="2800" b="1">
                <a:solidFill>
                  <a:srgbClr val="333399"/>
                </a:solidFill>
                <a:latin typeface="Arial" charset="0"/>
                <a:ea typeface="黑体" pitchFamily="49" charset="-122"/>
              </a:rPr>
              <a:t>&lt;BODY&gt;</a:t>
            </a:r>
          </a:p>
          <a:p>
            <a:pPr eaLnBrk="1" hangingPunct="1">
              <a:lnSpc>
                <a:spcPct val="110000"/>
              </a:lnSpc>
            </a:pPr>
            <a:r>
              <a:rPr lang="en-US" altLang="zh-CN" sz="2800" b="1">
                <a:solidFill>
                  <a:srgbClr val="333399"/>
                </a:solidFill>
                <a:latin typeface="Arial" charset="0"/>
                <a:ea typeface="黑体" pitchFamily="49" charset="-122"/>
              </a:rPr>
              <a:t>      &lt;H1&gt;HTML </a:t>
            </a:r>
            <a:r>
              <a:rPr lang="zh-CN" altLang="en-US" sz="2800" b="1">
                <a:solidFill>
                  <a:srgbClr val="333399"/>
                </a:solidFill>
                <a:latin typeface="Arial" charset="0"/>
                <a:ea typeface="黑体" pitchFamily="49" charset="-122"/>
              </a:rPr>
              <a:t>很容易掌握</a:t>
            </a:r>
            <a:r>
              <a:rPr lang="en-US" altLang="zh-CN" sz="2800" b="1">
                <a:solidFill>
                  <a:srgbClr val="333399"/>
                </a:solidFill>
                <a:latin typeface="Arial" charset="0"/>
                <a:ea typeface="黑体" pitchFamily="49" charset="-122"/>
              </a:rPr>
              <a:t>&lt;/H1&gt;</a:t>
            </a:r>
          </a:p>
          <a:p>
            <a:pPr eaLnBrk="1" hangingPunct="1">
              <a:lnSpc>
                <a:spcPct val="110000"/>
              </a:lnSpc>
            </a:pPr>
            <a:r>
              <a:rPr lang="en-US" altLang="zh-CN" sz="2800" b="1">
                <a:solidFill>
                  <a:srgbClr val="333399"/>
                </a:solidFill>
                <a:latin typeface="Arial" charset="0"/>
                <a:ea typeface="黑体" pitchFamily="49" charset="-122"/>
              </a:rPr>
              <a:t>      &lt;P&gt;</a:t>
            </a:r>
            <a:r>
              <a:rPr lang="zh-CN" altLang="en-US" sz="2800" b="1">
                <a:solidFill>
                  <a:srgbClr val="333399"/>
                </a:solidFill>
                <a:latin typeface="Arial" charset="0"/>
                <a:ea typeface="黑体" pitchFamily="49" charset="-122"/>
              </a:rPr>
              <a:t>这是第一个段落。虽然很</a:t>
            </a:r>
          </a:p>
          <a:p>
            <a:pPr eaLnBrk="1" hangingPunct="1">
              <a:lnSpc>
                <a:spcPct val="110000"/>
              </a:lnSpc>
            </a:pPr>
            <a:r>
              <a:rPr lang="zh-CN" altLang="en-US" sz="2800" b="1">
                <a:solidFill>
                  <a:srgbClr val="333399"/>
                </a:solidFill>
                <a:latin typeface="Arial" charset="0"/>
                <a:ea typeface="黑体" pitchFamily="49" charset="-122"/>
              </a:rPr>
              <a:t>       短，但它仍是一个段落。</a:t>
            </a:r>
            <a:r>
              <a:rPr lang="en-US" altLang="zh-CN" sz="2800" b="1">
                <a:solidFill>
                  <a:srgbClr val="333399"/>
                </a:solidFill>
                <a:latin typeface="Arial" charset="0"/>
                <a:ea typeface="黑体" pitchFamily="49" charset="-122"/>
              </a:rPr>
              <a:t>&lt;/P&gt;</a:t>
            </a:r>
          </a:p>
          <a:p>
            <a:pPr eaLnBrk="1" hangingPunct="1">
              <a:lnSpc>
                <a:spcPct val="110000"/>
              </a:lnSpc>
            </a:pPr>
            <a:r>
              <a:rPr lang="en-US" altLang="zh-CN" sz="2800" b="1">
                <a:solidFill>
                  <a:srgbClr val="333399"/>
                </a:solidFill>
                <a:latin typeface="Arial" charset="0"/>
                <a:ea typeface="黑体" pitchFamily="49" charset="-122"/>
              </a:rPr>
              <a:t>      &lt;P&gt;</a:t>
            </a:r>
            <a:r>
              <a:rPr lang="zh-CN" altLang="en-US" sz="2800" b="1">
                <a:solidFill>
                  <a:srgbClr val="333399"/>
                </a:solidFill>
                <a:latin typeface="Arial" charset="0"/>
                <a:ea typeface="黑体" pitchFamily="49" charset="-122"/>
              </a:rPr>
              <a:t>这是第二个段落。</a:t>
            </a:r>
            <a:r>
              <a:rPr lang="en-US" altLang="zh-CN" sz="2800" b="1">
                <a:solidFill>
                  <a:srgbClr val="333399"/>
                </a:solidFill>
                <a:latin typeface="Arial" charset="0"/>
                <a:ea typeface="黑体" pitchFamily="49" charset="-122"/>
              </a:rPr>
              <a:t>&lt;/P&gt;</a:t>
            </a:r>
          </a:p>
          <a:p>
            <a:pPr eaLnBrk="1" hangingPunct="1">
              <a:lnSpc>
                <a:spcPct val="110000"/>
              </a:lnSpc>
            </a:pPr>
            <a:r>
              <a:rPr lang="en-US" altLang="zh-CN" sz="2800" b="1">
                <a:solidFill>
                  <a:srgbClr val="333399"/>
                </a:solidFill>
                <a:latin typeface="Arial" charset="0"/>
                <a:ea typeface="黑体" pitchFamily="49" charset="-122"/>
              </a:rPr>
              <a:t>&lt;/BODY&gt;</a:t>
            </a:r>
          </a:p>
          <a:p>
            <a:pPr eaLnBrk="1" hangingPunct="1">
              <a:lnSpc>
                <a:spcPct val="110000"/>
              </a:lnSpc>
            </a:pPr>
            <a:r>
              <a:rPr lang="en-US" altLang="zh-CN" sz="2800" b="1">
                <a:solidFill>
                  <a:srgbClr val="333399"/>
                </a:solidFill>
                <a:latin typeface="Arial" charset="0"/>
                <a:ea typeface="黑体" pitchFamily="49" charset="-122"/>
              </a:rPr>
              <a:t>&lt;/HTML&gt;</a:t>
            </a:r>
          </a:p>
        </p:txBody>
      </p:sp>
    </p:spTree>
    <p:extLst>
      <p:ext uri="{BB962C8B-B14F-4D97-AF65-F5344CB8AC3E}">
        <p14:creationId xmlns:p14="http://schemas.microsoft.com/office/powerpoint/2010/main" val="105744864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4"/>
          <p:cNvSpPr>
            <a:spLocks noGrp="1" noChangeArrowheads="1"/>
          </p:cNvSpPr>
          <p:nvPr>
            <p:ph type="title"/>
          </p:nvPr>
        </p:nvSpPr>
        <p:spPr>
          <a:xfrm>
            <a:off x="495300" y="188913"/>
            <a:ext cx="9066742" cy="792162"/>
          </a:xfrm>
        </p:spPr>
        <p:txBody>
          <a:bodyPr/>
          <a:lstStyle/>
          <a:p>
            <a:pPr algn="ctr" eaLnBrk="1" hangingPunct="1"/>
            <a:r>
              <a:rPr lang="zh-CN" altLang="en-US" dirty="0">
                <a:ea typeface="黑体" pitchFamily="49" charset="-122"/>
              </a:rPr>
              <a:t>两种不同的链接</a:t>
            </a:r>
          </a:p>
        </p:txBody>
      </p:sp>
      <p:sp>
        <p:nvSpPr>
          <p:cNvPr id="193540" name="Rectangle 5"/>
          <p:cNvSpPr>
            <a:spLocks noGrp="1" noChangeArrowheads="1"/>
          </p:cNvSpPr>
          <p:nvPr>
            <p:ph idx="1"/>
          </p:nvPr>
        </p:nvSpPr>
        <p:spPr>
          <a:xfrm>
            <a:off x="495300" y="1196975"/>
            <a:ext cx="9066742" cy="4933950"/>
          </a:xfrm>
        </p:spPr>
        <p:txBody>
          <a:bodyPr/>
          <a:lstStyle/>
          <a:p>
            <a:pPr>
              <a:defRPr/>
            </a:pPr>
            <a:r>
              <a:rPr lang="en-US" altLang="zh-CN" dirty="0"/>
              <a:t>HTML</a:t>
            </a:r>
            <a:r>
              <a:rPr lang="zh-CN" altLang="zh-CN" dirty="0"/>
              <a:t>还规定了链接的设置方法。每个链接都有一个起点和终点。</a:t>
            </a:r>
            <a:endParaRPr lang="en-US" altLang="zh-CN" dirty="0"/>
          </a:p>
          <a:p>
            <a:pPr eaLnBrk="1" hangingPunct="1">
              <a:defRPr/>
            </a:pPr>
            <a:r>
              <a:rPr lang="zh-CN" altLang="en-US" dirty="0">
                <a:solidFill>
                  <a:srgbClr val="FF0000"/>
                </a:solidFill>
              </a:rPr>
              <a:t>远程链接：</a:t>
            </a:r>
            <a:r>
              <a:rPr lang="zh-CN" altLang="en-US" dirty="0"/>
              <a:t>超链的终点是其他网点上的页面。</a:t>
            </a:r>
          </a:p>
          <a:p>
            <a:pPr eaLnBrk="1" hangingPunct="1">
              <a:defRPr/>
            </a:pPr>
            <a:r>
              <a:rPr lang="zh-CN" altLang="en-US" dirty="0">
                <a:solidFill>
                  <a:srgbClr val="FF0000"/>
                </a:solidFill>
              </a:rPr>
              <a:t>本地链接：</a:t>
            </a:r>
            <a:r>
              <a:rPr lang="zh-CN" altLang="en-US" dirty="0"/>
              <a:t>超链指向本计算机中的某个文件。</a:t>
            </a:r>
          </a:p>
        </p:txBody>
      </p:sp>
    </p:spTree>
    <p:extLst>
      <p:ext uri="{BB962C8B-B14F-4D97-AF65-F5344CB8AC3E}">
        <p14:creationId xmlns:p14="http://schemas.microsoft.com/office/powerpoint/2010/main" val="213994534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a:t>XML</a:t>
            </a:r>
            <a:endParaRPr lang="zh-CN" altLang="en-US" dirty="0"/>
          </a:p>
        </p:txBody>
      </p:sp>
      <p:sp>
        <p:nvSpPr>
          <p:cNvPr id="3" name="内容占位符 2"/>
          <p:cNvSpPr>
            <a:spLocks noGrp="1"/>
          </p:cNvSpPr>
          <p:nvPr>
            <p:ph idx="1"/>
          </p:nvPr>
        </p:nvSpPr>
        <p:spPr/>
        <p:txBody>
          <a:bodyPr/>
          <a:lstStyle/>
          <a:p>
            <a:r>
              <a:rPr lang="en-US" altLang="zh-CN" dirty="0"/>
              <a:t>XML (Extensible Markup Language)</a:t>
            </a:r>
            <a:r>
              <a:rPr lang="zh-CN" altLang="zh-CN" dirty="0"/>
              <a:t>是可扩展标记语言，它和</a:t>
            </a:r>
            <a:r>
              <a:rPr lang="en-US" altLang="zh-CN" dirty="0"/>
              <a:t>HTML</a:t>
            </a:r>
            <a:r>
              <a:rPr lang="zh-CN" altLang="zh-CN" dirty="0"/>
              <a:t>很相似。</a:t>
            </a:r>
            <a:endParaRPr lang="en-US" altLang="zh-CN" dirty="0"/>
          </a:p>
          <a:p>
            <a:r>
              <a:rPr lang="zh-CN" altLang="zh-CN" dirty="0"/>
              <a:t>但</a:t>
            </a:r>
            <a:r>
              <a:rPr lang="en-US" altLang="zh-CN" dirty="0"/>
              <a:t>XML</a:t>
            </a:r>
            <a:r>
              <a:rPr lang="zh-CN" altLang="zh-CN" dirty="0"/>
              <a:t>的设计宗旨是</a:t>
            </a:r>
            <a:r>
              <a:rPr lang="zh-CN" altLang="zh-CN" dirty="0">
                <a:solidFill>
                  <a:srgbClr val="FF0000"/>
                </a:solidFill>
              </a:rPr>
              <a:t>传输数据，</a:t>
            </a:r>
            <a:r>
              <a:rPr lang="zh-CN" altLang="zh-CN" dirty="0"/>
              <a:t>而不是显示数据（</a:t>
            </a:r>
            <a:r>
              <a:rPr lang="en-US" altLang="zh-CN" dirty="0"/>
              <a:t>HTML</a:t>
            </a:r>
            <a:r>
              <a:rPr lang="zh-CN" altLang="zh-CN" dirty="0"/>
              <a:t>是为了在浏览器上显示数据）。</a:t>
            </a:r>
            <a:endParaRPr lang="en-US" altLang="zh-CN" dirty="0"/>
          </a:p>
          <a:p>
            <a:r>
              <a:rPr lang="en-US" altLang="zh-CN" dirty="0"/>
              <a:t>XML </a:t>
            </a:r>
            <a:r>
              <a:rPr lang="zh-CN" altLang="zh-CN" dirty="0"/>
              <a:t>不是要替换</a:t>
            </a:r>
            <a:r>
              <a:rPr lang="en-US" altLang="zh-CN" dirty="0"/>
              <a:t> HTML</a:t>
            </a:r>
            <a:r>
              <a:rPr lang="zh-CN" altLang="zh-CN" dirty="0"/>
              <a:t>，而是对</a:t>
            </a:r>
            <a:r>
              <a:rPr lang="en-US" altLang="zh-CN" dirty="0"/>
              <a:t> HTML </a:t>
            </a:r>
            <a:r>
              <a:rPr lang="zh-CN" altLang="zh-CN" dirty="0"/>
              <a:t>的补充。</a:t>
            </a:r>
            <a:endParaRPr lang="zh-CN" altLang="en-US" dirty="0"/>
          </a:p>
        </p:txBody>
      </p:sp>
    </p:spTree>
    <p:extLst>
      <p:ext uri="{BB962C8B-B14F-4D97-AF65-F5344CB8AC3E}">
        <p14:creationId xmlns:p14="http://schemas.microsoft.com/office/powerpoint/2010/main" val="331731295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a:t>XHTML</a:t>
            </a:r>
            <a:endParaRPr lang="zh-CN" altLang="en-US" dirty="0"/>
          </a:p>
        </p:txBody>
      </p:sp>
      <p:sp>
        <p:nvSpPr>
          <p:cNvPr id="3" name="内容占位符 2"/>
          <p:cNvSpPr>
            <a:spLocks noGrp="1"/>
          </p:cNvSpPr>
          <p:nvPr>
            <p:ph idx="1"/>
          </p:nvPr>
        </p:nvSpPr>
        <p:spPr/>
        <p:txBody>
          <a:bodyPr/>
          <a:lstStyle/>
          <a:p>
            <a:r>
              <a:rPr lang="en-US" altLang="zh-CN" dirty="0"/>
              <a:t>XHTML (Extensible HTML) </a:t>
            </a:r>
            <a:r>
              <a:rPr lang="zh-CN" altLang="zh-CN" dirty="0"/>
              <a:t>是可扩展超文本标记语言，它与</a:t>
            </a:r>
            <a:r>
              <a:rPr lang="en-US" altLang="zh-CN" dirty="0"/>
              <a:t> HTML 4.01 </a:t>
            </a:r>
            <a:r>
              <a:rPr lang="zh-CN" altLang="zh-CN" dirty="0"/>
              <a:t>几乎是相同的。</a:t>
            </a:r>
            <a:endParaRPr lang="en-US" altLang="zh-CN" dirty="0"/>
          </a:p>
          <a:p>
            <a:r>
              <a:rPr lang="zh-CN" altLang="zh-CN" dirty="0"/>
              <a:t>但</a:t>
            </a:r>
            <a:r>
              <a:rPr lang="en-US" altLang="zh-CN" dirty="0"/>
              <a:t> XHTML </a:t>
            </a:r>
            <a:r>
              <a:rPr lang="zh-CN" altLang="zh-CN" dirty="0"/>
              <a:t>是更严格的</a:t>
            </a:r>
            <a:r>
              <a:rPr lang="en-US" altLang="zh-CN" dirty="0"/>
              <a:t> HTML </a:t>
            </a:r>
            <a:r>
              <a:rPr lang="zh-CN" altLang="zh-CN" dirty="0"/>
              <a:t>版本，也是一个</a:t>
            </a:r>
            <a:r>
              <a:rPr lang="en-US" altLang="zh-CN" dirty="0"/>
              <a:t> W3C </a:t>
            </a:r>
            <a:r>
              <a:rPr lang="zh-CN" altLang="zh-CN" dirty="0"/>
              <a:t>标准（</a:t>
            </a:r>
            <a:r>
              <a:rPr lang="en-US" altLang="zh-CN" dirty="0"/>
              <a:t>2000</a:t>
            </a:r>
            <a:r>
              <a:rPr lang="zh-CN" altLang="zh-CN" dirty="0"/>
              <a:t>年</a:t>
            </a:r>
            <a:r>
              <a:rPr lang="en-US" altLang="zh-CN" dirty="0"/>
              <a:t>1</a:t>
            </a:r>
            <a:r>
              <a:rPr lang="zh-CN" altLang="zh-CN" dirty="0"/>
              <a:t>月），是作为一种</a:t>
            </a:r>
            <a:r>
              <a:rPr lang="en-US" altLang="zh-CN" dirty="0"/>
              <a:t> XML </a:t>
            </a:r>
            <a:r>
              <a:rPr lang="zh-CN" altLang="zh-CN" dirty="0"/>
              <a:t>应用被重新定义的</a:t>
            </a:r>
            <a:r>
              <a:rPr lang="en-US" altLang="zh-CN" dirty="0"/>
              <a:t> HTML</a:t>
            </a:r>
            <a:r>
              <a:rPr lang="zh-CN" altLang="zh-CN" dirty="0"/>
              <a:t>，并将逐渐取代</a:t>
            </a:r>
            <a:r>
              <a:rPr lang="en-US" altLang="zh-CN" dirty="0"/>
              <a:t> HTML</a:t>
            </a:r>
            <a:r>
              <a:rPr lang="zh-CN" altLang="zh-CN" dirty="0"/>
              <a:t>。</a:t>
            </a:r>
            <a:endParaRPr lang="en-US" altLang="zh-CN" dirty="0"/>
          </a:p>
          <a:p>
            <a:r>
              <a:rPr lang="zh-CN" altLang="zh-CN" dirty="0"/>
              <a:t>新的浏览器都支持</a:t>
            </a:r>
            <a:r>
              <a:rPr lang="en-US" altLang="zh-CN" dirty="0"/>
              <a:t> XHTML</a:t>
            </a:r>
            <a:r>
              <a:rPr lang="zh-CN" altLang="zh-CN" dirty="0"/>
              <a:t>。</a:t>
            </a:r>
          </a:p>
          <a:p>
            <a:endParaRPr lang="zh-CN" altLang="en-US" dirty="0"/>
          </a:p>
        </p:txBody>
      </p:sp>
    </p:spTree>
    <p:extLst>
      <p:ext uri="{BB962C8B-B14F-4D97-AF65-F5344CB8AC3E}">
        <p14:creationId xmlns:p14="http://schemas.microsoft.com/office/powerpoint/2010/main" val="248663011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a:t>CSS</a:t>
            </a:r>
            <a:endParaRPr lang="zh-CN" altLang="en-US" dirty="0"/>
          </a:p>
        </p:txBody>
      </p:sp>
      <p:sp>
        <p:nvSpPr>
          <p:cNvPr id="3" name="内容占位符 2"/>
          <p:cNvSpPr>
            <a:spLocks noGrp="1"/>
          </p:cNvSpPr>
          <p:nvPr>
            <p:ph idx="1"/>
          </p:nvPr>
        </p:nvSpPr>
        <p:spPr/>
        <p:txBody>
          <a:bodyPr/>
          <a:lstStyle/>
          <a:p>
            <a:r>
              <a:rPr lang="en-US" altLang="zh-CN" dirty="0"/>
              <a:t>CSS (Cascading Style Sheets) </a:t>
            </a:r>
            <a:r>
              <a:rPr lang="zh-CN" altLang="zh-CN" dirty="0"/>
              <a:t>是层叠样式表，它是一种样式表语言，用于为</a:t>
            </a:r>
            <a:r>
              <a:rPr lang="en-US" altLang="zh-CN" dirty="0"/>
              <a:t> HTML </a:t>
            </a:r>
            <a:r>
              <a:rPr lang="zh-CN" altLang="zh-CN" dirty="0"/>
              <a:t>文档定义布局。</a:t>
            </a:r>
            <a:endParaRPr lang="en-US" altLang="zh-CN" dirty="0"/>
          </a:p>
          <a:p>
            <a:r>
              <a:rPr lang="en-US" altLang="zh-CN" dirty="0"/>
              <a:t>CSS </a:t>
            </a:r>
            <a:r>
              <a:rPr lang="zh-CN" altLang="zh-CN" dirty="0"/>
              <a:t>与</a:t>
            </a:r>
            <a:r>
              <a:rPr lang="en-US" altLang="zh-CN" dirty="0"/>
              <a:t> HTML </a:t>
            </a:r>
            <a:r>
              <a:rPr lang="zh-CN" altLang="zh-CN" dirty="0"/>
              <a:t>的区别就是：</a:t>
            </a:r>
            <a:r>
              <a:rPr lang="en-US" altLang="zh-CN" dirty="0"/>
              <a:t>HTML </a:t>
            </a:r>
            <a:r>
              <a:rPr lang="zh-CN" altLang="zh-CN" dirty="0"/>
              <a:t>用于结构化内容，而</a:t>
            </a:r>
            <a:r>
              <a:rPr lang="en-US" altLang="zh-CN" dirty="0"/>
              <a:t> CSS </a:t>
            </a:r>
            <a:r>
              <a:rPr lang="zh-CN" altLang="zh-CN" dirty="0"/>
              <a:t>则用于格式化结构化的内容。</a:t>
            </a:r>
            <a:endParaRPr lang="zh-CN" altLang="en-US" dirty="0"/>
          </a:p>
        </p:txBody>
      </p:sp>
    </p:spTree>
    <p:extLst>
      <p:ext uri="{BB962C8B-B14F-4D97-AF65-F5344CB8AC3E}">
        <p14:creationId xmlns:p14="http://schemas.microsoft.com/office/powerpoint/2010/main" val="64500377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2"/>
          <p:cNvSpPr>
            <a:spLocks noGrp="1" noChangeArrowheads="1"/>
          </p:cNvSpPr>
          <p:nvPr>
            <p:ph type="title"/>
          </p:nvPr>
        </p:nvSpPr>
        <p:spPr/>
        <p:txBody>
          <a:bodyPr/>
          <a:lstStyle/>
          <a:p>
            <a:pPr eaLnBrk="1" hangingPunct="1"/>
            <a:r>
              <a:rPr lang="en-US" altLang="zh-CN" dirty="0">
                <a:ea typeface="黑体" pitchFamily="49" charset="-122"/>
              </a:rPr>
              <a:t>2. </a:t>
            </a:r>
            <a:r>
              <a:rPr lang="zh-CN" altLang="en-US" dirty="0">
                <a:ea typeface="黑体" pitchFamily="49" charset="-122"/>
              </a:rPr>
              <a:t>动态万维网文档 </a:t>
            </a:r>
          </a:p>
        </p:txBody>
      </p:sp>
      <p:sp>
        <p:nvSpPr>
          <p:cNvPr id="692227" name="Rectangle 3"/>
          <p:cNvSpPr>
            <a:spLocks noGrp="1" noChangeArrowheads="1"/>
          </p:cNvSpPr>
          <p:nvPr>
            <p:ph idx="1"/>
          </p:nvPr>
        </p:nvSpPr>
        <p:spPr/>
        <p:txBody>
          <a:bodyPr/>
          <a:lstStyle/>
          <a:p>
            <a:pPr eaLnBrk="1" hangingPunct="1">
              <a:defRPr/>
            </a:pPr>
            <a:r>
              <a:rPr lang="zh-CN" altLang="en-US" dirty="0">
                <a:solidFill>
                  <a:srgbClr val="FF0000"/>
                </a:solidFill>
              </a:rPr>
              <a:t>静态文档</a:t>
            </a:r>
            <a:r>
              <a:rPr lang="zh-CN" altLang="en-US" dirty="0"/>
              <a:t>是指该文档创作完毕后就存放在万维网服务器中，在被用户浏览的过程中，内容不会改变。 </a:t>
            </a:r>
          </a:p>
          <a:p>
            <a:pPr eaLnBrk="1" hangingPunct="1">
              <a:defRPr/>
            </a:pPr>
            <a:r>
              <a:rPr lang="zh-CN" altLang="en-US" dirty="0">
                <a:solidFill>
                  <a:srgbClr val="FF0000"/>
                </a:solidFill>
              </a:rPr>
              <a:t>动态文档</a:t>
            </a:r>
            <a:r>
              <a:rPr lang="zh-CN" altLang="en-US" dirty="0"/>
              <a:t>是指文档的内容是在浏览器访问万维网服务器时才由应用程序动态创建。</a:t>
            </a:r>
          </a:p>
          <a:p>
            <a:pPr eaLnBrk="1" hangingPunct="1">
              <a:defRPr/>
            </a:pPr>
            <a:r>
              <a:rPr lang="zh-CN" altLang="en-US" dirty="0"/>
              <a:t>动态文档和静态文档之间的主要差别体现在</a:t>
            </a:r>
            <a:r>
              <a:rPr lang="zh-CN" altLang="en-US" dirty="0">
                <a:solidFill>
                  <a:srgbClr val="FF0000"/>
                </a:solidFill>
              </a:rPr>
              <a:t>服务器</a:t>
            </a:r>
            <a:r>
              <a:rPr lang="zh-CN" altLang="en-US" dirty="0"/>
              <a:t>一端。这主要是文档内容的生成方法不同。而从浏览器的角度看，这两种文档并没有区别。  </a:t>
            </a:r>
          </a:p>
        </p:txBody>
      </p:sp>
    </p:spTree>
    <p:extLst>
      <p:ext uri="{BB962C8B-B14F-4D97-AF65-F5344CB8AC3E}">
        <p14:creationId xmlns:p14="http://schemas.microsoft.com/office/powerpoint/2010/main" val="265071358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6850" name="Picture 4"/>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99390" y="1930425"/>
            <a:ext cx="1594247" cy="2560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694321" name="Group 49"/>
          <p:cNvGrpSpPr>
            <a:grpSpLocks/>
          </p:cNvGrpSpPr>
          <p:nvPr/>
        </p:nvGrpSpPr>
        <p:grpSpPr bwMode="auto">
          <a:xfrm>
            <a:off x="6070865" y="2773388"/>
            <a:ext cx="1977760" cy="1122362"/>
            <a:chOff x="3530" y="1904"/>
            <a:chExt cx="1150" cy="707"/>
          </a:xfrm>
        </p:grpSpPr>
        <p:sp>
          <p:nvSpPr>
            <p:cNvPr id="206886" name="AutoShape 5"/>
            <p:cNvSpPr>
              <a:spLocks noChangeArrowheads="1"/>
            </p:cNvSpPr>
            <p:nvPr/>
          </p:nvSpPr>
          <p:spPr bwMode="auto">
            <a:xfrm>
              <a:off x="4238" y="1904"/>
              <a:ext cx="442" cy="289"/>
            </a:xfrm>
            <a:prstGeom prst="can">
              <a:avLst>
                <a:gd name="adj" fmla="val 39583"/>
              </a:avLst>
            </a:prstGeom>
            <a:gradFill rotWithShape="1">
              <a:gsLst>
                <a:gs pos="0">
                  <a:srgbClr val="666666"/>
                </a:gs>
                <a:gs pos="50000">
                  <a:srgbClr val="DDDDDD"/>
                </a:gs>
                <a:gs pos="100000">
                  <a:srgbClr val="666666"/>
                </a:gs>
              </a:gsLst>
              <a:lin ang="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206887" name="Line 14"/>
            <p:cNvSpPr>
              <a:spLocks noChangeShapeType="1"/>
            </p:cNvSpPr>
            <p:nvPr/>
          </p:nvSpPr>
          <p:spPr bwMode="auto">
            <a:xfrm flipV="1">
              <a:off x="3985" y="2177"/>
              <a:ext cx="393" cy="232"/>
            </a:xfrm>
            <a:prstGeom prst="line">
              <a:avLst/>
            </a:prstGeom>
            <a:noFill/>
            <a:ln w="28575">
              <a:solidFill>
                <a:srgbClr val="333399"/>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06888" name="Line 18"/>
            <p:cNvSpPr>
              <a:spLocks noChangeShapeType="1"/>
            </p:cNvSpPr>
            <p:nvPr/>
          </p:nvSpPr>
          <p:spPr bwMode="auto">
            <a:xfrm>
              <a:off x="3530" y="2276"/>
              <a:ext cx="186" cy="181"/>
            </a:xfrm>
            <a:prstGeom prst="line">
              <a:avLst/>
            </a:prstGeom>
            <a:noFill/>
            <a:ln w="254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06889" name="Oval 13"/>
            <p:cNvSpPr>
              <a:spLocks noChangeArrowheads="1"/>
            </p:cNvSpPr>
            <p:nvPr/>
          </p:nvSpPr>
          <p:spPr bwMode="auto">
            <a:xfrm>
              <a:off x="3651" y="2385"/>
              <a:ext cx="450" cy="226"/>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zh-CN" sz="2000" b="1">
                  <a:solidFill>
                    <a:srgbClr val="000099"/>
                  </a:solidFill>
                  <a:latin typeface="Arial" charset="0"/>
                </a:rPr>
                <a:t>CGI</a:t>
              </a:r>
            </a:p>
          </p:txBody>
        </p:sp>
      </p:grpSp>
      <p:grpSp>
        <p:nvGrpSpPr>
          <p:cNvPr id="694317" name="Group 45"/>
          <p:cNvGrpSpPr>
            <a:grpSpLocks/>
          </p:cNvGrpSpPr>
          <p:nvPr/>
        </p:nvGrpSpPr>
        <p:grpSpPr bwMode="auto">
          <a:xfrm>
            <a:off x="1141942" y="4705376"/>
            <a:ext cx="5840413" cy="1724026"/>
            <a:chOff x="664" y="3124"/>
            <a:chExt cx="3396" cy="1086"/>
          </a:xfrm>
        </p:grpSpPr>
        <p:sp>
          <p:nvSpPr>
            <p:cNvPr id="206880" name="Line 32"/>
            <p:cNvSpPr>
              <a:spLocks noChangeShapeType="1"/>
            </p:cNvSpPr>
            <p:nvPr/>
          </p:nvSpPr>
          <p:spPr bwMode="auto">
            <a:xfrm flipH="1" flipV="1">
              <a:off x="664" y="3680"/>
              <a:ext cx="2965" cy="11"/>
            </a:xfrm>
            <a:prstGeom prst="line">
              <a:avLst/>
            </a:prstGeom>
            <a:noFill/>
            <a:ln w="28575">
              <a:solidFill>
                <a:srgbClr val="333399"/>
              </a:solidFill>
              <a:prstDash val="dash"/>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206881" name="Text Box 34"/>
            <p:cNvSpPr txBox="1">
              <a:spLocks noChangeArrowheads="1"/>
            </p:cNvSpPr>
            <p:nvPr/>
          </p:nvSpPr>
          <p:spPr bwMode="auto">
            <a:xfrm>
              <a:off x="2336" y="3124"/>
              <a:ext cx="660" cy="10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10600" b="1">
                  <a:solidFill>
                    <a:srgbClr val="000099"/>
                  </a:solidFill>
                  <a:latin typeface="Arial" charset="0"/>
                  <a:ea typeface="黑体" pitchFamily="49" charset="-122"/>
                  <a:sym typeface="Wingdings" pitchFamily="2" charset="2"/>
                </a:rPr>
                <a:t></a:t>
              </a:r>
              <a:endParaRPr kumimoji="1" lang="en-US" altLang="zh-CN" sz="10600" b="1">
                <a:solidFill>
                  <a:srgbClr val="000099"/>
                </a:solidFill>
                <a:latin typeface="Arial" charset="0"/>
                <a:ea typeface="黑体" pitchFamily="49" charset="-122"/>
              </a:endParaRPr>
            </a:p>
          </p:txBody>
        </p:sp>
        <p:sp>
          <p:nvSpPr>
            <p:cNvPr id="206882" name="Text Box 36"/>
            <p:cNvSpPr txBox="1">
              <a:spLocks noChangeArrowheads="1"/>
            </p:cNvSpPr>
            <p:nvPr/>
          </p:nvSpPr>
          <p:spPr bwMode="auto">
            <a:xfrm>
              <a:off x="2830" y="3217"/>
              <a:ext cx="1230"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800" b="1">
                  <a:solidFill>
                    <a:srgbClr val="000099"/>
                  </a:solidFill>
                  <a:latin typeface="Arial" charset="0"/>
                  <a:ea typeface="黑体" pitchFamily="49" charset="-122"/>
                  <a:sym typeface="Wingdings" pitchFamily="2" charset="2"/>
                </a:rPr>
                <a:t></a:t>
              </a:r>
              <a:r>
                <a:rPr kumimoji="1" lang="en-US" altLang="zh-CN" sz="2000" b="1">
                  <a:solidFill>
                    <a:srgbClr val="000099"/>
                  </a:solidFill>
                  <a:latin typeface="Arial" charset="0"/>
                  <a:ea typeface="黑体" pitchFamily="49" charset="-122"/>
                </a:rPr>
                <a:t> </a:t>
              </a:r>
              <a:r>
                <a:rPr kumimoji="1" lang="zh-CN" altLang="en-US" sz="2000" b="1">
                  <a:solidFill>
                    <a:srgbClr val="000099"/>
                  </a:solidFill>
                  <a:latin typeface="Arial" charset="0"/>
                  <a:ea typeface="黑体" pitchFamily="49" charset="-122"/>
                </a:rPr>
                <a:t>响应动态文档</a:t>
              </a:r>
            </a:p>
          </p:txBody>
        </p:sp>
        <p:grpSp>
          <p:nvGrpSpPr>
            <p:cNvPr id="206883" name="Group 37"/>
            <p:cNvGrpSpPr>
              <a:grpSpLocks/>
            </p:cNvGrpSpPr>
            <p:nvPr/>
          </p:nvGrpSpPr>
          <p:grpSpPr bwMode="auto">
            <a:xfrm flipH="1">
              <a:off x="1039" y="3509"/>
              <a:ext cx="1433" cy="321"/>
              <a:chOff x="1152" y="1824"/>
              <a:chExt cx="1296" cy="240"/>
            </a:xfrm>
          </p:grpSpPr>
          <p:sp>
            <p:nvSpPr>
              <p:cNvPr id="206884" name="AutoShape 38"/>
              <p:cNvSpPr>
                <a:spLocks noChangeArrowheads="1"/>
              </p:cNvSpPr>
              <p:nvPr/>
            </p:nvSpPr>
            <p:spPr bwMode="auto">
              <a:xfrm>
                <a:off x="2160" y="1872"/>
                <a:ext cx="288" cy="144"/>
              </a:xfrm>
              <a:prstGeom prst="rightArrow">
                <a:avLst>
                  <a:gd name="adj1" fmla="val 50000"/>
                  <a:gd name="adj2" fmla="val 50000"/>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206885" name="Rectangle 39"/>
              <p:cNvSpPr>
                <a:spLocks noChangeArrowheads="1"/>
              </p:cNvSpPr>
              <p:nvPr/>
            </p:nvSpPr>
            <p:spPr bwMode="auto">
              <a:xfrm>
                <a:off x="1152" y="1824"/>
                <a:ext cx="1008" cy="240"/>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charset="0"/>
                    <a:ea typeface="黑体" pitchFamily="49" charset="-122"/>
                  </a:rPr>
                  <a:t>HTTP </a:t>
                </a:r>
                <a:r>
                  <a:rPr kumimoji="1" lang="zh-CN" altLang="en-US" sz="2000" b="1">
                    <a:solidFill>
                      <a:srgbClr val="000099"/>
                    </a:solidFill>
                    <a:latin typeface="Arial" charset="0"/>
                    <a:ea typeface="黑体" pitchFamily="49" charset="-122"/>
                  </a:rPr>
                  <a:t>响应报文</a:t>
                </a:r>
              </a:p>
            </p:txBody>
          </p:sp>
        </p:grpSp>
      </p:grpSp>
      <p:sp>
        <p:nvSpPr>
          <p:cNvPr id="196613" name="Rectangle 2"/>
          <p:cNvSpPr>
            <a:spLocks noGrp="1" noChangeArrowheads="1"/>
          </p:cNvSpPr>
          <p:nvPr>
            <p:ph type="title"/>
          </p:nvPr>
        </p:nvSpPr>
        <p:spPr/>
        <p:txBody>
          <a:bodyPr/>
          <a:lstStyle/>
          <a:p>
            <a:pPr algn="ctr" eaLnBrk="1" hangingPunct="1">
              <a:defRPr/>
            </a:pPr>
            <a:r>
              <a:rPr dirty="0"/>
              <a:t>扩充了功能的万维网服务器 </a:t>
            </a:r>
          </a:p>
        </p:txBody>
      </p:sp>
      <p:sp>
        <p:nvSpPr>
          <p:cNvPr id="206854" name="Rectangle 6"/>
          <p:cNvSpPr>
            <a:spLocks noChangeArrowheads="1"/>
          </p:cNvSpPr>
          <p:nvPr/>
        </p:nvSpPr>
        <p:spPr bwMode="auto">
          <a:xfrm>
            <a:off x="5616840" y="1628800"/>
            <a:ext cx="172162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kumimoji="1" lang="zh-CN" altLang="en-US" sz="2000" b="1">
                <a:solidFill>
                  <a:srgbClr val="000099"/>
                </a:solidFill>
                <a:latin typeface="Arial" charset="0"/>
                <a:ea typeface="黑体" pitchFamily="49" charset="-122"/>
              </a:rPr>
              <a:t>万维网服务器</a:t>
            </a:r>
          </a:p>
        </p:txBody>
      </p:sp>
      <p:sp>
        <p:nvSpPr>
          <p:cNvPr id="206855" name="Oval 7"/>
          <p:cNvSpPr>
            <a:spLocks noChangeArrowheads="1"/>
          </p:cNvSpPr>
          <p:nvPr/>
        </p:nvSpPr>
        <p:spPr bwMode="auto">
          <a:xfrm>
            <a:off x="5797418" y="3154389"/>
            <a:ext cx="459184" cy="223837"/>
          </a:xfrm>
          <a:prstGeom prst="ellipse">
            <a:avLst/>
          </a:prstGeom>
          <a:solidFill>
            <a:srgbClr val="66FF66"/>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206856" name="Rectangle 8"/>
          <p:cNvSpPr>
            <a:spLocks noChangeArrowheads="1"/>
          </p:cNvSpPr>
          <p:nvPr/>
        </p:nvSpPr>
        <p:spPr bwMode="auto">
          <a:xfrm>
            <a:off x="2153180" y="2319364"/>
            <a:ext cx="952185"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nSpc>
                <a:spcPct val="90000"/>
              </a:lnSpc>
            </a:pPr>
            <a:r>
              <a:rPr kumimoji="1" lang="zh-CN" altLang="en-US" sz="2000" b="1">
                <a:solidFill>
                  <a:srgbClr val="000099"/>
                </a:solidFill>
                <a:latin typeface="Arial" charset="0"/>
                <a:ea typeface="黑体" pitchFamily="49" charset="-122"/>
              </a:rPr>
              <a:t>浏览器</a:t>
            </a:r>
          </a:p>
          <a:p>
            <a:pPr>
              <a:lnSpc>
                <a:spcPct val="90000"/>
              </a:lnSpc>
            </a:pPr>
            <a:r>
              <a:rPr kumimoji="1" lang="zh-CN" altLang="en-US" sz="2000" b="1">
                <a:solidFill>
                  <a:srgbClr val="000099"/>
                </a:solidFill>
                <a:latin typeface="Arial" charset="0"/>
                <a:ea typeface="黑体" pitchFamily="49" charset="-122"/>
              </a:rPr>
              <a:t> 程序</a:t>
            </a:r>
          </a:p>
        </p:txBody>
      </p:sp>
      <p:sp>
        <p:nvSpPr>
          <p:cNvPr id="206857" name="Rectangle 9"/>
          <p:cNvSpPr>
            <a:spLocks noChangeArrowheads="1"/>
          </p:cNvSpPr>
          <p:nvPr/>
        </p:nvSpPr>
        <p:spPr bwMode="auto">
          <a:xfrm>
            <a:off x="536575" y="1990751"/>
            <a:ext cx="146514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kumimoji="1" lang="zh-CN" altLang="en-US" sz="2000" b="1">
                <a:solidFill>
                  <a:srgbClr val="000099"/>
                </a:solidFill>
                <a:latin typeface="Arial" charset="0"/>
                <a:ea typeface="黑体" pitchFamily="49" charset="-122"/>
              </a:rPr>
              <a:t>万维网客户</a:t>
            </a:r>
          </a:p>
        </p:txBody>
      </p:sp>
      <p:sp>
        <p:nvSpPr>
          <p:cNvPr id="206858" name="Line 10"/>
          <p:cNvSpPr>
            <a:spLocks noChangeShapeType="1"/>
          </p:cNvSpPr>
          <p:nvPr/>
        </p:nvSpPr>
        <p:spPr bwMode="auto">
          <a:xfrm>
            <a:off x="5099183" y="2921025"/>
            <a:ext cx="842698" cy="342900"/>
          </a:xfrm>
          <a:prstGeom prst="line">
            <a:avLst/>
          </a:prstGeom>
          <a:noFill/>
          <a:ln w="28575">
            <a:solidFill>
              <a:srgbClr val="333399"/>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06859" name="Rectangle 11"/>
          <p:cNvSpPr>
            <a:spLocks noChangeArrowheads="1"/>
          </p:cNvSpPr>
          <p:nvPr/>
        </p:nvSpPr>
        <p:spPr bwMode="auto">
          <a:xfrm>
            <a:off x="4254765" y="2540026"/>
            <a:ext cx="952185"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nSpc>
                <a:spcPct val="90000"/>
              </a:lnSpc>
            </a:pPr>
            <a:r>
              <a:rPr kumimoji="1" lang="zh-CN" altLang="en-US" sz="2000" b="1">
                <a:solidFill>
                  <a:srgbClr val="000099"/>
                </a:solidFill>
                <a:latin typeface="Arial" charset="0"/>
                <a:ea typeface="黑体" pitchFamily="49" charset="-122"/>
              </a:rPr>
              <a:t>服务器</a:t>
            </a:r>
          </a:p>
          <a:p>
            <a:pPr>
              <a:lnSpc>
                <a:spcPct val="90000"/>
              </a:lnSpc>
            </a:pPr>
            <a:r>
              <a:rPr kumimoji="1" lang="zh-CN" altLang="en-US" sz="2000" b="1">
                <a:solidFill>
                  <a:srgbClr val="000099"/>
                </a:solidFill>
                <a:latin typeface="Arial" charset="0"/>
                <a:ea typeface="黑体" pitchFamily="49" charset="-122"/>
              </a:rPr>
              <a:t> 程序</a:t>
            </a:r>
          </a:p>
        </p:txBody>
      </p:sp>
      <p:sp>
        <p:nvSpPr>
          <p:cNvPr id="206860" name="Rectangle 12"/>
          <p:cNvSpPr>
            <a:spLocks noChangeArrowheads="1"/>
          </p:cNvSpPr>
          <p:nvPr/>
        </p:nvSpPr>
        <p:spPr bwMode="auto">
          <a:xfrm>
            <a:off x="3178175" y="2887688"/>
            <a:ext cx="854402"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kumimoji="1" lang="en-US" altLang="zh-CN" sz="2000" b="1">
                <a:solidFill>
                  <a:srgbClr val="000099"/>
                </a:solidFill>
                <a:latin typeface="Arial" charset="0"/>
                <a:ea typeface="黑体" pitchFamily="49" charset="-122"/>
              </a:rPr>
              <a:t>HTTP</a:t>
            </a:r>
          </a:p>
        </p:txBody>
      </p:sp>
      <p:sp>
        <p:nvSpPr>
          <p:cNvPr id="206861" name="Rectangle 16"/>
          <p:cNvSpPr>
            <a:spLocks noChangeArrowheads="1"/>
          </p:cNvSpPr>
          <p:nvPr/>
        </p:nvSpPr>
        <p:spPr bwMode="auto">
          <a:xfrm>
            <a:off x="7243763" y="2382863"/>
            <a:ext cx="952185"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kumimoji="1" lang="zh-CN" altLang="en-US" sz="2000" b="1">
                <a:solidFill>
                  <a:srgbClr val="000099"/>
                </a:solidFill>
                <a:latin typeface="Arial" charset="0"/>
                <a:ea typeface="黑体" pitchFamily="49" charset="-122"/>
              </a:rPr>
              <a:t>数据库</a:t>
            </a:r>
          </a:p>
        </p:txBody>
      </p:sp>
      <p:pic>
        <p:nvPicPr>
          <p:cNvPr id="206862" name="Picture 19"/>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75879" y="2338413"/>
            <a:ext cx="1116144" cy="1225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06863" name="Oval 20"/>
          <p:cNvSpPr>
            <a:spLocks noChangeArrowheads="1"/>
          </p:cNvSpPr>
          <p:nvPr/>
        </p:nvSpPr>
        <p:spPr bwMode="auto">
          <a:xfrm>
            <a:off x="1153981" y="3167089"/>
            <a:ext cx="466063" cy="211137"/>
          </a:xfrm>
          <a:prstGeom prst="ellipse">
            <a:avLst/>
          </a:prstGeom>
          <a:solidFill>
            <a:srgbClr val="66FF66"/>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206864" name="Line 21"/>
          <p:cNvSpPr>
            <a:spLocks noChangeShapeType="1"/>
          </p:cNvSpPr>
          <p:nvPr/>
        </p:nvSpPr>
        <p:spPr bwMode="auto">
          <a:xfrm flipH="1">
            <a:off x="1420549" y="2835301"/>
            <a:ext cx="932127" cy="422275"/>
          </a:xfrm>
          <a:prstGeom prst="line">
            <a:avLst/>
          </a:prstGeom>
          <a:noFill/>
          <a:ln w="28575">
            <a:solidFill>
              <a:srgbClr val="333399"/>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06865" name="Freeform 22" descr="横虚线"/>
          <p:cNvSpPr>
            <a:spLocks/>
          </p:cNvSpPr>
          <p:nvPr/>
        </p:nvSpPr>
        <p:spPr bwMode="auto">
          <a:xfrm>
            <a:off x="923529" y="2540025"/>
            <a:ext cx="589888" cy="393700"/>
          </a:xfrm>
          <a:custGeom>
            <a:avLst/>
            <a:gdLst>
              <a:gd name="T0" fmla="*/ 2147483646 w 463"/>
              <a:gd name="T1" fmla="*/ 0 h 322"/>
              <a:gd name="T2" fmla="*/ 2147483646 w 463"/>
              <a:gd name="T3" fmla="*/ 0 h 322"/>
              <a:gd name="T4" fmla="*/ 2147483646 w 463"/>
              <a:gd name="T5" fmla="*/ 2147483646 h 322"/>
              <a:gd name="T6" fmla="*/ 0 w 463"/>
              <a:gd name="T7" fmla="*/ 2147483646 h 322"/>
              <a:gd name="T8" fmla="*/ 2147483646 w 463"/>
              <a:gd name="T9" fmla="*/ 0 h 32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3" h="322">
                <a:moveTo>
                  <a:pt x="17" y="0"/>
                </a:moveTo>
                <a:lnTo>
                  <a:pt x="462" y="0"/>
                </a:lnTo>
                <a:lnTo>
                  <a:pt x="443" y="321"/>
                </a:lnTo>
                <a:lnTo>
                  <a:pt x="0" y="304"/>
                </a:lnTo>
                <a:lnTo>
                  <a:pt x="17" y="0"/>
                </a:lnTo>
              </a:path>
            </a:pathLst>
          </a:custGeom>
          <a:pattFill prst="dashHorz">
            <a:fgClr>
              <a:schemeClr val="bg2"/>
            </a:fgClr>
            <a:bgClr>
              <a:schemeClr val="bg1"/>
            </a:bgClr>
          </a:patt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grpSp>
        <p:nvGrpSpPr>
          <p:cNvPr id="694322" name="Group 50"/>
          <p:cNvGrpSpPr>
            <a:grpSpLocks/>
          </p:cNvGrpSpPr>
          <p:nvPr/>
        </p:nvGrpSpPr>
        <p:grpSpPr bwMode="auto">
          <a:xfrm>
            <a:off x="741231" y="4118001"/>
            <a:ext cx="5515371" cy="1793875"/>
            <a:chOff x="431" y="2754"/>
            <a:chExt cx="3207" cy="1130"/>
          </a:xfrm>
        </p:grpSpPr>
        <p:sp>
          <p:nvSpPr>
            <p:cNvPr id="206872" name="Line 27"/>
            <p:cNvSpPr>
              <a:spLocks noChangeShapeType="1"/>
            </p:cNvSpPr>
            <p:nvPr/>
          </p:nvSpPr>
          <p:spPr bwMode="auto">
            <a:xfrm>
              <a:off x="664" y="2791"/>
              <a:ext cx="0" cy="1093"/>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206873" name="Line 28"/>
            <p:cNvSpPr>
              <a:spLocks noChangeShapeType="1"/>
            </p:cNvSpPr>
            <p:nvPr/>
          </p:nvSpPr>
          <p:spPr bwMode="auto">
            <a:xfrm>
              <a:off x="3638" y="2855"/>
              <a:ext cx="0" cy="1029"/>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grpSp>
          <p:nvGrpSpPr>
            <p:cNvPr id="206874" name="Group 44"/>
            <p:cNvGrpSpPr>
              <a:grpSpLocks/>
            </p:cNvGrpSpPr>
            <p:nvPr/>
          </p:nvGrpSpPr>
          <p:grpSpPr bwMode="auto">
            <a:xfrm>
              <a:off x="431" y="2754"/>
              <a:ext cx="3207" cy="487"/>
              <a:chOff x="431" y="2754"/>
              <a:chExt cx="3207" cy="487"/>
            </a:xfrm>
          </p:grpSpPr>
          <p:sp>
            <p:nvSpPr>
              <p:cNvPr id="206875" name="Line 23"/>
              <p:cNvSpPr>
                <a:spLocks noChangeShapeType="1"/>
              </p:cNvSpPr>
              <p:nvPr/>
            </p:nvSpPr>
            <p:spPr bwMode="auto">
              <a:xfrm flipV="1">
                <a:off x="673" y="3080"/>
                <a:ext cx="2965" cy="11"/>
              </a:xfrm>
              <a:prstGeom prst="line">
                <a:avLst/>
              </a:prstGeom>
              <a:noFill/>
              <a:ln w="28575">
                <a:solidFill>
                  <a:srgbClr val="333399"/>
                </a:solidFill>
                <a:prstDash val="dash"/>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grpSp>
            <p:nvGrpSpPr>
              <p:cNvPr id="206876" name="Group 24"/>
              <p:cNvGrpSpPr>
                <a:grpSpLocks/>
              </p:cNvGrpSpPr>
              <p:nvPr/>
            </p:nvGrpSpPr>
            <p:grpSpPr bwMode="auto">
              <a:xfrm>
                <a:off x="1419" y="2919"/>
                <a:ext cx="1461" cy="322"/>
                <a:chOff x="1152" y="1824"/>
                <a:chExt cx="1296" cy="240"/>
              </a:xfrm>
            </p:grpSpPr>
            <p:sp>
              <p:nvSpPr>
                <p:cNvPr id="206878" name="AutoShape 25"/>
                <p:cNvSpPr>
                  <a:spLocks noChangeArrowheads="1"/>
                </p:cNvSpPr>
                <p:nvPr/>
              </p:nvSpPr>
              <p:spPr bwMode="auto">
                <a:xfrm>
                  <a:off x="2160" y="1872"/>
                  <a:ext cx="288" cy="144"/>
                </a:xfrm>
                <a:prstGeom prst="rightArrow">
                  <a:avLst>
                    <a:gd name="adj1" fmla="val 50000"/>
                    <a:gd name="adj2" fmla="val 50000"/>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206879" name="Rectangle 26"/>
                <p:cNvSpPr>
                  <a:spLocks noChangeArrowheads="1"/>
                </p:cNvSpPr>
                <p:nvPr/>
              </p:nvSpPr>
              <p:spPr bwMode="auto">
                <a:xfrm>
                  <a:off x="1152" y="1824"/>
                  <a:ext cx="1008" cy="240"/>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charset="0"/>
                      <a:ea typeface="黑体" pitchFamily="49" charset="-122"/>
                    </a:rPr>
                    <a:t>HTTP </a:t>
                  </a:r>
                  <a:r>
                    <a:rPr kumimoji="1" lang="zh-CN" altLang="en-US" sz="2000" b="1">
                      <a:solidFill>
                        <a:srgbClr val="000099"/>
                      </a:solidFill>
                      <a:latin typeface="Arial" charset="0"/>
                      <a:ea typeface="黑体" pitchFamily="49" charset="-122"/>
                    </a:rPr>
                    <a:t>请求报文</a:t>
                  </a:r>
                </a:p>
              </p:txBody>
            </p:sp>
          </p:grpSp>
          <p:sp>
            <p:nvSpPr>
              <p:cNvPr id="206877" name="Text Box 29"/>
              <p:cNvSpPr txBox="1">
                <a:spLocks noChangeArrowheads="1"/>
              </p:cNvSpPr>
              <p:nvPr/>
            </p:nvSpPr>
            <p:spPr bwMode="auto">
              <a:xfrm>
                <a:off x="431" y="2754"/>
                <a:ext cx="931" cy="33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800" b="1">
                    <a:solidFill>
                      <a:srgbClr val="000099"/>
                    </a:solidFill>
                    <a:latin typeface="Arial" charset="0"/>
                    <a:ea typeface="黑体" pitchFamily="49" charset="-122"/>
                    <a:sym typeface="Wingdings" pitchFamily="2" charset="2"/>
                  </a:rPr>
                  <a:t></a:t>
                </a:r>
                <a:r>
                  <a:rPr kumimoji="1" lang="en-US" altLang="zh-CN" sz="2000" b="1">
                    <a:solidFill>
                      <a:srgbClr val="000099"/>
                    </a:solidFill>
                    <a:latin typeface="Arial" charset="0"/>
                    <a:ea typeface="黑体" pitchFamily="49" charset="-122"/>
                  </a:rPr>
                  <a:t> </a:t>
                </a:r>
                <a:r>
                  <a:rPr kumimoji="1" lang="zh-CN" altLang="en-US" sz="2000" b="1">
                    <a:solidFill>
                      <a:srgbClr val="000099"/>
                    </a:solidFill>
                    <a:latin typeface="Arial" charset="0"/>
                    <a:ea typeface="黑体" pitchFamily="49" charset="-122"/>
                  </a:rPr>
                  <a:t>请求文档</a:t>
                </a:r>
              </a:p>
            </p:txBody>
          </p:sp>
        </p:grpSp>
      </p:grpSp>
      <p:grpSp>
        <p:nvGrpSpPr>
          <p:cNvPr id="694314" name="Group 42"/>
          <p:cNvGrpSpPr>
            <a:grpSpLocks/>
          </p:cNvGrpSpPr>
          <p:nvPr/>
        </p:nvGrpSpPr>
        <p:grpSpPr bwMode="auto">
          <a:xfrm>
            <a:off x="6891207" y="3846539"/>
            <a:ext cx="2741348" cy="1936750"/>
            <a:chOff x="3909" y="2533"/>
            <a:chExt cx="1594" cy="1220"/>
          </a:xfrm>
        </p:grpSpPr>
        <p:sp>
          <p:nvSpPr>
            <p:cNvPr id="206869" name="Line 30"/>
            <p:cNvSpPr>
              <a:spLocks noChangeShapeType="1"/>
            </p:cNvSpPr>
            <p:nvPr/>
          </p:nvSpPr>
          <p:spPr bwMode="auto">
            <a:xfrm>
              <a:off x="3909" y="2533"/>
              <a:ext cx="324" cy="579"/>
            </a:xfrm>
            <a:prstGeom prst="line">
              <a:avLst/>
            </a:prstGeom>
            <a:noFill/>
            <a:ln w="28575">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206870" name="Text Box 31"/>
            <p:cNvSpPr txBox="1">
              <a:spLocks noChangeArrowheads="1"/>
            </p:cNvSpPr>
            <p:nvPr/>
          </p:nvSpPr>
          <p:spPr bwMode="auto">
            <a:xfrm>
              <a:off x="4266" y="2552"/>
              <a:ext cx="1237"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algn="ctr" eaLnBrk="1" hangingPunct="1"/>
              <a:r>
                <a:rPr kumimoji="1" lang="en-US" altLang="zh-CN" sz="2800" b="1">
                  <a:solidFill>
                    <a:srgbClr val="000099"/>
                  </a:solidFill>
                  <a:latin typeface="Arial" charset="0"/>
                  <a:ea typeface="黑体" pitchFamily="49" charset="-122"/>
                  <a:sym typeface="Wingdings" pitchFamily="2" charset="2"/>
                </a:rPr>
                <a:t></a:t>
              </a:r>
              <a:r>
                <a:rPr kumimoji="1" lang="en-US" altLang="zh-CN" sz="2000" b="1">
                  <a:solidFill>
                    <a:srgbClr val="000099"/>
                  </a:solidFill>
                  <a:latin typeface="Arial" charset="0"/>
                  <a:ea typeface="黑体" pitchFamily="49" charset="-122"/>
                </a:rPr>
                <a:t> CGI </a:t>
              </a:r>
              <a:r>
                <a:rPr kumimoji="1" lang="zh-CN" altLang="en-US" sz="2000" b="1">
                  <a:solidFill>
                    <a:srgbClr val="000099"/>
                  </a:solidFill>
                  <a:latin typeface="Arial" charset="0"/>
                  <a:ea typeface="黑体" pitchFamily="49" charset="-122"/>
                </a:rPr>
                <a:t>程序创建</a:t>
              </a:r>
            </a:p>
            <a:p>
              <a:pPr algn="ctr" eaLnBrk="1" hangingPunct="1"/>
              <a:r>
                <a:rPr kumimoji="1" lang="zh-CN" altLang="en-US" sz="2000" b="1">
                  <a:solidFill>
                    <a:srgbClr val="000099"/>
                  </a:solidFill>
                  <a:latin typeface="Arial" charset="0"/>
                  <a:ea typeface="黑体" pitchFamily="49" charset="-122"/>
                </a:rPr>
                <a:t>动态文档</a:t>
              </a:r>
            </a:p>
          </p:txBody>
        </p:sp>
        <p:sp>
          <p:nvSpPr>
            <p:cNvPr id="206871" name="Text Box 35"/>
            <p:cNvSpPr txBox="1">
              <a:spLocks noChangeArrowheads="1"/>
            </p:cNvSpPr>
            <p:nvPr/>
          </p:nvSpPr>
          <p:spPr bwMode="auto">
            <a:xfrm>
              <a:off x="4035" y="2667"/>
              <a:ext cx="660" cy="10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10600" b="1">
                  <a:solidFill>
                    <a:srgbClr val="000099"/>
                  </a:solidFill>
                  <a:latin typeface="Arial" charset="0"/>
                  <a:ea typeface="黑体" pitchFamily="49" charset="-122"/>
                  <a:sym typeface="Wingdings" pitchFamily="2" charset="2"/>
                </a:rPr>
                <a:t></a:t>
              </a:r>
              <a:endParaRPr kumimoji="1" lang="en-US" altLang="zh-CN" sz="10600" b="1">
                <a:solidFill>
                  <a:srgbClr val="000099"/>
                </a:solidFill>
                <a:latin typeface="Arial" charset="0"/>
                <a:ea typeface="黑体" pitchFamily="49" charset="-122"/>
              </a:endParaRPr>
            </a:p>
          </p:txBody>
        </p:sp>
      </p:grpSp>
      <p:sp>
        <p:nvSpPr>
          <p:cNvPr id="206868" name="Line 15"/>
          <p:cNvSpPr>
            <a:spLocks noChangeShapeType="1"/>
          </p:cNvSpPr>
          <p:nvPr/>
        </p:nvSpPr>
        <p:spPr bwMode="auto">
          <a:xfrm>
            <a:off x="1513417" y="3257575"/>
            <a:ext cx="4371710" cy="0"/>
          </a:xfrm>
          <a:prstGeom prst="line">
            <a:avLst/>
          </a:prstGeom>
          <a:noFill/>
          <a:ln w="38100">
            <a:solidFill>
              <a:schemeClr val="hlink"/>
            </a:solidFill>
            <a:prstDash val="dash"/>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Tree>
    <p:extLst>
      <p:ext uri="{BB962C8B-B14F-4D97-AF65-F5344CB8AC3E}">
        <p14:creationId xmlns:p14="http://schemas.microsoft.com/office/powerpoint/2010/main" val="127785896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2"/>
          <p:cNvSpPr>
            <a:spLocks noGrp="1" noChangeArrowheads="1"/>
          </p:cNvSpPr>
          <p:nvPr>
            <p:ph type="title"/>
          </p:nvPr>
        </p:nvSpPr>
        <p:spPr/>
        <p:txBody>
          <a:bodyPr/>
          <a:lstStyle/>
          <a:p>
            <a:pPr algn="ctr" eaLnBrk="1" hangingPunct="1"/>
            <a:r>
              <a:rPr lang="zh-CN" altLang="en-US" dirty="0">
                <a:ea typeface="黑体" pitchFamily="49" charset="-122"/>
              </a:rPr>
              <a:t>通用网关接口 </a:t>
            </a:r>
            <a:r>
              <a:rPr lang="en-US" altLang="zh-CN" dirty="0">
                <a:ea typeface="黑体" pitchFamily="49" charset="-122"/>
              </a:rPr>
              <a:t>CGI</a:t>
            </a:r>
          </a:p>
        </p:txBody>
      </p:sp>
      <p:sp>
        <p:nvSpPr>
          <p:cNvPr id="696323" name="Rectangle 3"/>
          <p:cNvSpPr>
            <a:spLocks noGrp="1" noChangeArrowheads="1"/>
          </p:cNvSpPr>
          <p:nvPr>
            <p:ph idx="1"/>
          </p:nvPr>
        </p:nvSpPr>
        <p:spPr/>
        <p:txBody>
          <a:bodyPr/>
          <a:lstStyle/>
          <a:p>
            <a:r>
              <a:rPr lang="en-US" altLang="zh-CN" sz="3000" dirty="0">
                <a:ea typeface="黑体" pitchFamily="49" charset="-122"/>
              </a:rPr>
              <a:t>CGI (Common Gateway Interface) </a:t>
            </a:r>
            <a:r>
              <a:rPr lang="zh-CN" altLang="en-US" sz="3000" dirty="0">
                <a:ea typeface="黑体" pitchFamily="49" charset="-122"/>
              </a:rPr>
              <a:t>是一种标准，它定义了动态文档应如何创建，输入数据应如何提供给应用程序，以及输出结果应如何使用。</a:t>
            </a:r>
          </a:p>
          <a:p>
            <a:pPr eaLnBrk="1" hangingPunct="1"/>
            <a:r>
              <a:rPr lang="zh-CN" altLang="en-US" sz="3000" dirty="0">
                <a:ea typeface="黑体" pitchFamily="49" charset="-122"/>
              </a:rPr>
              <a:t>万维网服务器与 </a:t>
            </a:r>
            <a:r>
              <a:rPr lang="en-US" altLang="zh-CN" sz="3000" dirty="0">
                <a:ea typeface="黑体" pitchFamily="49" charset="-122"/>
              </a:rPr>
              <a:t>CGI </a:t>
            </a:r>
            <a:r>
              <a:rPr lang="zh-CN" altLang="en-US" sz="3000" dirty="0">
                <a:ea typeface="黑体" pitchFamily="49" charset="-122"/>
              </a:rPr>
              <a:t>的通信遵循 </a:t>
            </a:r>
            <a:r>
              <a:rPr lang="en-US" altLang="zh-CN" sz="3000" dirty="0">
                <a:ea typeface="黑体" pitchFamily="49" charset="-122"/>
              </a:rPr>
              <a:t>CGI </a:t>
            </a:r>
            <a:r>
              <a:rPr lang="zh-CN" altLang="en-US" sz="3000" dirty="0">
                <a:ea typeface="黑体" pitchFamily="49" charset="-122"/>
              </a:rPr>
              <a:t>标准。</a:t>
            </a:r>
          </a:p>
          <a:p>
            <a:pPr eaLnBrk="1" hangingPunct="1"/>
            <a:r>
              <a:rPr lang="zh-CN" altLang="en-US" sz="3000" dirty="0">
                <a:ea typeface="黑体" pitchFamily="49" charset="-122"/>
              </a:rPr>
              <a:t>“</a:t>
            </a:r>
            <a:r>
              <a:rPr lang="zh-CN" altLang="en-US" sz="3000" dirty="0">
                <a:solidFill>
                  <a:srgbClr val="FF0000"/>
                </a:solidFill>
                <a:ea typeface="黑体" pitchFamily="49" charset="-122"/>
              </a:rPr>
              <a:t>通用</a:t>
            </a:r>
            <a:r>
              <a:rPr lang="zh-CN" altLang="en-US" sz="3000" dirty="0">
                <a:ea typeface="黑体" pitchFamily="49" charset="-122"/>
              </a:rPr>
              <a:t>”：</a:t>
            </a:r>
            <a:r>
              <a:rPr lang="en-US" altLang="zh-CN" sz="3000" dirty="0">
                <a:ea typeface="黑体" pitchFamily="49" charset="-122"/>
              </a:rPr>
              <a:t>CGI </a:t>
            </a:r>
            <a:r>
              <a:rPr lang="zh-CN" altLang="en-US" sz="3000" dirty="0">
                <a:ea typeface="黑体" pitchFamily="49" charset="-122"/>
              </a:rPr>
              <a:t>标准所定义的规则对其他任何语言都是通用的。</a:t>
            </a:r>
          </a:p>
          <a:p>
            <a:pPr eaLnBrk="1" hangingPunct="1"/>
            <a:r>
              <a:rPr lang="zh-CN" altLang="en-US" sz="3000" dirty="0">
                <a:ea typeface="黑体" pitchFamily="49" charset="-122"/>
              </a:rPr>
              <a:t>“</a:t>
            </a:r>
            <a:r>
              <a:rPr lang="zh-CN" altLang="en-US" sz="3000" dirty="0">
                <a:solidFill>
                  <a:srgbClr val="FF0000"/>
                </a:solidFill>
                <a:ea typeface="黑体" pitchFamily="49" charset="-122"/>
              </a:rPr>
              <a:t>网关</a:t>
            </a:r>
            <a:r>
              <a:rPr lang="zh-CN" altLang="en-US" sz="3000" dirty="0">
                <a:ea typeface="黑体" pitchFamily="49" charset="-122"/>
              </a:rPr>
              <a:t>”：</a:t>
            </a:r>
            <a:r>
              <a:rPr lang="en-US" altLang="zh-CN" sz="3000" dirty="0">
                <a:ea typeface="黑体" pitchFamily="49" charset="-122"/>
              </a:rPr>
              <a:t>CGI </a:t>
            </a:r>
            <a:r>
              <a:rPr lang="zh-CN" altLang="en-US" sz="3000" dirty="0">
                <a:ea typeface="黑体" pitchFamily="49" charset="-122"/>
              </a:rPr>
              <a:t>程序的作用像网关。</a:t>
            </a:r>
          </a:p>
          <a:p>
            <a:pPr eaLnBrk="1" hangingPunct="1"/>
            <a:r>
              <a:rPr lang="zh-CN" altLang="en-US" sz="3000" dirty="0">
                <a:ea typeface="黑体" pitchFamily="49" charset="-122"/>
              </a:rPr>
              <a:t>“</a:t>
            </a:r>
            <a:r>
              <a:rPr lang="zh-CN" altLang="en-US" sz="3000" dirty="0">
                <a:solidFill>
                  <a:srgbClr val="FF0000"/>
                </a:solidFill>
                <a:ea typeface="黑体" pitchFamily="49" charset="-122"/>
              </a:rPr>
              <a:t>接口</a:t>
            </a:r>
            <a:r>
              <a:rPr lang="zh-CN" altLang="en-US" sz="3000" dirty="0">
                <a:ea typeface="黑体" pitchFamily="49" charset="-122"/>
              </a:rPr>
              <a:t>”：有一些已定义好的变量和调用等可供其他 </a:t>
            </a:r>
            <a:r>
              <a:rPr lang="en-US" altLang="zh-CN" sz="3000" dirty="0">
                <a:ea typeface="黑体" pitchFamily="49" charset="-122"/>
              </a:rPr>
              <a:t>CGI </a:t>
            </a:r>
            <a:r>
              <a:rPr lang="zh-CN" altLang="en-US" sz="3000" dirty="0">
                <a:ea typeface="黑体" pitchFamily="49" charset="-122"/>
              </a:rPr>
              <a:t>程序使用。  </a:t>
            </a:r>
          </a:p>
        </p:txBody>
      </p:sp>
    </p:spTree>
    <p:extLst>
      <p:ext uri="{BB962C8B-B14F-4D97-AF65-F5344CB8AC3E}">
        <p14:creationId xmlns:p14="http://schemas.microsoft.com/office/powerpoint/2010/main" val="148005488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Rectangle 2"/>
          <p:cNvSpPr>
            <a:spLocks noGrp="1" noChangeArrowheads="1"/>
          </p:cNvSpPr>
          <p:nvPr>
            <p:ph type="title"/>
          </p:nvPr>
        </p:nvSpPr>
        <p:spPr/>
        <p:txBody>
          <a:bodyPr/>
          <a:lstStyle/>
          <a:p>
            <a:pPr algn="ctr" eaLnBrk="1" hangingPunct="1"/>
            <a:r>
              <a:rPr lang="en-US" altLang="zh-CN" dirty="0">
                <a:ea typeface="黑体" pitchFamily="49" charset="-122"/>
              </a:rPr>
              <a:t>CGI </a:t>
            </a:r>
            <a:r>
              <a:rPr lang="zh-CN" altLang="en-US" dirty="0">
                <a:ea typeface="黑体" pitchFamily="49" charset="-122"/>
              </a:rPr>
              <a:t>程序</a:t>
            </a:r>
          </a:p>
        </p:txBody>
      </p:sp>
      <p:sp>
        <p:nvSpPr>
          <p:cNvPr id="697347" name="Rectangle 3"/>
          <p:cNvSpPr>
            <a:spLocks noGrp="1" noChangeArrowheads="1"/>
          </p:cNvSpPr>
          <p:nvPr>
            <p:ph idx="1"/>
          </p:nvPr>
        </p:nvSpPr>
        <p:spPr/>
        <p:txBody>
          <a:bodyPr/>
          <a:lstStyle/>
          <a:p>
            <a:pPr eaLnBrk="1" hangingPunct="1">
              <a:defRPr/>
            </a:pPr>
            <a:r>
              <a:rPr lang="en-US" altLang="zh-CN" dirty="0"/>
              <a:t>CGI </a:t>
            </a:r>
            <a:r>
              <a:rPr lang="zh-CN" altLang="en-US" dirty="0"/>
              <a:t>程序的正式名字是 </a:t>
            </a:r>
            <a:r>
              <a:rPr lang="en-US" altLang="zh-CN" dirty="0"/>
              <a:t>CGI</a:t>
            </a:r>
            <a:r>
              <a:rPr lang="en-US" altLang="zh-CN" dirty="0">
                <a:solidFill>
                  <a:schemeClr val="hlink"/>
                </a:solidFill>
              </a:rPr>
              <a:t> </a:t>
            </a:r>
            <a:r>
              <a:rPr lang="zh-CN" altLang="en-US" dirty="0">
                <a:solidFill>
                  <a:srgbClr val="FF0000"/>
                </a:solidFill>
              </a:rPr>
              <a:t>脚本 </a:t>
            </a:r>
            <a:r>
              <a:rPr lang="en-US" altLang="zh-CN" dirty="0"/>
              <a:t>(script)</a:t>
            </a:r>
            <a:r>
              <a:rPr lang="zh-CN" altLang="en-US" dirty="0"/>
              <a:t>。</a:t>
            </a:r>
          </a:p>
          <a:p>
            <a:pPr eaLnBrk="1" hangingPunct="1">
              <a:defRPr/>
            </a:pPr>
            <a:r>
              <a:rPr lang="zh-CN" altLang="en-US" dirty="0"/>
              <a:t>“</a:t>
            </a:r>
            <a:r>
              <a:rPr lang="zh-CN" altLang="en-US" dirty="0">
                <a:solidFill>
                  <a:srgbClr val="FF0000"/>
                </a:solidFill>
              </a:rPr>
              <a:t>脚本</a:t>
            </a:r>
            <a:r>
              <a:rPr lang="zh-CN" altLang="en-US" dirty="0"/>
              <a:t>”指的是一个程序，它被另一个程序（解释程序）而不是计算机的处理机来解释或执行。</a:t>
            </a:r>
          </a:p>
          <a:p>
            <a:pPr eaLnBrk="1" hangingPunct="1">
              <a:defRPr/>
            </a:pPr>
            <a:r>
              <a:rPr lang="zh-CN" altLang="en-US" dirty="0"/>
              <a:t>脚本运行起来要比一般的编译程序要慢，因为它的每一条指令先要被另一个程序来处理（这就要一些附加的指令），而不是直接被指令处理器来处理。  </a:t>
            </a:r>
          </a:p>
        </p:txBody>
      </p:sp>
    </p:spTree>
    <p:extLst>
      <p:ext uri="{BB962C8B-B14F-4D97-AF65-F5344CB8AC3E}">
        <p14:creationId xmlns:p14="http://schemas.microsoft.com/office/powerpoint/2010/main" val="188264687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Rectangle 2"/>
          <p:cNvSpPr>
            <a:spLocks noGrp="1" noChangeArrowheads="1"/>
          </p:cNvSpPr>
          <p:nvPr>
            <p:ph type="title"/>
          </p:nvPr>
        </p:nvSpPr>
        <p:spPr/>
        <p:txBody>
          <a:bodyPr/>
          <a:lstStyle/>
          <a:p>
            <a:pPr eaLnBrk="1" hangingPunct="1"/>
            <a:r>
              <a:rPr lang="en-US" altLang="zh-CN" dirty="0">
                <a:ea typeface="黑体" pitchFamily="49" charset="-122"/>
              </a:rPr>
              <a:t>3. </a:t>
            </a:r>
            <a:r>
              <a:rPr lang="zh-CN" altLang="en-US" dirty="0">
                <a:ea typeface="黑体" pitchFamily="49" charset="-122"/>
              </a:rPr>
              <a:t>活动万维网文档</a:t>
            </a:r>
          </a:p>
        </p:txBody>
      </p:sp>
      <p:sp>
        <p:nvSpPr>
          <p:cNvPr id="702467" name="Rectangle 3"/>
          <p:cNvSpPr>
            <a:spLocks noGrp="1" noChangeArrowheads="1"/>
          </p:cNvSpPr>
          <p:nvPr>
            <p:ph idx="1"/>
          </p:nvPr>
        </p:nvSpPr>
        <p:spPr/>
        <p:txBody>
          <a:bodyPr/>
          <a:lstStyle/>
          <a:p>
            <a:pPr eaLnBrk="1" hangingPunct="1"/>
            <a:r>
              <a:rPr lang="zh-CN" altLang="en-US" dirty="0">
                <a:solidFill>
                  <a:srgbClr val="FF0000"/>
                </a:solidFill>
                <a:ea typeface="黑体" pitchFamily="49" charset="-122"/>
              </a:rPr>
              <a:t>活动文档 </a:t>
            </a:r>
            <a:r>
              <a:rPr lang="en-US" altLang="zh-CN" dirty="0">
                <a:ea typeface="黑体" pitchFamily="49" charset="-122"/>
              </a:rPr>
              <a:t>(active document) </a:t>
            </a:r>
            <a:r>
              <a:rPr lang="zh-CN" altLang="en-US" dirty="0">
                <a:ea typeface="黑体" pitchFamily="49" charset="-122"/>
              </a:rPr>
              <a:t>技术把所有的工作都</a:t>
            </a:r>
            <a:r>
              <a:rPr lang="zh-CN" altLang="en-US" dirty="0">
                <a:solidFill>
                  <a:srgbClr val="FF0000"/>
                </a:solidFill>
                <a:ea typeface="黑体" pitchFamily="49" charset="-122"/>
              </a:rPr>
              <a:t>转移给浏览器端。</a:t>
            </a:r>
          </a:p>
          <a:p>
            <a:pPr eaLnBrk="1" hangingPunct="1"/>
            <a:r>
              <a:rPr lang="zh-CN" altLang="en-US" dirty="0">
                <a:ea typeface="黑体" pitchFamily="49" charset="-122"/>
              </a:rPr>
              <a:t>每当浏览器请求一个活动文档时，服务器就返回一段程序副本在浏览器端运行。</a:t>
            </a:r>
          </a:p>
          <a:p>
            <a:pPr eaLnBrk="1" hangingPunct="1"/>
            <a:r>
              <a:rPr lang="zh-CN" altLang="en-US" dirty="0">
                <a:ea typeface="黑体" pitchFamily="49" charset="-122"/>
              </a:rPr>
              <a:t>活动文档程序可与用户直接交互，并可连续地改变屏幕的显示。</a:t>
            </a:r>
          </a:p>
          <a:p>
            <a:pPr eaLnBrk="1" hangingPunct="1"/>
            <a:r>
              <a:rPr lang="zh-CN" altLang="en-US" dirty="0">
                <a:ea typeface="黑体" pitchFamily="49" charset="-122"/>
              </a:rPr>
              <a:t>由于活动文档技术不需要服务器的连续更新传送，对网络带宽的要求也不会太高。 </a:t>
            </a:r>
          </a:p>
        </p:txBody>
      </p:sp>
    </p:spTree>
    <p:extLst>
      <p:ext uri="{BB962C8B-B14F-4D97-AF65-F5344CB8AC3E}">
        <p14:creationId xmlns:p14="http://schemas.microsoft.com/office/powerpoint/2010/main" val="53737265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04586" name="Group 74"/>
          <p:cNvGrpSpPr>
            <a:grpSpLocks/>
          </p:cNvGrpSpPr>
          <p:nvPr/>
        </p:nvGrpSpPr>
        <p:grpSpPr bwMode="auto">
          <a:xfrm>
            <a:off x="2268406" y="4005164"/>
            <a:ext cx="5845572" cy="1724026"/>
            <a:chOff x="1319" y="2704"/>
            <a:chExt cx="3399" cy="1086"/>
          </a:xfrm>
        </p:grpSpPr>
        <p:sp>
          <p:nvSpPr>
            <p:cNvPr id="215080" name="Line 27"/>
            <p:cNvSpPr>
              <a:spLocks noChangeShapeType="1"/>
            </p:cNvSpPr>
            <p:nvPr/>
          </p:nvSpPr>
          <p:spPr bwMode="auto">
            <a:xfrm flipH="1" flipV="1">
              <a:off x="1319" y="3253"/>
              <a:ext cx="2934" cy="9"/>
            </a:xfrm>
            <a:prstGeom prst="line">
              <a:avLst/>
            </a:prstGeom>
            <a:noFill/>
            <a:ln w="28575">
              <a:solidFill>
                <a:srgbClr val="333399"/>
              </a:solidFill>
              <a:prstDash val="dash"/>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215081" name="Text Box 29"/>
            <p:cNvSpPr txBox="1">
              <a:spLocks noChangeArrowheads="1"/>
            </p:cNvSpPr>
            <p:nvPr/>
          </p:nvSpPr>
          <p:spPr bwMode="auto">
            <a:xfrm>
              <a:off x="3787" y="2881"/>
              <a:ext cx="931"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800" b="1">
                  <a:solidFill>
                    <a:srgbClr val="000099"/>
                  </a:solidFill>
                  <a:latin typeface="Arial" charset="0"/>
                  <a:ea typeface="黑体" pitchFamily="49" charset="-122"/>
                  <a:sym typeface="Wingdings" pitchFamily="2" charset="2"/>
                </a:rPr>
                <a:t></a:t>
              </a:r>
              <a:r>
                <a:rPr kumimoji="1" lang="en-US" altLang="zh-CN" sz="2000" b="1">
                  <a:solidFill>
                    <a:srgbClr val="000099"/>
                  </a:solidFill>
                  <a:latin typeface="Arial" charset="0"/>
                  <a:ea typeface="黑体" pitchFamily="49" charset="-122"/>
                </a:rPr>
                <a:t> </a:t>
              </a:r>
              <a:r>
                <a:rPr kumimoji="1" lang="zh-CN" altLang="en-US" sz="2000" b="1">
                  <a:solidFill>
                    <a:srgbClr val="000099"/>
                  </a:solidFill>
                  <a:latin typeface="Arial" charset="0"/>
                  <a:ea typeface="黑体" pitchFamily="49" charset="-122"/>
                </a:rPr>
                <a:t>响应程序</a:t>
              </a:r>
            </a:p>
          </p:txBody>
        </p:sp>
        <p:grpSp>
          <p:nvGrpSpPr>
            <p:cNvPr id="215082" name="Group 56"/>
            <p:cNvGrpSpPr>
              <a:grpSpLocks/>
            </p:cNvGrpSpPr>
            <p:nvPr/>
          </p:nvGrpSpPr>
          <p:grpSpPr bwMode="auto">
            <a:xfrm flipH="1">
              <a:off x="1934" y="3121"/>
              <a:ext cx="1445" cy="270"/>
              <a:chOff x="1152" y="1824"/>
              <a:chExt cx="1296" cy="240"/>
            </a:xfrm>
          </p:grpSpPr>
          <p:sp>
            <p:nvSpPr>
              <p:cNvPr id="215089" name="AutoShape 57"/>
              <p:cNvSpPr>
                <a:spLocks noChangeArrowheads="1"/>
              </p:cNvSpPr>
              <p:nvPr/>
            </p:nvSpPr>
            <p:spPr bwMode="auto">
              <a:xfrm>
                <a:off x="2160" y="1872"/>
                <a:ext cx="288" cy="144"/>
              </a:xfrm>
              <a:prstGeom prst="rightArrow">
                <a:avLst>
                  <a:gd name="adj1" fmla="val 50000"/>
                  <a:gd name="adj2" fmla="val 50000"/>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215090" name="Rectangle 58"/>
              <p:cNvSpPr>
                <a:spLocks noChangeArrowheads="1"/>
              </p:cNvSpPr>
              <p:nvPr/>
            </p:nvSpPr>
            <p:spPr bwMode="auto">
              <a:xfrm>
                <a:off x="1152" y="1824"/>
                <a:ext cx="1008" cy="240"/>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charset="0"/>
                    <a:ea typeface="黑体" pitchFamily="49" charset="-122"/>
                  </a:rPr>
                  <a:t>HTTP </a:t>
                </a:r>
                <a:r>
                  <a:rPr kumimoji="1" lang="zh-CN" altLang="en-US" sz="2000" b="1">
                    <a:solidFill>
                      <a:srgbClr val="000099"/>
                    </a:solidFill>
                    <a:latin typeface="Arial" charset="0"/>
                    <a:ea typeface="黑体" pitchFamily="49" charset="-122"/>
                  </a:rPr>
                  <a:t>响应报文</a:t>
                </a:r>
              </a:p>
            </p:txBody>
          </p:sp>
        </p:grpSp>
        <p:grpSp>
          <p:nvGrpSpPr>
            <p:cNvPr id="215083" name="Group 63"/>
            <p:cNvGrpSpPr>
              <a:grpSpLocks/>
            </p:cNvGrpSpPr>
            <p:nvPr/>
          </p:nvGrpSpPr>
          <p:grpSpPr bwMode="auto">
            <a:xfrm>
              <a:off x="3243" y="2704"/>
              <a:ext cx="660" cy="1086"/>
              <a:chOff x="975" y="3203"/>
              <a:chExt cx="660" cy="1086"/>
            </a:xfrm>
          </p:grpSpPr>
          <p:sp>
            <p:nvSpPr>
              <p:cNvPr id="215084" name="Rectangle 64"/>
              <p:cNvSpPr>
                <a:spLocks noChangeArrowheads="1"/>
              </p:cNvSpPr>
              <p:nvPr/>
            </p:nvSpPr>
            <p:spPr bwMode="auto">
              <a:xfrm>
                <a:off x="1123" y="3806"/>
                <a:ext cx="401" cy="9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215085" name="Text Box 65"/>
              <p:cNvSpPr txBox="1">
                <a:spLocks noChangeArrowheads="1"/>
              </p:cNvSpPr>
              <p:nvPr/>
            </p:nvSpPr>
            <p:spPr bwMode="auto">
              <a:xfrm>
                <a:off x="975" y="3203"/>
                <a:ext cx="660" cy="10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10600" b="1">
                    <a:solidFill>
                      <a:srgbClr val="000099"/>
                    </a:solidFill>
                    <a:latin typeface="Arial" charset="0"/>
                    <a:ea typeface="黑体" pitchFamily="49" charset="-122"/>
                    <a:sym typeface="Wingdings" pitchFamily="2" charset="2"/>
                  </a:rPr>
                  <a:t></a:t>
                </a:r>
                <a:endParaRPr kumimoji="1" lang="en-US" altLang="zh-CN" sz="10600" b="1">
                  <a:solidFill>
                    <a:srgbClr val="000099"/>
                  </a:solidFill>
                  <a:latin typeface="Arial" charset="0"/>
                  <a:ea typeface="黑体" pitchFamily="49" charset="-122"/>
                </a:endParaRPr>
              </a:p>
            </p:txBody>
          </p:sp>
          <p:grpSp>
            <p:nvGrpSpPr>
              <p:cNvPr id="215086" name="Group 66"/>
              <p:cNvGrpSpPr>
                <a:grpSpLocks/>
              </p:cNvGrpSpPr>
              <p:nvPr/>
            </p:nvGrpSpPr>
            <p:grpSpPr bwMode="auto">
              <a:xfrm>
                <a:off x="1111" y="3612"/>
                <a:ext cx="406" cy="252"/>
                <a:chOff x="2154" y="3884"/>
                <a:chExt cx="406" cy="252"/>
              </a:xfrm>
            </p:grpSpPr>
            <p:sp>
              <p:nvSpPr>
                <p:cNvPr id="215087" name="Rectangle 67"/>
                <p:cNvSpPr>
                  <a:spLocks noChangeArrowheads="1"/>
                </p:cNvSpPr>
                <p:nvPr/>
              </p:nvSpPr>
              <p:spPr bwMode="auto">
                <a:xfrm>
                  <a:off x="2175" y="3927"/>
                  <a:ext cx="375" cy="199"/>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215088" name="Text Box 68"/>
                <p:cNvSpPr txBox="1">
                  <a:spLocks noChangeArrowheads="1"/>
                </p:cNvSpPr>
                <p:nvPr/>
              </p:nvSpPr>
              <p:spPr bwMode="auto">
                <a:xfrm>
                  <a:off x="2154" y="3884"/>
                  <a:ext cx="406" cy="2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a:solidFill>
                        <a:srgbClr val="000099"/>
                      </a:solidFill>
                      <a:latin typeface="Arial" charset="0"/>
                      <a:ea typeface="黑体" pitchFamily="49" charset="-122"/>
                    </a:rPr>
                    <a:t>程序</a:t>
                  </a:r>
                </a:p>
              </p:txBody>
            </p:sp>
          </p:grpSp>
        </p:grpSp>
      </p:grpSp>
      <p:sp>
        <p:nvSpPr>
          <p:cNvPr id="204803" name="Rectangle 2"/>
          <p:cNvSpPr>
            <a:spLocks noGrp="1" noChangeArrowheads="1"/>
          </p:cNvSpPr>
          <p:nvPr>
            <p:ph type="title"/>
          </p:nvPr>
        </p:nvSpPr>
        <p:spPr/>
        <p:txBody>
          <a:bodyPr/>
          <a:lstStyle/>
          <a:p>
            <a:pPr algn="ctr" eaLnBrk="1" hangingPunct="1">
              <a:defRPr/>
            </a:pPr>
            <a:r>
              <a:rPr dirty="0"/>
              <a:t>活动文档在客户端创建 </a:t>
            </a:r>
          </a:p>
        </p:txBody>
      </p:sp>
      <p:pic>
        <p:nvPicPr>
          <p:cNvPr id="215044" name="Picture 4"/>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77700" y="1804888"/>
            <a:ext cx="1577048" cy="2151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15045" name="AutoShape 5"/>
          <p:cNvSpPr>
            <a:spLocks noChangeArrowheads="1"/>
          </p:cNvSpPr>
          <p:nvPr/>
        </p:nvSpPr>
        <p:spPr bwMode="auto">
          <a:xfrm>
            <a:off x="8525009" y="3005038"/>
            <a:ext cx="751548" cy="385763"/>
          </a:xfrm>
          <a:prstGeom prst="can">
            <a:avLst>
              <a:gd name="adj" fmla="val 39583"/>
            </a:avLst>
          </a:prstGeom>
          <a:gradFill rotWithShape="1">
            <a:gsLst>
              <a:gs pos="0">
                <a:srgbClr val="666666"/>
              </a:gs>
              <a:gs pos="50000">
                <a:srgbClr val="DDDDDD"/>
              </a:gs>
              <a:gs pos="100000">
                <a:srgbClr val="666666"/>
              </a:gs>
            </a:gsLst>
            <a:lin ang="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215046" name="Rectangle 6"/>
          <p:cNvSpPr>
            <a:spLocks noChangeArrowheads="1"/>
          </p:cNvSpPr>
          <p:nvPr/>
        </p:nvSpPr>
        <p:spPr bwMode="auto">
          <a:xfrm>
            <a:off x="6696869" y="1490562"/>
            <a:ext cx="172162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kumimoji="1" lang="zh-CN" altLang="en-US" sz="2000" b="1">
                <a:solidFill>
                  <a:srgbClr val="000099"/>
                </a:solidFill>
                <a:latin typeface="Arial" charset="0"/>
                <a:ea typeface="黑体" pitchFamily="49" charset="-122"/>
              </a:rPr>
              <a:t>万维网服务器</a:t>
            </a:r>
          </a:p>
        </p:txBody>
      </p:sp>
      <p:sp>
        <p:nvSpPr>
          <p:cNvPr id="215047" name="Oval 7"/>
          <p:cNvSpPr>
            <a:spLocks noChangeArrowheads="1"/>
          </p:cNvSpPr>
          <p:nvPr/>
        </p:nvSpPr>
        <p:spPr bwMode="auto">
          <a:xfrm>
            <a:off x="6875727" y="2833588"/>
            <a:ext cx="454025" cy="188913"/>
          </a:xfrm>
          <a:prstGeom prst="ellipse">
            <a:avLst/>
          </a:prstGeom>
          <a:solidFill>
            <a:srgbClr val="66FF66"/>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215048" name="Rectangle 8"/>
          <p:cNvSpPr>
            <a:spLocks noChangeArrowheads="1"/>
          </p:cNvSpPr>
          <p:nvPr/>
        </p:nvSpPr>
        <p:spPr bwMode="auto">
          <a:xfrm>
            <a:off x="3269325" y="2131913"/>
            <a:ext cx="952185"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nSpc>
                <a:spcPct val="90000"/>
              </a:lnSpc>
            </a:pPr>
            <a:r>
              <a:rPr kumimoji="1" lang="zh-CN" altLang="en-US" sz="2000" b="1">
                <a:solidFill>
                  <a:srgbClr val="000099"/>
                </a:solidFill>
                <a:latin typeface="Arial" charset="0"/>
                <a:ea typeface="黑体" pitchFamily="49" charset="-122"/>
              </a:rPr>
              <a:t>浏览器</a:t>
            </a:r>
          </a:p>
          <a:p>
            <a:pPr>
              <a:lnSpc>
                <a:spcPct val="90000"/>
              </a:lnSpc>
            </a:pPr>
            <a:r>
              <a:rPr kumimoji="1" lang="zh-CN" altLang="en-US" sz="2000" b="1">
                <a:solidFill>
                  <a:srgbClr val="000099"/>
                </a:solidFill>
                <a:latin typeface="Arial" charset="0"/>
                <a:ea typeface="黑体" pitchFamily="49" charset="-122"/>
              </a:rPr>
              <a:t> 程序</a:t>
            </a:r>
          </a:p>
        </p:txBody>
      </p:sp>
      <p:sp>
        <p:nvSpPr>
          <p:cNvPr id="215049" name="Rectangle 9"/>
          <p:cNvSpPr>
            <a:spLocks noChangeArrowheads="1"/>
          </p:cNvSpPr>
          <p:nvPr/>
        </p:nvSpPr>
        <p:spPr bwMode="auto">
          <a:xfrm>
            <a:off x="1599407" y="1762025"/>
            <a:ext cx="146514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kumimoji="1" lang="zh-CN" altLang="en-US" sz="2000" b="1">
                <a:solidFill>
                  <a:srgbClr val="000099"/>
                </a:solidFill>
                <a:latin typeface="Arial" charset="0"/>
                <a:ea typeface="黑体" pitchFamily="49" charset="-122"/>
              </a:rPr>
              <a:t>万维网客户</a:t>
            </a:r>
          </a:p>
        </p:txBody>
      </p:sp>
      <p:sp>
        <p:nvSpPr>
          <p:cNvPr id="215050" name="Line 10"/>
          <p:cNvSpPr>
            <a:spLocks noChangeShapeType="1"/>
          </p:cNvSpPr>
          <p:nvPr/>
        </p:nvSpPr>
        <p:spPr bwMode="auto">
          <a:xfrm>
            <a:off x="6182652" y="2638326"/>
            <a:ext cx="834098" cy="287337"/>
          </a:xfrm>
          <a:prstGeom prst="line">
            <a:avLst/>
          </a:prstGeom>
          <a:noFill/>
          <a:ln w="28575">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15051" name="Rectangle 11"/>
          <p:cNvSpPr>
            <a:spLocks noChangeArrowheads="1"/>
          </p:cNvSpPr>
          <p:nvPr/>
        </p:nvSpPr>
        <p:spPr bwMode="auto">
          <a:xfrm>
            <a:off x="5348553" y="2317651"/>
            <a:ext cx="952185"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nSpc>
                <a:spcPct val="90000"/>
              </a:lnSpc>
            </a:pPr>
            <a:r>
              <a:rPr kumimoji="1" lang="zh-CN" altLang="en-US" sz="2000" b="1" dirty="0">
                <a:solidFill>
                  <a:srgbClr val="000099"/>
                </a:solidFill>
                <a:latin typeface="Arial" charset="0"/>
                <a:ea typeface="黑体" pitchFamily="49" charset="-122"/>
              </a:rPr>
              <a:t>服务器</a:t>
            </a:r>
          </a:p>
          <a:p>
            <a:pPr>
              <a:lnSpc>
                <a:spcPct val="90000"/>
              </a:lnSpc>
            </a:pPr>
            <a:r>
              <a:rPr kumimoji="1" lang="zh-CN" altLang="en-US" sz="2000" b="1" dirty="0">
                <a:solidFill>
                  <a:srgbClr val="000099"/>
                </a:solidFill>
                <a:latin typeface="Arial" charset="0"/>
                <a:ea typeface="黑体" pitchFamily="49" charset="-122"/>
              </a:rPr>
              <a:t> 程序</a:t>
            </a:r>
          </a:p>
        </p:txBody>
      </p:sp>
      <p:sp>
        <p:nvSpPr>
          <p:cNvPr id="215052" name="Rectangle 12"/>
          <p:cNvSpPr>
            <a:spLocks noChangeArrowheads="1"/>
          </p:cNvSpPr>
          <p:nvPr/>
        </p:nvSpPr>
        <p:spPr bwMode="auto">
          <a:xfrm>
            <a:off x="4392348" y="2566887"/>
            <a:ext cx="854402"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kumimoji="1" lang="en-US" altLang="zh-CN" sz="2000" b="1">
                <a:solidFill>
                  <a:srgbClr val="000099"/>
                </a:solidFill>
                <a:latin typeface="Arial" charset="0"/>
                <a:ea typeface="黑体" pitchFamily="49" charset="-122"/>
              </a:rPr>
              <a:t>HTTP</a:t>
            </a:r>
          </a:p>
        </p:txBody>
      </p:sp>
      <p:sp>
        <p:nvSpPr>
          <p:cNvPr id="215053" name="Line 13"/>
          <p:cNvSpPr>
            <a:spLocks noChangeShapeType="1"/>
          </p:cNvSpPr>
          <p:nvPr/>
        </p:nvSpPr>
        <p:spPr bwMode="auto">
          <a:xfrm>
            <a:off x="7236884" y="3005038"/>
            <a:ext cx="1380993" cy="257175"/>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pic>
        <p:nvPicPr>
          <p:cNvPr id="215054" name="Picture 1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809222" y="2147787"/>
            <a:ext cx="1104106" cy="1028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15055" name="Oval 16"/>
          <p:cNvSpPr>
            <a:spLocks noChangeArrowheads="1"/>
          </p:cNvSpPr>
          <p:nvPr/>
        </p:nvSpPr>
        <p:spPr bwMode="auto">
          <a:xfrm>
            <a:off x="2282164" y="2844700"/>
            <a:ext cx="459184" cy="177800"/>
          </a:xfrm>
          <a:prstGeom prst="ellipse">
            <a:avLst/>
          </a:prstGeom>
          <a:solidFill>
            <a:srgbClr val="66FF66"/>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215056" name="Line 17"/>
          <p:cNvSpPr>
            <a:spLocks noChangeShapeType="1"/>
          </p:cNvSpPr>
          <p:nvPr/>
        </p:nvSpPr>
        <p:spPr bwMode="auto">
          <a:xfrm flipH="1">
            <a:off x="2545292" y="2566888"/>
            <a:ext cx="921808" cy="352425"/>
          </a:xfrm>
          <a:prstGeom prst="line">
            <a:avLst/>
          </a:prstGeom>
          <a:noFill/>
          <a:ln w="28575">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15057" name="Freeform 18" descr="横虚线"/>
          <p:cNvSpPr>
            <a:spLocks/>
          </p:cNvSpPr>
          <p:nvPr/>
        </p:nvSpPr>
        <p:spPr bwMode="auto">
          <a:xfrm>
            <a:off x="2053432" y="2317650"/>
            <a:ext cx="583010" cy="330200"/>
          </a:xfrm>
          <a:custGeom>
            <a:avLst/>
            <a:gdLst>
              <a:gd name="T0" fmla="*/ 2147483646 w 463"/>
              <a:gd name="T1" fmla="*/ 0 h 322"/>
              <a:gd name="T2" fmla="*/ 2147483646 w 463"/>
              <a:gd name="T3" fmla="*/ 0 h 322"/>
              <a:gd name="T4" fmla="*/ 2147483646 w 463"/>
              <a:gd name="T5" fmla="*/ 2147483646 h 322"/>
              <a:gd name="T6" fmla="*/ 0 w 463"/>
              <a:gd name="T7" fmla="*/ 2147483646 h 322"/>
              <a:gd name="T8" fmla="*/ 2147483646 w 463"/>
              <a:gd name="T9" fmla="*/ 0 h 32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3" h="322">
                <a:moveTo>
                  <a:pt x="17" y="0"/>
                </a:moveTo>
                <a:lnTo>
                  <a:pt x="462" y="0"/>
                </a:lnTo>
                <a:lnTo>
                  <a:pt x="443" y="321"/>
                </a:lnTo>
                <a:lnTo>
                  <a:pt x="0" y="304"/>
                </a:lnTo>
                <a:lnTo>
                  <a:pt x="17" y="0"/>
                </a:lnTo>
              </a:path>
            </a:pathLst>
          </a:custGeom>
          <a:pattFill prst="dashHorz">
            <a:fgClr>
              <a:schemeClr val="bg2"/>
            </a:fgClr>
            <a:bgClr>
              <a:schemeClr val="bg1"/>
            </a:bgClr>
          </a:patt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grpSp>
        <p:nvGrpSpPr>
          <p:cNvPr id="704585" name="Group 73"/>
          <p:cNvGrpSpPr>
            <a:grpSpLocks/>
          </p:cNvGrpSpPr>
          <p:nvPr/>
        </p:nvGrpSpPr>
        <p:grpSpPr bwMode="auto">
          <a:xfrm>
            <a:off x="2221972" y="3559076"/>
            <a:ext cx="5107781" cy="1589087"/>
            <a:chOff x="1292" y="2423"/>
            <a:chExt cx="2970" cy="1001"/>
          </a:xfrm>
        </p:grpSpPr>
        <p:sp>
          <p:nvSpPr>
            <p:cNvPr id="215073" name="Line 19"/>
            <p:cNvSpPr>
              <a:spLocks noChangeShapeType="1"/>
            </p:cNvSpPr>
            <p:nvPr/>
          </p:nvSpPr>
          <p:spPr bwMode="auto">
            <a:xfrm flipV="1">
              <a:off x="1328" y="2749"/>
              <a:ext cx="2934" cy="9"/>
            </a:xfrm>
            <a:prstGeom prst="line">
              <a:avLst/>
            </a:prstGeom>
            <a:noFill/>
            <a:ln w="28575">
              <a:solidFill>
                <a:srgbClr val="333399"/>
              </a:solidFill>
              <a:prstDash val="dash"/>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grpSp>
          <p:nvGrpSpPr>
            <p:cNvPr id="215074" name="Group 20"/>
            <p:cNvGrpSpPr>
              <a:grpSpLocks/>
            </p:cNvGrpSpPr>
            <p:nvPr/>
          </p:nvGrpSpPr>
          <p:grpSpPr bwMode="auto">
            <a:xfrm>
              <a:off x="2298" y="2614"/>
              <a:ext cx="1444" cy="270"/>
              <a:chOff x="1152" y="1824"/>
              <a:chExt cx="1296" cy="240"/>
            </a:xfrm>
          </p:grpSpPr>
          <p:sp>
            <p:nvSpPr>
              <p:cNvPr id="215078" name="AutoShape 21"/>
              <p:cNvSpPr>
                <a:spLocks noChangeArrowheads="1"/>
              </p:cNvSpPr>
              <p:nvPr/>
            </p:nvSpPr>
            <p:spPr bwMode="auto">
              <a:xfrm>
                <a:off x="2160" y="1872"/>
                <a:ext cx="288" cy="144"/>
              </a:xfrm>
              <a:prstGeom prst="rightArrow">
                <a:avLst>
                  <a:gd name="adj1" fmla="val 50000"/>
                  <a:gd name="adj2" fmla="val 50000"/>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215079" name="Rectangle 22"/>
              <p:cNvSpPr>
                <a:spLocks noChangeArrowheads="1"/>
              </p:cNvSpPr>
              <p:nvPr/>
            </p:nvSpPr>
            <p:spPr bwMode="auto">
              <a:xfrm>
                <a:off x="1152" y="1824"/>
                <a:ext cx="1008" cy="240"/>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charset="0"/>
                    <a:ea typeface="黑体" pitchFamily="49" charset="-122"/>
                  </a:rPr>
                  <a:t>HTTP </a:t>
                </a:r>
                <a:r>
                  <a:rPr kumimoji="1" lang="zh-CN" altLang="en-US" sz="2000" b="1">
                    <a:solidFill>
                      <a:srgbClr val="000099"/>
                    </a:solidFill>
                    <a:latin typeface="Arial" charset="0"/>
                    <a:ea typeface="黑体" pitchFamily="49" charset="-122"/>
                  </a:rPr>
                  <a:t>请求报文</a:t>
                </a:r>
              </a:p>
            </p:txBody>
          </p:sp>
        </p:grpSp>
        <p:sp>
          <p:nvSpPr>
            <p:cNvPr id="215075" name="Line 23"/>
            <p:cNvSpPr>
              <a:spLocks noChangeShapeType="1"/>
            </p:cNvSpPr>
            <p:nvPr/>
          </p:nvSpPr>
          <p:spPr bwMode="auto">
            <a:xfrm>
              <a:off x="1319" y="2506"/>
              <a:ext cx="0" cy="810"/>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215076" name="Line 24"/>
            <p:cNvSpPr>
              <a:spLocks noChangeShapeType="1"/>
            </p:cNvSpPr>
            <p:nvPr/>
          </p:nvSpPr>
          <p:spPr bwMode="auto">
            <a:xfrm>
              <a:off x="4262" y="2560"/>
              <a:ext cx="0" cy="864"/>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215077" name="Text Box 25"/>
            <p:cNvSpPr txBox="1">
              <a:spLocks noChangeArrowheads="1"/>
            </p:cNvSpPr>
            <p:nvPr/>
          </p:nvSpPr>
          <p:spPr bwMode="auto">
            <a:xfrm>
              <a:off x="1292" y="2423"/>
              <a:ext cx="931"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800" b="1">
                  <a:solidFill>
                    <a:srgbClr val="000099"/>
                  </a:solidFill>
                  <a:latin typeface="Arial" charset="0"/>
                  <a:ea typeface="黑体" pitchFamily="49" charset="-122"/>
                  <a:sym typeface="Wingdings" pitchFamily="2" charset="2"/>
                </a:rPr>
                <a:t></a:t>
              </a:r>
              <a:r>
                <a:rPr kumimoji="1" lang="en-US" altLang="zh-CN" sz="2000" b="1">
                  <a:solidFill>
                    <a:srgbClr val="000099"/>
                  </a:solidFill>
                  <a:latin typeface="Arial" charset="0"/>
                  <a:ea typeface="黑体" pitchFamily="49" charset="-122"/>
                </a:rPr>
                <a:t> </a:t>
              </a:r>
              <a:r>
                <a:rPr kumimoji="1" lang="zh-CN" altLang="en-US" sz="2000" b="1">
                  <a:solidFill>
                    <a:srgbClr val="000099"/>
                  </a:solidFill>
                  <a:latin typeface="Arial" charset="0"/>
                  <a:ea typeface="黑体" pitchFamily="49" charset="-122"/>
                </a:rPr>
                <a:t>请求文档</a:t>
              </a:r>
            </a:p>
          </p:txBody>
        </p:sp>
      </p:grpSp>
      <p:sp>
        <p:nvSpPr>
          <p:cNvPr id="215059" name="Text Box 26"/>
          <p:cNvSpPr txBox="1">
            <a:spLocks noChangeArrowheads="1"/>
          </p:cNvSpPr>
          <p:nvPr/>
        </p:nvSpPr>
        <p:spPr bwMode="auto">
          <a:xfrm>
            <a:off x="7761421" y="3430488"/>
            <a:ext cx="2184135"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algn="ctr" eaLnBrk="1" hangingPunct="1"/>
            <a:r>
              <a:rPr kumimoji="1" lang="zh-CN" altLang="en-US" sz="2000" b="1">
                <a:solidFill>
                  <a:srgbClr val="000099"/>
                </a:solidFill>
                <a:latin typeface="Arial" charset="0"/>
                <a:ea typeface="黑体" pitchFamily="49" charset="-122"/>
              </a:rPr>
              <a:t>程序事先被编译成二进制代码，存放为文件</a:t>
            </a:r>
          </a:p>
        </p:txBody>
      </p:sp>
      <p:sp>
        <p:nvSpPr>
          <p:cNvPr id="215060" name="Text Box 28"/>
          <p:cNvSpPr txBox="1">
            <a:spLocks noChangeArrowheads="1"/>
          </p:cNvSpPr>
          <p:nvPr/>
        </p:nvSpPr>
        <p:spPr bwMode="auto">
          <a:xfrm>
            <a:off x="8311753" y="1412776"/>
            <a:ext cx="1135247" cy="1723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10600" b="1">
                <a:solidFill>
                  <a:srgbClr val="000099"/>
                </a:solidFill>
                <a:latin typeface="Arial" charset="0"/>
                <a:ea typeface="黑体" pitchFamily="49" charset="-122"/>
                <a:sym typeface="Wingdings" pitchFamily="2" charset="2"/>
              </a:rPr>
              <a:t></a:t>
            </a:r>
            <a:endParaRPr kumimoji="1" lang="en-US" altLang="zh-CN" sz="10600" b="1">
              <a:solidFill>
                <a:srgbClr val="000099"/>
              </a:solidFill>
              <a:latin typeface="Arial" charset="0"/>
              <a:ea typeface="黑体" pitchFamily="49" charset="-122"/>
            </a:endParaRPr>
          </a:p>
        </p:txBody>
      </p:sp>
      <p:grpSp>
        <p:nvGrpSpPr>
          <p:cNvPr id="215061" name="Group 72"/>
          <p:cNvGrpSpPr>
            <a:grpSpLocks/>
          </p:cNvGrpSpPr>
          <p:nvPr/>
        </p:nvGrpSpPr>
        <p:grpSpPr bwMode="auto">
          <a:xfrm>
            <a:off x="8542203" y="2312888"/>
            <a:ext cx="698235" cy="400050"/>
            <a:chOff x="5029" y="853"/>
            <a:chExt cx="406" cy="252"/>
          </a:xfrm>
        </p:grpSpPr>
        <p:sp>
          <p:nvSpPr>
            <p:cNvPr id="215071" name="Rectangle 38"/>
            <p:cNvSpPr>
              <a:spLocks noChangeArrowheads="1"/>
            </p:cNvSpPr>
            <p:nvPr/>
          </p:nvSpPr>
          <p:spPr bwMode="auto">
            <a:xfrm>
              <a:off x="5074" y="903"/>
              <a:ext cx="350" cy="16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215072" name="Text Box 39"/>
            <p:cNvSpPr txBox="1">
              <a:spLocks noChangeArrowheads="1"/>
            </p:cNvSpPr>
            <p:nvPr/>
          </p:nvSpPr>
          <p:spPr bwMode="auto">
            <a:xfrm>
              <a:off x="5029" y="853"/>
              <a:ext cx="406" cy="2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a:solidFill>
                    <a:srgbClr val="000099"/>
                  </a:solidFill>
                  <a:latin typeface="Arial" charset="0"/>
                  <a:ea typeface="黑体" pitchFamily="49" charset="-122"/>
                </a:rPr>
                <a:t>程序</a:t>
              </a:r>
            </a:p>
          </p:txBody>
        </p:sp>
      </p:grpSp>
      <p:grpSp>
        <p:nvGrpSpPr>
          <p:cNvPr id="704583" name="Group 71"/>
          <p:cNvGrpSpPr>
            <a:grpSpLocks/>
          </p:cNvGrpSpPr>
          <p:nvPr/>
        </p:nvGrpSpPr>
        <p:grpSpPr bwMode="auto">
          <a:xfrm>
            <a:off x="37836" y="4581424"/>
            <a:ext cx="2774024" cy="1724024"/>
            <a:chOff x="22" y="3203"/>
            <a:chExt cx="1613" cy="1086"/>
          </a:xfrm>
        </p:grpSpPr>
        <p:sp>
          <p:nvSpPr>
            <p:cNvPr id="215064" name="Text Box 30"/>
            <p:cNvSpPr txBox="1">
              <a:spLocks noChangeArrowheads="1"/>
            </p:cNvSpPr>
            <p:nvPr/>
          </p:nvSpPr>
          <p:spPr bwMode="auto">
            <a:xfrm>
              <a:off x="22" y="3386"/>
              <a:ext cx="1134" cy="7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algn="ctr" eaLnBrk="1" hangingPunct="1"/>
              <a:r>
                <a:rPr kumimoji="1" lang="en-US" altLang="zh-CN" sz="2800" b="1">
                  <a:solidFill>
                    <a:srgbClr val="000099"/>
                  </a:solidFill>
                  <a:latin typeface="Arial" charset="0"/>
                  <a:ea typeface="黑体" pitchFamily="49" charset="-122"/>
                  <a:sym typeface="Wingdings" pitchFamily="2" charset="2"/>
                </a:rPr>
                <a:t></a:t>
              </a:r>
              <a:r>
                <a:rPr kumimoji="1" lang="en-US" altLang="zh-CN" sz="2000" b="1">
                  <a:solidFill>
                    <a:srgbClr val="000099"/>
                  </a:solidFill>
                  <a:latin typeface="Arial" charset="0"/>
                  <a:ea typeface="黑体" pitchFamily="49" charset="-122"/>
                </a:rPr>
                <a:t> </a:t>
              </a:r>
              <a:r>
                <a:rPr kumimoji="1" lang="zh-CN" altLang="en-US" sz="2000" b="1">
                  <a:solidFill>
                    <a:srgbClr val="000099"/>
                  </a:solidFill>
                  <a:latin typeface="Arial" charset="0"/>
                  <a:ea typeface="黑体" pitchFamily="49" charset="-122"/>
                </a:rPr>
                <a:t>此程序在</a:t>
              </a:r>
            </a:p>
            <a:p>
              <a:pPr algn="ctr" eaLnBrk="1" hangingPunct="1"/>
              <a:r>
                <a:rPr kumimoji="1" lang="zh-CN" altLang="en-US" sz="2000" b="1">
                  <a:solidFill>
                    <a:srgbClr val="000099"/>
                  </a:solidFill>
                  <a:latin typeface="Arial" charset="0"/>
                  <a:ea typeface="黑体" pitchFamily="49" charset="-122"/>
                </a:rPr>
                <a:t>客户端创建</a:t>
              </a:r>
            </a:p>
            <a:p>
              <a:pPr algn="ctr" eaLnBrk="1" hangingPunct="1"/>
              <a:r>
                <a:rPr kumimoji="1" lang="zh-CN" altLang="en-US" sz="2000" b="1">
                  <a:solidFill>
                    <a:srgbClr val="000099"/>
                  </a:solidFill>
                  <a:latin typeface="Arial" charset="0"/>
                  <a:ea typeface="黑体" pitchFamily="49" charset="-122"/>
                </a:rPr>
                <a:t>出活动文档</a:t>
              </a:r>
            </a:p>
          </p:txBody>
        </p:sp>
        <p:grpSp>
          <p:nvGrpSpPr>
            <p:cNvPr id="215065" name="Group 62"/>
            <p:cNvGrpSpPr>
              <a:grpSpLocks/>
            </p:cNvGrpSpPr>
            <p:nvPr/>
          </p:nvGrpSpPr>
          <p:grpSpPr bwMode="auto">
            <a:xfrm>
              <a:off x="975" y="3203"/>
              <a:ext cx="660" cy="1086"/>
              <a:chOff x="975" y="3203"/>
              <a:chExt cx="660" cy="1086"/>
            </a:xfrm>
          </p:grpSpPr>
          <p:sp>
            <p:nvSpPr>
              <p:cNvPr id="215066" name="Rectangle 41"/>
              <p:cNvSpPr>
                <a:spLocks noChangeArrowheads="1"/>
              </p:cNvSpPr>
              <p:nvPr/>
            </p:nvSpPr>
            <p:spPr bwMode="auto">
              <a:xfrm>
                <a:off x="1123" y="3806"/>
                <a:ext cx="401" cy="9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215067" name="Text Box 42"/>
              <p:cNvSpPr txBox="1">
                <a:spLocks noChangeArrowheads="1"/>
              </p:cNvSpPr>
              <p:nvPr/>
            </p:nvSpPr>
            <p:spPr bwMode="auto">
              <a:xfrm>
                <a:off x="975" y="3203"/>
                <a:ext cx="660" cy="10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10600" b="1">
                    <a:solidFill>
                      <a:srgbClr val="000099"/>
                    </a:solidFill>
                    <a:latin typeface="Arial" charset="0"/>
                    <a:ea typeface="黑体" pitchFamily="49" charset="-122"/>
                    <a:sym typeface="Wingdings" pitchFamily="2" charset="2"/>
                  </a:rPr>
                  <a:t></a:t>
                </a:r>
                <a:endParaRPr kumimoji="1" lang="en-US" altLang="zh-CN" sz="10600" b="1">
                  <a:solidFill>
                    <a:srgbClr val="000099"/>
                  </a:solidFill>
                  <a:latin typeface="Arial" charset="0"/>
                  <a:ea typeface="黑体" pitchFamily="49" charset="-122"/>
                </a:endParaRPr>
              </a:p>
            </p:txBody>
          </p:sp>
          <p:grpSp>
            <p:nvGrpSpPr>
              <p:cNvPr id="215068" name="Group 60"/>
              <p:cNvGrpSpPr>
                <a:grpSpLocks/>
              </p:cNvGrpSpPr>
              <p:nvPr/>
            </p:nvGrpSpPr>
            <p:grpSpPr bwMode="auto">
              <a:xfrm>
                <a:off x="1111" y="3612"/>
                <a:ext cx="406" cy="252"/>
                <a:chOff x="2154" y="3884"/>
                <a:chExt cx="406" cy="252"/>
              </a:xfrm>
            </p:grpSpPr>
            <p:sp>
              <p:nvSpPr>
                <p:cNvPr id="215069" name="Rectangle 44"/>
                <p:cNvSpPr>
                  <a:spLocks noChangeArrowheads="1"/>
                </p:cNvSpPr>
                <p:nvPr/>
              </p:nvSpPr>
              <p:spPr bwMode="auto">
                <a:xfrm>
                  <a:off x="2175" y="3927"/>
                  <a:ext cx="375" cy="199"/>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215070" name="Text Box 45"/>
                <p:cNvSpPr txBox="1">
                  <a:spLocks noChangeArrowheads="1"/>
                </p:cNvSpPr>
                <p:nvPr/>
              </p:nvSpPr>
              <p:spPr bwMode="auto">
                <a:xfrm>
                  <a:off x="2154" y="3884"/>
                  <a:ext cx="406" cy="2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a:solidFill>
                        <a:srgbClr val="000099"/>
                      </a:solidFill>
                      <a:latin typeface="Arial" charset="0"/>
                      <a:ea typeface="黑体" pitchFamily="49" charset="-122"/>
                    </a:rPr>
                    <a:t>文档</a:t>
                  </a:r>
                </a:p>
              </p:txBody>
            </p:sp>
          </p:grpSp>
        </p:grpSp>
      </p:grpSp>
      <p:sp>
        <p:nvSpPr>
          <p:cNvPr id="215063" name="Line 14"/>
          <p:cNvSpPr>
            <a:spLocks noChangeShapeType="1"/>
          </p:cNvSpPr>
          <p:nvPr/>
        </p:nvSpPr>
        <p:spPr bwMode="auto">
          <a:xfrm>
            <a:off x="2636441" y="2919312"/>
            <a:ext cx="4325276" cy="0"/>
          </a:xfrm>
          <a:prstGeom prst="line">
            <a:avLst/>
          </a:prstGeom>
          <a:noFill/>
          <a:ln w="28575">
            <a:solidFill>
              <a:schemeClr val="hlink"/>
            </a:solidFill>
            <a:prstDash val="dash"/>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Tree>
    <p:extLst>
      <p:ext uri="{BB962C8B-B14F-4D97-AF65-F5344CB8AC3E}">
        <p14:creationId xmlns:p14="http://schemas.microsoft.com/office/powerpoint/2010/main" val="2074305264"/>
      </p:ext>
    </p:extLst>
  </p:cSld>
  <p:clrMapOvr>
    <a:masterClrMapping/>
  </p:clrMapOvr>
</p:sld>
</file>

<file path=ppt/theme/theme1.xml><?xml version="1.0" encoding="utf-8"?>
<a:theme xmlns:a="http://schemas.openxmlformats.org/drawingml/2006/main" name="cn920">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Arial"/>
        <a:ea typeface="黑体"/>
        <a:cs typeface=""/>
      </a:majorFont>
      <a:minorFont>
        <a:latin typeface="Arial"/>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cn920</Template>
  <TotalTime>469</TotalTime>
  <Words>7102</Words>
  <Application>Microsoft Office PowerPoint</Application>
  <PresentationFormat>A4 纸张(210x297 毫米)</PresentationFormat>
  <Paragraphs>924</Paragraphs>
  <Slides>101</Slides>
  <Notes>72</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1</vt:i4>
      </vt:variant>
      <vt:variant>
        <vt:lpstr>幻灯片标题</vt:lpstr>
      </vt:variant>
      <vt:variant>
        <vt:i4>101</vt:i4>
      </vt:variant>
    </vt:vector>
  </HeadingPairs>
  <TitlesOfParts>
    <vt:vector size="109" baseType="lpstr">
      <vt:lpstr>黑体</vt:lpstr>
      <vt:lpstr>Arial</vt:lpstr>
      <vt:lpstr>Calibri</vt:lpstr>
      <vt:lpstr>Tahoma</vt:lpstr>
      <vt:lpstr>Times New Roman</vt:lpstr>
      <vt:lpstr>Wingdings</vt:lpstr>
      <vt:lpstr>cn920</vt:lpstr>
      <vt:lpstr>VISIO</vt:lpstr>
      <vt:lpstr>应用层</vt:lpstr>
      <vt:lpstr>应用层</vt:lpstr>
      <vt:lpstr>应用层</vt:lpstr>
      <vt:lpstr> 域名系统概述</vt:lpstr>
      <vt:lpstr>互联网的域名结构</vt:lpstr>
      <vt:lpstr>域名只是个逻辑概念</vt:lpstr>
      <vt:lpstr>顶级域名 TLD(Top Level Domain)</vt:lpstr>
      <vt:lpstr>顶级域名 TLD (Top Level Domain)</vt:lpstr>
      <vt:lpstr>顶级域名 TLD （续）</vt:lpstr>
      <vt:lpstr>顶级域名 TLD （续）</vt:lpstr>
      <vt:lpstr>新增加了下列的通用顶级域名 </vt:lpstr>
      <vt:lpstr>互联网的域名空间 </vt:lpstr>
      <vt:lpstr>域名服务器 </vt:lpstr>
      <vt:lpstr>区的不同划分方法举例 </vt:lpstr>
      <vt:lpstr>树状结构的 DNS 域名服务器 </vt:lpstr>
      <vt:lpstr>域名服务器有以下四种类型 </vt:lpstr>
      <vt:lpstr>根域名服务器</vt:lpstr>
      <vt:lpstr>根域名服务器共有 13 套装置</vt:lpstr>
      <vt:lpstr>顶级域名服务器</vt:lpstr>
      <vt:lpstr>权限域名服务器 </vt:lpstr>
      <vt:lpstr>本地域名服务器 </vt:lpstr>
      <vt:lpstr>提高域名服务器的可靠性</vt:lpstr>
      <vt:lpstr>域名的解析过程 </vt:lpstr>
      <vt:lpstr>本地域名服务器采用迭代查询 </vt:lpstr>
      <vt:lpstr>本地域名服务器采用递归查询 （比较少用） </vt:lpstr>
      <vt:lpstr>名字的高速缓存 </vt:lpstr>
      <vt:lpstr>应用层</vt:lpstr>
      <vt:lpstr>电子邮件概述</vt:lpstr>
      <vt:lpstr>电子邮件的一些标准</vt:lpstr>
      <vt:lpstr>电子邮件的最主要的组成构件 </vt:lpstr>
      <vt:lpstr>用户代理 UA (User Agent)</vt:lpstr>
      <vt:lpstr>发送和接收电子邮件的几个重要步骤</vt:lpstr>
      <vt:lpstr>发送和接收电子邮件的几个重要步骤</vt:lpstr>
      <vt:lpstr>电子邮件的组成</vt:lpstr>
      <vt:lpstr>电子邮件地址的格式</vt:lpstr>
      <vt:lpstr>简单邮件传送协议 SMTP </vt:lpstr>
      <vt:lpstr>SMTP 通信的三个阶段 </vt:lpstr>
      <vt:lpstr>电子邮件的信息格式: 内容</vt:lpstr>
      <vt:lpstr>邮件内容的首部 </vt:lpstr>
      <vt:lpstr>邮件读取协议POP3 和 IMAP</vt:lpstr>
      <vt:lpstr>IMAP 协议</vt:lpstr>
      <vt:lpstr>IMAP 的特点</vt:lpstr>
      <vt:lpstr>通用互联网邮件扩充 MIME</vt:lpstr>
      <vt:lpstr>1.  MIME 概述</vt:lpstr>
      <vt:lpstr>MIME 和 SMTP 的关系 </vt:lpstr>
      <vt:lpstr>MIME 主要包括三个部分 </vt:lpstr>
      <vt:lpstr>MIME 增加 5 个新的邮件首部 </vt:lpstr>
      <vt:lpstr>2.  内容传送编码 (Content-Transfer-Encoding) </vt:lpstr>
      <vt:lpstr>3.  内容类型 </vt:lpstr>
      <vt:lpstr>MIME Content-Type 说明中的类型及子类型</vt:lpstr>
      <vt:lpstr>应用层</vt:lpstr>
      <vt:lpstr>  FTP概述</vt:lpstr>
      <vt:lpstr>文件传送并非很简单的问题</vt:lpstr>
      <vt:lpstr>FTP 的基本工作原理 </vt:lpstr>
      <vt:lpstr>FTP 特点</vt:lpstr>
      <vt:lpstr>主进程的工作步骤</vt:lpstr>
      <vt:lpstr>两个连接</vt:lpstr>
      <vt:lpstr>FTP 使用的两个 TCP 连接 </vt:lpstr>
      <vt:lpstr> 两个不同的端口号 </vt:lpstr>
      <vt:lpstr> 使用两个不同端口号的好处 </vt:lpstr>
      <vt:lpstr>应用层</vt:lpstr>
      <vt:lpstr>远程终端协议 TELNET</vt:lpstr>
      <vt:lpstr>客户服务器方式</vt:lpstr>
      <vt:lpstr>TELNET 使用 网络虚拟终端 NVT 格式 </vt:lpstr>
      <vt:lpstr>网络虚拟终端 NVT 格式 </vt:lpstr>
      <vt:lpstr>应用层</vt:lpstr>
      <vt:lpstr>万维网：概述</vt:lpstr>
      <vt:lpstr>万维网提供分布式服务 </vt:lpstr>
      <vt:lpstr>超媒体与超文本</vt:lpstr>
      <vt:lpstr>     万维网的工作方式 </vt:lpstr>
      <vt:lpstr>万维网必须解决的问题 </vt:lpstr>
      <vt:lpstr>万维网必须解决的问题 </vt:lpstr>
      <vt:lpstr>万维网必须解决的问题 </vt:lpstr>
      <vt:lpstr>万维网必须解决的问题 </vt:lpstr>
      <vt:lpstr>统一资源定位符 URL</vt:lpstr>
      <vt:lpstr>URL 的一般形式 </vt:lpstr>
      <vt:lpstr>超文本传送协议 HTTP </vt:lpstr>
      <vt:lpstr>万维网的工作过程 </vt:lpstr>
      <vt:lpstr>用户点击 URL  http://www.tsinghua.edu.cn/chn/yxsz/index.htm 后所发生的事件 </vt:lpstr>
      <vt:lpstr>HTTP 的报文结构 </vt:lpstr>
      <vt:lpstr>HTTP 的报文结构（请求报文） </vt:lpstr>
      <vt:lpstr>HTTP 的报文结构（请求报文） </vt:lpstr>
      <vt:lpstr>HTTP 请求报文的一些方法 </vt:lpstr>
      <vt:lpstr>HTTP 的报文结构（请求报文） </vt:lpstr>
      <vt:lpstr>HTTP 的报文结构（请求报文） </vt:lpstr>
      <vt:lpstr>HTTP 的报文结构（响应报文） </vt:lpstr>
      <vt:lpstr>状态码都是三位数字 </vt:lpstr>
      <vt:lpstr>在服务器上存放用户的信息</vt:lpstr>
      <vt:lpstr>万维网的文档</vt:lpstr>
      <vt:lpstr>HTML 文档 </vt:lpstr>
      <vt:lpstr>HTML 文档中标签的用法 </vt:lpstr>
      <vt:lpstr>两种不同的链接</vt:lpstr>
      <vt:lpstr>XML</vt:lpstr>
      <vt:lpstr>XHTML</vt:lpstr>
      <vt:lpstr>CSS</vt:lpstr>
      <vt:lpstr>2. 动态万维网文档 </vt:lpstr>
      <vt:lpstr>扩充了功能的万维网服务器 </vt:lpstr>
      <vt:lpstr>通用网关接口 CGI</vt:lpstr>
      <vt:lpstr>CGI 程序</vt:lpstr>
      <vt:lpstr>3. 活动万维网文档</vt:lpstr>
      <vt:lpstr>活动文档在客户端创建 </vt:lpstr>
    </vt:vector>
  </TitlesOfParts>
  <Company>920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 8 章 互联网上的音频和视频服务</dc:title>
  <dc:creator>920</dc:creator>
  <cp:lastModifiedBy>admin</cp:lastModifiedBy>
  <cp:revision>41</cp:revision>
  <dcterms:created xsi:type="dcterms:W3CDTF">2016-10-14T10:01:16Z</dcterms:created>
  <dcterms:modified xsi:type="dcterms:W3CDTF">2023-05-28T17:07:55Z</dcterms:modified>
</cp:coreProperties>
</file>