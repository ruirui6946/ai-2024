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66FF66"/>
    <a:srgbClr val="0000CC"/>
    <a:srgbClr val="0000FF"/>
    <a:srgbClr val="FF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129" autoAdjust="0"/>
    <p:restoredTop sz="88929" autoAdjust="0"/>
  </p:normalViewPr>
  <p:slideViewPr>
    <p:cSldViewPr>
      <p:cViewPr varScale="1">
        <p:scale>
          <a:sx n="90" d="100"/>
          <a:sy n="90" d="100"/>
        </p:scale>
        <p:origin x="1422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C80574E-8B94-4515-ADE1-BF6C35829DF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33339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7B36-077D-42FE-9DED-0C77CB87E4B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8640"/>
            <a:ext cx="9066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752"/>
            <a:ext cx="9066212" cy="49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176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itchFamily="2" charset="2"/>
        <a:buChar char="p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2024-03-06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1-02</a:t>
            </a:r>
          </a:p>
          <a:p>
            <a:r>
              <a:rPr lang="en-US" altLang="zh-CN" dirty="0">
                <a:ea typeface="宋体" pitchFamily="2" charset="-122"/>
              </a:rPr>
              <a:t>P40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1-22</a:t>
            </a:r>
          </a:p>
          <a:p>
            <a:r>
              <a:rPr lang="en-US" altLang="zh-CN" dirty="0">
                <a:ea typeface="宋体" pitchFamily="2" charset="-122"/>
              </a:rPr>
              <a:t>P40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1-28</a:t>
            </a:r>
          </a:p>
          <a:p>
            <a:r>
              <a:rPr lang="en-US" altLang="zh-CN" dirty="0">
                <a:ea typeface="宋体" pitchFamily="2" charset="-122"/>
              </a:rPr>
              <a:t>P70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2-01</a:t>
            </a:r>
          </a:p>
        </p:txBody>
      </p:sp>
    </p:spTree>
    <p:extLst>
      <p:ext uri="{BB962C8B-B14F-4D97-AF65-F5344CB8AC3E}">
        <p14:creationId xmlns:p14="http://schemas.microsoft.com/office/powerpoint/2010/main" val="332301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2024-03-13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P70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2-13</a:t>
            </a:r>
          </a:p>
          <a:p>
            <a:r>
              <a:rPr lang="en-US" altLang="zh-CN" dirty="0">
                <a:ea typeface="宋体" pitchFamily="2" charset="-122"/>
              </a:rPr>
              <a:t>P112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3-09</a:t>
            </a:r>
          </a:p>
          <a:p>
            <a:r>
              <a:rPr lang="en-US" altLang="zh-CN">
                <a:ea typeface="宋体" pitchFamily="2" charset="-122"/>
              </a:rPr>
              <a:t>P112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3-10</a:t>
            </a:r>
          </a:p>
        </p:txBody>
      </p:sp>
    </p:spTree>
    <p:extLst>
      <p:ext uri="{BB962C8B-B14F-4D97-AF65-F5344CB8AC3E}">
        <p14:creationId xmlns:p14="http://schemas.microsoft.com/office/powerpoint/2010/main" val="415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2024-03-20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P113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3-24</a:t>
            </a:r>
          </a:p>
          <a:p>
            <a:r>
              <a:rPr lang="en-US" altLang="zh-CN">
                <a:ea typeface="宋体" pitchFamily="2" charset="-122"/>
              </a:rPr>
              <a:t>P113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3-27</a:t>
            </a:r>
          </a:p>
        </p:txBody>
      </p:sp>
    </p:spTree>
    <p:extLst>
      <p:ext uri="{BB962C8B-B14F-4D97-AF65-F5344CB8AC3E}">
        <p14:creationId xmlns:p14="http://schemas.microsoft.com/office/powerpoint/2010/main" val="205014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2024-03-27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P203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4-10</a:t>
            </a:r>
          </a:p>
          <a:p>
            <a:r>
              <a:rPr lang="en-US" altLang="zh-CN" dirty="0">
                <a:ea typeface="宋体" pitchFamily="2" charset="-122"/>
              </a:rPr>
              <a:t>P204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4-19</a:t>
            </a:r>
          </a:p>
          <a:p>
            <a:r>
              <a:rPr lang="en-US" altLang="zh-CN">
                <a:ea typeface="宋体" pitchFamily="2" charset="-122"/>
              </a:rPr>
              <a:t>P204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4-20</a:t>
            </a:r>
          </a:p>
        </p:txBody>
      </p:sp>
    </p:spTree>
    <p:extLst>
      <p:ext uri="{BB962C8B-B14F-4D97-AF65-F5344CB8AC3E}">
        <p14:creationId xmlns:p14="http://schemas.microsoft.com/office/powerpoint/2010/main" val="366208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2024-04-03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P203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4-16</a:t>
            </a:r>
          </a:p>
          <a:p>
            <a:r>
              <a:rPr lang="en-US" altLang="zh-CN" dirty="0">
                <a:ea typeface="宋体" pitchFamily="2" charset="-122"/>
              </a:rPr>
              <a:t>P203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4-17</a:t>
            </a:r>
          </a:p>
          <a:p>
            <a:r>
              <a:rPr lang="en-US" altLang="zh-CN" dirty="0">
                <a:ea typeface="宋体" pitchFamily="2" charset="-122"/>
              </a:rPr>
              <a:t>P204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4-21</a:t>
            </a:r>
          </a:p>
          <a:p>
            <a:r>
              <a:rPr lang="en-US" altLang="zh-CN" dirty="0">
                <a:ea typeface="宋体" pitchFamily="2" charset="-122"/>
              </a:rPr>
              <a:t>P202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4-04</a:t>
            </a:r>
          </a:p>
        </p:txBody>
      </p:sp>
    </p:spTree>
    <p:extLst>
      <p:ext uri="{BB962C8B-B14F-4D97-AF65-F5344CB8AC3E}">
        <p14:creationId xmlns:p14="http://schemas.microsoft.com/office/powerpoint/2010/main" val="333111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2024-04-10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P204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4-22</a:t>
            </a:r>
          </a:p>
          <a:p>
            <a:r>
              <a:rPr lang="en-US" altLang="zh-CN" dirty="0">
                <a:ea typeface="宋体" pitchFamily="2" charset="-122"/>
              </a:rPr>
              <a:t>P204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4-23</a:t>
            </a:r>
          </a:p>
          <a:p>
            <a:r>
              <a:rPr lang="en-US" altLang="zh-CN" dirty="0">
                <a:ea typeface="宋体" pitchFamily="2" charset="-122"/>
              </a:rPr>
              <a:t>P205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4-33</a:t>
            </a:r>
          </a:p>
        </p:txBody>
      </p:sp>
    </p:spTree>
    <p:extLst>
      <p:ext uri="{BB962C8B-B14F-4D97-AF65-F5344CB8AC3E}">
        <p14:creationId xmlns:p14="http://schemas.microsoft.com/office/powerpoint/2010/main" val="145151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2024-04-17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P206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4-40</a:t>
            </a:r>
          </a:p>
          <a:p>
            <a:r>
              <a:rPr lang="en-US" altLang="zh-CN" dirty="0">
                <a:ea typeface="宋体" pitchFamily="2" charset="-122"/>
              </a:rPr>
              <a:t>P208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4-64</a:t>
            </a:r>
          </a:p>
          <a:p>
            <a:r>
              <a:rPr lang="en-US" altLang="zh-CN" dirty="0">
                <a:ea typeface="宋体" pitchFamily="2" charset="-122"/>
              </a:rPr>
              <a:t>P209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4-65</a:t>
            </a:r>
          </a:p>
        </p:txBody>
      </p:sp>
    </p:spTree>
    <p:extLst>
      <p:ext uri="{BB962C8B-B14F-4D97-AF65-F5344CB8AC3E}">
        <p14:creationId xmlns:p14="http://schemas.microsoft.com/office/powerpoint/2010/main" val="112507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2024-04-23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P253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5-01</a:t>
            </a:r>
          </a:p>
          <a:p>
            <a:r>
              <a:rPr lang="en-US" altLang="zh-CN" dirty="0">
                <a:ea typeface="宋体" pitchFamily="2" charset="-122"/>
              </a:rPr>
              <a:t>P253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5-08</a:t>
            </a:r>
          </a:p>
        </p:txBody>
      </p:sp>
    </p:spTree>
    <p:extLst>
      <p:ext uri="{BB962C8B-B14F-4D97-AF65-F5344CB8AC3E}">
        <p14:creationId xmlns:p14="http://schemas.microsoft.com/office/powerpoint/2010/main" val="1174657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2024-05-15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P254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5-23</a:t>
            </a:r>
          </a:p>
          <a:p>
            <a:r>
              <a:rPr lang="en-US" altLang="zh-CN" dirty="0">
                <a:ea typeface="宋体" pitchFamily="2" charset="-122"/>
              </a:rPr>
              <a:t>P255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5-33</a:t>
            </a:r>
          </a:p>
          <a:p>
            <a:r>
              <a:rPr lang="en-US" altLang="zh-CN" dirty="0">
                <a:ea typeface="宋体" pitchFamily="2" charset="-122"/>
              </a:rPr>
              <a:t>P256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5-45</a:t>
            </a:r>
          </a:p>
          <a:p>
            <a:r>
              <a:rPr lang="en-US" altLang="zh-CN" dirty="0">
                <a:ea typeface="宋体" pitchFamily="2" charset="-122"/>
              </a:rPr>
              <a:t>P256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5-46</a:t>
            </a:r>
          </a:p>
        </p:txBody>
      </p:sp>
    </p:spTree>
    <p:extLst>
      <p:ext uri="{BB962C8B-B14F-4D97-AF65-F5344CB8AC3E}">
        <p14:creationId xmlns:p14="http://schemas.microsoft.com/office/powerpoint/2010/main" val="3713058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2024-05-22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P330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6-02</a:t>
            </a:r>
          </a:p>
          <a:p>
            <a:r>
              <a:rPr lang="en-US" altLang="zh-CN" dirty="0">
                <a:ea typeface="宋体" pitchFamily="2" charset="-122"/>
              </a:rPr>
              <a:t>P330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6-05</a:t>
            </a:r>
          </a:p>
        </p:txBody>
      </p:sp>
    </p:spTree>
    <p:extLst>
      <p:ext uri="{BB962C8B-B14F-4D97-AF65-F5344CB8AC3E}">
        <p14:creationId xmlns:p14="http://schemas.microsoft.com/office/powerpoint/2010/main" val="100607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2024-05-29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P330 </a:t>
            </a:r>
            <a:r>
              <a:rPr lang="zh-CN" altLang="en-US">
                <a:ea typeface="宋体" pitchFamily="2" charset="-122"/>
              </a:rPr>
              <a:t>习题</a:t>
            </a:r>
            <a:r>
              <a:rPr lang="en-US" altLang="zh-CN">
                <a:ea typeface="宋体" pitchFamily="2" charset="-122"/>
              </a:rPr>
              <a:t>6-10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>
                <a:ea typeface="宋体" pitchFamily="2" charset="-122"/>
              </a:rPr>
              <a:t>P331 </a:t>
            </a:r>
            <a:r>
              <a:rPr lang="zh-CN" altLang="en-US">
                <a:ea typeface="宋体" pitchFamily="2" charset="-122"/>
              </a:rPr>
              <a:t>习题</a:t>
            </a:r>
            <a:r>
              <a:rPr lang="en-US" altLang="zh-CN">
                <a:ea typeface="宋体" pitchFamily="2" charset="-122"/>
              </a:rPr>
              <a:t>6-23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774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2024-06-05 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P368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7-01</a:t>
            </a:r>
          </a:p>
          <a:p>
            <a:r>
              <a:rPr lang="en-US" altLang="zh-CN" dirty="0">
                <a:ea typeface="宋体" pitchFamily="2" charset="-122"/>
              </a:rPr>
              <a:t>P368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7-07</a:t>
            </a:r>
          </a:p>
          <a:p>
            <a:r>
              <a:rPr lang="en-US" altLang="zh-CN" dirty="0">
                <a:ea typeface="宋体" pitchFamily="2" charset="-122"/>
              </a:rPr>
              <a:t>P368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7-10</a:t>
            </a:r>
          </a:p>
          <a:p>
            <a:endParaRPr lang="en-US" altLang="zh-CN" dirty="0">
              <a:ea typeface="宋体" pitchFamily="2" charset="-122"/>
            </a:endParaRPr>
          </a:p>
          <a:p>
            <a:r>
              <a:rPr lang="zh-CN" altLang="en-US" dirty="0">
                <a:ea typeface="宋体" pitchFamily="2" charset="-122"/>
              </a:rPr>
              <a:t>本次作业不用提交。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431166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1760</TotalTime>
  <Words>125</Words>
  <Application>Microsoft Office PowerPoint</Application>
  <PresentationFormat>A4 纸张(210x297 毫米)</PresentationFormat>
  <Paragraphs>51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黑体</vt:lpstr>
      <vt:lpstr>宋体</vt:lpstr>
      <vt:lpstr>Arial</vt:lpstr>
      <vt:lpstr>Times New Roman</vt:lpstr>
      <vt:lpstr>Wingdings</vt:lpstr>
      <vt:lpstr>Presentation</vt:lpstr>
      <vt:lpstr>作业</vt:lpstr>
      <vt:lpstr>2024-03-06</vt:lpstr>
      <vt:lpstr>2024-03-13</vt:lpstr>
      <vt:lpstr>2024-03-20</vt:lpstr>
      <vt:lpstr>2024-03-27</vt:lpstr>
      <vt:lpstr>2024-04-03</vt:lpstr>
      <vt:lpstr>2024-04-10</vt:lpstr>
      <vt:lpstr>2024-04-17</vt:lpstr>
      <vt:lpstr>2024-04-23</vt:lpstr>
      <vt:lpstr>2024-05-15</vt:lpstr>
      <vt:lpstr>2024-05-22</vt:lpstr>
      <vt:lpstr>2024-05-29</vt:lpstr>
      <vt:lpstr>2024-06-05 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</cp:lastModifiedBy>
  <cp:revision>167</cp:revision>
  <dcterms:created xsi:type="dcterms:W3CDTF">2016-10-01T05:27:09Z</dcterms:created>
  <dcterms:modified xsi:type="dcterms:W3CDTF">2024-06-05T01:31:37Z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