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57" r:id="rId1"/>
  </p:sldMasterIdLst>
  <p:notesMasterIdLst>
    <p:notesMasterId r:id="rId18"/>
  </p:notesMasterIdLst>
  <p:handoutMasterIdLst>
    <p:handoutMasterId r:id="rId19"/>
  </p:handout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7" r:id="rId12"/>
    <p:sldId id="268" r:id="rId13"/>
    <p:sldId id="269" r:id="rId14"/>
    <p:sldId id="270" r:id="rId15"/>
    <p:sldId id="271" r:id="rId16"/>
    <p:sldId id="272" r:id="rId17"/>
  </p:sldIdLst>
  <p:sldSz cx="9906000" cy="6858000" type="A4"/>
  <p:notesSz cx="7010400" cy="9296400"/>
  <p:defaultTextStyle>
    <a:defPPr>
      <a:defRPr lang="en-US"/>
    </a:defPPr>
    <a:lvl1pPr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12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928">
          <p15:clr>
            <a:srgbClr val="A4A3A4"/>
          </p15:clr>
        </p15:guide>
        <p15:guide id="2" pos="2208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99FF"/>
    <a:srgbClr val="66FF66"/>
    <a:srgbClr val="0000CC"/>
    <a:srgbClr val="0000FF"/>
    <a:srgbClr val="FFFF66"/>
    <a:srgbClr val="000099"/>
    <a:srgbClr val="00FF00"/>
    <a:srgbClr val="33339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vertBarState="maximized">
    <p:restoredLeft sz="14129" autoAdjust="0"/>
    <p:restoredTop sz="88929" autoAdjust="0"/>
  </p:normalViewPr>
  <p:slideViewPr>
    <p:cSldViewPr>
      <p:cViewPr varScale="1">
        <p:scale>
          <a:sx n="53" d="100"/>
          <a:sy n="53" d="100"/>
        </p:scale>
        <p:origin x="930" y="78"/>
      </p:cViewPr>
      <p:guideLst>
        <p:guide orient="horz" pos="2160"/>
        <p:guide pos="312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notesViewPr>
    <p:cSldViewPr>
      <p:cViewPr>
        <p:scale>
          <a:sx n="56" d="100"/>
          <a:sy n="56" d="100"/>
        </p:scale>
        <p:origin x="-1830" y="-96"/>
      </p:cViewPr>
      <p:guideLst>
        <p:guide orient="horz" pos="2928"/>
        <p:guide pos="2208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handoutMaster" Target="handoutMasters/handout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038475" cy="4651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hangingPunct="1">
              <a:defRPr sz="1200">
                <a:latin typeface="宋体" pitchFamily="2" charset="-122"/>
              </a:defRPr>
            </a:lvl1pPr>
          </a:lstStyle>
          <a:p>
            <a:endParaRPr lang="zh-CN" altLang="en-US"/>
          </a:p>
        </p:txBody>
      </p:sp>
      <p:sp>
        <p:nvSpPr>
          <p:cNvPr id="25603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970338" y="0"/>
            <a:ext cx="3038475" cy="4651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1" hangingPunct="1">
              <a:defRPr sz="1200">
                <a:latin typeface="宋体" pitchFamily="2" charset="-122"/>
              </a:defRPr>
            </a:lvl1pPr>
          </a:lstStyle>
          <a:p>
            <a:endParaRPr lang="en-US" altLang="zh-CN"/>
          </a:p>
        </p:txBody>
      </p:sp>
      <p:sp>
        <p:nvSpPr>
          <p:cNvPr id="25604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8829675"/>
            <a:ext cx="3038475" cy="4651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eaLnBrk="1" hangingPunct="1">
              <a:defRPr sz="1200">
                <a:latin typeface="宋体" pitchFamily="2" charset="-122"/>
              </a:defRPr>
            </a:lvl1pPr>
          </a:lstStyle>
          <a:p>
            <a:endParaRPr lang="en-US" altLang="zh-CN"/>
          </a:p>
        </p:txBody>
      </p:sp>
      <p:sp>
        <p:nvSpPr>
          <p:cNvPr id="25605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970338" y="8829675"/>
            <a:ext cx="3038475" cy="4651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1" hangingPunct="1">
              <a:defRPr sz="1200">
                <a:latin typeface="宋体" pitchFamily="2" charset="-122"/>
              </a:defRPr>
            </a:lvl1pPr>
          </a:lstStyle>
          <a:p>
            <a:fld id="{E4C64EE1-592A-45A9-9E8D-8A110C604C90}" type="slidenum">
              <a:rPr lang="zh-CN" altLang="en-US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431277660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038475" cy="4651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hangingPunct="1">
              <a:defRPr sz="1200">
                <a:latin typeface="宋体" pitchFamily="2" charset="-122"/>
              </a:defRPr>
            </a:lvl1pPr>
          </a:lstStyle>
          <a:p>
            <a:endParaRPr lang="zh-CN" altLang="en-US"/>
          </a:p>
        </p:txBody>
      </p:sp>
      <p:sp>
        <p:nvSpPr>
          <p:cNvPr id="23555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970338" y="0"/>
            <a:ext cx="3038475" cy="4651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1" hangingPunct="1">
              <a:defRPr sz="1200">
                <a:latin typeface="宋体" pitchFamily="2" charset="-122"/>
              </a:defRPr>
            </a:lvl1pPr>
          </a:lstStyle>
          <a:p>
            <a:endParaRPr lang="en-US" altLang="zh-CN"/>
          </a:p>
        </p:txBody>
      </p:sp>
      <p:sp>
        <p:nvSpPr>
          <p:cNvPr id="23556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987425" y="696913"/>
            <a:ext cx="5035550" cy="348615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 val="1"/>
            </a:ext>
          </a:extLst>
        </p:spPr>
      </p:sp>
      <p:sp>
        <p:nvSpPr>
          <p:cNvPr id="23557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701675" y="4416425"/>
            <a:ext cx="5607050" cy="41830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/>
              <a:t>单击此处编辑母版文本样式</a:t>
            </a:r>
            <a:endParaRPr lang="en-US" altLang="zh-CN"/>
          </a:p>
          <a:p>
            <a:pPr lvl="1"/>
            <a:r>
              <a:rPr lang="en-US" altLang="zh-CN"/>
              <a:t>5656</a:t>
            </a:r>
          </a:p>
          <a:p>
            <a:pPr lvl="2"/>
            <a:r>
              <a:rPr lang="zh-CN" altLang="en-US"/>
              <a:t>第三级</a:t>
            </a:r>
            <a:endParaRPr lang="en-US" altLang="zh-CN"/>
          </a:p>
          <a:p>
            <a:pPr lvl="3"/>
            <a:r>
              <a:rPr lang="zh-CN" altLang="en-US"/>
              <a:t>第四级</a:t>
            </a:r>
            <a:endParaRPr lang="en-US" altLang="zh-CN"/>
          </a:p>
          <a:p>
            <a:pPr lvl="4"/>
            <a:r>
              <a:rPr lang="zh-CN" altLang="en-US"/>
              <a:t>第五级</a:t>
            </a:r>
            <a:endParaRPr lang="en-US" altLang="zh-CN"/>
          </a:p>
        </p:txBody>
      </p:sp>
      <p:sp>
        <p:nvSpPr>
          <p:cNvPr id="23558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829675"/>
            <a:ext cx="3038475" cy="4651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eaLnBrk="1" hangingPunct="1">
              <a:defRPr sz="1200">
                <a:latin typeface="宋体" pitchFamily="2" charset="-122"/>
              </a:defRPr>
            </a:lvl1pPr>
          </a:lstStyle>
          <a:p>
            <a:endParaRPr lang="en-US" altLang="zh-CN"/>
          </a:p>
        </p:txBody>
      </p:sp>
      <p:sp>
        <p:nvSpPr>
          <p:cNvPr id="23559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970338" y="8829675"/>
            <a:ext cx="3038475" cy="4651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1" hangingPunct="1">
              <a:defRPr sz="1200">
                <a:latin typeface="宋体" pitchFamily="2" charset="-122"/>
              </a:defRPr>
            </a:lvl1pPr>
          </a:lstStyle>
          <a:p>
            <a:fld id="{8DA2099C-E03D-4BEA-80BD-EC59252D8E32}" type="slidenum">
              <a:rPr lang="zh-CN" altLang="en-US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15928488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宋体" pitchFamily="2" charset="-122"/>
        <a:ea typeface="宋体" pitchFamily="2" charset="-122"/>
        <a:cs typeface="+mn-cs"/>
      </a:defRPr>
    </a:lvl1pPr>
    <a:lvl2pPr marL="4572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宋体" pitchFamily="2" charset="-122"/>
        <a:ea typeface="宋体" pitchFamily="2" charset="-122"/>
        <a:cs typeface="+mn-cs"/>
      </a:defRPr>
    </a:lvl2pPr>
    <a:lvl3pPr marL="9144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宋体" pitchFamily="2" charset="-122"/>
        <a:ea typeface="宋体" pitchFamily="2" charset="-122"/>
        <a:cs typeface="+mn-cs"/>
      </a:defRPr>
    </a:lvl3pPr>
    <a:lvl4pPr marL="13716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宋体" pitchFamily="2" charset="-122"/>
        <a:ea typeface="宋体" pitchFamily="2" charset="-122"/>
        <a:cs typeface="+mn-cs"/>
      </a:defRPr>
    </a:lvl4pPr>
    <a:lvl5pPr marL="18288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宋体" pitchFamily="2" charset="-122"/>
        <a:ea typeface="宋体" pitchFamily="2" charset="-122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D396C443-04BC-4639-B5F7-E14A7E3E0041}" type="slidenum">
              <a:rPr lang="zh-CN" altLang="en-US"/>
              <a:pPr/>
              <a:t>1</a:t>
            </a:fld>
            <a:endParaRPr lang="en-US" altLang="zh-CN"/>
          </a:p>
        </p:txBody>
      </p:sp>
      <p:sp>
        <p:nvSpPr>
          <p:cNvPr id="2457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457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Rectangle 2"/>
          <p:cNvSpPr>
            <a:spLocks noGrp="1" noChangeArrowheads="1"/>
          </p:cNvSpPr>
          <p:nvPr>
            <p:ph type="ctrTitle"/>
          </p:nvPr>
        </p:nvSpPr>
        <p:spPr>
          <a:xfrm>
            <a:off x="742950" y="685800"/>
            <a:ext cx="8420100" cy="2127250"/>
          </a:xfrm>
        </p:spPr>
        <p:txBody>
          <a:bodyPr/>
          <a:lstStyle>
            <a:lvl1pPr algn="ctr">
              <a:defRPr sz="5400" b="1">
                <a:solidFill>
                  <a:srgbClr val="333399"/>
                </a:solidFill>
                <a:latin typeface="黑体" pitchFamily="2" charset="-122"/>
                <a:ea typeface="黑体" pitchFamily="2" charset="-122"/>
              </a:defRPr>
            </a:lvl1pPr>
          </a:lstStyle>
          <a:p>
            <a:pPr lvl="0"/>
            <a:r>
              <a:rPr lang="zh-CN" altLang="en-US" noProof="0" dirty="0"/>
              <a:t>单击此处编辑母版标题样式</a:t>
            </a:r>
            <a:endParaRPr lang="en-US" altLang="zh-CN" noProof="0" dirty="0"/>
          </a:p>
        </p:txBody>
      </p:sp>
      <p:sp>
        <p:nvSpPr>
          <p:cNvPr id="16387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1485900" y="3270250"/>
            <a:ext cx="6934200" cy="2209800"/>
          </a:xfrm>
        </p:spPr>
        <p:txBody>
          <a:bodyPr/>
          <a:lstStyle>
            <a:lvl1pPr marL="0" indent="0" algn="ctr">
              <a:buFont typeface="Wingdings" pitchFamily="2" charset="2"/>
              <a:buNone/>
              <a:defRPr sz="3600" b="1">
                <a:latin typeface="黑体" pitchFamily="2" charset="-122"/>
                <a:ea typeface="黑体" pitchFamily="2" charset="-122"/>
              </a:defRPr>
            </a:lvl1pPr>
          </a:lstStyle>
          <a:p>
            <a:pPr lvl="0"/>
            <a:r>
              <a:rPr lang="zh-CN" altLang="en-US" noProof="0" dirty="0"/>
              <a:t>单击此处编辑母版副标题样式</a:t>
            </a:r>
            <a:endParaRPr lang="en-US" altLang="zh-CN" noProof="0" dirty="0"/>
          </a:p>
        </p:txBody>
      </p:sp>
      <p:sp>
        <p:nvSpPr>
          <p:cNvPr id="16388" name="Rectangle 4"/>
          <p:cNvSpPr>
            <a:spLocks noGrp="1" noChangeArrowheads="1"/>
          </p:cNvSpPr>
          <p:nvPr>
            <p:ph type="dt" sz="half" idx="2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16389" name="Rectangle 5"/>
          <p:cNvSpPr>
            <a:spLocks noGrp="1" noChangeArrowheads="1"/>
          </p:cNvSpPr>
          <p:nvPr>
            <p:ph type="ftr" sz="quarter" idx="3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16390" name="Rectangle 6"/>
          <p:cNvSpPr>
            <a:spLocks noGrp="1" noChangeArrowheads="1"/>
          </p:cNvSpPr>
          <p:nvPr>
            <p:ph type="sldNum" sz="quarter" idx="4"/>
          </p:nvPr>
        </p:nvSpPr>
        <p:spPr/>
        <p:txBody>
          <a:bodyPr/>
          <a:lstStyle>
            <a:lvl1pPr>
              <a:defRPr/>
            </a:lvl1pPr>
          </a:lstStyle>
          <a:p>
            <a:fld id="{AC80574E-8B94-4515-ADE1-BF6C35829DF0}" type="slidenum">
              <a:rPr lang="zh-CN" altLang="en-US"/>
              <a:pPr/>
              <a:t>‹#›</a:t>
            </a:fld>
            <a:endParaRPr lang="en-US" altLang="zh-CN"/>
          </a:p>
        </p:txBody>
      </p:sp>
      <p:sp>
        <p:nvSpPr>
          <p:cNvPr id="16392" name="Rectangle 8" descr="Gold bar"/>
          <p:cNvSpPr>
            <a:spLocks noChangeArrowheads="1"/>
          </p:cNvSpPr>
          <p:nvPr/>
        </p:nvSpPr>
        <p:spPr bwMode="auto">
          <a:xfrm>
            <a:off x="247650" y="2889250"/>
            <a:ext cx="3109913" cy="201613"/>
          </a:xfrm>
          <a:prstGeom prst="rect">
            <a:avLst/>
          </a:prstGeom>
          <a:solidFill>
            <a:schemeClr val="bg2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6393" name="Rectangle 9" descr="Orange bar"/>
          <p:cNvSpPr>
            <a:spLocks noChangeArrowheads="1"/>
          </p:cNvSpPr>
          <p:nvPr/>
        </p:nvSpPr>
        <p:spPr bwMode="auto">
          <a:xfrm>
            <a:off x="3357563" y="2889250"/>
            <a:ext cx="3108325" cy="201613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6394" name="Rectangle 10" descr="Slate bar"/>
          <p:cNvSpPr>
            <a:spLocks noChangeArrowheads="1"/>
          </p:cNvSpPr>
          <p:nvPr/>
        </p:nvSpPr>
        <p:spPr bwMode="auto">
          <a:xfrm>
            <a:off x="6465888" y="2889250"/>
            <a:ext cx="3109912" cy="201613"/>
          </a:xfrm>
          <a:prstGeom prst="rect">
            <a:avLst/>
          </a:prstGeom>
          <a:solidFill>
            <a:srgbClr val="333399"/>
          </a:solidFill>
          <a:ln>
            <a:noFill/>
          </a:ln>
          <a:effectLst/>
        </p:spPr>
        <p:txBody>
          <a:bodyPr wrap="none" anchor="ctr"/>
          <a:lstStyle/>
          <a:p>
            <a:endParaRPr lang="zh-CN" altLang="en-US">
              <a:solidFill>
                <a:srgbClr val="333399"/>
              </a:solidFill>
            </a:endParaRP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95300" y="188640"/>
            <a:ext cx="9066212" cy="792088"/>
          </a:xfrm>
        </p:spPr>
        <p:txBody>
          <a:bodyPr/>
          <a:lstStyle>
            <a:lvl1pPr>
              <a:defRPr b="1">
                <a:solidFill>
                  <a:srgbClr val="333399"/>
                </a:solidFill>
                <a:latin typeface="+mn-lt"/>
                <a:ea typeface="黑体" pitchFamily="2" charset="-122"/>
              </a:defRPr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95300" y="1196752"/>
            <a:ext cx="9066212" cy="4934173"/>
          </a:xfrm>
        </p:spPr>
        <p:txBody>
          <a:bodyPr/>
          <a:lstStyle>
            <a:lvl1pPr>
              <a:lnSpc>
                <a:spcPct val="110000"/>
              </a:lnSpc>
              <a:spcBef>
                <a:spcPts val="600"/>
              </a:spcBef>
              <a:defRPr sz="3200" b="1">
                <a:solidFill>
                  <a:schemeClr val="tx1"/>
                </a:solidFill>
                <a:latin typeface="+mn-lt"/>
                <a:ea typeface="黑体" pitchFamily="2" charset="-122"/>
              </a:defRPr>
            </a:lvl1pPr>
            <a:lvl2pPr>
              <a:lnSpc>
                <a:spcPct val="110000"/>
              </a:lnSpc>
              <a:spcBef>
                <a:spcPts val="600"/>
              </a:spcBef>
              <a:defRPr sz="2800" b="1">
                <a:solidFill>
                  <a:schemeClr val="tx1"/>
                </a:solidFill>
                <a:latin typeface="+mn-lt"/>
                <a:ea typeface="黑体" pitchFamily="2" charset="-122"/>
              </a:defRPr>
            </a:lvl2pPr>
            <a:lvl3pPr>
              <a:lnSpc>
                <a:spcPct val="110000"/>
              </a:lnSpc>
              <a:spcBef>
                <a:spcPts val="600"/>
              </a:spcBef>
              <a:defRPr sz="2400" b="1">
                <a:solidFill>
                  <a:schemeClr val="tx1"/>
                </a:solidFill>
                <a:latin typeface="+mn-lt"/>
                <a:ea typeface="黑体" pitchFamily="2" charset="-122"/>
              </a:defRPr>
            </a:lvl3pPr>
            <a:lvl4pPr>
              <a:lnSpc>
                <a:spcPct val="110000"/>
              </a:lnSpc>
              <a:spcBef>
                <a:spcPts val="600"/>
              </a:spcBef>
              <a:defRPr sz="2000" b="1">
                <a:solidFill>
                  <a:schemeClr val="tx1"/>
                </a:solidFill>
                <a:latin typeface="+mn-lt"/>
                <a:ea typeface="黑体" pitchFamily="2" charset="-122"/>
              </a:defRPr>
            </a:lvl4pPr>
            <a:lvl5pPr>
              <a:lnSpc>
                <a:spcPct val="110000"/>
              </a:lnSpc>
              <a:spcBef>
                <a:spcPts val="600"/>
              </a:spcBef>
              <a:defRPr sz="2000" b="1">
                <a:solidFill>
                  <a:schemeClr val="tx1"/>
                </a:solidFill>
                <a:latin typeface="+mn-lt"/>
                <a:ea typeface="黑体" pitchFamily="2" charset="-122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 dirty="0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7AC79822-BC0D-4DE8-A7E5-90A3732A2B82}" type="slidenum">
              <a:rPr lang="zh-CN" altLang="en-US"/>
              <a:pPr/>
              <a:t>‹#›</a:t>
            </a:fld>
            <a:endParaRPr lang="en-US" altLang="zh-CN"/>
          </a:p>
        </p:txBody>
      </p:sp>
      <p:sp>
        <p:nvSpPr>
          <p:cNvPr id="7" name="Line 8"/>
          <p:cNvSpPr>
            <a:spLocks noChangeShapeType="1"/>
          </p:cNvSpPr>
          <p:nvPr userDrawn="1"/>
        </p:nvSpPr>
        <p:spPr bwMode="auto">
          <a:xfrm>
            <a:off x="495300" y="1052736"/>
            <a:ext cx="9066212" cy="0"/>
          </a:xfrm>
          <a:prstGeom prst="line">
            <a:avLst/>
          </a:prstGeom>
          <a:noFill/>
          <a:ln w="28575">
            <a:solidFill>
              <a:srgbClr val="333399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65344607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82638" y="4406900"/>
            <a:ext cx="8634858" cy="1362075"/>
          </a:xfrm>
        </p:spPr>
        <p:txBody>
          <a:bodyPr anchor="t"/>
          <a:lstStyle>
            <a:lvl1pPr algn="l">
              <a:defRPr sz="4400" b="1" cap="all">
                <a:solidFill>
                  <a:srgbClr val="333399"/>
                </a:solidFill>
                <a:latin typeface="+mn-lt"/>
                <a:ea typeface="黑体" pitchFamily="2" charset="-122"/>
              </a:defRPr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82638" y="2906713"/>
            <a:ext cx="8634858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C3F47B36-077D-42FE-9DED-0C77CB87E4B3}" type="slidenum">
              <a:rPr lang="zh-CN" altLang="en-US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09813997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95300" y="188640"/>
            <a:ext cx="9066212" cy="792088"/>
          </a:xfrm>
        </p:spPr>
        <p:txBody>
          <a:bodyPr/>
          <a:lstStyle>
            <a:lvl1pPr>
              <a:defRPr b="1">
                <a:solidFill>
                  <a:srgbClr val="333399"/>
                </a:solidFill>
                <a:latin typeface="+mn-lt"/>
                <a:ea typeface="黑体" pitchFamily="2" charset="-122"/>
              </a:defRPr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95300" y="1196752"/>
            <a:ext cx="4460304" cy="4934173"/>
          </a:xfrm>
        </p:spPr>
        <p:txBody>
          <a:bodyPr/>
          <a:lstStyle>
            <a:lvl1pPr>
              <a:defRPr sz="2800" b="1">
                <a:solidFill>
                  <a:schemeClr val="tx1"/>
                </a:solidFill>
                <a:latin typeface="+mn-lt"/>
                <a:ea typeface="黑体" pitchFamily="2" charset="-122"/>
              </a:defRPr>
            </a:lvl1pPr>
            <a:lvl2pPr>
              <a:buClr>
                <a:schemeClr val="accent2"/>
              </a:buClr>
              <a:defRPr sz="2400" b="1">
                <a:solidFill>
                  <a:schemeClr val="tx1"/>
                </a:solidFill>
                <a:latin typeface="+mn-lt"/>
                <a:ea typeface="黑体" pitchFamily="2" charset="-122"/>
              </a:defRPr>
            </a:lvl2pPr>
            <a:lvl3pPr>
              <a:defRPr sz="2000" b="1">
                <a:solidFill>
                  <a:schemeClr val="tx1"/>
                </a:solidFill>
                <a:latin typeface="+mn-lt"/>
                <a:ea typeface="黑体" pitchFamily="2" charset="-122"/>
              </a:defRPr>
            </a:lvl3pPr>
            <a:lvl4pPr>
              <a:defRPr sz="1800" b="1">
                <a:solidFill>
                  <a:schemeClr val="tx1"/>
                </a:solidFill>
                <a:latin typeface="+mn-lt"/>
                <a:ea typeface="黑体" pitchFamily="2" charset="-122"/>
              </a:defRPr>
            </a:lvl4pPr>
            <a:lvl5pPr>
              <a:buClr>
                <a:srgbClr val="333399"/>
              </a:buClr>
              <a:defRPr sz="1800" b="1">
                <a:solidFill>
                  <a:schemeClr val="tx1"/>
                </a:solidFill>
                <a:latin typeface="+mn-lt"/>
                <a:ea typeface="黑体" pitchFamily="2" charset="-122"/>
              </a:defRPr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5101208" y="1196752"/>
            <a:ext cx="4460304" cy="4934173"/>
          </a:xfrm>
        </p:spPr>
        <p:txBody>
          <a:bodyPr/>
          <a:lstStyle>
            <a:lvl1pPr>
              <a:defRPr sz="2800" b="1">
                <a:solidFill>
                  <a:schemeClr val="tx1"/>
                </a:solidFill>
                <a:latin typeface="+mn-lt"/>
                <a:ea typeface="黑体" pitchFamily="2" charset="-122"/>
              </a:defRPr>
            </a:lvl1pPr>
            <a:lvl2pPr>
              <a:buClr>
                <a:schemeClr val="accent2"/>
              </a:buClr>
              <a:defRPr sz="2400" b="1">
                <a:solidFill>
                  <a:schemeClr val="tx1"/>
                </a:solidFill>
                <a:latin typeface="+mn-lt"/>
                <a:ea typeface="黑体" pitchFamily="2" charset="-122"/>
              </a:defRPr>
            </a:lvl2pPr>
            <a:lvl3pPr>
              <a:defRPr sz="2000" b="1">
                <a:solidFill>
                  <a:schemeClr val="tx1"/>
                </a:solidFill>
                <a:latin typeface="+mn-lt"/>
                <a:ea typeface="黑体" pitchFamily="2" charset="-122"/>
              </a:defRPr>
            </a:lvl3pPr>
            <a:lvl4pPr>
              <a:defRPr sz="1800" b="1">
                <a:solidFill>
                  <a:schemeClr val="tx1"/>
                </a:solidFill>
                <a:latin typeface="+mn-lt"/>
                <a:ea typeface="黑体" pitchFamily="2" charset="-122"/>
              </a:defRPr>
            </a:lvl4pPr>
            <a:lvl5pPr>
              <a:buClr>
                <a:srgbClr val="333399"/>
              </a:buClr>
              <a:defRPr sz="1800" b="1">
                <a:solidFill>
                  <a:schemeClr val="tx1"/>
                </a:solidFill>
                <a:latin typeface="+mn-lt"/>
                <a:ea typeface="黑体" pitchFamily="2" charset="-122"/>
              </a:defRPr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40B52295-AD8D-47A8-A4D5-D2F6B9F48E3F}" type="slidenum">
              <a:rPr lang="zh-CN" altLang="en-US"/>
              <a:pPr/>
              <a:t>‹#›</a:t>
            </a:fld>
            <a:endParaRPr lang="en-US" altLang="zh-CN"/>
          </a:p>
        </p:txBody>
      </p:sp>
      <p:sp>
        <p:nvSpPr>
          <p:cNvPr id="8" name="Line 8"/>
          <p:cNvSpPr>
            <a:spLocks noChangeShapeType="1"/>
          </p:cNvSpPr>
          <p:nvPr userDrawn="1"/>
        </p:nvSpPr>
        <p:spPr bwMode="auto">
          <a:xfrm>
            <a:off x="495300" y="1052736"/>
            <a:ext cx="9066212" cy="0"/>
          </a:xfrm>
          <a:prstGeom prst="line">
            <a:avLst/>
          </a:prstGeom>
          <a:noFill/>
          <a:ln w="28575">
            <a:solidFill>
              <a:srgbClr val="333399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45832440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95300" y="188640"/>
            <a:ext cx="9066212" cy="792088"/>
          </a:xfrm>
        </p:spPr>
        <p:txBody>
          <a:bodyPr/>
          <a:lstStyle>
            <a:lvl1pPr>
              <a:defRPr b="1">
                <a:solidFill>
                  <a:srgbClr val="333399"/>
                </a:solidFill>
                <a:latin typeface="+mn-lt"/>
                <a:ea typeface="黑体" pitchFamily="2" charset="-122"/>
              </a:defRPr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95299" y="1207874"/>
            <a:ext cx="4455513" cy="639762"/>
          </a:xfrm>
        </p:spPr>
        <p:txBody>
          <a:bodyPr anchor="b"/>
          <a:lstStyle>
            <a:lvl1pPr marL="0" indent="0">
              <a:buNone/>
              <a:defRPr sz="2800" b="1">
                <a:latin typeface="+mn-lt"/>
                <a:ea typeface="黑体" pitchFamily="2" charset="-122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dirty="0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95299" y="1872534"/>
            <a:ext cx="4455513" cy="4292770"/>
          </a:xfrm>
        </p:spPr>
        <p:txBody>
          <a:bodyPr/>
          <a:lstStyle>
            <a:lvl1pPr>
              <a:defRPr sz="2800" b="1">
                <a:solidFill>
                  <a:schemeClr val="tx1"/>
                </a:solidFill>
                <a:latin typeface="+mn-lt"/>
                <a:ea typeface="黑体" pitchFamily="2" charset="-122"/>
              </a:defRPr>
            </a:lvl1pPr>
            <a:lvl2pPr>
              <a:defRPr sz="2400" b="1">
                <a:solidFill>
                  <a:schemeClr val="tx1"/>
                </a:solidFill>
                <a:latin typeface="+mn-lt"/>
                <a:ea typeface="黑体" pitchFamily="2" charset="-122"/>
              </a:defRPr>
            </a:lvl2pPr>
            <a:lvl3pPr>
              <a:defRPr sz="2000" b="1">
                <a:solidFill>
                  <a:schemeClr val="tx1"/>
                </a:solidFill>
                <a:latin typeface="+mn-lt"/>
                <a:ea typeface="黑体" pitchFamily="2" charset="-122"/>
              </a:defRPr>
            </a:lvl3pPr>
            <a:lvl4pPr>
              <a:defRPr sz="1800" b="1">
                <a:solidFill>
                  <a:schemeClr val="tx1"/>
                </a:solidFill>
                <a:latin typeface="+mn-lt"/>
                <a:ea typeface="黑体" pitchFamily="2" charset="-122"/>
              </a:defRPr>
            </a:lvl4pPr>
            <a:lvl5pPr>
              <a:defRPr sz="1800" b="1">
                <a:solidFill>
                  <a:schemeClr val="tx1"/>
                </a:solidFill>
                <a:latin typeface="+mn-lt"/>
                <a:ea typeface="黑体" pitchFamily="2" charset="-122"/>
              </a:defRPr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5104383" y="1207874"/>
            <a:ext cx="4457129" cy="639762"/>
          </a:xfrm>
        </p:spPr>
        <p:txBody>
          <a:bodyPr anchor="b"/>
          <a:lstStyle>
            <a:lvl1pPr marL="0" indent="0">
              <a:buNone/>
              <a:defRPr sz="2800" b="1">
                <a:latin typeface="+mn-lt"/>
                <a:ea typeface="黑体" pitchFamily="2" charset="-122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dirty="0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5104383" y="1872534"/>
            <a:ext cx="4457129" cy="4292770"/>
          </a:xfrm>
        </p:spPr>
        <p:txBody>
          <a:bodyPr/>
          <a:lstStyle>
            <a:lvl1pPr>
              <a:defRPr sz="2800" b="1">
                <a:solidFill>
                  <a:schemeClr val="tx1"/>
                </a:solidFill>
                <a:latin typeface="+mn-lt"/>
                <a:ea typeface="黑体" pitchFamily="2" charset="-122"/>
              </a:defRPr>
            </a:lvl1pPr>
            <a:lvl2pPr>
              <a:defRPr sz="2400" b="1">
                <a:solidFill>
                  <a:schemeClr val="tx1"/>
                </a:solidFill>
                <a:latin typeface="+mn-lt"/>
                <a:ea typeface="黑体" pitchFamily="2" charset="-122"/>
              </a:defRPr>
            </a:lvl2pPr>
            <a:lvl3pPr>
              <a:defRPr sz="2000" b="1">
                <a:solidFill>
                  <a:schemeClr val="tx1"/>
                </a:solidFill>
                <a:latin typeface="+mn-lt"/>
                <a:ea typeface="黑体" pitchFamily="2" charset="-122"/>
              </a:defRPr>
            </a:lvl3pPr>
            <a:lvl4pPr>
              <a:defRPr sz="1800" b="1">
                <a:solidFill>
                  <a:schemeClr val="tx1"/>
                </a:solidFill>
                <a:latin typeface="+mn-lt"/>
                <a:ea typeface="黑体" pitchFamily="2" charset="-122"/>
              </a:defRPr>
            </a:lvl4pPr>
            <a:lvl5pPr>
              <a:defRPr sz="1800" b="1">
                <a:solidFill>
                  <a:schemeClr val="tx1"/>
                </a:solidFill>
                <a:latin typeface="+mn-lt"/>
                <a:ea typeface="黑体" pitchFamily="2" charset="-122"/>
              </a:defRPr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FAC03054-A18C-4CF4-8FEF-67B6C74EC7CF}" type="slidenum">
              <a:rPr lang="zh-CN" altLang="en-US"/>
              <a:pPr/>
              <a:t>‹#›</a:t>
            </a:fld>
            <a:endParaRPr lang="en-US" altLang="zh-CN"/>
          </a:p>
        </p:txBody>
      </p:sp>
      <p:sp>
        <p:nvSpPr>
          <p:cNvPr id="10" name="Line 8"/>
          <p:cNvSpPr>
            <a:spLocks noChangeShapeType="1"/>
          </p:cNvSpPr>
          <p:nvPr userDrawn="1"/>
        </p:nvSpPr>
        <p:spPr bwMode="auto">
          <a:xfrm>
            <a:off x="495300" y="1052736"/>
            <a:ext cx="9066212" cy="0"/>
          </a:xfrm>
          <a:prstGeom prst="line">
            <a:avLst/>
          </a:prstGeom>
          <a:noFill/>
          <a:ln w="28575">
            <a:solidFill>
              <a:srgbClr val="333399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4675307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95300" y="188640"/>
            <a:ext cx="9066212" cy="792088"/>
          </a:xfrm>
        </p:spPr>
        <p:txBody>
          <a:bodyPr/>
          <a:lstStyle>
            <a:lvl1pPr>
              <a:defRPr b="1">
                <a:solidFill>
                  <a:srgbClr val="333399"/>
                </a:solidFill>
                <a:latin typeface="+mn-lt"/>
                <a:ea typeface="黑体" pitchFamily="2" charset="-122"/>
              </a:defRPr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95299" y="1207874"/>
            <a:ext cx="9066213" cy="639762"/>
          </a:xfrm>
        </p:spPr>
        <p:txBody>
          <a:bodyPr anchor="b"/>
          <a:lstStyle>
            <a:lvl1pPr marL="0" indent="0">
              <a:buNone/>
              <a:defRPr sz="3200" b="1">
                <a:latin typeface="+mn-lt"/>
                <a:ea typeface="黑体" pitchFamily="2" charset="-122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dirty="0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95299" y="1872534"/>
            <a:ext cx="4455513" cy="4292770"/>
          </a:xfrm>
        </p:spPr>
        <p:txBody>
          <a:bodyPr/>
          <a:lstStyle>
            <a:lvl1pPr>
              <a:defRPr sz="2800" b="1">
                <a:solidFill>
                  <a:schemeClr val="tx1"/>
                </a:solidFill>
                <a:latin typeface="+mn-lt"/>
                <a:ea typeface="黑体" pitchFamily="2" charset="-122"/>
              </a:defRPr>
            </a:lvl1pPr>
            <a:lvl2pPr>
              <a:defRPr sz="2400" b="1">
                <a:solidFill>
                  <a:schemeClr val="tx1"/>
                </a:solidFill>
                <a:latin typeface="+mn-lt"/>
                <a:ea typeface="黑体" pitchFamily="2" charset="-122"/>
              </a:defRPr>
            </a:lvl2pPr>
            <a:lvl3pPr>
              <a:defRPr sz="2000" b="1">
                <a:solidFill>
                  <a:schemeClr val="tx1"/>
                </a:solidFill>
                <a:latin typeface="+mn-lt"/>
                <a:ea typeface="黑体" pitchFamily="2" charset="-122"/>
              </a:defRPr>
            </a:lvl3pPr>
            <a:lvl4pPr>
              <a:defRPr sz="1800" b="1">
                <a:solidFill>
                  <a:schemeClr val="tx1"/>
                </a:solidFill>
                <a:latin typeface="+mn-lt"/>
                <a:ea typeface="黑体" pitchFamily="2" charset="-122"/>
              </a:defRPr>
            </a:lvl4pPr>
            <a:lvl5pPr>
              <a:defRPr sz="1800" b="1">
                <a:solidFill>
                  <a:schemeClr val="tx1"/>
                </a:solidFill>
                <a:latin typeface="+mn-lt"/>
                <a:ea typeface="黑体" pitchFamily="2" charset="-122"/>
              </a:defRPr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5104383" y="1872534"/>
            <a:ext cx="4457129" cy="4292770"/>
          </a:xfrm>
        </p:spPr>
        <p:txBody>
          <a:bodyPr/>
          <a:lstStyle>
            <a:lvl1pPr>
              <a:defRPr sz="2800" b="1">
                <a:solidFill>
                  <a:schemeClr val="tx1"/>
                </a:solidFill>
                <a:latin typeface="+mn-lt"/>
                <a:ea typeface="黑体" pitchFamily="2" charset="-122"/>
              </a:defRPr>
            </a:lvl1pPr>
            <a:lvl2pPr>
              <a:defRPr sz="2400" b="1">
                <a:solidFill>
                  <a:schemeClr val="tx1"/>
                </a:solidFill>
                <a:latin typeface="+mn-lt"/>
                <a:ea typeface="黑体" pitchFamily="2" charset="-122"/>
              </a:defRPr>
            </a:lvl2pPr>
            <a:lvl3pPr>
              <a:defRPr sz="2000" b="1">
                <a:solidFill>
                  <a:schemeClr val="tx1"/>
                </a:solidFill>
                <a:latin typeface="+mn-lt"/>
                <a:ea typeface="黑体" pitchFamily="2" charset="-122"/>
              </a:defRPr>
            </a:lvl3pPr>
            <a:lvl4pPr>
              <a:defRPr sz="1800" b="1">
                <a:solidFill>
                  <a:schemeClr val="tx1"/>
                </a:solidFill>
                <a:latin typeface="+mn-lt"/>
                <a:ea typeface="黑体" pitchFamily="2" charset="-122"/>
              </a:defRPr>
            </a:lvl4pPr>
            <a:lvl5pPr>
              <a:defRPr sz="1800" b="1">
                <a:solidFill>
                  <a:schemeClr val="tx1"/>
                </a:solidFill>
                <a:latin typeface="+mn-lt"/>
                <a:ea typeface="黑体" pitchFamily="2" charset="-122"/>
              </a:defRPr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FAC03054-A18C-4CF4-8FEF-67B6C74EC7CF}" type="slidenum">
              <a:rPr lang="zh-CN" altLang="en-US"/>
              <a:pPr/>
              <a:t>‹#›</a:t>
            </a:fld>
            <a:endParaRPr lang="en-US" altLang="zh-CN"/>
          </a:p>
        </p:txBody>
      </p:sp>
      <p:sp>
        <p:nvSpPr>
          <p:cNvPr id="10" name="Line 8"/>
          <p:cNvSpPr>
            <a:spLocks noChangeShapeType="1"/>
          </p:cNvSpPr>
          <p:nvPr userDrawn="1"/>
        </p:nvSpPr>
        <p:spPr bwMode="auto">
          <a:xfrm>
            <a:off x="495300" y="1052736"/>
            <a:ext cx="9066212" cy="0"/>
          </a:xfrm>
          <a:prstGeom prst="line">
            <a:avLst/>
          </a:prstGeom>
          <a:noFill/>
          <a:ln w="28575">
            <a:solidFill>
              <a:srgbClr val="333399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5209088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b="1">
                <a:solidFill>
                  <a:srgbClr val="333399"/>
                </a:solidFill>
                <a:latin typeface="+mn-lt"/>
                <a:ea typeface="黑体" pitchFamily="2" charset="-122"/>
              </a:defRPr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14338B79-8FD5-46F1-8A19-651A319ADB19}" type="slidenum">
              <a:rPr lang="zh-CN" altLang="en-US"/>
              <a:pPr/>
              <a:t>‹#›</a:t>
            </a:fld>
            <a:endParaRPr lang="en-US" altLang="zh-CN"/>
          </a:p>
        </p:txBody>
      </p:sp>
      <p:sp>
        <p:nvSpPr>
          <p:cNvPr id="6" name="Line 8"/>
          <p:cNvSpPr>
            <a:spLocks noChangeShapeType="1"/>
          </p:cNvSpPr>
          <p:nvPr userDrawn="1"/>
        </p:nvSpPr>
        <p:spPr bwMode="auto">
          <a:xfrm>
            <a:off x="495300" y="1052736"/>
            <a:ext cx="9066212" cy="0"/>
          </a:xfrm>
          <a:prstGeom prst="line">
            <a:avLst/>
          </a:prstGeom>
          <a:noFill/>
          <a:ln w="28575">
            <a:solidFill>
              <a:srgbClr val="333399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813249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137DC1DE-D772-415A-B75D-6C2A3BBF0EE5}" type="slidenum">
              <a:rPr lang="zh-CN" altLang="en-US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60705380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95300" y="273050"/>
            <a:ext cx="3259138" cy="1162050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873500" y="273050"/>
            <a:ext cx="5688012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95300" y="1435100"/>
            <a:ext cx="3259138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DFB74B41-85B4-4984-A2A4-801BFDC62CF6}" type="slidenum">
              <a:rPr lang="zh-CN" altLang="en-US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98255036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941513" y="4800600"/>
            <a:ext cx="5943600" cy="566738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941513" y="612775"/>
            <a:ext cx="59436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zh-CN" altLang="en-US"/>
              <a:t>单击图标添加图片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941513" y="5367338"/>
            <a:ext cx="59436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24FEF2C3-09B7-48D6-BCFF-274B159605E4}" type="slidenum">
              <a:rPr lang="zh-CN" altLang="en-US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88598755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b="1">
                <a:solidFill>
                  <a:srgbClr val="333399"/>
                </a:solidFill>
                <a:latin typeface="+mn-lt"/>
                <a:ea typeface="黑体" pitchFamily="2" charset="-122"/>
              </a:defRPr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A2236A91-AB49-49FF-BD59-8386391FD12B}" type="slidenum">
              <a:rPr lang="zh-CN" altLang="en-US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68464280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7181850" y="277813"/>
            <a:ext cx="2379662" cy="5853112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95300" y="277813"/>
            <a:ext cx="6534150" cy="5853112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D98FACEB-921B-4428-A32E-7A6FF935A2DD}" type="slidenum">
              <a:rPr lang="zh-CN" altLang="en-US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291822967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xAndTwoObj" preserve="1">
  <p:cSld name="标题，文本与两项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88504" y="188640"/>
            <a:ext cx="8915400" cy="792088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sz="half" idx="1"/>
          </p:nvPr>
        </p:nvSpPr>
        <p:spPr>
          <a:xfrm>
            <a:off x="495300" y="1196752"/>
            <a:ext cx="4381500" cy="4934173"/>
          </a:xfrm>
        </p:spPr>
        <p:txBody>
          <a:bodyPr/>
          <a:lstStyle/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quarter" idx="2"/>
          </p:nvPr>
        </p:nvSpPr>
        <p:spPr>
          <a:xfrm>
            <a:off x="5029200" y="1196752"/>
            <a:ext cx="4381500" cy="2376587"/>
          </a:xfrm>
        </p:spPr>
        <p:txBody>
          <a:bodyPr/>
          <a:lstStyle/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5" name="内容占位符 4"/>
          <p:cNvSpPr>
            <a:spLocks noGrp="1"/>
          </p:cNvSpPr>
          <p:nvPr>
            <p:ph sz="quarter" idx="3"/>
          </p:nvPr>
        </p:nvSpPr>
        <p:spPr>
          <a:xfrm>
            <a:off x="5029200" y="3754339"/>
            <a:ext cx="4381500" cy="2376586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6" name="日期占位符 5"/>
          <p:cNvSpPr>
            <a:spLocks noGrp="1"/>
          </p:cNvSpPr>
          <p:nvPr>
            <p:ph type="dt" sz="half" idx="10"/>
          </p:nvPr>
        </p:nvSpPr>
        <p:spPr>
          <a:xfrm>
            <a:off x="495300" y="6248400"/>
            <a:ext cx="2311400" cy="457200"/>
          </a:xfrm>
        </p:spPr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7" name="页脚占位符 6"/>
          <p:cNvSpPr>
            <a:spLocks noGrp="1"/>
          </p:cNvSpPr>
          <p:nvPr>
            <p:ph type="ftr" sz="quarter" idx="11"/>
          </p:nvPr>
        </p:nvSpPr>
        <p:spPr>
          <a:xfrm>
            <a:off x="3384550" y="6248400"/>
            <a:ext cx="3136900" cy="457200"/>
          </a:xfrm>
        </p:spPr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8" name="灯片编号占位符 7"/>
          <p:cNvSpPr>
            <a:spLocks noGrp="1"/>
          </p:cNvSpPr>
          <p:nvPr>
            <p:ph type="sldNum" sz="quarter" idx="12"/>
          </p:nvPr>
        </p:nvSpPr>
        <p:spPr>
          <a:xfrm>
            <a:off x="7099300" y="6248400"/>
            <a:ext cx="2311400" cy="457200"/>
          </a:xfrm>
        </p:spPr>
        <p:txBody>
          <a:bodyPr/>
          <a:lstStyle>
            <a:lvl1pPr>
              <a:defRPr/>
            </a:lvl1pPr>
          </a:lstStyle>
          <a:p>
            <a:fld id="{3C52F4D9-41EC-423B-B963-42D1C41ACCC5}" type="slidenum">
              <a:rPr lang="zh-CN" altLang="en-US"/>
              <a:pPr/>
              <a:t>‹#›</a:t>
            </a:fld>
            <a:endParaRPr lang="en-US" altLang="zh-CN"/>
          </a:p>
        </p:txBody>
      </p:sp>
      <p:sp>
        <p:nvSpPr>
          <p:cNvPr id="9" name="Line 8"/>
          <p:cNvSpPr>
            <a:spLocks noChangeShapeType="1"/>
          </p:cNvSpPr>
          <p:nvPr userDrawn="1"/>
        </p:nvSpPr>
        <p:spPr bwMode="auto">
          <a:xfrm>
            <a:off x="495300" y="1052736"/>
            <a:ext cx="9066212" cy="0"/>
          </a:xfrm>
          <a:prstGeom prst="line">
            <a:avLst/>
          </a:prstGeom>
          <a:noFill/>
          <a:ln w="28575">
            <a:solidFill>
              <a:srgbClr val="333399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63550945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xAndClipArt" preserve="1">
  <p:cSld name="标题，文本与剪贴画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95300" y="188641"/>
            <a:ext cx="8915400" cy="792087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sz="half" idx="1"/>
          </p:nvPr>
        </p:nvSpPr>
        <p:spPr>
          <a:xfrm>
            <a:off x="495300" y="1196752"/>
            <a:ext cx="4381500" cy="4934173"/>
          </a:xfrm>
        </p:spPr>
        <p:txBody>
          <a:bodyPr/>
          <a:lstStyle/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4" name="剪贴画占位符 3"/>
          <p:cNvSpPr>
            <a:spLocks noGrp="1"/>
          </p:cNvSpPr>
          <p:nvPr>
            <p:ph type="clipArt" sz="half" idx="2"/>
          </p:nvPr>
        </p:nvSpPr>
        <p:spPr>
          <a:xfrm>
            <a:off x="5029200" y="1196752"/>
            <a:ext cx="4381500" cy="4934173"/>
          </a:xfrm>
        </p:spPr>
        <p:txBody>
          <a:bodyPr/>
          <a:lstStyle/>
          <a:p>
            <a:r>
              <a:rPr lang="zh-CN" altLang="en-US"/>
              <a:t>单击图标添加剪 贴画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>
          <a:xfrm>
            <a:off x="495300" y="6248400"/>
            <a:ext cx="2311400" cy="457200"/>
          </a:xfrm>
        </p:spPr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>
          <a:xfrm>
            <a:off x="3384550" y="6248400"/>
            <a:ext cx="3136900" cy="457200"/>
          </a:xfrm>
        </p:spPr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>
          <a:xfrm>
            <a:off x="7099300" y="6248400"/>
            <a:ext cx="2311400" cy="457200"/>
          </a:xfrm>
        </p:spPr>
        <p:txBody>
          <a:bodyPr/>
          <a:lstStyle>
            <a:lvl1pPr>
              <a:defRPr/>
            </a:lvl1pPr>
          </a:lstStyle>
          <a:p>
            <a:fld id="{966CAE82-64C7-4E5B-88D2-F38A61F120C5}" type="slidenum">
              <a:rPr lang="zh-CN" altLang="en-US"/>
              <a:pPr/>
              <a:t>‹#›</a:t>
            </a:fld>
            <a:endParaRPr lang="en-US" altLang="zh-CN"/>
          </a:p>
        </p:txBody>
      </p:sp>
      <p:sp>
        <p:nvSpPr>
          <p:cNvPr id="8" name="Line 8"/>
          <p:cNvSpPr>
            <a:spLocks noChangeShapeType="1"/>
          </p:cNvSpPr>
          <p:nvPr userDrawn="1"/>
        </p:nvSpPr>
        <p:spPr bwMode="auto">
          <a:xfrm>
            <a:off x="495300" y="1052736"/>
            <a:ext cx="9066212" cy="0"/>
          </a:xfrm>
          <a:prstGeom prst="line">
            <a:avLst/>
          </a:prstGeom>
          <a:noFill/>
          <a:ln w="28575">
            <a:solidFill>
              <a:srgbClr val="333399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5089009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495300" y="188640"/>
            <a:ext cx="9066212" cy="7920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 dirty="0"/>
              <a:t>单击此处编辑母版标题样式</a:t>
            </a:r>
            <a:endParaRPr lang="en-US" altLang="zh-CN" dirty="0"/>
          </a:p>
        </p:txBody>
      </p:sp>
      <p:sp>
        <p:nvSpPr>
          <p:cNvPr id="15363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495300" y="1196752"/>
            <a:ext cx="9066212" cy="493417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en-US" altLang="zh-CN" dirty="0"/>
          </a:p>
          <a:p>
            <a:pPr lvl="1"/>
            <a:r>
              <a:rPr lang="zh-CN" altLang="en-US" dirty="0"/>
              <a:t>第二级</a:t>
            </a:r>
            <a:endParaRPr lang="en-US" altLang="zh-CN" dirty="0"/>
          </a:p>
          <a:p>
            <a:pPr lvl="2"/>
            <a:r>
              <a:rPr lang="zh-CN" altLang="en-US" dirty="0"/>
              <a:t>第三级</a:t>
            </a:r>
            <a:endParaRPr lang="en-US" altLang="zh-CN" dirty="0"/>
          </a:p>
          <a:p>
            <a:pPr lvl="3"/>
            <a:r>
              <a:rPr lang="zh-CN" altLang="en-US" dirty="0"/>
              <a:t>第四级</a:t>
            </a:r>
            <a:endParaRPr lang="en-US" altLang="zh-CN" dirty="0"/>
          </a:p>
          <a:p>
            <a:pPr lvl="4"/>
            <a:r>
              <a:rPr lang="zh-CN" altLang="en-US" dirty="0"/>
              <a:t>第五级</a:t>
            </a:r>
            <a:endParaRPr lang="en-US" altLang="zh-CN" dirty="0"/>
          </a:p>
        </p:txBody>
      </p:sp>
      <p:sp>
        <p:nvSpPr>
          <p:cNvPr id="15364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95300" y="6356176"/>
            <a:ext cx="23114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hangingPunct="1">
              <a:defRPr sz="1000">
                <a:ea typeface="宋体" pitchFamily="2" charset="-122"/>
              </a:defRPr>
            </a:lvl1pPr>
          </a:lstStyle>
          <a:p>
            <a:endParaRPr lang="en-US" altLang="zh-CN" dirty="0"/>
          </a:p>
        </p:txBody>
      </p:sp>
      <p:sp>
        <p:nvSpPr>
          <p:cNvPr id="15365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384550" y="6356176"/>
            <a:ext cx="31369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 eaLnBrk="1" hangingPunct="1">
              <a:defRPr sz="1000">
                <a:ea typeface="宋体" pitchFamily="2" charset="-122"/>
              </a:defRPr>
            </a:lvl1pPr>
          </a:lstStyle>
          <a:p>
            <a:endParaRPr lang="en-US" altLang="zh-CN"/>
          </a:p>
        </p:txBody>
      </p:sp>
      <p:sp>
        <p:nvSpPr>
          <p:cNvPr id="15366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7099300" y="6356176"/>
            <a:ext cx="23114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1" hangingPunct="1">
              <a:defRPr sz="1000">
                <a:ea typeface="宋体" pitchFamily="2" charset="-122"/>
              </a:defRPr>
            </a:lvl1pPr>
          </a:lstStyle>
          <a:p>
            <a:fld id="{67B052E9-C54A-4603-AE2F-EB72B006DB6C}" type="slidenum">
              <a:rPr lang="zh-CN" altLang="en-US"/>
              <a:pPr/>
              <a:t>‹#›</a:t>
            </a:fld>
            <a:endParaRPr lang="en-US" altLang="zh-CN"/>
          </a:p>
        </p:txBody>
      </p:sp>
      <p:sp>
        <p:nvSpPr>
          <p:cNvPr id="15367" name="Rectangle 7" descr="Gold bar"/>
          <p:cNvSpPr>
            <a:spLocks noChangeArrowheads="1"/>
          </p:cNvSpPr>
          <p:nvPr/>
        </p:nvSpPr>
        <p:spPr bwMode="auto">
          <a:xfrm>
            <a:off x="0" y="0"/>
            <a:ext cx="247650" cy="2286000"/>
          </a:xfrm>
          <a:prstGeom prst="rect">
            <a:avLst/>
          </a:prstGeom>
          <a:solidFill>
            <a:schemeClr val="bg2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eaLnBrk="1" hangingPunct="1"/>
            <a:endParaRPr lang="zh-CN" altLang="en-US" sz="2400">
              <a:latin typeface="Times New Roman" pitchFamily="18" charset="0"/>
              <a:ea typeface="宋体" pitchFamily="2" charset="-122"/>
            </a:endParaRPr>
          </a:p>
        </p:txBody>
      </p:sp>
      <p:sp>
        <p:nvSpPr>
          <p:cNvPr id="15369" name="Rectangle 9" descr="Orange bar"/>
          <p:cNvSpPr>
            <a:spLocks noChangeArrowheads="1"/>
          </p:cNvSpPr>
          <p:nvPr/>
        </p:nvSpPr>
        <p:spPr bwMode="auto">
          <a:xfrm>
            <a:off x="0" y="2286000"/>
            <a:ext cx="247650" cy="2286000"/>
          </a:xfrm>
          <a:prstGeom prst="rect">
            <a:avLst/>
          </a:prstGeom>
          <a:solidFill>
            <a:schemeClr val="accent2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eaLnBrk="1" hangingPunct="1"/>
            <a:endParaRPr lang="zh-CN" altLang="en-US" sz="2400">
              <a:latin typeface="Times New Roman" pitchFamily="18" charset="0"/>
              <a:ea typeface="宋体" pitchFamily="2" charset="-122"/>
            </a:endParaRPr>
          </a:p>
        </p:txBody>
      </p:sp>
      <p:sp>
        <p:nvSpPr>
          <p:cNvPr id="15370" name="Rectangle 10" descr="Slate bar"/>
          <p:cNvSpPr>
            <a:spLocks noChangeArrowheads="1"/>
          </p:cNvSpPr>
          <p:nvPr/>
        </p:nvSpPr>
        <p:spPr bwMode="auto">
          <a:xfrm>
            <a:off x="0" y="4572000"/>
            <a:ext cx="247650" cy="2286000"/>
          </a:xfrm>
          <a:prstGeom prst="rect">
            <a:avLst/>
          </a:prstGeom>
          <a:solidFill>
            <a:srgbClr val="333399"/>
          </a:solidFill>
          <a:ln>
            <a:noFill/>
          </a:ln>
          <a:effectLst/>
        </p:spPr>
        <p:txBody>
          <a:bodyPr wrap="none" anchor="ctr"/>
          <a:lstStyle/>
          <a:p>
            <a:pPr algn="ctr" eaLnBrk="1" hangingPunct="1"/>
            <a:endParaRPr lang="zh-CN" altLang="en-US" sz="2400">
              <a:latin typeface="Times New Roman" pitchFamily="18" charset="0"/>
              <a:ea typeface="宋体" pitchFamily="2" charset="-122"/>
            </a:endParaRPr>
          </a:p>
        </p:txBody>
      </p:sp>
      <p:sp>
        <p:nvSpPr>
          <p:cNvPr id="2" name="AutoShape 5" descr="https://publicrelationssydney.com.au/wp-content/uploads/2013/01/shutterstock_80434384.jpg"/>
          <p:cNvSpPr>
            <a:spLocks noChangeAspect="1" noChangeArrowheads="1"/>
          </p:cNvSpPr>
          <p:nvPr userDrawn="1"/>
        </p:nvSpPr>
        <p:spPr bwMode="auto">
          <a:xfrm>
            <a:off x="63500" y="-136525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8" r:id="rId1"/>
    <p:sldLayoutId id="2147483659" r:id="rId2"/>
    <p:sldLayoutId id="2147483660" r:id="rId3"/>
    <p:sldLayoutId id="2147483661" r:id="rId4"/>
    <p:sldLayoutId id="2147483662" r:id="rId5"/>
    <p:sldLayoutId id="2147483671" r:id="rId6"/>
    <p:sldLayoutId id="2147483663" r:id="rId7"/>
    <p:sldLayoutId id="2147483664" r:id="rId8"/>
    <p:sldLayoutId id="2147483665" r:id="rId9"/>
    <p:sldLayoutId id="2147483666" r:id="rId10"/>
    <p:sldLayoutId id="2147483667" r:id="rId11"/>
    <p:sldLayoutId id="2147483668" r:id="rId12"/>
    <p:sldLayoutId id="2147483669" r:id="rId13"/>
    <p:sldLayoutId id="2147483670" r:id="rId14"/>
  </p:sldLayoutIdLst>
  <p:txStyles>
    <p:titleStyle>
      <a:lvl1pPr algn="l" rtl="0" eaLnBrk="1" fontAlgn="base" hangingPunct="1">
        <a:spcBef>
          <a:spcPct val="0"/>
        </a:spcBef>
        <a:spcAft>
          <a:spcPct val="0"/>
        </a:spcAft>
        <a:defRPr sz="4400" b="1">
          <a:solidFill>
            <a:srgbClr val="333399"/>
          </a:solidFill>
          <a:latin typeface="+mn-lt"/>
          <a:ea typeface="黑体" pitchFamily="2" charset="-122"/>
          <a:cs typeface="+mj-cs"/>
        </a:defRPr>
      </a:lvl1pPr>
      <a:lvl2pPr algn="l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2pPr>
      <a:lvl3pPr algn="l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3pPr>
      <a:lvl4pPr algn="l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4pPr>
      <a:lvl5pPr algn="l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5pPr>
      <a:lvl6pPr marL="457200" algn="l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6pPr>
      <a:lvl7pPr marL="914400" algn="l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7pPr>
      <a:lvl8pPr marL="1371600" algn="l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8pPr>
      <a:lvl9pPr marL="1828800" algn="l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9pPr>
    </p:titleStyle>
    <p:bodyStyle>
      <a:lvl1pPr marL="342900" indent="-342900" algn="l" rtl="0" eaLnBrk="1" fontAlgn="base" hangingPunct="1">
        <a:spcBef>
          <a:spcPct val="20000"/>
        </a:spcBef>
        <a:spcAft>
          <a:spcPct val="0"/>
        </a:spcAft>
        <a:buClr>
          <a:srgbClr val="333399"/>
        </a:buClr>
        <a:buSzPct val="75000"/>
        <a:buFont typeface="Wingdings" pitchFamily="2" charset="2"/>
        <a:buChar char="n"/>
        <a:defRPr sz="3200" b="1">
          <a:solidFill>
            <a:schemeClr val="tx1"/>
          </a:solidFill>
          <a:latin typeface="+mn-lt"/>
          <a:ea typeface="黑体" pitchFamily="2" charset="-122"/>
          <a:cs typeface="+mn-cs"/>
        </a:defRPr>
      </a:lvl1pPr>
      <a:lvl2pPr marL="742950" indent="-285750" algn="l" rtl="0" eaLnBrk="1" fontAlgn="base" hangingPunct="1">
        <a:spcBef>
          <a:spcPct val="20000"/>
        </a:spcBef>
        <a:spcAft>
          <a:spcPct val="0"/>
        </a:spcAft>
        <a:buClr>
          <a:schemeClr val="accent2"/>
        </a:buClr>
        <a:buSzPct val="70000"/>
        <a:buFont typeface="Wingdings" pitchFamily="2" charset="2"/>
        <a:buChar char="n"/>
        <a:defRPr sz="2800" b="1">
          <a:solidFill>
            <a:schemeClr val="tx1"/>
          </a:solidFill>
          <a:latin typeface="+mn-lt"/>
          <a:ea typeface="黑体" pitchFamily="2" charset="-122"/>
        </a:defRPr>
      </a:lvl2pPr>
      <a:lvl3pPr marL="1143000" indent="-228600" algn="l" rtl="0" eaLnBrk="1" fontAlgn="base" hangingPunct="1">
        <a:spcBef>
          <a:spcPct val="20000"/>
        </a:spcBef>
        <a:spcAft>
          <a:spcPct val="0"/>
        </a:spcAft>
        <a:buClr>
          <a:srgbClr val="333399"/>
        </a:buClr>
        <a:buSzPct val="65000"/>
        <a:buFont typeface="Wingdings" pitchFamily="2" charset="2"/>
        <a:buChar char="p"/>
        <a:defRPr sz="2400" b="1">
          <a:solidFill>
            <a:schemeClr val="tx1"/>
          </a:solidFill>
          <a:latin typeface="+mn-lt"/>
          <a:ea typeface="黑体" pitchFamily="2" charset="-122"/>
        </a:defRPr>
      </a:lvl3pPr>
      <a:lvl4pPr marL="1600200" indent="-228600" algn="l" rtl="0" eaLnBrk="1" fontAlgn="base" hangingPunct="1">
        <a:spcBef>
          <a:spcPct val="20000"/>
        </a:spcBef>
        <a:spcAft>
          <a:spcPct val="0"/>
        </a:spcAft>
        <a:buClr>
          <a:schemeClr val="bg2"/>
        </a:buClr>
        <a:buSzPct val="65000"/>
        <a:buFont typeface="Wingdings" pitchFamily="2" charset="2"/>
        <a:buChar char="n"/>
        <a:defRPr sz="2000" b="1">
          <a:solidFill>
            <a:schemeClr val="tx1"/>
          </a:solidFill>
          <a:latin typeface="+mn-lt"/>
          <a:ea typeface="黑体" pitchFamily="2" charset="-122"/>
        </a:defRPr>
      </a:lvl4pPr>
      <a:lvl5pPr marL="2057400" indent="-228600" algn="l" rtl="0" eaLnBrk="1" fontAlgn="base" hangingPunct="1">
        <a:spcBef>
          <a:spcPct val="20000"/>
        </a:spcBef>
        <a:spcAft>
          <a:spcPct val="0"/>
        </a:spcAft>
        <a:buClr>
          <a:srgbClr val="333399"/>
        </a:buClr>
        <a:buSzPct val="60000"/>
        <a:buFont typeface="Wingdings" pitchFamily="2" charset="2"/>
        <a:buChar char="n"/>
        <a:defRPr sz="2000" b="1">
          <a:solidFill>
            <a:schemeClr val="tx1"/>
          </a:solidFill>
          <a:latin typeface="+mn-lt"/>
          <a:ea typeface="黑体" pitchFamily="2" charset="-122"/>
        </a:defRPr>
      </a:lvl5pPr>
      <a:lvl6pPr marL="2514600" indent="-228600" algn="l" rtl="0" eaLnBrk="1" fontAlgn="base" hangingPunct="1">
        <a:spcBef>
          <a:spcPct val="20000"/>
        </a:spcBef>
        <a:spcAft>
          <a:spcPct val="0"/>
        </a:spcAft>
        <a:buClr>
          <a:schemeClr val="tx2"/>
        </a:buClr>
        <a:buSzPct val="80000"/>
        <a:buFont typeface="Wingdings" pitchFamily="2" charset="2"/>
        <a:buChar char="§"/>
        <a:defRPr>
          <a:solidFill>
            <a:schemeClr val="tx1"/>
          </a:solidFill>
          <a:latin typeface="+mn-lt"/>
        </a:defRPr>
      </a:lvl6pPr>
      <a:lvl7pPr marL="2971800" indent="-228600" algn="l" rtl="0" eaLnBrk="1" fontAlgn="base" hangingPunct="1">
        <a:spcBef>
          <a:spcPct val="20000"/>
        </a:spcBef>
        <a:spcAft>
          <a:spcPct val="0"/>
        </a:spcAft>
        <a:buClr>
          <a:schemeClr val="tx2"/>
        </a:buClr>
        <a:buSzPct val="80000"/>
        <a:buFont typeface="Wingdings" pitchFamily="2" charset="2"/>
        <a:buChar char="§"/>
        <a:defRPr>
          <a:solidFill>
            <a:schemeClr val="tx1"/>
          </a:solidFill>
          <a:latin typeface="+mn-lt"/>
        </a:defRPr>
      </a:lvl7pPr>
      <a:lvl8pPr marL="3429000" indent="-228600" algn="l" rtl="0" eaLnBrk="1" fontAlgn="base" hangingPunct="1">
        <a:spcBef>
          <a:spcPct val="20000"/>
        </a:spcBef>
        <a:spcAft>
          <a:spcPct val="0"/>
        </a:spcAft>
        <a:buClr>
          <a:schemeClr val="tx2"/>
        </a:buClr>
        <a:buSzPct val="80000"/>
        <a:buFont typeface="Wingdings" pitchFamily="2" charset="2"/>
        <a:buChar char="§"/>
        <a:defRPr>
          <a:solidFill>
            <a:schemeClr val="tx1"/>
          </a:solidFill>
          <a:latin typeface="+mn-lt"/>
        </a:defRPr>
      </a:lvl8pPr>
      <a:lvl9pPr marL="3886200" indent="-228600" algn="l" rtl="0" eaLnBrk="1" fontAlgn="base" hangingPunct="1">
        <a:spcBef>
          <a:spcPct val="20000"/>
        </a:spcBef>
        <a:spcAft>
          <a:spcPct val="0"/>
        </a:spcAft>
        <a:buClr>
          <a:schemeClr val="tx2"/>
        </a:buClr>
        <a:buSzPct val="80000"/>
        <a:buFont typeface="Wingdings" pitchFamily="2" charset="2"/>
        <a:buChar char="§"/>
        <a:defRPr>
          <a:solidFill>
            <a:schemeClr val="tx1"/>
          </a:solidFill>
          <a:latin typeface="+mn-lt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/>
          <p:cNvSpPr>
            <a:spLocks noGrp="1" noChangeArrowheads="1"/>
          </p:cNvSpPr>
          <p:nvPr>
            <p:ph type="ctrTitle"/>
          </p:nvPr>
        </p:nvSpPr>
        <p:spPr/>
        <p:txBody>
          <a:bodyPr/>
          <a:lstStyle/>
          <a:p>
            <a:r>
              <a:rPr lang="zh-CN" altLang="en-US" dirty="0"/>
              <a:t>作业</a:t>
            </a:r>
            <a:endParaRPr lang="zh-CN" altLang="en-US" dirty="0">
              <a:ea typeface="宋体" pitchFamily="2" charset="-122"/>
            </a:endParaRPr>
          </a:p>
        </p:txBody>
      </p:sp>
      <p:sp>
        <p:nvSpPr>
          <p:cNvPr id="2051" name="Rectangle 3"/>
          <p:cNvSpPr>
            <a:spLocks noGrp="1" noChangeArrowheads="1"/>
          </p:cNvSpPr>
          <p:nvPr>
            <p:ph type="subTitle" idx="1"/>
          </p:nvPr>
        </p:nvSpPr>
        <p:spPr/>
        <p:txBody>
          <a:bodyPr/>
          <a:lstStyle/>
          <a:p>
            <a:endParaRPr lang="zh-CN" altLang="en-US">
              <a:ea typeface="宋体" pitchFamily="2" charset="-122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2020-02-18</a:t>
            </a:r>
            <a:endParaRPr lang="zh-CN" altLang="en-US" dirty="0">
              <a:ea typeface="宋体" pitchFamily="2" charset="-122"/>
            </a:endParaRPr>
          </a:p>
        </p:txBody>
      </p:sp>
      <p:sp>
        <p:nvSpPr>
          <p:cNvPr id="1843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dirty="0">
                <a:ea typeface="宋体" pitchFamily="2" charset="-122"/>
              </a:rPr>
              <a:t>P38 </a:t>
            </a:r>
            <a:r>
              <a:rPr lang="zh-CN" altLang="en-US" dirty="0">
                <a:ea typeface="宋体" pitchFamily="2" charset="-122"/>
              </a:rPr>
              <a:t>习题</a:t>
            </a:r>
            <a:r>
              <a:rPr lang="en-US" altLang="zh-CN">
                <a:ea typeface="宋体" pitchFamily="2" charset="-122"/>
              </a:rPr>
              <a:t>1-02</a:t>
            </a:r>
            <a:endParaRPr lang="zh-CN" altLang="en-US" dirty="0">
              <a:ea typeface="宋体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32301944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2020-02-25</a:t>
            </a:r>
            <a:endParaRPr lang="zh-CN" altLang="en-US" dirty="0">
              <a:ea typeface="宋体" pitchFamily="2" charset="-122"/>
            </a:endParaRPr>
          </a:p>
        </p:txBody>
      </p:sp>
      <p:sp>
        <p:nvSpPr>
          <p:cNvPr id="1843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dirty="0">
                <a:ea typeface="宋体" pitchFamily="2" charset="-122"/>
              </a:rPr>
              <a:t>P39 </a:t>
            </a:r>
            <a:r>
              <a:rPr lang="zh-CN" altLang="en-US" dirty="0">
                <a:ea typeface="宋体" pitchFamily="2" charset="-122"/>
              </a:rPr>
              <a:t>习题</a:t>
            </a:r>
            <a:r>
              <a:rPr lang="en-US" altLang="zh-CN" dirty="0">
                <a:ea typeface="宋体" pitchFamily="2" charset="-122"/>
              </a:rPr>
              <a:t>1-22</a:t>
            </a:r>
          </a:p>
          <a:p>
            <a:r>
              <a:rPr lang="en-US" altLang="zh-CN" dirty="0">
                <a:ea typeface="宋体" pitchFamily="2" charset="-122"/>
              </a:rPr>
              <a:t>P39 </a:t>
            </a:r>
            <a:r>
              <a:rPr lang="zh-CN" altLang="en-US" dirty="0">
                <a:ea typeface="宋体" pitchFamily="2" charset="-122"/>
              </a:rPr>
              <a:t>习题</a:t>
            </a:r>
            <a:r>
              <a:rPr lang="en-US" altLang="zh-CN" dirty="0">
                <a:ea typeface="宋体" pitchFamily="2" charset="-122"/>
              </a:rPr>
              <a:t>1-28</a:t>
            </a:r>
          </a:p>
        </p:txBody>
      </p:sp>
    </p:spTree>
    <p:extLst>
      <p:ext uri="{BB962C8B-B14F-4D97-AF65-F5344CB8AC3E}">
        <p14:creationId xmlns:p14="http://schemas.microsoft.com/office/powerpoint/2010/main" val="124615758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2020-03-03</a:t>
            </a:r>
            <a:endParaRPr lang="zh-CN" altLang="en-US" dirty="0">
              <a:ea typeface="宋体" pitchFamily="2" charset="-122"/>
            </a:endParaRPr>
          </a:p>
        </p:txBody>
      </p:sp>
      <p:sp>
        <p:nvSpPr>
          <p:cNvPr id="1843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dirty="0">
                <a:ea typeface="宋体" pitchFamily="2" charset="-122"/>
              </a:rPr>
              <a:t>P67 </a:t>
            </a:r>
            <a:r>
              <a:rPr lang="zh-CN" altLang="en-US" dirty="0">
                <a:ea typeface="宋体" pitchFamily="2" charset="-122"/>
              </a:rPr>
              <a:t>习题</a:t>
            </a:r>
            <a:r>
              <a:rPr lang="en-US" altLang="zh-CN" dirty="0">
                <a:ea typeface="宋体" pitchFamily="2" charset="-122"/>
              </a:rPr>
              <a:t>2-01</a:t>
            </a:r>
          </a:p>
          <a:p>
            <a:r>
              <a:rPr lang="en-US" altLang="zh-CN" dirty="0">
                <a:ea typeface="宋体" pitchFamily="2" charset="-122"/>
              </a:rPr>
              <a:t>P67 </a:t>
            </a:r>
            <a:r>
              <a:rPr lang="zh-CN" altLang="en-US" dirty="0">
                <a:ea typeface="宋体" pitchFamily="2" charset="-122"/>
              </a:rPr>
              <a:t>习题</a:t>
            </a:r>
            <a:r>
              <a:rPr lang="en-US" altLang="zh-CN" dirty="0">
                <a:ea typeface="宋体" pitchFamily="2" charset="-122"/>
              </a:rPr>
              <a:t>2-13</a:t>
            </a:r>
          </a:p>
        </p:txBody>
      </p:sp>
    </p:spTree>
    <p:extLst>
      <p:ext uri="{BB962C8B-B14F-4D97-AF65-F5344CB8AC3E}">
        <p14:creationId xmlns:p14="http://schemas.microsoft.com/office/powerpoint/2010/main" val="95270459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2020-03-10</a:t>
            </a:r>
            <a:endParaRPr lang="zh-CN" altLang="en-US" dirty="0">
              <a:ea typeface="宋体" pitchFamily="2" charset="-122"/>
            </a:endParaRPr>
          </a:p>
        </p:txBody>
      </p:sp>
      <p:sp>
        <p:nvSpPr>
          <p:cNvPr id="1843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dirty="0">
                <a:ea typeface="宋体" pitchFamily="2" charset="-122"/>
              </a:rPr>
              <a:t>P110 </a:t>
            </a:r>
            <a:r>
              <a:rPr lang="zh-CN" altLang="en-US" dirty="0">
                <a:ea typeface="宋体" pitchFamily="2" charset="-122"/>
              </a:rPr>
              <a:t>习题</a:t>
            </a:r>
            <a:r>
              <a:rPr lang="en-US" altLang="zh-CN" dirty="0">
                <a:ea typeface="宋体" pitchFamily="2" charset="-122"/>
              </a:rPr>
              <a:t>3-09</a:t>
            </a:r>
          </a:p>
          <a:p>
            <a:r>
              <a:rPr lang="en-US" altLang="zh-CN" dirty="0">
                <a:ea typeface="宋体" pitchFamily="2" charset="-122"/>
              </a:rPr>
              <a:t>P110 </a:t>
            </a:r>
            <a:r>
              <a:rPr lang="zh-CN" altLang="en-US" dirty="0">
                <a:ea typeface="宋体" pitchFamily="2" charset="-122"/>
              </a:rPr>
              <a:t>习题</a:t>
            </a:r>
            <a:r>
              <a:rPr lang="en-US" altLang="zh-CN" dirty="0">
                <a:ea typeface="宋体" pitchFamily="2" charset="-122"/>
              </a:rPr>
              <a:t>3-10</a:t>
            </a:r>
          </a:p>
        </p:txBody>
      </p:sp>
    </p:spTree>
    <p:extLst>
      <p:ext uri="{BB962C8B-B14F-4D97-AF65-F5344CB8AC3E}">
        <p14:creationId xmlns:p14="http://schemas.microsoft.com/office/powerpoint/2010/main" val="141217279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2020-03-17</a:t>
            </a:r>
            <a:endParaRPr lang="zh-CN" altLang="en-US" dirty="0">
              <a:ea typeface="宋体" pitchFamily="2" charset="-122"/>
            </a:endParaRPr>
          </a:p>
        </p:txBody>
      </p:sp>
      <p:sp>
        <p:nvSpPr>
          <p:cNvPr id="1843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dirty="0">
                <a:ea typeface="宋体" pitchFamily="2" charset="-122"/>
              </a:rPr>
              <a:t>P110 </a:t>
            </a:r>
            <a:r>
              <a:rPr lang="zh-CN" altLang="en-US" dirty="0">
                <a:ea typeface="宋体" pitchFamily="2" charset="-122"/>
              </a:rPr>
              <a:t>习题</a:t>
            </a:r>
            <a:r>
              <a:rPr lang="en-US" altLang="zh-CN" dirty="0">
                <a:ea typeface="宋体" pitchFamily="2" charset="-122"/>
              </a:rPr>
              <a:t>3-24</a:t>
            </a:r>
          </a:p>
          <a:p>
            <a:r>
              <a:rPr lang="en-US" altLang="zh-CN" dirty="0">
                <a:ea typeface="宋体" pitchFamily="2" charset="-122"/>
              </a:rPr>
              <a:t>P111 </a:t>
            </a:r>
            <a:r>
              <a:rPr lang="zh-CN" altLang="en-US" dirty="0">
                <a:ea typeface="宋体" pitchFamily="2" charset="-122"/>
              </a:rPr>
              <a:t>习题</a:t>
            </a:r>
            <a:r>
              <a:rPr lang="en-US" altLang="zh-CN" dirty="0">
                <a:ea typeface="宋体" pitchFamily="2" charset="-122"/>
              </a:rPr>
              <a:t>3-27</a:t>
            </a:r>
          </a:p>
        </p:txBody>
      </p:sp>
    </p:spTree>
    <p:extLst>
      <p:ext uri="{BB962C8B-B14F-4D97-AF65-F5344CB8AC3E}">
        <p14:creationId xmlns:p14="http://schemas.microsoft.com/office/powerpoint/2010/main" val="205014187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2020-03-24</a:t>
            </a:r>
            <a:endParaRPr lang="zh-CN" altLang="en-US" dirty="0">
              <a:ea typeface="宋体" pitchFamily="2" charset="-122"/>
            </a:endParaRPr>
          </a:p>
        </p:txBody>
      </p:sp>
      <p:sp>
        <p:nvSpPr>
          <p:cNvPr id="1843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dirty="0">
                <a:ea typeface="宋体" pitchFamily="2" charset="-122"/>
              </a:rPr>
              <a:t>P196 </a:t>
            </a:r>
            <a:r>
              <a:rPr lang="zh-CN" altLang="en-US" dirty="0">
                <a:ea typeface="宋体" pitchFamily="2" charset="-122"/>
              </a:rPr>
              <a:t>习题</a:t>
            </a:r>
            <a:r>
              <a:rPr lang="en-US" altLang="zh-CN" dirty="0">
                <a:ea typeface="宋体" pitchFamily="2" charset="-122"/>
              </a:rPr>
              <a:t>4-10</a:t>
            </a:r>
          </a:p>
          <a:p>
            <a:r>
              <a:rPr lang="en-US" altLang="zh-CN" dirty="0">
                <a:ea typeface="宋体" pitchFamily="2" charset="-122"/>
              </a:rPr>
              <a:t>P197 </a:t>
            </a:r>
            <a:r>
              <a:rPr lang="zh-CN" altLang="en-US" dirty="0">
                <a:ea typeface="宋体" pitchFamily="2" charset="-122"/>
              </a:rPr>
              <a:t>习题</a:t>
            </a:r>
            <a:r>
              <a:rPr lang="en-US" altLang="zh-CN" dirty="0">
                <a:ea typeface="宋体" pitchFamily="2" charset="-122"/>
              </a:rPr>
              <a:t>4-19</a:t>
            </a:r>
          </a:p>
          <a:p>
            <a:r>
              <a:rPr lang="en-US" altLang="zh-CN" dirty="0">
                <a:ea typeface="宋体" pitchFamily="2" charset="-122"/>
              </a:rPr>
              <a:t>P197 </a:t>
            </a:r>
            <a:r>
              <a:rPr lang="zh-CN" altLang="en-US" dirty="0">
                <a:ea typeface="宋体" pitchFamily="2" charset="-122"/>
              </a:rPr>
              <a:t>习题</a:t>
            </a:r>
            <a:r>
              <a:rPr lang="en-US" altLang="zh-CN" dirty="0">
                <a:ea typeface="宋体" pitchFamily="2" charset="-122"/>
              </a:rPr>
              <a:t>4-20</a:t>
            </a:r>
          </a:p>
        </p:txBody>
      </p:sp>
    </p:spTree>
    <p:extLst>
      <p:ext uri="{BB962C8B-B14F-4D97-AF65-F5344CB8AC3E}">
        <p14:creationId xmlns:p14="http://schemas.microsoft.com/office/powerpoint/2010/main" val="366208518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2020-03-31</a:t>
            </a:r>
            <a:endParaRPr lang="zh-CN" altLang="en-US" dirty="0">
              <a:ea typeface="宋体" pitchFamily="2" charset="-122"/>
            </a:endParaRPr>
          </a:p>
        </p:txBody>
      </p:sp>
      <p:sp>
        <p:nvSpPr>
          <p:cNvPr id="1843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dirty="0">
                <a:ea typeface="宋体" pitchFamily="2" charset="-122"/>
              </a:rPr>
              <a:t>P197 </a:t>
            </a:r>
            <a:r>
              <a:rPr lang="zh-CN" altLang="en-US" dirty="0">
                <a:ea typeface="宋体" pitchFamily="2" charset="-122"/>
              </a:rPr>
              <a:t>习题</a:t>
            </a:r>
            <a:r>
              <a:rPr lang="en-US" altLang="zh-CN" dirty="0">
                <a:ea typeface="宋体" pitchFamily="2" charset="-122"/>
              </a:rPr>
              <a:t>4-21</a:t>
            </a:r>
          </a:p>
          <a:p>
            <a:r>
              <a:rPr lang="en-US" altLang="zh-CN" dirty="0">
                <a:ea typeface="宋体" pitchFamily="2" charset="-122"/>
              </a:rPr>
              <a:t>P197 </a:t>
            </a:r>
            <a:r>
              <a:rPr lang="zh-CN" altLang="en-US" dirty="0">
                <a:ea typeface="宋体" pitchFamily="2" charset="-122"/>
              </a:rPr>
              <a:t>习题</a:t>
            </a:r>
            <a:r>
              <a:rPr lang="en-US" altLang="zh-CN" dirty="0">
                <a:ea typeface="宋体" pitchFamily="2" charset="-122"/>
              </a:rPr>
              <a:t>4-22</a:t>
            </a:r>
          </a:p>
        </p:txBody>
      </p:sp>
    </p:spTree>
    <p:extLst>
      <p:ext uri="{BB962C8B-B14F-4D97-AF65-F5344CB8AC3E}">
        <p14:creationId xmlns:p14="http://schemas.microsoft.com/office/powerpoint/2010/main" val="33311185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2020-04-07</a:t>
            </a:r>
            <a:endParaRPr lang="zh-CN" altLang="en-US" dirty="0">
              <a:ea typeface="宋体" pitchFamily="2" charset="-122"/>
            </a:endParaRPr>
          </a:p>
        </p:txBody>
      </p:sp>
      <p:sp>
        <p:nvSpPr>
          <p:cNvPr id="1843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dirty="0">
                <a:ea typeface="宋体" pitchFamily="2" charset="-122"/>
              </a:rPr>
              <a:t>P199 </a:t>
            </a:r>
            <a:r>
              <a:rPr lang="zh-CN" altLang="en-US" dirty="0">
                <a:ea typeface="宋体" pitchFamily="2" charset="-122"/>
              </a:rPr>
              <a:t>习题</a:t>
            </a:r>
            <a:r>
              <a:rPr lang="en-US" altLang="zh-CN" dirty="0">
                <a:ea typeface="宋体" pitchFamily="2" charset="-122"/>
              </a:rPr>
              <a:t>4-33</a:t>
            </a:r>
          </a:p>
          <a:p>
            <a:r>
              <a:rPr lang="en-US" altLang="zh-CN" dirty="0">
                <a:ea typeface="宋体" pitchFamily="2" charset="-122"/>
              </a:rPr>
              <a:t>P199 </a:t>
            </a:r>
            <a:r>
              <a:rPr lang="zh-CN" altLang="en-US" dirty="0">
                <a:ea typeface="宋体" pitchFamily="2" charset="-122"/>
              </a:rPr>
              <a:t>习题</a:t>
            </a:r>
            <a:r>
              <a:rPr lang="en-US" altLang="zh-CN" dirty="0">
                <a:ea typeface="宋体" pitchFamily="2" charset="-122"/>
              </a:rPr>
              <a:t>4-40</a:t>
            </a:r>
          </a:p>
          <a:p>
            <a:r>
              <a:rPr lang="en-US" altLang="zh-CN" dirty="0">
                <a:ea typeface="宋体" pitchFamily="2" charset="-122"/>
              </a:rPr>
              <a:t>P201 </a:t>
            </a:r>
            <a:r>
              <a:rPr lang="zh-CN" altLang="en-US" dirty="0">
                <a:ea typeface="宋体" pitchFamily="2" charset="-122"/>
              </a:rPr>
              <a:t>习题</a:t>
            </a:r>
            <a:r>
              <a:rPr lang="en-US" altLang="zh-CN" dirty="0">
                <a:ea typeface="宋体" pitchFamily="2" charset="-122"/>
              </a:rPr>
              <a:t>4-64</a:t>
            </a:r>
          </a:p>
          <a:p>
            <a:r>
              <a:rPr lang="en-US" altLang="zh-CN" dirty="0">
                <a:ea typeface="宋体" pitchFamily="2" charset="-122"/>
              </a:rPr>
              <a:t>P202 </a:t>
            </a:r>
            <a:r>
              <a:rPr lang="zh-CN" altLang="en-US" dirty="0">
                <a:ea typeface="宋体" pitchFamily="2" charset="-122"/>
              </a:rPr>
              <a:t>习题</a:t>
            </a:r>
            <a:r>
              <a:rPr lang="en-US" altLang="zh-CN" dirty="0">
                <a:ea typeface="宋体" pitchFamily="2" charset="-122"/>
              </a:rPr>
              <a:t>4-65</a:t>
            </a:r>
          </a:p>
        </p:txBody>
      </p:sp>
    </p:spTree>
    <p:extLst>
      <p:ext uri="{BB962C8B-B14F-4D97-AF65-F5344CB8AC3E}">
        <p14:creationId xmlns:p14="http://schemas.microsoft.com/office/powerpoint/2010/main" val="112507587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2020-04-14</a:t>
            </a:r>
            <a:endParaRPr lang="zh-CN" altLang="en-US" dirty="0">
              <a:ea typeface="宋体" pitchFamily="2" charset="-122"/>
            </a:endParaRPr>
          </a:p>
        </p:txBody>
      </p:sp>
      <p:sp>
        <p:nvSpPr>
          <p:cNvPr id="1843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dirty="0">
                <a:ea typeface="宋体" pitchFamily="2" charset="-122"/>
              </a:rPr>
              <a:t>P244 </a:t>
            </a:r>
            <a:r>
              <a:rPr lang="zh-CN" altLang="en-US" dirty="0">
                <a:ea typeface="宋体" pitchFamily="2" charset="-122"/>
              </a:rPr>
              <a:t>习题</a:t>
            </a:r>
            <a:r>
              <a:rPr lang="en-US" altLang="zh-CN" dirty="0">
                <a:ea typeface="宋体" pitchFamily="2" charset="-122"/>
              </a:rPr>
              <a:t>5-01</a:t>
            </a:r>
          </a:p>
          <a:p>
            <a:r>
              <a:rPr lang="en-US" altLang="zh-CN" dirty="0">
                <a:ea typeface="宋体" pitchFamily="2" charset="-122"/>
              </a:rPr>
              <a:t>P244 </a:t>
            </a:r>
            <a:r>
              <a:rPr lang="zh-CN" altLang="en-US" dirty="0">
                <a:ea typeface="宋体" pitchFamily="2" charset="-122"/>
              </a:rPr>
              <a:t>习题</a:t>
            </a:r>
            <a:r>
              <a:rPr lang="en-US" altLang="zh-CN" dirty="0">
                <a:ea typeface="宋体" pitchFamily="2" charset="-122"/>
              </a:rPr>
              <a:t>5-08</a:t>
            </a:r>
          </a:p>
          <a:p>
            <a:r>
              <a:rPr lang="en-US" altLang="zh-CN" dirty="0">
                <a:ea typeface="宋体" pitchFamily="2" charset="-122"/>
              </a:rPr>
              <a:t>P245 </a:t>
            </a:r>
            <a:r>
              <a:rPr lang="zh-CN" altLang="en-US" dirty="0">
                <a:ea typeface="宋体" pitchFamily="2" charset="-122"/>
              </a:rPr>
              <a:t>习题</a:t>
            </a:r>
            <a:r>
              <a:rPr lang="en-US" altLang="zh-CN">
                <a:ea typeface="宋体" pitchFamily="2" charset="-122"/>
              </a:rPr>
              <a:t>5-18</a:t>
            </a:r>
            <a:endParaRPr lang="en-US" altLang="zh-CN" dirty="0">
              <a:ea typeface="宋体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29679386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2020-04-21</a:t>
            </a:r>
            <a:endParaRPr lang="zh-CN" altLang="en-US" dirty="0">
              <a:ea typeface="宋体" pitchFamily="2" charset="-122"/>
            </a:endParaRPr>
          </a:p>
        </p:txBody>
      </p:sp>
      <p:sp>
        <p:nvSpPr>
          <p:cNvPr id="1843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dirty="0">
                <a:ea typeface="宋体" pitchFamily="2" charset="-122"/>
              </a:rPr>
              <a:t>P245 </a:t>
            </a:r>
            <a:r>
              <a:rPr lang="zh-CN" altLang="en-US" dirty="0">
                <a:ea typeface="宋体" pitchFamily="2" charset="-122"/>
              </a:rPr>
              <a:t>习题</a:t>
            </a:r>
            <a:r>
              <a:rPr lang="en-US" altLang="zh-CN" dirty="0">
                <a:ea typeface="宋体" pitchFamily="2" charset="-122"/>
              </a:rPr>
              <a:t>5-21</a:t>
            </a:r>
          </a:p>
          <a:p>
            <a:r>
              <a:rPr lang="en-US" altLang="zh-CN" dirty="0">
                <a:ea typeface="宋体" pitchFamily="2" charset="-122"/>
              </a:rPr>
              <a:t>P245 </a:t>
            </a:r>
            <a:r>
              <a:rPr lang="zh-CN" altLang="en-US" dirty="0">
                <a:ea typeface="宋体" pitchFamily="2" charset="-122"/>
              </a:rPr>
              <a:t>习题</a:t>
            </a:r>
            <a:r>
              <a:rPr lang="en-US" altLang="zh-CN" dirty="0">
                <a:ea typeface="宋体" pitchFamily="2" charset="-122"/>
              </a:rPr>
              <a:t>5-23</a:t>
            </a:r>
          </a:p>
        </p:txBody>
      </p:sp>
    </p:spTree>
    <p:extLst>
      <p:ext uri="{BB962C8B-B14F-4D97-AF65-F5344CB8AC3E}">
        <p14:creationId xmlns:p14="http://schemas.microsoft.com/office/powerpoint/2010/main" val="371305856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2020-04-28</a:t>
            </a:r>
            <a:endParaRPr lang="zh-CN" altLang="en-US" dirty="0">
              <a:ea typeface="宋体" pitchFamily="2" charset="-122"/>
            </a:endParaRPr>
          </a:p>
        </p:txBody>
      </p:sp>
      <p:sp>
        <p:nvSpPr>
          <p:cNvPr id="1843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dirty="0">
                <a:ea typeface="宋体" pitchFamily="2" charset="-122"/>
              </a:rPr>
              <a:t>P247 </a:t>
            </a:r>
            <a:r>
              <a:rPr lang="zh-CN" altLang="en-US" dirty="0">
                <a:ea typeface="宋体" pitchFamily="2" charset="-122"/>
              </a:rPr>
              <a:t>习题</a:t>
            </a:r>
            <a:r>
              <a:rPr lang="en-US" altLang="zh-CN" dirty="0">
                <a:ea typeface="宋体" pitchFamily="2" charset="-122"/>
              </a:rPr>
              <a:t>5-45</a:t>
            </a:r>
          </a:p>
          <a:p>
            <a:r>
              <a:rPr lang="en-US" altLang="zh-CN" dirty="0">
                <a:ea typeface="宋体" pitchFamily="2" charset="-122"/>
              </a:rPr>
              <a:t>P247 </a:t>
            </a:r>
            <a:r>
              <a:rPr lang="zh-CN" altLang="en-US" dirty="0">
                <a:ea typeface="宋体" pitchFamily="2" charset="-122"/>
              </a:rPr>
              <a:t>习题</a:t>
            </a:r>
            <a:r>
              <a:rPr lang="en-US" altLang="zh-CN" dirty="0">
                <a:ea typeface="宋体" pitchFamily="2" charset="-122"/>
              </a:rPr>
              <a:t>5-46</a:t>
            </a:r>
          </a:p>
        </p:txBody>
      </p:sp>
    </p:spTree>
    <p:extLst>
      <p:ext uri="{BB962C8B-B14F-4D97-AF65-F5344CB8AC3E}">
        <p14:creationId xmlns:p14="http://schemas.microsoft.com/office/powerpoint/2010/main" val="324222269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2020-05-09</a:t>
            </a:r>
            <a:endParaRPr lang="zh-CN" altLang="en-US" dirty="0">
              <a:ea typeface="宋体" pitchFamily="2" charset="-122"/>
            </a:endParaRPr>
          </a:p>
        </p:txBody>
      </p:sp>
      <p:sp>
        <p:nvSpPr>
          <p:cNvPr id="1843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dirty="0">
                <a:ea typeface="宋体" pitchFamily="2" charset="-122"/>
              </a:rPr>
              <a:t>P246 </a:t>
            </a:r>
            <a:r>
              <a:rPr lang="zh-CN" altLang="en-US" dirty="0">
                <a:ea typeface="宋体" pitchFamily="2" charset="-122"/>
              </a:rPr>
              <a:t>习题</a:t>
            </a:r>
            <a:r>
              <a:rPr lang="en-US" altLang="zh-CN" dirty="0">
                <a:ea typeface="宋体" pitchFamily="2" charset="-122"/>
              </a:rPr>
              <a:t>5-33</a:t>
            </a:r>
          </a:p>
          <a:p>
            <a:r>
              <a:rPr lang="en-US" altLang="zh-CN" dirty="0">
                <a:ea typeface="宋体" pitchFamily="2" charset="-122"/>
              </a:rPr>
              <a:t>P246 </a:t>
            </a:r>
            <a:r>
              <a:rPr lang="zh-CN" altLang="en-US" dirty="0">
                <a:ea typeface="宋体" pitchFamily="2" charset="-122"/>
              </a:rPr>
              <a:t>习题</a:t>
            </a:r>
            <a:r>
              <a:rPr lang="en-US" altLang="zh-CN" dirty="0">
                <a:ea typeface="宋体" pitchFamily="2" charset="-122"/>
              </a:rPr>
              <a:t>5-37</a:t>
            </a:r>
          </a:p>
        </p:txBody>
      </p:sp>
    </p:spTree>
    <p:extLst>
      <p:ext uri="{BB962C8B-B14F-4D97-AF65-F5344CB8AC3E}">
        <p14:creationId xmlns:p14="http://schemas.microsoft.com/office/powerpoint/2010/main" val="94469390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2020-05-11</a:t>
            </a:r>
            <a:endParaRPr lang="zh-CN" altLang="en-US" dirty="0">
              <a:ea typeface="宋体" pitchFamily="2" charset="-122"/>
            </a:endParaRPr>
          </a:p>
        </p:txBody>
      </p:sp>
      <p:sp>
        <p:nvSpPr>
          <p:cNvPr id="1843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dirty="0">
                <a:ea typeface="宋体" pitchFamily="2" charset="-122"/>
              </a:rPr>
              <a:t>P248 </a:t>
            </a:r>
            <a:r>
              <a:rPr lang="zh-CN" altLang="en-US" dirty="0">
                <a:ea typeface="宋体" pitchFamily="2" charset="-122"/>
              </a:rPr>
              <a:t>习题</a:t>
            </a:r>
            <a:r>
              <a:rPr lang="en-US" altLang="zh-CN" dirty="0">
                <a:ea typeface="宋体" pitchFamily="2" charset="-122"/>
              </a:rPr>
              <a:t>5-49</a:t>
            </a:r>
          </a:p>
          <a:p>
            <a:r>
              <a:rPr lang="en-US" altLang="zh-CN" dirty="0">
                <a:ea typeface="宋体" pitchFamily="2" charset="-122"/>
              </a:rPr>
              <a:t>P249 </a:t>
            </a:r>
            <a:r>
              <a:rPr lang="zh-CN" altLang="en-US" dirty="0">
                <a:ea typeface="宋体" pitchFamily="2" charset="-122"/>
              </a:rPr>
              <a:t>习题</a:t>
            </a:r>
            <a:r>
              <a:rPr lang="en-US" altLang="zh-CN" dirty="0">
                <a:ea typeface="宋体" pitchFamily="2" charset="-122"/>
              </a:rPr>
              <a:t>5-61</a:t>
            </a:r>
          </a:p>
        </p:txBody>
      </p:sp>
    </p:spTree>
    <p:extLst>
      <p:ext uri="{BB962C8B-B14F-4D97-AF65-F5344CB8AC3E}">
        <p14:creationId xmlns:p14="http://schemas.microsoft.com/office/powerpoint/2010/main" val="289127147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2020-05-19</a:t>
            </a:r>
            <a:endParaRPr lang="zh-CN" altLang="en-US" dirty="0">
              <a:ea typeface="宋体" pitchFamily="2" charset="-122"/>
            </a:endParaRPr>
          </a:p>
        </p:txBody>
      </p:sp>
      <p:sp>
        <p:nvSpPr>
          <p:cNvPr id="1843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dirty="0">
                <a:ea typeface="宋体" pitchFamily="2" charset="-122"/>
              </a:rPr>
              <a:t>P321 </a:t>
            </a:r>
            <a:r>
              <a:rPr lang="zh-CN" altLang="en-US" dirty="0">
                <a:ea typeface="宋体" pitchFamily="2" charset="-122"/>
              </a:rPr>
              <a:t>习题</a:t>
            </a:r>
            <a:r>
              <a:rPr lang="en-US" altLang="zh-CN" dirty="0">
                <a:ea typeface="宋体" pitchFamily="2" charset="-122"/>
              </a:rPr>
              <a:t>6-02</a:t>
            </a:r>
          </a:p>
          <a:p>
            <a:r>
              <a:rPr lang="en-US" altLang="zh-CN" dirty="0">
                <a:ea typeface="宋体" pitchFamily="2" charset="-122"/>
              </a:rPr>
              <a:t>P321 </a:t>
            </a:r>
            <a:r>
              <a:rPr lang="zh-CN" altLang="en-US" dirty="0">
                <a:ea typeface="宋体" pitchFamily="2" charset="-122"/>
              </a:rPr>
              <a:t>习题</a:t>
            </a:r>
            <a:r>
              <a:rPr lang="en-US" altLang="zh-CN" dirty="0">
                <a:ea typeface="宋体" pitchFamily="2" charset="-122"/>
              </a:rPr>
              <a:t>6-05</a:t>
            </a:r>
          </a:p>
          <a:p>
            <a:r>
              <a:rPr lang="en-US" altLang="zh-CN" dirty="0">
                <a:ea typeface="宋体" pitchFamily="2" charset="-122"/>
              </a:rPr>
              <a:t>P321 </a:t>
            </a:r>
            <a:r>
              <a:rPr lang="zh-CN" altLang="en-US" dirty="0">
                <a:ea typeface="宋体" pitchFamily="2" charset="-122"/>
              </a:rPr>
              <a:t>习题</a:t>
            </a:r>
            <a:r>
              <a:rPr lang="en-US" altLang="zh-CN" dirty="0">
                <a:ea typeface="宋体" pitchFamily="2" charset="-122"/>
              </a:rPr>
              <a:t>6-10</a:t>
            </a:r>
          </a:p>
          <a:p>
            <a:r>
              <a:rPr lang="en-US" altLang="zh-CN" dirty="0">
                <a:ea typeface="宋体" pitchFamily="2" charset="-122"/>
              </a:rPr>
              <a:t>P322 </a:t>
            </a:r>
            <a:r>
              <a:rPr lang="zh-CN" altLang="en-US" dirty="0">
                <a:ea typeface="宋体" pitchFamily="2" charset="-122"/>
              </a:rPr>
              <a:t>习题</a:t>
            </a:r>
            <a:r>
              <a:rPr lang="en-US" altLang="zh-CN">
                <a:ea typeface="宋体" pitchFamily="2" charset="-122"/>
              </a:rPr>
              <a:t>6-23</a:t>
            </a:r>
          </a:p>
        </p:txBody>
      </p:sp>
    </p:spTree>
    <p:extLst>
      <p:ext uri="{BB962C8B-B14F-4D97-AF65-F5344CB8AC3E}">
        <p14:creationId xmlns:p14="http://schemas.microsoft.com/office/powerpoint/2010/main" val="36347012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2020-05-26 </a:t>
            </a:r>
            <a:endParaRPr lang="zh-CN" altLang="en-US" dirty="0">
              <a:ea typeface="宋体" pitchFamily="2" charset="-122"/>
            </a:endParaRPr>
          </a:p>
        </p:txBody>
      </p:sp>
      <p:sp>
        <p:nvSpPr>
          <p:cNvPr id="1843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>
                <a:ea typeface="宋体" pitchFamily="2" charset="-122"/>
              </a:rPr>
              <a:t>P353 </a:t>
            </a:r>
            <a:r>
              <a:rPr lang="zh-CN" altLang="en-US" dirty="0">
                <a:ea typeface="宋体" pitchFamily="2" charset="-122"/>
              </a:rPr>
              <a:t>习题</a:t>
            </a:r>
            <a:r>
              <a:rPr lang="en-US" altLang="zh-CN" dirty="0">
                <a:ea typeface="宋体" pitchFamily="2" charset="-122"/>
              </a:rPr>
              <a:t>7-01</a:t>
            </a:r>
          </a:p>
          <a:p>
            <a:r>
              <a:rPr lang="en-US" altLang="zh-CN" dirty="0">
                <a:ea typeface="宋体" pitchFamily="2" charset="-122"/>
              </a:rPr>
              <a:t>P353 </a:t>
            </a:r>
            <a:r>
              <a:rPr lang="zh-CN" altLang="en-US" dirty="0">
                <a:ea typeface="宋体" pitchFamily="2" charset="-122"/>
              </a:rPr>
              <a:t>习题</a:t>
            </a:r>
            <a:r>
              <a:rPr lang="en-US" altLang="zh-CN" dirty="0">
                <a:ea typeface="宋体" pitchFamily="2" charset="-122"/>
              </a:rPr>
              <a:t>7-07</a:t>
            </a:r>
          </a:p>
          <a:p>
            <a:r>
              <a:rPr lang="en-US" altLang="zh-CN" dirty="0">
                <a:ea typeface="宋体" pitchFamily="2" charset="-122"/>
              </a:rPr>
              <a:t>P354 </a:t>
            </a:r>
            <a:r>
              <a:rPr lang="zh-CN" altLang="en-US" dirty="0">
                <a:ea typeface="宋体" pitchFamily="2" charset="-122"/>
              </a:rPr>
              <a:t>习题</a:t>
            </a:r>
            <a:r>
              <a:rPr lang="en-US" altLang="zh-CN" dirty="0">
                <a:ea typeface="宋体" pitchFamily="2" charset="-122"/>
              </a:rPr>
              <a:t>7-10</a:t>
            </a:r>
          </a:p>
          <a:p>
            <a:endParaRPr lang="en-US" altLang="zh-CN" dirty="0">
              <a:ea typeface="宋体" pitchFamily="2" charset="-122"/>
            </a:endParaRPr>
          </a:p>
          <a:p>
            <a:r>
              <a:rPr lang="zh-CN" altLang="en-US" dirty="0">
                <a:ea typeface="宋体" pitchFamily="2" charset="-122"/>
              </a:rPr>
              <a:t>本次作业不用提交。</a:t>
            </a:r>
            <a:endParaRPr lang="en-US" altLang="zh-CN" dirty="0">
              <a:ea typeface="宋体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705431166"/>
      </p:ext>
    </p:extLst>
  </p:cSld>
  <p:clrMapOvr>
    <a:masterClrMapping/>
  </p:clrMapOvr>
</p:sld>
</file>

<file path=ppt/theme/theme1.xml><?xml version="1.0" encoding="utf-8"?>
<a:theme xmlns:a="http://schemas.openxmlformats.org/drawingml/2006/main" name="Presentation">
  <a:themeElements>
    <a:clrScheme name="演示稿（水平） 9">
      <a:dk1>
        <a:srgbClr val="000000"/>
      </a:dk1>
      <a:lt1>
        <a:srgbClr val="FFFFFF"/>
      </a:lt1>
      <a:dk2>
        <a:srgbClr val="666699"/>
      </a:dk2>
      <a:lt2>
        <a:srgbClr val="FFCC00"/>
      </a:lt2>
      <a:accent1>
        <a:srgbClr val="FF9900"/>
      </a:accent1>
      <a:accent2>
        <a:srgbClr val="FF9900"/>
      </a:accent2>
      <a:accent3>
        <a:srgbClr val="FFFFFF"/>
      </a:accent3>
      <a:accent4>
        <a:srgbClr val="000000"/>
      </a:accent4>
      <a:accent5>
        <a:srgbClr val="FFCAAA"/>
      </a:accent5>
      <a:accent6>
        <a:srgbClr val="E78A00"/>
      </a:accent6>
      <a:hlink>
        <a:srgbClr val="666699"/>
      </a:hlink>
      <a:folHlink>
        <a:srgbClr val="999966"/>
      </a:folHlink>
    </a:clrScheme>
    <a:fontScheme name="演示稿（水平）">
      <a:majorFont>
        <a:latin typeface="Times New Roman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</a:defRPr>
        </a:defPPr>
      </a:lstStyle>
    </a:lnDef>
  </a:objectDefaults>
  <a:extraClrSchemeLst>
    <a:extraClrScheme>
      <a:clrScheme name="演示稿（水平） 1">
        <a:dk1>
          <a:srgbClr val="006699"/>
        </a:dk1>
        <a:lt1>
          <a:srgbClr val="FFFFFF"/>
        </a:lt1>
        <a:dk2>
          <a:srgbClr val="000000"/>
        </a:dk2>
        <a:lt2>
          <a:srgbClr val="99FF99"/>
        </a:lt2>
        <a:accent1>
          <a:srgbClr val="00CC99"/>
        </a:accent1>
        <a:accent2>
          <a:srgbClr val="009999"/>
        </a:accent2>
        <a:accent3>
          <a:srgbClr val="AAAAAA"/>
        </a:accent3>
        <a:accent4>
          <a:srgbClr val="DADADA"/>
        </a:accent4>
        <a:accent5>
          <a:srgbClr val="AAE2CA"/>
        </a:accent5>
        <a:accent6>
          <a:srgbClr val="008A8A"/>
        </a:accent6>
        <a:hlink>
          <a:srgbClr val="0066FF"/>
        </a:hlink>
        <a:folHlink>
          <a:srgbClr val="989CBA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演示稿（水平） 2">
        <a:dk1>
          <a:srgbClr val="808000"/>
        </a:dk1>
        <a:lt1>
          <a:srgbClr val="FFFFFF"/>
        </a:lt1>
        <a:dk2>
          <a:srgbClr val="5C271E"/>
        </a:dk2>
        <a:lt2>
          <a:srgbClr val="FFDD89"/>
        </a:lt2>
        <a:accent1>
          <a:srgbClr val="CC6600"/>
        </a:accent1>
        <a:accent2>
          <a:srgbClr val="CC9900"/>
        </a:accent2>
        <a:accent3>
          <a:srgbClr val="B5ACAB"/>
        </a:accent3>
        <a:accent4>
          <a:srgbClr val="DADADA"/>
        </a:accent4>
        <a:accent5>
          <a:srgbClr val="E2B8AA"/>
        </a:accent5>
        <a:accent6>
          <a:srgbClr val="B98A00"/>
        </a:accent6>
        <a:hlink>
          <a:srgbClr val="669900"/>
        </a:hlink>
        <a:folHlink>
          <a:srgbClr val="A3A274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演示稿（水平） 3">
        <a:dk1>
          <a:srgbClr val="763B00"/>
        </a:dk1>
        <a:lt1>
          <a:srgbClr val="FFFFFF"/>
        </a:lt1>
        <a:dk2>
          <a:srgbClr val="330000"/>
        </a:dk2>
        <a:lt2>
          <a:srgbClr val="CC9900"/>
        </a:lt2>
        <a:accent1>
          <a:srgbClr val="FFCC00"/>
        </a:accent1>
        <a:accent2>
          <a:srgbClr val="CC3300"/>
        </a:accent2>
        <a:accent3>
          <a:srgbClr val="ADAAAA"/>
        </a:accent3>
        <a:accent4>
          <a:srgbClr val="DADADA"/>
        </a:accent4>
        <a:accent5>
          <a:srgbClr val="FFE2AA"/>
        </a:accent5>
        <a:accent6>
          <a:srgbClr val="B92D00"/>
        </a:accent6>
        <a:hlink>
          <a:srgbClr val="666699"/>
        </a:hlink>
        <a:folHlink>
          <a:srgbClr val="99996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演示稿（水平） 4">
        <a:dk1>
          <a:srgbClr val="6D3696"/>
        </a:dk1>
        <a:lt1>
          <a:srgbClr val="FFFFFF"/>
        </a:lt1>
        <a:dk2>
          <a:srgbClr val="51255D"/>
        </a:dk2>
        <a:lt2>
          <a:srgbClr val="FFFFCC"/>
        </a:lt2>
        <a:accent1>
          <a:srgbClr val="666699"/>
        </a:accent1>
        <a:accent2>
          <a:srgbClr val="800080"/>
        </a:accent2>
        <a:accent3>
          <a:srgbClr val="B3ACB6"/>
        </a:accent3>
        <a:accent4>
          <a:srgbClr val="DADADA"/>
        </a:accent4>
        <a:accent5>
          <a:srgbClr val="B8B8CA"/>
        </a:accent5>
        <a:accent6>
          <a:srgbClr val="730073"/>
        </a:accent6>
        <a:hlink>
          <a:srgbClr val="CCCC00"/>
        </a:hlink>
        <a:folHlink>
          <a:srgbClr val="A3A274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演示稿（水平） 5">
        <a:dk1>
          <a:srgbClr val="CC6600"/>
        </a:dk1>
        <a:lt1>
          <a:srgbClr val="FFFFFF"/>
        </a:lt1>
        <a:dk2>
          <a:srgbClr val="4A553B"/>
        </a:dk2>
        <a:lt2>
          <a:srgbClr val="FFBF1F"/>
        </a:lt2>
        <a:accent1>
          <a:srgbClr val="FFCC00"/>
        </a:accent1>
        <a:accent2>
          <a:srgbClr val="CC9900"/>
        </a:accent2>
        <a:accent3>
          <a:srgbClr val="B1B4AF"/>
        </a:accent3>
        <a:accent4>
          <a:srgbClr val="DADADA"/>
        </a:accent4>
        <a:accent5>
          <a:srgbClr val="FFE2AA"/>
        </a:accent5>
        <a:accent6>
          <a:srgbClr val="B98A00"/>
        </a:accent6>
        <a:hlink>
          <a:srgbClr val="669900"/>
        </a:hlink>
        <a:folHlink>
          <a:srgbClr val="A3A274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演示稿（水平） 6">
        <a:dk1>
          <a:srgbClr val="000000"/>
        </a:dk1>
        <a:lt1>
          <a:srgbClr val="FFFFFF"/>
        </a:lt1>
        <a:dk2>
          <a:srgbClr val="666699"/>
        </a:dk2>
        <a:lt2>
          <a:srgbClr val="FFCC00"/>
        </a:lt2>
        <a:accent1>
          <a:srgbClr val="FF9900"/>
        </a:accent1>
        <a:accent2>
          <a:srgbClr val="FF0000"/>
        </a:accent2>
        <a:accent3>
          <a:srgbClr val="FFFFFF"/>
        </a:accent3>
        <a:accent4>
          <a:srgbClr val="000000"/>
        </a:accent4>
        <a:accent5>
          <a:srgbClr val="FFCAAA"/>
        </a:accent5>
        <a:accent6>
          <a:srgbClr val="E70000"/>
        </a:accent6>
        <a:hlink>
          <a:srgbClr val="666699"/>
        </a:hlink>
        <a:folHlink>
          <a:srgbClr val="9999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演示稿（水平） 7">
        <a:dk1>
          <a:srgbClr val="000000"/>
        </a:dk1>
        <a:lt1>
          <a:srgbClr val="FFFFFF"/>
        </a:lt1>
        <a:dk2>
          <a:srgbClr val="CC3300"/>
        </a:dk2>
        <a:lt2>
          <a:srgbClr val="663300"/>
        </a:lt2>
        <a:accent1>
          <a:srgbClr val="FFCC00"/>
        </a:accent1>
        <a:accent2>
          <a:srgbClr val="CC6600"/>
        </a:accent2>
        <a:accent3>
          <a:srgbClr val="FFFFFF"/>
        </a:accent3>
        <a:accent4>
          <a:srgbClr val="000000"/>
        </a:accent4>
        <a:accent5>
          <a:srgbClr val="FFE2AA"/>
        </a:accent5>
        <a:accent6>
          <a:srgbClr val="B95C00"/>
        </a:accent6>
        <a:hlink>
          <a:srgbClr val="CC9900"/>
        </a:hlink>
        <a:folHlink>
          <a:srgbClr val="996633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演示稿（水平） 8">
        <a:dk1>
          <a:srgbClr val="000000"/>
        </a:dk1>
        <a:lt1>
          <a:srgbClr val="FFFFFF"/>
        </a:lt1>
        <a:dk2>
          <a:srgbClr val="999900"/>
        </a:dk2>
        <a:lt2>
          <a:srgbClr val="666600"/>
        </a:lt2>
        <a:accent1>
          <a:srgbClr val="99CC00"/>
        </a:accent1>
        <a:accent2>
          <a:srgbClr val="CCCC66"/>
        </a:accent2>
        <a:accent3>
          <a:srgbClr val="FFFFFF"/>
        </a:accent3>
        <a:accent4>
          <a:srgbClr val="000000"/>
        </a:accent4>
        <a:accent5>
          <a:srgbClr val="CAE2AA"/>
        </a:accent5>
        <a:accent6>
          <a:srgbClr val="B9B95C"/>
        </a:accent6>
        <a:hlink>
          <a:srgbClr val="FFCC00"/>
        </a:hlink>
        <a:folHlink>
          <a:srgbClr val="CC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演示稿（水平） 9">
        <a:dk1>
          <a:srgbClr val="000000"/>
        </a:dk1>
        <a:lt1>
          <a:srgbClr val="FFFFFF"/>
        </a:lt1>
        <a:dk2>
          <a:srgbClr val="666699"/>
        </a:dk2>
        <a:lt2>
          <a:srgbClr val="FFCC00"/>
        </a:lt2>
        <a:accent1>
          <a:srgbClr val="FF9900"/>
        </a:accent1>
        <a:accent2>
          <a:srgbClr val="FF9900"/>
        </a:accent2>
        <a:accent3>
          <a:srgbClr val="FFFFFF"/>
        </a:accent3>
        <a:accent4>
          <a:srgbClr val="000000"/>
        </a:accent4>
        <a:accent5>
          <a:srgbClr val="FFCAAA"/>
        </a:accent5>
        <a:accent6>
          <a:srgbClr val="E78A00"/>
        </a:accent6>
        <a:hlink>
          <a:srgbClr val="666699"/>
        </a:hlink>
        <a:folHlink>
          <a:srgbClr val="999966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主题​​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主题​​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Presentation</Template>
  <TotalTime>1230</TotalTime>
  <Words>131</Words>
  <Application>Microsoft Office PowerPoint</Application>
  <PresentationFormat>A4 纸张(210x297 毫米)</PresentationFormat>
  <Paragraphs>55</Paragraphs>
  <Slides>16</Slides>
  <Notes>1</Notes>
  <HiddenSlides>0</HiddenSlides>
  <MMClips>0</MMClips>
  <ScaleCrop>false</ScaleCrop>
  <HeadingPairs>
    <vt:vector size="6" baseType="variant">
      <vt:variant>
        <vt:lpstr>已用的字体</vt:lpstr>
      </vt:variant>
      <vt:variant>
        <vt:i4>5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16</vt:i4>
      </vt:variant>
    </vt:vector>
  </HeadingPairs>
  <TitlesOfParts>
    <vt:vector size="22" baseType="lpstr">
      <vt:lpstr>黑体</vt:lpstr>
      <vt:lpstr>宋体</vt:lpstr>
      <vt:lpstr>Arial</vt:lpstr>
      <vt:lpstr>Times New Roman</vt:lpstr>
      <vt:lpstr>Wingdings</vt:lpstr>
      <vt:lpstr>Presentation</vt:lpstr>
      <vt:lpstr>作业</vt:lpstr>
      <vt:lpstr>2020-02-18</vt:lpstr>
      <vt:lpstr>2020-02-25</vt:lpstr>
      <vt:lpstr>2020-03-03</vt:lpstr>
      <vt:lpstr>2020-03-10</vt:lpstr>
      <vt:lpstr>2020-03-17</vt:lpstr>
      <vt:lpstr>2020-03-24</vt:lpstr>
      <vt:lpstr>2020-03-31</vt:lpstr>
      <vt:lpstr>2020-04-07</vt:lpstr>
      <vt:lpstr>2020-04-14</vt:lpstr>
      <vt:lpstr>2020-04-21</vt:lpstr>
      <vt:lpstr>2020-04-28</vt:lpstr>
      <vt:lpstr>2020-05-09</vt:lpstr>
      <vt:lpstr>2020-05-11</vt:lpstr>
      <vt:lpstr>2020-05-19</vt:lpstr>
      <vt:lpstr>2020-05-26 </vt:lpstr>
    </vt:vector>
  </TitlesOfParts>
  <Company>920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920</dc:creator>
  <cp:lastModifiedBy>admin</cp:lastModifiedBy>
  <cp:revision>110</cp:revision>
  <dcterms:created xsi:type="dcterms:W3CDTF">2016-10-01T05:27:09Z</dcterms:created>
  <dcterms:modified xsi:type="dcterms:W3CDTF">2020-05-25T23:40:10Z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_TemplateID">
    <vt:lpwstr>TC060874522052</vt:lpwstr>
  </property>
</Properties>
</file>