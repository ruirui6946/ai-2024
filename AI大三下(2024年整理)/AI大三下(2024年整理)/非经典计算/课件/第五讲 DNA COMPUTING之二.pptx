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 id="2147483720" r:id="rId8"/>
    <p:sldMasterId id="2147483732" r:id="rId9"/>
    <p:sldMasterId id="2147483744" r:id="rId10"/>
    <p:sldMasterId id="2147483756" r:id="rId11"/>
    <p:sldMasterId id="2147483768" r:id="rId12"/>
  </p:sldMasterIdLst>
  <p:notesMasterIdLst>
    <p:notesMasterId r:id="rId54"/>
  </p:notesMasterIdLst>
  <p:handoutMasterIdLst>
    <p:handoutMasterId r:id="rId55"/>
  </p:handoutMasterIdLst>
  <p:sldIdLst>
    <p:sldId id="390" r:id="rId13"/>
    <p:sldId id="351" r:id="rId14"/>
    <p:sldId id="424" r:id="rId15"/>
    <p:sldId id="353" r:id="rId16"/>
    <p:sldId id="354" r:id="rId17"/>
    <p:sldId id="425" r:id="rId18"/>
    <p:sldId id="460" r:id="rId19"/>
    <p:sldId id="461" r:id="rId20"/>
    <p:sldId id="462" r:id="rId21"/>
    <p:sldId id="463" r:id="rId22"/>
    <p:sldId id="464" r:id="rId23"/>
    <p:sldId id="465" r:id="rId24"/>
    <p:sldId id="466" r:id="rId25"/>
    <p:sldId id="426" r:id="rId26"/>
    <p:sldId id="427" r:id="rId27"/>
    <p:sldId id="428" r:id="rId28"/>
    <p:sldId id="429" r:id="rId29"/>
    <p:sldId id="430" r:id="rId30"/>
    <p:sldId id="431" r:id="rId31"/>
    <p:sldId id="432" r:id="rId32"/>
    <p:sldId id="433" r:id="rId33"/>
    <p:sldId id="434" r:id="rId34"/>
    <p:sldId id="435" r:id="rId35"/>
    <p:sldId id="436" r:id="rId36"/>
    <p:sldId id="437" r:id="rId37"/>
    <p:sldId id="438" r:id="rId38"/>
    <p:sldId id="439" r:id="rId39"/>
    <p:sldId id="440" r:id="rId40"/>
    <p:sldId id="441" r:id="rId41"/>
    <p:sldId id="442" r:id="rId42"/>
    <p:sldId id="443" r:id="rId43"/>
    <p:sldId id="444" r:id="rId44"/>
    <p:sldId id="445" r:id="rId45"/>
    <p:sldId id="446" r:id="rId46"/>
    <p:sldId id="447" r:id="rId47"/>
    <p:sldId id="262" r:id="rId48"/>
    <p:sldId id="267" r:id="rId49"/>
    <p:sldId id="271" r:id="rId50"/>
    <p:sldId id="314" r:id="rId51"/>
    <p:sldId id="448" r:id="rId52"/>
    <p:sldId id="495" r:id="rId53"/>
  </p:sldIdLst>
  <p:sldSz cx="9144000" cy="6858000" type="screen4x3"/>
  <p:notesSz cx="6858000" cy="9144000"/>
  <p:custDataLst>
    <p:tags r:id="rId60"/>
  </p:custDataLst>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正林 周" initials="正林" lastIdx="4"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42257"/>
    <a:srgbClr val="501C46"/>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41" autoAdjust="0"/>
    <p:restoredTop sz="97229" autoAdjust="0"/>
  </p:normalViewPr>
  <p:slideViewPr>
    <p:cSldViewPr>
      <p:cViewPr varScale="1">
        <p:scale>
          <a:sx n="110" d="100"/>
          <a:sy n="110" d="100"/>
        </p:scale>
        <p:origin x="1644"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50" d="100"/>
        <a:sy n="150" d="100"/>
      </p:scale>
      <p:origin x="0" y="0"/>
    </p:cViewPr>
  </p:sorterViewPr>
  <p:notesViewPr>
    <p:cSldViewPr>
      <p:cViewPr varScale="1">
        <p:scale>
          <a:sx n="57" d="100"/>
          <a:sy n="57" d="100"/>
        </p:scale>
        <p:origin x="-1836"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0" Type="http://schemas.openxmlformats.org/officeDocument/2006/relationships/tags" Target="tags/tag1.xml"/><Relationship Id="rId6" Type="http://schemas.openxmlformats.org/officeDocument/2006/relationships/slideMaster" Target="slideMasters/slideMaster5.xml"/><Relationship Id="rId59" Type="http://schemas.openxmlformats.org/officeDocument/2006/relationships/commentAuthors" Target="commentAuthors.xml"/><Relationship Id="rId58" Type="http://schemas.openxmlformats.org/officeDocument/2006/relationships/tableStyles" Target="tableStyles.xml"/><Relationship Id="rId57" Type="http://schemas.openxmlformats.org/officeDocument/2006/relationships/viewProps" Target="viewProps.xml"/><Relationship Id="rId56" Type="http://schemas.openxmlformats.org/officeDocument/2006/relationships/presProps" Target="presProps.xml"/><Relationship Id="rId55" Type="http://schemas.openxmlformats.org/officeDocument/2006/relationships/handoutMaster" Target="handoutMasters/handoutMaster1.xml"/><Relationship Id="rId54" Type="http://schemas.openxmlformats.org/officeDocument/2006/relationships/notesMaster" Target="notesMasters/notesMaster1.xml"/><Relationship Id="rId53" Type="http://schemas.openxmlformats.org/officeDocument/2006/relationships/slide" Target="slides/slide41.xml"/><Relationship Id="rId52" Type="http://schemas.openxmlformats.org/officeDocument/2006/relationships/slide" Target="slides/slide40.xml"/><Relationship Id="rId51" Type="http://schemas.openxmlformats.org/officeDocument/2006/relationships/slide" Target="slides/slide39.xml"/><Relationship Id="rId50" Type="http://schemas.openxmlformats.org/officeDocument/2006/relationships/slide" Target="slides/slide38.xml"/><Relationship Id="rId5" Type="http://schemas.openxmlformats.org/officeDocument/2006/relationships/slideMaster" Target="slideMasters/slideMaster4.xml"/><Relationship Id="rId49" Type="http://schemas.openxmlformats.org/officeDocument/2006/relationships/slide" Target="slides/slide37.xml"/><Relationship Id="rId48" Type="http://schemas.openxmlformats.org/officeDocument/2006/relationships/slide" Target="slides/slide36.xml"/><Relationship Id="rId47" Type="http://schemas.openxmlformats.org/officeDocument/2006/relationships/slide" Target="slides/slide35.xml"/><Relationship Id="rId46" Type="http://schemas.openxmlformats.org/officeDocument/2006/relationships/slide" Target="slides/slide34.xml"/><Relationship Id="rId45" Type="http://schemas.openxmlformats.org/officeDocument/2006/relationships/slide" Target="slides/slide33.xml"/><Relationship Id="rId44" Type="http://schemas.openxmlformats.org/officeDocument/2006/relationships/slide" Target="slides/slide32.xml"/><Relationship Id="rId43" Type="http://schemas.openxmlformats.org/officeDocument/2006/relationships/slide" Target="slides/slide31.xml"/><Relationship Id="rId42" Type="http://schemas.openxmlformats.org/officeDocument/2006/relationships/slide" Target="slides/slide30.xml"/><Relationship Id="rId41" Type="http://schemas.openxmlformats.org/officeDocument/2006/relationships/slide" Target="slides/slide29.xml"/><Relationship Id="rId40" Type="http://schemas.openxmlformats.org/officeDocument/2006/relationships/slide" Target="slides/slide28.xml"/><Relationship Id="rId4" Type="http://schemas.openxmlformats.org/officeDocument/2006/relationships/slideMaster" Target="slideMasters/slideMaster3.xml"/><Relationship Id="rId39" Type="http://schemas.openxmlformats.org/officeDocument/2006/relationships/slide" Target="slides/slide27.xml"/><Relationship Id="rId38" Type="http://schemas.openxmlformats.org/officeDocument/2006/relationships/slide" Target="slides/slide26.xml"/><Relationship Id="rId37" Type="http://schemas.openxmlformats.org/officeDocument/2006/relationships/slide" Target="slides/slide25.xml"/><Relationship Id="rId36" Type="http://schemas.openxmlformats.org/officeDocument/2006/relationships/slide" Target="slides/slide24.xml"/><Relationship Id="rId35" Type="http://schemas.openxmlformats.org/officeDocument/2006/relationships/slide" Target="slides/slide23.xml"/><Relationship Id="rId34" Type="http://schemas.openxmlformats.org/officeDocument/2006/relationships/slide" Target="slides/slide22.xml"/><Relationship Id="rId33" Type="http://schemas.openxmlformats.org/officeDocument/2006/relationships/slide" Target="slides/slide21.xml"/><Relationship Id="rId32" Type="http://schemas.openxmlformats.org/officeDocument/2006/relationships/slide" Target="slides/slide20.xml"/><Relationship Id="rId31" Type="http://schemas.openxmlformats.org/officeDocument/2006/relationships/slide" Target="slides/slide19.xml"/><Relationship Id="rId30" Type="http://schemas.openxmlformats.org/officeDocument/2006/relationships/slide" Target="slides/slide18.xml"/><Relationship Id="rId3" Type="http://schemas.openxmlformats.org/officeDocument/2006/relationships/slideMaster" Target="slideMasters/slideMaster2.xml"/><Relationship Id="rId29" Type="http://schemas.openxmlformats.org/officeDocument/2006/relationships/slide" Target="slides/slide17.xml"/><Relationship Id="rId28" Type="http://schemas.openxmlformats.org/officeDocument/2006/relationships/slide" Target="slides/slide16.xml"/><Relationship Id="rId27" Type="http://schemas.openxmlformats.org/officeDocument/2006/relationships/slide" Target="slides/slide15.xml"/><Relationship Id="rId26" Type="http://schemas.openxmlformats.org/officeDocument/2006/relationships/slide" Target="slides/slide14.xml"/><Relationship Id="rId25" Type="http://schemas.openxmlformats.org/officeDocument/2006/relationships/slide" Target="slides/slide13.xml"/><Relationship Id="rId24" Type="http://schemas.openxmlformats.org/officeDocument/2006/relationships/slide" Target="slides/slide12.xml"/><Relationship Id="rId23" Type="http://schemas.openxmlformats.org/officeDocument/2006/relationships/slide" Target="slides/slide11.xml"/><Relationship Id="rId22" Type="http://schemas.openxmlformats.org/officeDocument/2006/relationships/slide" Target="slides/slide10.xml"/><Relationship Id="rId21" Type="http://schemas.openxmlformats.org/officeDocument/2006/relationships/slide" Target="slides/slide9.xml"/><Relationship Id="rId20" Type="http://schemas.openxmlformats.org/officeDocument/2006/relationships/slide" Target="slides/slide8.xml"/><Relationship Id="rId2" Type="http://schemas.openxmlformats.org/officeDocument/2006/relationships/theme" Target="theme/theme1.xml"/><Relationship Id="rId19" Type="http://schemas.openxmlformats.org/officeDocument/2006/relationships/slide" Target="slides/slide7.xml"/><Relationship Id="rId18" Type="http://schemas.openxmlformats.org/officeDocument/2006/relationships/slide" Target="slides/slide6.xml"/><Relationship Id="rId17" Type="http://schemas.openxmlformats.org/officeDocument/2006/relationships/slide" Target="slides/slide5.xml"/><Relationship Id="rId16" Type="http://schemas.openxmlformats.org/officeDocument/2006/relationships/slide" Target="slides/slide4.xml"/><Relationship Id="rId15" Type="http://schemas.openxmlformats.org/officeDocument/2006/relationships/slide" Target="slides/slide3.xml"/><Relationship Id="rId14" Type="http://schemas.openxmlformats.org/officeDocument/2006/relationships/slide" Target="slides/slide2.xml"/><Relationship Id="rId13" Type="http://schemas.openxmlformats.org/officeDocument/2006/relationships/slide" Target="slides/slide1.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704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kumimoji="1" sz="1200">
                <a:latin typeface="Times New Roman" panose="02020603050405020304" pitchFamily="18" charset="0"/>
              </a:defRPr>
            </a:lvl1pPr>
          </a:lstStyle>
          <a:p>
            <a:pPr>
              <a:defRPr/>
            </a:pPr>
            <a:endParaRPr lang="zh-CN" altLang="en-US"/>
          </a:p>
        </p:txBody>
      </p:sp>
      <p:sp>
        <p:nvSpPr>
          <p:cNvPr id="87043"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pPr>
              <a:defRPr/>
            </a:pPr>
            <a:endParaRPr lang="en-US" altLang="zh-CN"/>
          </a:p>
        </p:txBody>
      </p:sp>
      <p:sp>
        <p:nvSpPr>
          <p:cNvPr id="87044"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kumimoji="1" sz="1200">
                <a:latin typeface="Times New Roman" panose="02020603050405020304" pitchFamily="18" charset="0"/>
              </a:defRPr>
            </a:lvl1pPr>
          </a:lstStyle>
          <a:p>
            <a:pPr>
              <a:defRPr/>
            </a:pPr>
            <a:endParaRPr lang="en-US" altLang="zh-CN"/>
          </a:p>
        </p:txBody>
      </p:sp>
      <p:sp>
        <p:nvSpPr>
          <p:cNvPr id="87045"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kumimoji="1" sz="1200">
                <a:latin typeface="Times New Roman" panose="02020603050405020304" pitchFamily="18" charset="0"/>
              </a:defRPr>
            </a:lvl1pPr>
          </a:lstStyle>
          <a:p>
            <a:pPr>
              <a:defRPr/>
            </a:pPr>
            <a:fld id="{DC167D70-4ACE-4B64-9718-9F8BF15FCC78}"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848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kumimoji="1" sz="1200">
                <a:latin typeface="Times New Roman" panose="02020603050405020304" pitchFamily="18" charset="0"/>
              </a:defRPr>
            </a:lvl1pPr>
          </a:lstStyle>
          <a:p>
            <a:pPr>
              <a:defRPr/>
            </a:pPr>
            <a:endParaRPr lang="zh-CN" altLang="en-US"/>
          </a:p>
        </p:txBody>
      </p:sp>
      <p:sp>
        <p:nvSpPr>
          <p:cNvPr id="148483"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pPr>
              <a:defRPr/>
            </a:pPr>
            <a:endParaRPr lang="en-US" altLang="zh-CN"/>
          </a:p>
        </p:txBody>
      </p:sp>
      <p:sp>
        <p:nvSpPr>
          <p:cNvPr id="880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8485"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148486"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kumimoji="1" sz="1200">
                <a:latin typeface="Times New Roman" panose="02020603050405020304" pitchFamily="18" charset="0"/>
              </a:defRPr>
            </a:lvl1pPr>
          </a:lstStyle>
          <a:p>
            <a:pPr>
              <a:defRPr/>
            </a:pPr>
            <a:endParaRPr lang="en-US" altLang="zh-CN"/>
          </a:p>
        </p:txBody>
      </p:sp>
      <p:sp>
        <p:nvSpPr>
          <p:cNvPr id="148487"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kumimoji="1" sz="1200">
                <a:latin typeface="Times New Roman" panose="02020603050405020304" pitchFamily="18" charset="0"/>
              </a:defRPr>
            </a:lvl1pPr>
          </a:lstStyle>
          <a:p>
            <a:pPr>
              <a:defRPr/>
            </a:pPr>
            <a:fld id="{DEFCC81C-C07C-4459-82CD-C6B64A5BDDBA}"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Shape 3"/>
          <p:cNvSpPr>
            <a:spLocks noGrp="1"/>
          </p:cNvSpPr>
          <p:nvPr>
            <p:ph type="dt" sz="half" idx="10"/>
          </p:nvPr>
        </p:nvSpPr>
        <p:spPr/>
        <p:txBody>
          <a:bodyPr/>
          <a:lstStyle>
            <a:lvl1pPr>
              <a:defRPr/>
            </a:lvl1pPr>
          </a:lstStyle>
          <a:p>
            <a:pPr>
              <a:defRPr/>
            </a:pPr>
            <a:fld id="{FD66ADA2-EA3C-4436-809A-39748106CD17}" type="datetime1">
              <a:rPr lang="zh-CN" altLang="en-US" smtClean="0"/>
            </a:fld>
            <a:endParaRPr lang="zh-CN"/>
          </a:p>
        </p:txBody>
      </p:sp>
      <p:sp>
        <p:nvSpPr>
          <p:cNvPr id="5" name="Shape 4"/>
          <p:cNvSpPr>
            <a:spLocks noGrp="1"/>
          </p:cNvSpPr>
          <p:nvPr>
            <p:ph type="ftr" sz="quarter" idx="11"/>
          </p:nvPr>
        </p:nvSpPr>
        <p:spPr/>
        <p:txBody>
          <a:bodyPr/>
          <a:lstStyle>
            <a:lvl1pPr>
              <a:defRPr/>
            </a:lvl1pPr>
          </a:lstStyle>
          <a:p>
            <a:pPr>
              <a:defRPr/>
            </a:pPr>
            <a:endParaRPr lang="zh-CN" altLang="zh-CN"/>
          </a:p>
        </p:txBody>
      </p:sp>
      <p:sp>
        <p:nvSpPr>
          <p:cNvPr id="6" name="Shape 5"/>
          <p:cNvSpPr>
            <a:spLocks noGrp="1"/>
          </p:cNvSpPr>
          <p:nvPr>
            <p:ph type="sldNum" sz="quarter" idx="12"/>
          </p:nvPr>
        </p:nvSpPr>
        <p:spPr/>
        <p:txBody>
          <a:bodyPr/>
          <a:lstStyle>
            <a:lvl1pPr>
              <a:defRPr/>
            </a:lvl1pPr>
          </a:lstStyle>
          <a:p>
            <a:pPr>
              <a:defRPr/>
            </a:pPr>
            <a:fld id="{27249CD3-1515-4EEC-B899-4960ED9FC74E}" type="slidenum">
              <a:rPr lang="en-US" altLang="zh-CN"/>
            </a:fld>
            <a:endParaRPr lang="zh-CN"/>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Shape 3"/>
          <p:cNvSpPr>
            <a:spLocks noGrp="1"/>
          </p:cNvSpPr>
          <p:nvPr>
            <p:ph type="dt" sz="half" idx="10"/>
          </p:nvPr>
        </p:nvSpPr>
        <p:spPr/>
        <p:txBody>
          <a:bodyPr/>
          <a:lstStyle>
            <a:lvl1pPr>
              <a:defRPr/>
            </a:lvl1pPr>
          </a:lstStyle>
          <a:p>
            <a:pPr>
              <a:defRPr/>
            </a:pPr>
            <a:fld id="{4E62EBD8-E428-436B-9653-81E76203A40B}" type="datetime1">
              <a:rPr lang="zh-CN" altLang="en-US" smtClean="0"/>
            </a:fld>
            <a:endParaRPr lang="zh-CN"/>
          </a:p>
        </p:txBody>
      </p:sp>
      <p:sp>
        <p:nvSpPr>
          <p:cNvPr id="5" name="Shape 4"/>
          <p:cNvSpPr>
            <a:spLocks noGrp="1"/>
          </p:cNvSpPr>
          <p:nvPr>
            <p:ph type="ftr" sz="quarter" idx="11"/>
          </p:nvPr>
        </p:nvSpPr>
        <p:spPr/>
        <p:txBody>
          <a:bodyPr/>
          <a:lstStyle>
            <a:lvl1pPr>
              <a:defRPr/>
            </a:lvl1pPr>
          </a:lstStyle>
          <a:p>
            <a:pPr>
              <a:defRPr/>
            </a:pPr>
            <a:endParaRPr lang="zh-CN" altLang="zh-CN"/>
          </a:p>
        </p:txBody>
      </p:sp>
      <p:sp>
        <p:nvSpPr>
          <p:cNvPr id="6" name="Shape 5"/>
          <p:cNvSpPr>
            <a:spLocks noGrp="1"/>
          </p:cNvSpPr>
          <p:nvPr>
            <p:ph type="sldNum" sz="quarter" idx="12"/>
          </p:nvPr>
        </p:nvSpPr>
        <p:spPr/>
        <p:txBody>
          <a:bodyPr/>
          <a:lstStyle>
            <a:lvl1pPr>
              <a:defRPr/>
            </a:lvl1pPr>
          </a:lstStyle>
          <a:p>
            <a:pPr>
              <a:defRPr/>
            </a:pPr>
            <a:fld id="{3B962A56-297C-48F2-830A-B12A7641CF40}" type="slidenum">
              <a:rPr lang="en-US" altLang="zh-CN"/>
            </a:fld>
            <a:endParaRPr lang="zh-CN"/>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Shape 3"/>
          <p:cNvSpPr>
            <a:spLocks noGrp="1"/>
          </p:cNvSpPr>
          <p:nvPr>
            <p:ph type="dt" sz="half" idx="10"/>
          </p:nvPr>
        </p:nvSpPr>
        <p:spPr/>
        <p:txBody>
          <a:bodyPr/>
          <a:lstStyle>
            <a:lvl1pPr>
              <a:defRPr/>
            </a:lvl1pPr>
          </a:lstStyle>
          <a:p>
            <a:pPr>
              <a:defRPr/>
            </a:pPr>
            <a:fld id="{6A72BE57-FF39-4F49-8E62-D4D342E6B1A6}" type="datetime1">
              <a:rPr lang="zh-CN" altLang="en-US" smtClean="0"/>
            </a:fld>
            <a:endParaRPr lang="zh-CN"/>
          </a:p>
        </p:txBody>
      </p:sp>
      <p:sp>
        <p:nvSpPr>
          <p:cNvPr id="5" name="Shape 4"/>
          <p:cNvSpPr>
            <a:spLocks noGrp="1"/>
          </p:cNvSpPr>
          <p:nvPr>
            <p:ph type="ftr" sz="quarter" idx="11"/>
          </p:nvPr>
        </p:nvSpPr>
        <p:spPr/>
        <p:txBody>
          <a:bodyPr/>
          <a:lstStyle>
            <a:lvl1pPr>
              <a:defRPr/>
            </a:lvl1pPr>
          </a:lstStyle>
          <a:p>
            <a:pPr>
              <a:defRPr/>
            </a:pPr>
            <a:endParaRPr lang="zh-CN" altLang="zh-CN"/>
          </a:p>
        </p:txBody>
      </p:sp>
      <p:sp>
        <p:nvSpPr>
          <p:cNvPr id="6" name="Shape 5"/>
          <p:cNvSpPr>
            <a:spLocks noGrp="1"/>
          </p:cNvSpPr>
          <p:nvPr>
            <p:ph type="sldNum" sz="quarter" idx="12"/>
          </p:nvPr>
        </p:nvSpPr>
        <p:spPr/>
        <p:txBody>
          <a:bodyPr/>
          <a:lstStyle>
            <a:lvl1pPr>
              <a:defRPr/>
            </a:lvl1pPr>
          </a:lstStyle>
          <a:p>
            <a:pPr>
              <a:defRPr/>
            </a:pPr>
            <a:fld id="{370A3E7B-FE14-4913-AF7A-2404927AC002}" type="slidenum">
              <a:rPr lang="en-US" altLang="zh-CN"/>
            </a:fld>
            <a:endParaRPr lang="zh-CN"/>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85800" y="1295400"/>
            <a:ext cx="3924300" cy="48307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762500" y="1295400"/>
            <a:ext cx="3924300" cy="48307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Shape 3"/>
          <p:cNvSpPr>
            <a:spLocks noGrp="1"/>
          </p:cNvSpPr>
          <p:nvPr>
            <p:ph type="dt" sz="half" idx="10"/>
          </p:nvPr>
        </p:nvSpPr>
        <p:spPr/>
        <p:txBody>
          <a:bodyPr/>
          <a:lstStyle>
            <a:lvl1pPr>
              <a:defRPr/>
            </a:lvl1pPr>
          </a:lstStyle>
          <a:p>
            <a:pPr>
              <a:defRPr/>
            </a:pPr>
            <a:fld id="{6F38E871-6167-4922-8846-2F30FCFC23CC}" type="datetime1">
              <a:rPr lang="zh-CN" altLang="en-US" smtClean="0"/>
            </a:fld>
            <a:endParaRPr lang="zh-CN"/>
          </a:p>
        </p:txBody>
      </p:sp>
      <p:sp>
        <p:nvSpPr>
          <p:cNvPr id="6" name="Shape 4"/>
          <p:cNvSpPr>
            <a:spLocks noGrp="1"/>
          </p:cNvSpPr>
          <p:nvPr>
            <p:ph type="ftr" sz="quarter" idx="11"/>
          </p:nvPr>
        </p:nvSpPr>
        <p:spPr/>
        <p:txBody>
          <a:bodyPr/>
          <a:lstStyle>
            <a:lvl1pPr>
              <a:defRPr/>
            </a:lvl1pPr>
          </a:lstStyle>
          <a:p>
            <a:pPr>
              <a:defRPr/>
            </a:pPr>
            <a:endParaRPr lang="zh-CN" altLang="zh-CN"/>
          </a:p>
        </p:txBody>
      </p:sp>
      <p:sp>
        <p:nvSpPr>
          <p:cNvPr id="7" name="Shape 5"/>
          <p:cNvSpPr>
            <a:spLocks noGrp="1"/>
          </p:cNvSpPr>
          <p:nvPr>
            <p:ph type="sldNum" sz="quarter" idx="12"/>
          </p:nvPr>
        </p:nvSpPr>
        <p:spPr/>
        <p:txBody>
          <a:bodyPr/>
          <a:lstStyle>
            <a:lvl1pPr>
              <a:defRPr/>
            </a:lvl1pPr>
          </a:lstStyle>
          <a:p>
            <a:pPr>
              <a:defRPr/>
            </a:pPr>
            <a:fld id="{1D7374F4-3DEE-4194-B0CA-373E5B4B8558}" type="slidenum">
              <a:rPr lang="en-US" altLang="zh-CN"/>
            </a:fld>
            <a:endParaRPr lang="zh-CN"/>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Shape 3"/>
          <p:cNvSpPr>
            <a:spLocks noGrp="1"/>
          </p:cNvSpPr>
          <p:nvPr>
            <p:ph type="dt" sz="half" idx="10"/>
          </p:nvPr>
        </p:nvSpPr>
        <p:spPr/>
        <p:txBody>
          <a:bodyPr/>
          <a:lstStyle>
            <a:lvl1pPr>
              <a:defRPr/>
            </a:lvl1pPr>
          </a:lstStyle>
          <a:p>
            <a:pPr>
              <a:defRPr/>
            </a:pPr>
            <a:fld id="{008B6CC2-20FF-49F4-84A7-A8B517B23CBA}" type="datetime1">
              <a:rPr lang="zh-CN" altLang="en-US" smtClean="0"/>
            </a:fld>
            <a:endParaRPr lang="zh-CN"/>
          </a:p>
        </p:txBody>
      </p:sp>
      <p:sp>
        <p:nvSpPr>
          <p:cNvPr id="8" name="Shape 4"/>
          <p:cNvSpPr>
            <a:spLocks noGrp="1"/>
          </p:cNvSpPr>
          <p:nvPr>
            <p:ph type="ftr" sz="quarter" idx="11"/>
          </p:nvPr>
        </p:nvSpPr>
        <p:spPr/>
        <p:txBody>
          <a:bodyPr/>
          <a:lstStyle>
            <a:lvl1pPr>
              <a:defRPr/>
            </a:lvl1pPr>
          </a:lstStyle>
          <a:p>
            <a:pPr>
              <a:defRPr/>
            </a:pPr>
            <a:endParaRPr lang="zh-CN" altLang="zh-CN"/>
          </a:p>
        </p:txBody>
      </p:sp>
      <p:sp>
        <p:nvSpPr>
          <p:cNvPr id="9" name="Shape 5"/>
          <p:cNvSpPr>
            <a:spLocks noGrp="1"/>
          </p:cNvSpPr>
          <p:nvPr>
            <p:ph type="sldNum" sz="quarter" idx="12"/>
          </p:nvPr>
        </p:nvSpPr>
        <p:spPr/>
        <p:txBody>
          <a:bodyPr/>
          <a:lstStyle>
            <a:lvl1pPr>
              <a:defRPr/>
            </a:lvl1pPr>
          </a:lstStyle>
          <a:p>
            <a:pPr>
              <a:defRPr/>
            </a:pPr>
            <a:fld id="{A7C3F4FF-8649-40F3-ADE8-F11D8314D4A2}" type="slidenum">
              <a:rPr lang="en-US" altLang="zh-CN"/>
            </a:fld>
            <a:endParaRPr lang="zh-CN"/>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Shape 3"/>
          <p:cNvSpPr>
            <a:spLocks noGrp="1"/>
          </p:cNvSpPr>
          <p:nvPr>
            <p:ph type="dt" sz="half" idx="10"/>
          </p:nvPr>
        </p:nvSpPr>
        <p:spPr/>
        <p:txBody>
          <a:bodyPr/>
          <a:lstStyle>
            <a:lvl1pPr>
              <a:defRPr/>
            </a:lvl1pPr>
          </a:lstStyle>
          <a:p>
            <a:pPr>
              <a:defRPr/>
            </a:pPr>
            <a:fld id="{F7A081BE-46AD-4260-9CF0-57CAF0792E8E}" type="datetime1">
              <a:rPr lang="zh-CN" altLang="en-US" smtClean="0"/>
            </a:fld>
            <a:endParaRPr lang="zh-CN"/>
          </a:p>
        </p:txBody>
      </p:sp>
      <p:sp>
        <p:nvSpPr>
          <p:cNvPr id="4" name="Shape 4"/>
          <p:cNvSpPr>
            <a:spLocks noGrp="1"/>
          </p:cNvSpPr>
          <p:nvPr>
            <p:ph type="ftr" sz="quarter" idx="11"/>
          </p:nvPr>
        </p:nvSpPr>
        <p:spPr/>
        <p:txBody>
          <a:bodyPr/>
          <a:lstStyle>
            <a:lvl1pPr>
              <a:defRPr/>
            </a:lvl1pPr>
          </a:lstStyle>
          <a:p>
            <a:pPr>
              <a:defRPr/>
            </a:pPr>
            <a:endParaRPr lang="zh-CN" altLang="zh-CN"/>
          </a:p>
        </p:txBody>
      </p:sp>
      <p:sp>
        <p:nvSpPr>
          <p:cNvPr id="5" name="Shape 5"/>
          <p:cNvSpPr>
            <a:spLocks noGrp="1"/>
          </p:cNvSpPr>
          <p:nvPr>
            <p:ph type="sldNum" sz="quarter" idx="12"/>
          </p:nvPr>
        </p:nvSpPr>
        <p:spPr/>
        <p:txBody>
          <a:bodyPr/>
          <a:lstStyle>
            <a:lvl1pPr>
              <a:defRPr/>
            </a:lvl1pPr>
          </a:lstStyle>
          <a:p>
            <a:pPr>
              <a:defRPr/>
            </a:pPr>
            <a:fld id="{69954124-C28E-4FE9-9F2F-B2348E250BAB}" type="slidenum">
              <a:rPr lang="en-US" altLang="zh-CN"/>
            </a:fld>
            <a:endParaRPr lang="zh-CN"/>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Shape 3"/>
          <p:cNvSpPr>
            <a:spLocks noGrp="1"/>
          </p:cNvSpPr>
          <p:nvPr>
            <p:ph type="dt" sz="half" idx="10"/>
          </p:nvPr>
        </p:nvSpPr>
        <p:spPr/>
        <p:txBody>
          <a:bodyPr/>
          <a:lstStyle>
            <a:lvl1pPr>
              <a:defRPr/>
            </a:lvl1pPr>
          </a:lstStyle>
          <a:p>
            <a:pPr>
              <a:defRPr/>
            </a:pPr>
            <a:fld id="{F27142FF-3BDB-4B00-8423-84DCEDBE71A8}" type="datetime1">
              <a:rPr lang="zh-CN" altLang="en-US" smtClean="0"/>
            </a:fld>
            <a:endParaRPr lang="zh-CN"/>
          </a:p>
        </p:txBody>
      </p:sp>
      <p:sp>
        <p:nvSpPr>
          <p:cNvPr id="3" name="Shape 4"/>
          <p:cNvSpPr>
            <a:spLocks noGrp="1"/>
          </p:cNvSpPr>
          <p:nvPr>
            <p:ph type="ftr" sz="quarter" idx="11"/>
          </p:nvPr>
        </p:nvSpPr>
        <p:spPr/>
        <p:txBody>
          <a:bodyPr/>
          <a:lstStyle>
            <a:lvl1pPr>
              <a:defRPr/>
            </a:lvl1pPr>
          </a:lstStyle>
          <a:p>
            <a:pPr>
              <a:defRPr/>
            </a:pPr>
            <a:endParaRPr lang="zh-CN" altLang="zh-CN"/>
          </a:p>
        </p:txBody>
      </p:sp>
      <p:sp>
        <p:nvSpPr>
          <p:cNvPr id="4" name="Shape 5"/>
          <p:cNvSpPr>
            <a:spLocks noGrp="1"/>
          </p:cNvSpPr>
          <p:nvPr>
            <p:ph type="sldNum" sz="quarter" idx="12"/>
          </p:nvPr>
        </p:nvSpPr>
        <p:spPr/>
        <p:txBody>
          <a:bodyPr/>
          <a:lstStyle>
            <a:lvl1pPr>
              <a:defRPr/>
            </a:lvl1pPr>
          </a:lstStyle>
          <a:p>
            <a:pPr>
              <a:defRPr/>
            </a:pPr>
            <a:fld id="{0F21F3CE-F44F-41FB-ABBF-79628B6C3C04}" type="slidenum">
              <a:rPr lang="en-US" altLang="zh-CN"/>
            </a:fld>
            <a:endParaRPr lang="zh-CN"/>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Shape 3"/>
          <p:cNvSpPr>
            <a:spLocks noGrp="1"/>
          </p:cNvSpPr>
          <p:nvPr>
            <p:ph type="dt" sz="half" idx="10"/>
          </p:nvPr>
        </p:nvSpPr>
        <p:spPr/>
        <p:txBody>
          <a:bodyPr/>
          <a:lstStyle>
            <a:lvl1pPr>
              <a:defRPr/>
            </a:lvl1pPr>
          </a:lstStyle>
          <a:p>
            <a:pPr>
              <a:defRPr/>
            </a:pPr>
            <a:fld id="{04E9EC44-7A7F-45F8-A3DF-061B4445BBA9}" type="datetime1">
              <a:rPr lang="zh-CN" altLang="en-US" smtClean="0"/>
            </a:fld>
            <a:endParaRPr lang="zh-CN"/>
          </a:p>
        </p:txBody>
      </p:sp>
      <p:sp>
        <p:nvSpPr>
          <p:cNvPr id="6" name="Shape 4"/>
          <p:cNvSpPr>
            <a:spLocks noGrp="1"/>
          </p:cNvSpPr>
          <p:nvPr>
            <p:ph type="ftr" sz="quarter" idx="11"/>
          </p:nvPr>
        </p:nvSpPr>
        <p:spPr/>
        <p:txBody>
          <a:bodyPr/>
          <a:lstStyle>
            <a:lvl1pPr>
              <a:defRPr/>
            </a:lvl1pPr>
          </a:lstStyle>
          <a:p>
            <a:pPr>
              <a:defRPr/>
            </a:pPr>
            <a:endParaRPr lang="zh-CN" altLang="zh-CN"/>
          </a:p>
        </p:txBody>
      </p:sp>
      <p:sp>
        <p:nvSpPr>
          <p:cNvPr id="7" name="Shape 5"/>
          <p:cNvSpPr>
            <a:spLocks noGrp="1"/>
          </p:cNvSpPr>
          <p:nvPr>
            <p:ph type="sldNum" sz="quarter" idx="12"/>
          </p:nvPr>
        </p:nvSpPr>
        <p:spPr/>
        <p:txBody>
          <a:bodyPr/>
          <a:lstStyle>
            <a:lvl1pPr>
              <a:defRPr/>
            </a:lvl1pPr>
          </a:lstStyle>
          <a:p>
            <a:pPr>
              <a:defRPr/>
            </a:pPr>
            <a:fld id="{7E402663-56D7-4E0A-883E-F16D67EA046C}" type="slidenum">
              <a:rPr lang="en-US" altLang="zh-CN"/>
            </a:fld>
            <a:endParaRPr lang="zh-CN"/>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Shape 3"/>
          <p:cNvSpPr>
            <a:spLocks noGrp="1"/>
          </p:cNvSpPr>
          <p:nvPr>
            <p:ph type="dt" sz="half" idx="10"/>
          </p:nvPr>
        </p:nvSpPr>
        <p:spPr/>
        <p:txBody>
          <a:bodyPr/>
          <a:lstStyle>
            <a:lvl1pPr>
              <a:defRPr/>
            </a:lvl1pPr>
          </a:lstStyle>
          <a:p>
            <a:pPr>
              <a:defRPr/>
            </a:pPr>
            <a:fld id="{65DBF354-7061-491E-97FF-5B9D6DE5EA8F}" type="datetime1">
              <a:rPr lang="zh-CN" altLang="en-US" smtClean="0"/>
            </a:fld>
            <a:endParaRPr lang="zh-CN"/>
          </a:p>
        </p:txBody>
      </p:sp>
      <p:sp>
        <p:nvSpPr>
          <p:cNvPr id="6" name="Shape 4"/>
          <p:cNvSpPr>
            <a:spLocks noGrp="1"/>
          </p:cNvSpPr>
          <p:nvPr>
            <p:ph type="ftr" sz="quarter" idx="11"/>
          </p:nvPr>
        </p:nvSpPr>
        <p:spPr/>
        <p:txBody>
          <a:bodyPr/>
          <a:lstStyle>
            <a:lvl1pPr>
              <a:defRPr/>
            </a:lvl1pPr>
          </a:lstStyle>
          <a:p>
            <a:pPr>
              <a:defRPr/>
            </a:pPr>
            <a:endParaRPr lang="zh-CN" altLang="zh-CN"/>
          </a:p>
        </p:txBody>
      </p:sp>
      <p:sp>
        <p:nvSpPr>
          <p:cNvPr id="7" name="Shape 5"/>
          <p:cNvSpPr>
            <a:spLocks noGrp="1"/>
          </p:cNvSpPr>
          <p:nvPr>
            <p:ph type="sldNum" sz="quarter" idx="12"/>
          </p:nvPr>
        </p:nvSpPr>
        <p:spPr/>
        <p:txBody>
          <a:bodyPr/>
          <a:lstStyle>
            <a:lvl1pPr>
              <a:defRPr/>
            </a:lvl1pPr>
          </a:lstStyle>
          <a:p>
            <a:pPr>
              <a:defRPr/>
            </a:pPr>
            <a:fld id="{AEE67BA4-82DB-4EE5-BFFB-EC4AA2332E47}" type="slidenum">
              <a:rPr lang="en-US" altLang="zh-CN"/>
            </a:fld>
            <a:endParaRPr lang="zh-CN"/>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Shape 3"/>
          <p:cNvSpPr>
            <a:spLocks noGrp="1"/>
          </p:cNvSpPr>
          <p:nvPr>
            <p:ph type="dt" sz="half" idx="10"/>
          </p:nvPr>
        </p:nvSpPr>
        <p:spPr/>
        <p:txBody>
          <a:bodyPr/>
          <a:lstStyle>
            <a:lvl1pPr>
              <a:defRPr/>
            </a:lvl1pPr>
          </a:lstStyle>
          <a:p>
            <a:pPr>
              <a:defRPr/>
            </a:pPr>
            <a:fld id="{EEE623C9-5475-4CD6-B86B-35DA653960DC}" type="datetime1">
              <a:rPr lang="zh-CN" altLang="en-US" smtClean="0"/>
            </a:fld>
            <a:endParaRPr lang="zh-CN"/>
          </a:p>
        </p:txBody>
      </p:sp>
      <p:sp>
        <p:nvSpPr>
          <p:cNvPr id="5" name="Shape 4"/>
          <p:cNvSpPr>
            <a:spLocks noGrp="1"/>
          </p:cNvSpPr>
          <p:nvPr>
            <p:ph type="ftr" sz="quarter" idx="11"/>
          </p:nvPr>
        </p:nvSpPr>
        <p:spPr/>
        <p:txBody>
          <a:bodyPr/>
          <a:lstStyle>
            <a:lvl1pPr>
              <a:defRPr/>
            </a:lvl1pPr>
          </a:lstStyle>
          <a:p>
            <a:pPr>
              <a:defRPr/>
            </a:pPr>
            <a:endParaRPr lang="zh-CN" altLang="zh-CN"/>
          </a:p>
        </p:txBody>
      </p:sp>
      <p:sp>
        <p:nvSpPr>
          <p:cNvPr id="6" name="Shape 5"/>
          <p:cNvSpPr>
            <a:spLocks noGrp="1"/>
          </p:cNvSpPr>
          <p:nvPr>
            <p:ph type="sldNum" sz="quarter" idx="12"/>
          </p:nvPr>
        </p:nvSpPr>
        <p:spPr/>
        <p:txBody>
          <a:bodyPr/>
          <a:lstStyle>
            <a:lvl1pPr>
              <a:defRPr/>
            </a:lvl1pPr>
          </a:lstStyle>
          <a:p>
            <a:pPr>
              <a:defRPr/>
            </a:pPr>
            <a:fld id="{0A8C9FDF-B761-435C-8AB3-43D3EA2DAFA7}" type="slidenum">
              <a:rPr lang="en-US" altLang="zh-CN"/>
            </a:fld>
            <a:endParaRPr lang="zh-CN"/>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142875"/>
            <a:ext cx="2000250" cy="598328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85800" y="142875"/>
            <a:ext cx="5848350" cy="598328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Shape 3"/>
          <p:cNvSpPr>
            <a:spLocks noGrp="1"/>
          </p:cNvSpPr>
          <p:nvPr>
            <p:ph type="dt" sz="half" idx="10"/>
          </p:nvPr>
        </p:nvSpPr>
        <p:spPr/>
        <p:txBody>
          <a:bodyPr/>
          <a:lstStyle>
            <a:lvl1pPr>
              <a:defRPr/>
            </a:lvl1pPr>
          </a:lstStyle>
          <a:p>
            <a:pPr>
              <a:defRPr/>
            </a:pPr>
            <a:fld id="{3C4D6FCF-5E1C-44A9-8456-6618EFAD6ABE}" type="datetime1">
              <a:rPr lang="zh-CN" altLang="en-US" smtClean="0"/>
            </a:fld>
            <a:endParaRPr lang="zh-CN"/>
          </a:p>
        </p:txBody>
      </p:sp>
      <p:sp>
        <p:nvSpPr>
          <p:cNvPr id="5" name="Shape 4"/>
          <p:cNvSpPr>
            <a:spLocks noGrp="1"/>
          </p:cNvSpPr>
          <p:nvPr>
            <p:ph type="ftr" sz="quarter" idx="11"/>
          </p:nvPr>
        </p:nvSpPr>
        <p:spPr/>
        <p:txBody>
          <a:bodyPr/>
          <a:lstStyle>
            <a:lvl1pPr>
              <a:defRPr/>
            </a:lvl1pPr>
          </a:lstStyle>
          <a:p>
            <a:pPr>
              <a:defRPr/>
            </a:pPr>
            <a:endParaRPr lang="zh-CN" altLang="zh-CN"/>
          </a:p>
        </p:txBody>
      </p:sp>
      <p:sp>
        <p:nvSpPr>
          <p:cNvPr id="6" name="Shape 5"/>
          <p:cNvSpPr>
            <a:spLocks noGrp="1"/>
          </p:cNvSpPr>
          <p:nvPr>
            <p:ph type="sldNum" sz="quarter" idx="12"/>
          </p:nvPr>
        </p:nvSpPr>
        <p:spPr/>
        <p:txBody>
          <a:bodyPr/>
          <a:lstStyle>
            <a:lvl1pPr>
              <a:defRPr/>
            </a:lvl1pPr>
          </a:lstStyle>
          <a:p>
            <a:pPr>
              <a:defRPr/>
            </a:pPr>
            <a:fld id="{3E58CD58-9423-4922-AF51-975944B9AF77}" type="slidenum">
              <a:rPr lang="en-US" altLang="zh-CN"/>
            </a:fld>
            <a:endParaRPr lang="zh-CN"/>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85800" y="1295400"/>
            <a:ext cx="3924300" cy="48307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762500" y="1295400"/>
            <a:ext cx="3924300" cy="48307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142875"/>
            <a:ext cx="2000250" cy="598328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85800" y="142875"/>
            <a:ext cx="5848350" cy="598328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Rectangle 3"/>
          <p:cNvSpPr>
            <a:spLocks noGrp="1"/>
          </p:cNvSpPr>
          <p:nvPr>
            <p:ph type="dt" sz="half" idx="10"/>
          </p:nvPr>
        </p:nvSpPr>
        <p:spPr/>
        <p:txBody>
          <a:bodyPr/>
          <a:lstStyle>
            <a:lvl1pPr>
              <a:defRPr/>
            </a:lvl1pPr>
          </a:lstStyle>
          <a:p>
            <a:pPr>
              <a:defRPr/>
            </a:pPr>
            <a:fld id="{D3E77E58-E649-4B5D-B919-2D34D0345721}" type="datetime1">
              <a:rPr lang="zh-CN" altLang="en-US" smtClean="0"/>
            </a:fld>
            <a:endParaRPr lang="zh-CN" altLang="en-US" smtClean="0"/>
          </a:p>
        </p:txBody>
      </p:sp>
      <p:sp>
        <p:nvSpPr>
          <p:cNvPr id="5" name="Rectangle 4"/>
          <p:cNvSpPr>
            <a:spLocks noGrp="1"/>
          </p:cNvSpPr>
          <p:nvPr>
            <p:ph type="ftr" sz="quarter" idx="11"/>
          </p:nvPr>
        </p:nvSpPr>
        <p:spPr/>
        <p:txBody>
          <a:bodyPr/>
          <a:lstStyle>
            <a:lvl1pPr>
              <a:defRPr/>
            </a:lvl1pPr>
          </a:lstStyle>
          <a:p>
            <a:pPr>
              <a:defRPr/>
            </a:pPr>
            <a:endParaRPr lang="zh-CN" altLang="zh-CN"/>
          </a:p>
        </p:txBody>
      </p:sp>
      <p:sp>
        <p:nvSpPr>
          <p:cNvPr id="6" name="Rectangle 5"/>
          <p:cNvSpPr>
            <a:spLocks noGrp="1"/>
          </p:cNvSpPr>
          <p:nvPr>
            <p:ph type="sldNum" sz="quarter" idx="12"/>
          </p:nvPr>
        </p:nvSpPr>
        <p:spPr/>
        <p:txBody>
          <a:bodyPr/>
          <a:lstStyle>
            <a:lvl1pPr>
              <a:defRPr/>
            </a:lvl1pPr>
          </a:lstStyle>
          <a:p>
            <a:pPr>
              <a:defRPr/>
            </a:pPr>
            <a:fld id="{0566A121-602E-42F2-9C50-15A130548B1F}" type="slidenum">
              <a:rPr lang="en-US" altLang="zh-CN"/>
            </a:fld>
            <a:endParaRPr lang="en-US" altLang="zh-CN"/>
          </a:p>
        </p:txBody>
      </p:sp>
    </p:spTree>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3"/>
          <p:cNvSpPr>
            <a:spLocks noGrp="1"/>
          </p:cNvSpPr>
          <p:nvPr>
            <p:ph type="dt" sz="half" idx="10"/>
          </p:nvPr>
        </p:nvSpPr>
        <p:spPr/>
        <p:txBody>
          <a:bodyPr/>
          <a:lstStyle>
            <a:lvl1pPr>
              <a:defRPr/>
            </a:lvl1pPr>
          </a:lstStyle>
          <a:p>
            <a:pPr>
              <a:defRPr/>
            </a:pPr>
            <a:fld id="{E75570F9-318F-4784-A8E9-A1A8916550E4}" type="datetime1">
              <a:rPr lang="zh-CN" altLang="en-US" smtClean="0"/>
            </a:fld>
            <a:endParaRPr lang="zh-CN" altLang="en-US" smtClean="0"/>
          </a:p>
        </p:txBody>
      </p:sp>
      <p:sp>
        <p:nvSpPr>
          <p:cNvPr id="5" name="Rectangle 4"/>
          <p:cNvSpPr>
            <a:spLocks noGrp="1"/>
          </p:cNvSpPr>
          <p:nvPr>
            <p:ph type="ftr" sz="quarter" idx="11"/>
          </p:nvPr>
        </p:nvSpPr>
        <p:spPr/>
        <p:txBody>
          <a:bodyPr/>
          <a:lstStyle>
            <a:lvl1pPr>
              <a:defRPr/>
            </a:lvl1pPr>
          </a:lstStyle>
          <a:p>
            <a:pPr>
              <a:defRPr/>
            </a:pPr>
            <a:endParaRPr lang="zh-CN" altLang="zh-CN"/>
          </a:p>
        </p:txBody>
      </p:sp>
      <p:sp>
        <p:nvSpPr>
          <p:cNvPr id="6" name="Rectangle 5"/>
          <p:cNvSpPr>
            <a:spLocks noGrp="1"/>
          </p:cNvSpPr>
          <p:nvPr>
            <p:ph type="sldNum" sz="quarter" idx="12"/>
          </p:nvPr>
        </p:nvSpPr>
        <p:spPr/>
        <p:txBody>
          <a:bodyPr/>
          <a:lstStyle>
            <a:lvl1pPr>
              <a:defRPr/>
            </a:lvl1pPr>
          </a:lstStyle>
          <a:p>
            <a:pPr>
              <a:defRPr/>
            </a:pPr>
            <a:fld id="{20A1EA61-C59C-45CE-A68B-D09BAEC268B7}" type="slidenum">
              <a:rPr lang="en-US" altLang="zh-CN"/>
            </a:fld>
            <a:endParaRPr lang="en-US" altLang="zh-CN"/>
          </a:p>
        </p:txBody>
      </p:sp>
    </p:spTree>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3"/>
          <p:cNvSpPr>
            <a:spLocks noGrp="1"/>
          </p:cNvSpPr>
          <p:nvPr>
            <p:ph type="dt" sz="half" idx="10"/>
          </p:nvPr>
        </p:nvSpPr>
        <p:spPr/>
        <p:txBody>
          <a:bodyPr/>
          <a:lstStyle>
            <a:lvl1pPr>
              <a:defRPr/>
            </a:lvl1pPr>
          </a:lstStyle>
          <a:p>
            <a:pPr>
              <a:defRPr/>
            </a:pPr>
            <a:fld id="{5AD03F1B-B767-48A9-A45B-E49FF857D95E}" type="datetime1">
              <a:rPr lang="zh-CN" altLang="en-US" smtClean="0"/>
            </a:fld>
            <a:endParaRPr lang="zh-CN" altLang="en-US" smtClean="0"/>
          </a:p>
        </p:txBody>
      </p:sp>
      <p:sp>
        <p:nvSpPr>
          <p:cNvPr id="5" name="Rectangle 4"/>
          <p:cNvSpPr>
            <a:spLocks noGrp="1"/>
          </p:cNvSpPr>
          <p:nvPr>
            <p:ph type="ftr" sz="quarter" idx="11"/>
          </p:nvPr>
        </p:nvSpPr>
        <p:spPr/>
        <p:txBody>
          <a:bodyPr/>
          <a:lstStyle>
            <a:lvl1pPr>
              <a:defRPr/>
            </a:lvl1pPr>
          </a:lstStyle>
          <a:p>
            <a:pPr>
              <a:defRPr/>
            </a:pPr>
            <a:endParaRPr lang="zh-CN" altLang="zh-CN"/>
          </a:p>
        </p:txBody>
      </p:sp>
      <p:sp>
        <p:nvSpPr>
          <p:cNvPr id="6" name="Rectangle 5"/>
          <p:cNvSpPr>
            <a:spLocks noGrp="1"/>
          </p:cNvSpPr>
          <p:nvPr>
            <p:ph type="sldNum" sz="quarter" idx="12"/>
          </p:nvPr>
        </p:nvSpPr>
        <p:spPr/>
        <p:txBody>
          <a:bodyPr/>
          <a:lstStyle>
            <a:lvl1pPr>
              <a:defRPr/>
            </a:lvl1pPr>
          </a:lstStyle>
          <a:p>
            <a:pPr>
              <a:defRPr/>
            </a:pPr>
            <a:fld id="{575CE9C5-87AC-4AC6-8555-6C4735BB3309}" type="slidenum">
              <a:rPr lang="en-US" altLang="zh-CN"/>
            </a:fld>
            <a:endParaRPr lang="en-US" altLang="zh-CN"/>
          </a:p>
        </p:txBody>
      </p:sp>
    </p:spTree>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85800" y="1295400"/>
            <a:ext cx="3924300" cy="48307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762500" y="1295400"/>
            <a:ext cx="3924300" cy="48307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3"/>
          <p:cNvSpPr>
            <a:spLocks noGrp="1"/>
          </p:cNvSpPr>
          <p:nvPr>
            <p:ph type="dt" sz="half" idx="10"/>
          </p:nvPr>
        </p:nvSpPr>
        <p:spPr/>
        <p:txBody>
          <a:bodyPr/>
          <a:lstStyle>
            <a:lvl1pPr>
              <a:defRPr/>
            </a:lvl1pPr>
          </a:lstStyle>
          <a:p>
            <a:pPr>
              <a:defRPr/>
            </a:pPr>
            <a:fld id="{9BA2453B-DAE8-4011-A359-65BC9FABDBAB}" type="datetime1">
              <a:rPr lang="zh-CN" altLang="en-US" smtClean="0"/>
            </a:fld>
            <a:endParaRPr lang="zh-CN" altLang="en-US" smtClean="0"/>
          </a:p>
        </p:txBody>
      </p:sp>
      <p:sp>
        <p:nvSpPr>
          <p:cNvPr id="6" name="Rectangle 4"/>
          <p:cNvSpPr>
            <a:spLocks noGrp="1"/>
          </p:cNvSpPr>
          <p:nvPr>
            <p:ph type="ftr" sz="quarter" idx="11"/>
          </p:nvPr>
        </p:nvSpPr>
        <p:spPr/>
        <p:txBody>
          <a:bodyPr/>
          <a:lstStyle>
            <a:lvl1pPr>
              <a:defRPr/>
            </a:lvl1pPr>
          </a:lstStyle>
          <a:p>
            <a:pPr>
              <a:defRPr/>
            </a:pPr>
            <a:endParaRPr lang="zh-CN" altLang="zh-CN"/>
          </a:p>
        </p:txBody>
      </p:sp>
      <p:sp>
        <p:nvSpPr>
          <p:cNvPr id="7" name="Rectangle 5"/>
          <p:cNvSpPr>
            <a:spLocks noGrp="1"/>
          </p:cNvSpPr>
          <p:nvPr>
            <p:ph type="sldNum" sz="quarter" idx="12"/>
          </p:nvPr>
        </p:nvSpPr>
        <p:spPr/>
        <p:txBody>
          <a:bodyPr/>
          <a:lstStyle>
            <a:lvl1pPr>
              <a:defRPr/>
            </a:lvl1pPr>
          </a:lstStyle>
          <a:p>
            <a:pPr>
              <a:defRPr/>
            </a:pPr>
            <a:fld id="{95EEA2C6-E5A8-4CE9-9111-EE568AD1CD12}" type="slidenum">
              <a:rPr lang="en-US" altLang="zh-CN"/>
            </a:fld>
            <a:endParaRPr lang="en-US" altLang="zh-CN"/>
          </a:p>
        </p:txBody>
      </p:sp>
    </p:spTree>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3"/>
          <p:cNvSpPr>
            <a:spLocks noGrp="1"/>
          </p:cNvSpPr>
          <p:nvPr>
            <p:ph type="dt" sz="half" idx="10"/>
          </p:nvPr>
        </p:nvSpPr>
        <p:spPr/>
        <p:txBody>
          <a:bodyPr/>
          <a:lstStyle>
            <a:lvl1pPr>
              <a:defRPr/>
            </a:lvl1pPr>
          </a:lstStyle>
          <a:p>
            <a:pPr>
              <a:defRPr/>
            </a:pPr>
            <a:fld id="{07575EA1-9738-4A4C-B317-FABB65356792}" type="datetime1">
              <a:rPr lang="zh-CN" altLang="en-US" smtClean="0"/>
            </a:fld>
            <a:endParaRPr lang="zh-CN" altLang="en-US" smtClean="0"/>
          </a:p>
        </p:txBody>
      </p:sp>
      <p:sp>
        <p:nvSpPr>
          <p:cNvPr id="8" name="Rectangle 4"/>
          <p:cNvSpPr>
            <a:spLocks noGrp="1"/>
          </p:cNvSpPr>
          <p:nvPr>
            <p:ph type="ftr" sz="quarter" idx="11"/>
          </p:nvPr>
        </p:nvSpPr>
        <p:spPr/>
        <p:txBody>
          <a:bodyPr/>
          <a:lstStyle>
            <a:lvl1pPr>
              <a:defRPr/>
            </a:lvl1pPr>
          </a:lstStyle>
          <a:p>
            <a:pPr>
              <a:defRPr/>
            </a:pPr>
            <a:endParaRPr lang="zh-CN" altLang="zh-CN"/>
          </a:p>
        </p:txBody>
      </p:sp>
      <p:sp>
        <p:nvSpPr>
          <p:cNvPr id="9" name="Rectangle 5"/>
          <p:cNvSpPr>
            <a:spLocks noGrp="1"/>
          </p:cNvSpPr>
          <p:nvPr>
            <p:ph type="sldNum" sz="quarter" idx="12"/>
          </p:nvPr>
        </p:nvSpPr>
        <p:spPr/>
        <p:txBody>
          <a:bodyPr/>
          <a:lstStyle>
            <a:lvl1pPr>
              <a:defRPr/>
            </a:lvl1pPr>
          </a:lstStyle>
          <a:p>
            <a:pPr>
              <a:defRPr/>
            </a:pPr>
            <a:fld id="{325F20B5-F742-47EB-BE88-6DB01C08D4C4}" type="slidenum">
              <a:rPr lang="en-US" altLang="zh-CN"/>
            </a:fld>
            <a:endParaRPr lang="en-US" altLang="zh-CN"/>
          </a:p>
        </p:txBody>
      </p:sp>
    </p:spTree>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3"/>
          <p:cNvSpPr>
            <a:spLocks noGrp="1"/>
          </p:cNvSpPr>
          <p:nvPr>
            <p:ph type="dt" sz="half" idx="10"/>
          </p:nvPr>
        </p:nvSpPr>
        <p:spPr/>
        <p:txBody>
          <a:bodyPr/>
          <a:lstStyle>
            <a:lvl1pPr>
              <a:defRPr/>
            </a:lvl1pPr>
          </a:lstStyle>
          <a:p>
            <a:pPr>
              <a:defRPr/>
            </a:pPr>
            <a:fld id="{225CA087-802A-4DE2-8359-AA46E56F1A8B}" type="datetime1">
              <a:rPr lang="zh-CN" altLang="en-US" smtClean="0"/>
            </a:fld>
            <a:endParaRPr lang="zh-CN" altLang="en-US" smtClean="0"/>
          </a:p>
        </p:txBody>
      </p:sp>
      <p:sp>
        <p:nvSpPr>
          <p:cNvPr id="4" name="Rectangle 4"/>
          <p:cNvSpPr>
            <a:spLocks noGrp="1"/>
          </p:cNvSpPr>
          <p:nvPr>
            <p:ph type="ftr" sz="quarter" idx="11"/>
          </p:nvPr>
        </p:nvSpPr>
        <p:spPr/>
        <p:txBody>
          <a:bodyPr/>
          <a:lstStyle>
            <a:lvl1pPr>
              <a:defRPr/>
            </a:lvl1pPr>
          </a:lstStyle>
          <a:p>
            <a:pPr>
              <a:defRPr/>
            </a:pPr>
            <a:endParaRPr lang="zh-CN" altLang="zh-CN"/>
          </a:p>
        </p:txBody>
      </p:sp>
      <p:sp>
        <p:nvSpPr>
          <p:cNvPr id="5" name="Rectangle 5"/>
          <p:cNvSpPr>
            <a:spLocks noGrp="1"/>
          </p:cNvSpPr>
          <p:nvPr>
            <p:ph type="sldNum" sz="quarter" idx="12"/>
          </p:nvPr>
        </p:nvSpPr>
        <p:spPr/>
        <p:txBody>
          <a:bodyPr/>
          <a:lstStyle>
            <a:lvl1pPr>
              <a:defRPr/>
            </a:lvl1pPr>
          </a:lstStyle>
          <a:p>
            <a:pPr>
              <a:defRPr/>
            </a:pPr>
            <a:fld id="{A6EEFE37-164E-434D-8E33-0559C916D022}" type="slidenum">
              <a:rPr lang="en-US" altLang="zh-CN"/>
            </a:fld>
            <a:endParaRPr lang="en-US" altLang="zh-CN"/>
          </a:p>
        </p:txBody>
      </p:sp>
    </p:spTree>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3"/>
          <p:cNvSpPr>
            <a:spLocks noGrp="1"/>
          </p:cNvSpPr>
          <p:nvPr>
            <p:ph type="dt" sz="half" idx="10"/>
          </p:nvPr>
        </p:nvSpPr>
        <p:spPr/>
        <p:txBody>
          <a:bodyPr/>
          <a:lstStyle>
            <a:lvl1pPr>
              <a:defRPr/>
            </a:lvl1pPr>
          </a:lstStyle>
          <a:p>
            <a:pPr>
              <a:defRPr/>
            </a:pPr>
            <a:fld id="{BF1C21C4-A1F3-43FD-A4A2-276897142701}" type="datetime1">
              <a:rPr lang="zh-CN" altLang="en-US" smtClean="0"/>
            </a:fld>
            <a:endParaRPr lang="zh-CN" altLang="en-US" smtClean="0"/>
          </a:p>
        </p:txBody>
      </p:sp>
      <p:sp>
        <p:nvSpPr>
          <p:cNvPr id="3" name="Rectangle 4"/>
          <p:cNvSpPr>
            <a:spLocks noGrp="1"/>
          </p:cNvSpPr>
          <p:nvPr>
            <p:ph type="ftr" sz="quarter" idx="11"/>
          </p:nvPr>
        </p:nvSpPr>
        <p:spPr/>
        <p:txBody>
          <a:bodyPr/>
          <a:lstStyle>
            <a:lvl1pPr>
              <a:defRPr/>
            </a:lvl1pPr>
          </a:lstStyle>
          <a:p>
            <a:pPr>
              <a:defRPr/>
            </a:pPr>
            <a:endParaRPr lang="zh-CN" altLang="zh-CN"/>
          </a:p>
        </p:txBody>
      </p:sp>
      <p:sp>
        <p:nvSpPr>
          <p:cNvPr id="4" name="Rectangle 5"/>
          <p:cNvSpPr>
            <a:spLocks noGrp="1"/>
          </p:cNvSpPr>
          <p:nvPr>
            <p:ph type="sldNum" sz="quarter" idx="12"/>
          </p:nvPr>
        </p:nvSpPr>
        <p:spPr/>
        <p:txBody>
          <a:bodyPr/>
          <a:lstStyle>
            <a:lvl1pPr>
              <a:defRPr/>
            </a:lvl1pPr>
          </a:lstStyle>
          <a:p>
            <a:pPr>
              <a:defRPr/>
            </a:pPr>
            <a:fld id="{60FAD40E-E5A2-4E76-9E5A-22EEC836B911}" type="slidenum">
              <a:rPr lang="en-US" altLang="zh-CN"/>
            </a:fld>
            <a:endParaRPr lang="en-US" altLang="zh-CN"/>
          </a:p>
        </p:txBody>
      </p:sp>
    </p:spTree>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3"/>
          <p:cNvSpPr>
            <a:spLocks noGrp="1"/>
          </p:cNvSpPr>
          <p:nvPr>
            <p:ph type="dt" sz="half" idx="10"/>
          </p:nvPr>
        </p:nvSpPr>
        <p:spPr/>
        <p:txBody>
          <a:bodyPr/>
          <a:lstStyle>
            <a:lvl1pPr>
              <a:defRPr/>
            </a:lvl1pPr>
          </a:lstStyle>
          <a:p>
            <a:pPr>
              <a:defRPr/>
            </a:pPr>
            <a:fld id="{EA8F98F0-8954-45F8-9BBC-C3E8F2464B0A}" type="datetime1">
              <a:rPr lang="zh-CN" altLang="en-US" smtClean="0"/>
            </a:fld>
            <a:endParaRPr lang="zh-CN" altLang="en-US" smtClean="0"/>
          </a:p>
        </p:txBody>
      </p:sp>
      <p:sp>
        <p:nvSpPr>
          <p:cNvPr id="6" name="Rectangle 4"/>
          <p:cNvSpPr>
            <a:spLocks noGrp="1"/>
          </p:cNvSpPr>
          <p:nvPr>
            <p:ph type="ftr" sz="quarter" idx="11"/>
          </p:nvPr>
        </p:nvSpPr>
        <p:spPr/>
        <p:txBody>
          <a:bodyPr/>
          <a:lstStyle>
            <a:lvl1pPr>
              <a:defRPr/>
            </a:lvl1pPr>
          </a:lstStyle>
          <a:p>
            <a:pPr>
              <a:defRPr/>
            </a:pPr>
            <a:endParaRPr lang="zh-CN" altLang="zh-CN"/>
          </a:p>
        </p:txBody>
      </p:sp>
      <p:sp>
        <p:nvSpPr>
          <p:cNvPr id="7" name="Rectangle 5"/>
          <p:cNvSpPr>
            <a:spLocks noGrp="1"/>
          </p:cNvSpPr>
          <p:nvPr>
            <p:ph type="sldNum" sz="quarter" idx="12"/>
          </p:nvPr>
        </p:nvSpPr>
        <p:spPr/>
        <p:txBody>
          <a:bodyPr/>
          <a:lstStyle>
            <a:lvl1pPr>
              <a:defRPr/>
            </a:lvl1pPr>
          </a:lstStyle>
          <a:p>
            <a:pPr>
              <a:defRPr/>
            </a:pPr>
            <a:fld id="{F01E0CE1-11AD-4EF7-B5D1-03A26392B40F}" type="slidenum">
              <a:rPr lang="en-US" altLang="zh-CN"/>
            </a:fld>
            <a:endParaRPr lang="en-US" altLang="zh-CN"/>
          </a:p>
        </p:txBody>
      </p:sp>
    </p:spTree>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3"/>
          <p:cNvSpPr>
            <a:spLocks noGrp="1"/>
          </p:cNvSpPr>
          <p:nvPr>
            <p:ph type="dt" sz="half" idx="10"/>
          </p:nvPr>
        </p:nvSpPr>
        <p:spPr/>
        <p:txBody>
          <a:bodyPr/>
          <a:lstStyle>
            <a:lvl1pPr>
              <a:defRPr/>
            </a:lvl1pPr>
          </a:lstStyle>
          <a:p>
            <a:pPr>
              <a:defRPr/>
            </a:pPr>
            <a:fld id="{68C2DCC5-B6FB-469B-92CC-F3CD6B5DA299}" type="datetime1">
              <a:rPr lang="zh-CN" altLang="en-US" smtClean="0"/>
            </a:fld>
            <a:endParaRPr lang="zh-CN" altLang="en-US" smtClean="0"/>
          </a:p>
        </p:txBody>
      </p:sp>
      <p:sp>
        <p:nvSpPr>
          <p:cNvPr id="6" name="Rectangle 4"/>
          <p:cNvSpPr>
            <a:spLocks noGrp="1"/>
          </p:cNvSpPr>
          <p:nvPr>
            <p:ph type="ftr" sz="quarter" idx="11"/>
          </p:nvPr>
        </p:nvSpPr>
        <p:spPr/>
        <p:txBody>
          <a:bodyPr/>
          <a:lstStyle>
            <a:lvl1pPr>
              <a:defRPr/>
            </a:lvl1pPr>
          </a:lstStyle>
          <a:p>
            <a:pPr>
              <a:defRPr/>
            </a:pPr>
            <a:endParaRPr lang="zh-CN" altLang="zh-CN"/>
          </a:p>
        </p:txBody>
      </p:sp>
      <p:sp>
        <p:nvSpPr>
          <p:cNvPr id="7" name="Rectangle 5"/>
          <p:cNvSpPr>
            <a:spLocks noGrp="1"/>
          </p:cNvSpPr>
          <p:nvPr>
            <p:ph type="sldNum" sz="quarter" idx="12"/>
          </p:nvPr>
        </p:nvSpPr>
        <p:spPr/>
        <p:txBody>
          <a:bodyPr/>
          <a:lstStyle>
            <a:lvl1pPr>
              <a:defRPr/>
            </a:lvl1pPr>
          </a:lstStyle>
          <a:p>
            <a:pPr>
              <a:defRPr/>
            </a:pPr>
            <a:fld id="{3B6A8498-A506-40A1-BCB2-B185A102EA9E}" type="slidenum">
              <a:rPr lang="en-US" altLang="zh-CN"/>
            </a:fld>
            <a:endParaRPr lang="en-US" altLang="zh-CN"/>
          </a:p>
        </p:txBody>
      </p:sp>
    </p:spTree>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3"/>
          <p:cNvSpPr>
            <a:spLocks noGrp="1"/>
          </p:cNvSpPr>
          <p:nvPr>
            <p:ph type="dt" sz="half" idx="10"/>
          </p:nvPr>
        </p:nvSpPr>
        <p:spPr/>
        <p:txBody>
          <a:bodyPr/>
          <a:lstStyle>
            <a:lvl1pPr>
              <a:defRPr/>
            </a:lvl1pPr>
          </a:lstStyle>
          <a:p>
            <a:pPr>
              <a:defRPr/>
            </a:pPr>
            <a:fld id="{4720B640-F2FA-482F-885D-1553C73E563D}" type="datetime1">
              <a:rPr lang="zh-CN" altLang="en-US" smtClean="0"/>
            </a:fld>
            <a:endParaRPr lang="zh-CN" altLang="en-US" smtClean="0"/>
          </a:p>
        </p:txBody>
      </p:sp>
      <p:sp>
        <p:nvSpPr>
          <p:cNvPr id="5" name="Rectangle 4"/>
          <p:cNvSpPr>
            <a:spLocks noGrp="1"/>
          </p:cNvSpPr>
          <p:nvPr>
            <p:ph type="ftr" sz="quarter" idx="11"/>
          </p:nvPr>
        </p:nvSpPr>
        <p:spPr/>
        <p:txBody>
          <a:bodyPr/>
          <a:lstStyle>
            <a:lvl1pPr>
              <a:defRPr/>
            </a:lvl1pPr>
          </a:lstStyle>
          <a:p>
            <a:pPr>
              <a:defRPr/>
            </a:pPr>
            <a:endParaRPr lang="zh-CN" altLang="zh-CN"/>
          </a:p>
        </p:txBody>
      </p:sp>
      <p:sp>
        <p:nvSpPr>
          <p:cNvPr id="6" name="Rectangle 5"/>
          <p:cNvSpPr>
            <a:spLocks noGrp="1"/>
          </p:cNvSpPr>
          <p:nvPr>
            <p:ph type="sldNum" sz="quarter" idx="12"/>
          </p:nvPr>
        </p:nvSpPr>
        <p:spPr/>
        <p:txBody>
          <a:bodyPr/>
          <a:lstStyle>
            <a:lvl1pPr>
              <a:defRPr/>
            </a:lvl1pPr>
          </a:lstStyle>
          <a:p>
            <a:pPr>
              <a:defRPr/>
            </a:pPr>
            <a:fld id="{3E9A72F8-C45C-4583-9C8E-9229299CE91D}" type="slidenum">
              <a:rPr lang="en-US" altLang="zh-CN"/>
            </a:fld>
            <a:endParaRPr lang="en-US" altLang="zh-CN"/>
          </a:p>
        </p:txBody>
      </p:sp>
    </p:spTree>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142875"/>
            <a:ext cx="2000250" cy="598328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85800" y="142875"/>
            <a:ext cx="5848350" cy="598328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3"/>
          <p:cNvSpPr>
            <a:spLocks noGrp="1"/>
          </p:cNvSpPr>
          <p:nvPr>
            <p:ph type="dt" sz="half" idx="10"/>
          </p:nvPr>
        </p:nvSpPr>
        <p:spPr/>
        <p:txBody>
          <a:bodyPr/>
          <a:lstStyle>
            <a:lvl1pPr>
              <a:defRPr/>
            </a:lvl1pPr>
          </a:lstStyle>
          <a:p>
            <a:pPr>
              <a:defRPr/>
            </a:pPr>
            <a:fld id="{70449A3D-0754-427D-941E-E7C2BBE6D625}" type="datetime1">
              <a:rPr lang="zh-CN" altLang="en-US" smtClean="0"/>
            </a:fld>
            <a:endParaRPr lang="zh-CN" altLang="en-US" smtClean="0"/>
          </a:p>
        </p:txBody>
      </p:sp>
      <p:sp>
        <p:nvSpPr>
          <p:cNvPr id="5" name="Rectangle 4"/>
          <p:cNvSpPr>
            <a:spLocks noGrp="1"/>
          </p:cNvSpPr>
          <p:nvPr>
            <p:ph type="ftr" sz="quarter" idx="11"/>
          </p:nvPr>
        </p:nvSpPr>
        <p:spPr/>
        <p:txBody>
          <a:bodyPr/>
          <a:lstStyle>
            <a:lvl1pPr>
              <a:defRPr/>
            </a:lvl1pPr>
          </a:lstStyle>
          <a:p>
            <a:pPr>
              <a:defRPr/>
            </a:pPr>
            <a:endParaRPr lang="zh-CN" altLang="zh-CN"/>
          </a:p>
        </p:txBody>
      </p:sp>
      <p:sp>
        <p:nvSpPr>
          <p:cNvPr id="6" name="Rectangle 5"/>
          <p:cNvSpPr>
            <a:spLocks noGrp="1"/>
          </p:cNvSpPr>
          <p:nvPr>
            <p:ph type="sldNum" sz="quarter" idx="12"/>
          </p:nvPr>
        </p:nvSpPr>
        <p:spPr/>
        <p:txBody>
          <a:bodyPr/>
          <a:lstStyle>
            <a:lvl1pPr>
              <a:defRPr/>
            </a:lvl1pPr>
          </a:lstStyle>
          <a:p>
            <a:pPr>
              <a:defRPr/>
            </a:pPr>
            <a:fld id="{60C7F9DD-A635-4C9E-95DF-4922FEEBA9BB}" type="slidenum">
              <a:rPr lang="en-US" altLang="zh-CN"/>
            </a:fld>
            <a:endParaRPr lang="en-US" altLang="zh-CN"/>
          </a:p>
        </p:txBody>
      </p:sp>
    </p:spTree>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Shape 3"/>
          <p:cNvSpPr>
            <a:spLocks noGrp="1"/>
          </p:cNvSpPr>
          <p:nvPr>
            <p:ph type="dt" sz="half" idx="10"/>
          </p:nvPr>
        </p:nvSpPr>
        <p:spPr/>
        <p:txBody>
          <a:bodyPr/>
          <a:lstStyle>
            <a:lvl1pPr>
              <a:defRPr/>
            </a:lvl1pPr>
          </a:lstStyle>
          <a:p>
            <a:pPr>
              <a:defRPr/>
            </a:pPr>
            <a:fld id="{E794D8A4-F477-4A2D-9E96-B78130337502}" type="datetime1">
              <a:rPr lang="zh-CN" altLang="en-US" smtClean="0"/>
            </a:fld>
            <a:endParaRPr lang="zh-CN"/>
          </a:p>
        </p:txBody>
      </p:sp>
      <p:sp>
        <p:nvSpPr>
          <p:cNvPr id="5" name="Shape 4"/>
          <p:cNvSpPr>
            <a:spLocks noGrp="1"/>
          </p:cNvSpPr>
          <p:nvPr>
            <p:ph type="ftr" sz="quarter" idx="11"/>
          </p:nvPr>
        </p:nvSpPr>
        <p:spPr/>
        <p:txBody>
          <a:bodyPr/>
          <a:lstStyle>
            <a:lvl1pPr>
              <a:defRPr/>
            </a:lvl1pPr>
          </a:lstStyle>
          <a:p>
            <a:pPr>
              <a:defRPr/>
            </a:pPr>
            <a:endParaRPr lang="zh-CN" altLang="zh-CN"/>
          </a:p>
        </p:txBody>
      </p:sp>
      <p:sp>
        <p:nvSpPr>
          <p:cNvPr id="6" name="Shape 5"/>
          <p:cNvSpPr>
            <a:spLocks noGrp="1"/>
          </p:cNvSpPr>
          <p:nvPr>
            <p:ph type="sldNum" sz="quarter" idx="12"/>
          </p:nvPr>
        </p:nvSpPr>
        <p:spPr/>
        <p:txBody>
          <a:bodyPr/>
          <a:lstStyle>
            <a:lvl1pPr>
              <a:defRPr/>
            </a:lvl1pPr>
          </a:lstStyle>
          <a:p>
            <a:pPr>
              <a:defRPr/>
            </a:pPr>
            <a:fld id="{342A184F-CFE7-4407-B996-6632C8055E6F}" type="slidenum">
              <a:rPr lang="en-US" altLang="zh-CN"/>
            </a:fld>
            <a:endParaRPr lang="zh-CN"/>
          </a:p>
        </p:txBody>
      </p:sp>
    </p:spTree>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Shape 3"/>
          <p:cNvSpPr>
            <a:spLocks noGrp="1"/>
          </p:cNvSpPr>
          <p:nvPr>
            <p:ph type="dt" sz="half" idx="10"/>
          </p:nvPr>
        </p:nvSpPr>
        <p:spPr/>
        <p:txBody>
          <a:bodyPr/>
          <a:lstStyle>
            <a:lvl1pPr>
              <a:defRPr/>
            </a:lvl1pPr>
          </a:lstStyle>
          <a:p>
            <a:pPr>
              <a:defRPr/>
            </a:pPr>
            <a:fld id="{4082AD44-F449-4FD0-B5B8-4355183D7604}" type="datetime1">
              <a:rPr lang="zh-CN" altLang="en-US" smtClean="0"/>
            </a:fld>
            <a:endParaRPr lang="zh-CN"/>
          </a:p>
        </p:txBody>
      </p:sp>
      <p:sp>
        <p:nvSpPr>
          <p:cNvPr id="5" name="Shape 4"/>
          <p:cNvSpPr>
            <a:spLocks noGrp="1"/>
          </p:cNvSpPr>
          <p:nvPr>
            <p:ph type="ftr" sz="quarter" idx="11"/>
          </p:nvPr>
        </p:nvSpPr>
        <p:spPr/>
        <p:txBody>
          <a:bodyPr/>
          <a:lstStyle>
            <a:lvl1pPr>
              <a:defRPr/>
            </a:lvl1pPr>
          </a:lstStyle>
          <a:p>
            <a:pPr>
              <a:defRPr/>
            </a:pPr>
            <a:endParaRPr lang="zh-CN" altLang="zh-CN"/>
          </a:p>
        </p:txBody>
      </p:sp>
      <p:sp>
        <p:nvSpPr>
          <p:cNvPr id="6" name="Shape 5"/>
          <p:cNvSpPr>
            <a:spLocks noGrp="1"/>
          </p:cNvSpPr>
          <p:nvPr>
            <p:ph type="sldNum" sz="quarter" idx="12"/>
          </p:nvPr>
        </p:nvSpPr>
        <p:spPr/>
        <p:txBody>
          <a:bodyPr/>
          <a:lstStyle>
            <a:lvl1pPr>
              <a:defRPr/>
            </a:lvl1pPr>
          </a:lstStyle>
          <a:p>
            <a:pPr>
              <a:defRPr/>
            </a:pPr>
            <a:fld id="{CD8A1A6B-B271-49CB-8F3F-C4CF8413FBAC}" type="slidenum">
              <a:rPr lang="en-US" altLang="zh-CN"/>
            </a:fld>
            <a:endParaRPr lang="zh-CN"/>
          </a:p>
        </p:txBody>
      </p:sp>
    </p:spTree>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Shape 3"/>
          <p:cNvSpPr>
            <a:spLocks noGrp="1"/>
          </p:cNvSpPr>
          <p:nvPr>
            <p:ph type="dt" sz="half" idx="10"/>
          </p:nvPr>
        </p:nvSpPr>
        <p:spPr/>
        <p:txBody>
          <a:bodyPr/>
          <a:lstStyle>
            <a:lvl1pPr>
              <a:defRPr/>
            </a:lvl1pPr>
          </a:lstStyle>
          <a:p>
            <a:pPr>
              <a:defRPr/>
            </a:pPr>
            <a:fld id="{97701A8F-1477-4DFE-A762-CE58BCE91976}" type="datetime1">
              <a:rPr lang="zh-CN" altLang="en-US" smtClean="0"/>
            </a:fld>
            <a:endParaRPr lang="zh-CN"/>
          </a:p>
        </p:txBody>
      </p:sp>
      <p:sp>
        <p:nvSpPr>
          <p:cNvPr id="5" name="Shape 4"/>
          <p:cNvSpPr>
            <a:spLocks noGrp="1"/>
          </p:cNvSpPr>
          <p:nvPr>
            <p:ph type="ftr" sz="quarter" idx="11"/>
          </p:nvPr>
        </p:nvSpPr>
        <p:spPr/>
        <p:txBody>
          <a:bodyPr/>
          <a:lstStyle>
            <a:lvl1pPr>
              <a:defRPr/>
            </a:lvl1pPr>
          </a:lstStyle>
          <a:p>
            <a:pPr>
              <a:defRPr/>
            </a:pPr>
            <a:endParaRPr lang="zh-CN" altLang="zh-CN"/>
          </a:p>
        </p:txBody>
      </p:sp>
      <p:sp>
        <p:nvSpPr>
          <p:cNvPr id="6" name="Shape 5"/>
          <p:cNvSpPr>
            <a:spLocks noGrp="1"/>
          </p:cNvSpPr>
          <p:nvPr>
            <p:ph type="sldNum" sz="quarter" idx="12"/>
          </p:nvPr>
        </p:nvSpPr>
        <p:spPr/>
        <p:txBody>
          <a:bodyPr/>
          <a:lstStyle>
            <a:lvl1pPr>
              <a:defRPr/>
            </a:lvl1pPr>
          </a:lstStyle>
          <a:p>
            <a:pPr>
              <a:defRPr/>
            </a:pPr>
            <a:fld id="{E025435E-6DD7-4E51-B5F8-20F4149FE29D}" type="slidenum">
              <a:rPr lang="en-US" altLang="zh-CN"/>
            </a:fld>
            <a:endParaRPr lang="zh-CN"/>
          </a:p>
        </p:txBody>
      </p:sp>
    </p:spTree>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85800" y="1295400"/>
            <a:ext cx="3924300" cy="48307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762500" y="1295400"/>
            <a:ext cx="3924300" cy="48307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Shape 3"/>
          <p:cNvSpPr>
            <a:spLocks noGrp="1"/>
          </p:cNvSpPr>
          <p:nvPr>
            <p:ph type="dt" sz="half" idx="10"/>
          </p:nvPr>
        </p:nvSpPr>
        <p:spPr/>
        <p:txBody>
          <a:bodyPr/>
          <a:lstStyle>
            <a:lvl1pPr>
              <a:defRPr/>
            </a:lvl1pPr>
          </a:lstStyle>
          <a:p>
            <a:pPr>
              <a:defRPr/>
            </a:pPr>
            <a:fld id="{2A261258-1989-4B17-8C34-2E295CFAAC2F}" type="datetime1">
              <a:rPr lang="zh-CN" altLang="en-US" smtClean="0"/>
            </a:fld>
            <a:endParaRPr lang="zh-CN"/>
          </a:p>
        </p:txBody>
      </p:sp>
      <p:sp>
        <p:nvSpPr>
          <p:cNvPr id="6" name="Shape 4"/>
          <p:cNvSpPr>
            <a:spLocks noGrp="1"/>
          </p:cNvSpPr>
          <p:nvPr>
            <p:ph type="ftr" sz="quarter" idx="11"/>
          </p:nvPr>
        </p:nvSpPr>
        <p:spPr/>
        <p:txBody>
          <a:bodyPr/>
          <a:lstStyle>
            <a:lvl1pPr>
              <a:defRPr/>
            </a:lvl1pPr>
          </a:lstStyle>
          <a:p>
            <a:pPr>
              <a:defRPr/>
            </a:pPr>
            <a:endParaRPr lang="zh-CN" altLang="zh-CN"/>
          </a:p>
        </p:txBody>
      </p:sp>
      <p:sp>
        <p:nvSpPr>
          <p:cNvPr id="7" name="Shape 5"/>
          <p:cNvSpPr>
            <a:spLocks noGrp="1"/>
          </p:cNvSpPr>
          <p:nvPr>
            <p:ph type="sldNum" sz="quarter" idx="12"/>
          </p:nvPr>
        </p:nvSpPr>
        <p:spPr/>
        <p:txBody>
          <a:bodyPr/>
          <a:lstStyle>
            <a:lvl1pPr>
              <a:defRPr/>
            </a:lvl1pPr>
          </a:lstStyle>
          <a:p>
            <a:pPr>
              <a:defRPr/>
            </a:pPr>
            <a:fld id="{8072C4B7-0F7A-436A-A963-EDA8A1C2A22A}" type="slidenum">
              <a:rPr lang="en-US" altLang="zh-CN"/>
            </a:fld>
            <a:endParaRPr lang="zh-CN"/>
          </a:p>
        </p:txBody>
      </p:sp>
    </p:spTree>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Shape 3"/>
          <p:cNvSpPr>
            <a:spLocks noGrp="1"/>
          </p:cNvSpPr>
          <p:nvPr>
            <p:ph type="dt" sz="half" idx="10"/>
          </p:nvPr>
        </p:nvSpPr>
        <p:spPr/>
        <p:txBody>
          <a:bodyPr/>
          <a:lstStyle>
            <a:lvl1pPr>
              <a:defRPr/>
            </a:lvl1pPr>
          </a:lstStyle>
          <a:p>
            <a:pPr>
              <a:defRPr/>
            </a:pPr>
            <a:fld id="{BB83D7B3-7230-4722-8C69-E4EDC0ED02D7}" type="datetime1">
              <a:rPr lang="zh-CN" altLang="en-US" smtClean="0"/>
            </a:fld>
            <a:endParaRPr lang="zh-CN"/>
          </a:p>
        </p:txBody>
      </p:sp>
      <p:sp>
        <p:nvSpPr>
          <p:cNvPr id="8" name="Shape 4"/>
          <p:cNvSpPr>
            <a:spLocks noGrp="1"/>
          </p:cNvSpPr>
          <p:nvPr>
            <p:ph type="ftr" sz="quarter" idx="11"/>
          </p:nvPr>
        </p:nvSpPr>
        <p:spPr/>
        <p:txBody>
          <a:bodyPr/>
          <a:lstStyle>
            <a:lvl1pPr>
              <a:defRPr/>
            </a:lvl1pPr>
          </a:lstStyle>
          <a:p>
            <a:pPr>
              <a:defRPr/>
            </a:pPr>
            <a:endParaRPr lang="zh-CN" altLang="zh-CN"/>
          </a:p>
        </p:txBody>
      </p:sp>
      <p:sp>
        <p:nvSpPr>
          <p:cNvPr id="9" name="Shape 5"/>
          <p:cNvSpPr>
            <a:spLocks noGrp="1"/>
          </p:cNvSpPr>
          <p:nvPr>
            <p:ph type="sldNum" sz="quarter" idx="12"/>
          </p:nvPr>
        </p:nvSpPr>
        <p:spPr/>
        <p:txBody>
          <a:bodyPr/>
          <a:lstStyle>
            <a:lvl1pPr>
              <a:defRPr/>
            </a:lvl1pPr>
          </a:lstStyle>
          <a:p>
            <a:pPr>
              <a:defRPr/>
            </a:pPr>
            <a:fld id="{F576203C-4C64-4291-BCEB-808607080128}" type="slidenum">
              <a:rPr lang="en-US" altLang="zh-CN"/>
            </a:fld>
            <a:endParaRPr lang="zh-CN"/>
          </a:p>
        </p:txBody>
      </p:sp>
    </p:spTree>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Shape 3"/>
          <p:cNvSpPr>
            <a:spLocks noGrp="1"/>
          </p:cNvSpPr>
          <p:nvPr>
            <p:ph type="dt" sz="half" idx="10"/>
          </p:nvPr>
        </p:nvSpPr>
        <p:spPr/>
        <p:txBody>
          <a:bodyPr/>
          <a:lstStyle>
            <a:lvl1pPr>
              <a:defRPr/>
            </a:lvl1pPr>
          </a:lstStyle>
          <a:p>
            <a:pPr>
              <a:defRPr/>
            </a:pPr>
            <a:fld id="{03652F43-1AD8-4298-AB2D-92B942CD35DC}" type="datetime1">
              <a:rPr lang="zh-CN" altLang="en-US" smtClean="0"/>
            </a:fld>
            <a:endParaRPr lang="zh-CN"/>
          </a:p>
        </p:txBody>
      </p:sp>
      <p:sp>
        <p:nvSpPr>
          <p:cNvPr id="4" name="Shape 4"/>
          <p:cNvSpPr>
            <a:spLocks noGrp="1"/>
          </p:cNvSpPr>
          <p:nvPr>
            <p:ph type="ftr" sz="quarter" idx="11"/>
          </p:nvPr>
        </p:nvSpPr>
        <p:spPr/>
        <p:txBody>
          <a:bodyPr/>
          <a:lstStyle>
            <a:lvl1pPr>
              <a:defRPr/>
            </a:lvl1pPr>
          </a:lstStyle>
          <a:p>
            <a:pPr>
              <a:defRPr/>
            </a:pPr>
            <a:endParaRPr lang="zh-CN" altLang="zh-CN"/>
          </a:p>
        </p:txBody>
      </p:sp>
      <p:sp>
        <p:nvSpPr>
          <p:cNvPr id="5" name="Shape 5"/>
          <p:cNvSpPr>
            <a:spLocks noGrp="1"/>
          </p:cNvSpPr>
          <p:nvPr>
            <p:ph type="sldNum" sz="quarter" idx="12"/>
          </p:nvPr>
        </p:nvSpPr>
        <p:spPr/>
        <p:txBody>
          <a:bodyPr/>
          <a:lstStyle>
            <a:lvl1pPr>
              <a:defRPr/>
            </a:lvl1pPr>
          </a:lstStyle>
          <a:p>
            <a:pPr>
              <a:defRPr/>
            </a:pPr>
            <a:fld id="{575852C4-D1A1-4A6E-BD89-23CB2C595B77}" type="slidenum">
              <a:rPr lang="en-US" altLang="zh-CN"/>
            </a:fld>
            <a:endParaRPr lang="zh-CN"/>
          </a:p>
        </p:txBody>
      </p:sp>
    </p:spTree>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Shape 3"/>
          <p:cNvSpPr>
            <a:spLocks noGrp="1"/>
          </p:cNvSpPr>
          <p:nvPr>
            <p:ph type="dt" sz="half" idx="10"/>
          </p:nvPr>
        </p:nvSpPr>
        <p:spPr/>
        <p:txBody>
          <a:bodyPr/>
          <a:lstStyle>
            <a:lvl1pPr>
              <a:defRPr/>
            </a:lvl1pPr>
          </a:lstStyle>
          <a:p>
            <a:pPr>
              <a:defRPr/>
            </a:pPr>
            <a:fld id="{75B86E3A-33E0-4401-9E3C-6EAE4338755D}" type="datetime1">
              <a:rPr lang="zh-CN" altLang="en-US" smtClean="0"/>
            </a:fld>
            <a:endParaRPr lang="zh-CN"/>
          </a:p>
        </p:txBody>
      </p:sp>
      <p:sp>
        <p:nvSpPr>
          <p:cNvPr id="3" name="Shape 4"/>
          <p:cNvSpPr>
            <a:spLocks noGrp="1"/>
          </p:cNvSpPr>
          <p:nvPr>
            <p:ph type="ftr" sz="quarter" idx="11"/>
          </p:nvPr>
        </p:nvSpPr>
        <p:spPr/>
        <p:txBody>
          <a:bodyPr/>
          <a:lstStyle>
            <a:lvl1pPr>
              <a:defRPr/>
            </a:lvl1pPr>
          </a:lstStyle>
          <a:p>
            <a:pPr>
              <a:defRPr/>
            </a:pPr>
            <a:endParaRPr lang="zh-CN" altLang="zh-CN"/>
          </a:p>
        </p:txBody>
      </p:sp>
      <p:sp>
        <p:nvSpPr>
          <p:cNvPr id="4" name="Shape 5"/>
          <p:cNvSpPr>
            <a:spLocks noGrp="1"/>
          </p:cNvSpPr>
          <p:nvPr>
            <p:ph type="sldNum" sz="quarter" idx="12"/>
          </p:nvPr>
        </p:nvSpPr>
        <p:spPr/>
        <p:txBody>
          <a:bodyPr/>
          <a:lstStyle>
            <a:lvl1pPr>
              <a:defRPr/>
            </a:lvl1pPr>
          </a:lstStyle>
          <a:p>
            <a:pPr>
              <a:defRPr/>
            </a:pPr>
            <a:fld id="{0AD86977-DB5C-4A5B-A697-20F2CB89F550}" type="slidenum">
              <a:rPr lang="en-US" altLang="zh-CN"/>
            </a:fld>
            <a:endParaRPr lang="zh-CN"/>
          </a:p>
        </p:txBody>
      </p:sp>
    </p:spTree>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Shape 3"/>
          <p:cNvSpPr>
            <a:spLocks noGrp="1"/>
          </p:cNvSpPr>
          <p:nvPr>
            <p:ph type="dt" sz="half" idx="10"/>
          </p:nvPr>
        </p:nvSpPr>
        <p:spPr/>
        <p:txBody>
          <a:bodyPr/>
          <a:lstStyle>
            <a:lvl1pPr>
              <a:defRPr/>
            </a:lvl1pPr>
          </a:lstStyle>
          <a:p>
            <a:pPr>
              <a:defRPr/>
            </a:pPr>
            <a:fld id="{30BC870C-A608-4870-B05E-80C9A6E73A81}" type="datetime1">
              <a:rPr lang="zh-CN" altLang="en-US" smtClean="0"/>
            </a:fld>
            <a:endParaRPr lang="zh-CN"/>
          </a:p>
        </p:txBody>
      </p:sp>
      <p:sp>
        <p:nvSpPr>
          <p:cNvPr id="6" name="Shape 4"/>
          <p:cNvSpPr>
            <a:spLocks noGrp="1"/>
          </p:cNvSpPr>
          <p:nvPr>
            <p:ph type="ftr" sz="quarter" idx="11"/>
          </p:nvPr>
        </p:nvSpPr>
        <p:spPr/>
        <p:txBody>
          <a:bodyPr/>
          <a:lstStyle>
            <a:lvl1pPr>
              <a:defRPr/>
            </a:lvl1pPr>
          </a:lstStyle>
          <a:p>
            <a:pPr>
              <a:defRPr/>
            </a:pPr>
            <a:endParaRPr lang="zh-CN" altLang="zh-CN"/>
          </a:p>
        </p:txBody>
      </p:sp>
      <p:sp>
        <p:nvSpPr>
          <p:cNvPr id="7" name="Shape 5"/>
          <p:cNvSpPr>
            <a:spLocks noGrp="1"/>
          </p:cNvSpPr>
          <p:nvPr>
            <p:ph type="sldNum" sz="quarter" idx="12"/>
          </p:nvPr>
        </p:nvSpPr>
        <p:spPr/>
        <p:txBody>
          <a:bodyPr/>
          <a:lstStyle>
            <a:lvl1pPr>
              <a:defRPr/>
            </a:lvl1pPr>
          </a:lstStyle>
          <a:p>
            <a:pPr>
              <a:defRPr/>
            </a:pPr>
            <a:fld id="{3030E6B4-568D-42D6-AA0E-36E28127F70B}" type="slidenum">
              <a:rPr lang="en-US" altLang="zh-CN"/>
            </a:fld>
            <a:endParaRPr lang="zh-CN"/>
          </a:p>
        </p:txBody>
      </p:sp>
    </p:spTree>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Shape 3"/>
          <p:cNvSpPr>
            <a:spLocks noGrp="1"/>
          </p:cNvSpPr>
          <p:nvPr>
            <p:ph type="dt" sz="half" idx="10"/>
          </p:nvPr>
        </p:nvSpPr>
        <p:spPr/>
        <p:txBody>
          <a:bodyPr/>
          <a:lstStyle>
            <a:lvl1pPr>
              <a:defRPr/>
            </a:lvl1pPr>
          </a:lstStyle>
          <a:p>
            <a:pPr>
              <a:defRPr/>
            </a:pPr>
            <a:fld id="{3DA799D9-6CE6-4018-8747-9515BAD14B14}" type="datetime1">
              <a:rPr lang="zh-CN" altLang="en-US" smtClean="0"/>
            </a:fld>
            <a:endParaRPr lang="zh-CN"/>
          </a:p>
        </p:txBody>
      </p:sp>
      <p:sp>
        <p:nvSpPr>
          <p:cNvPr id="6" name="Shape 4"/>
          <p:cNvSpPr>
            <a:spLocks noGrp="1"/>
          </p:cNvSpPr>
          <p:nvPr>
            <p:ph type="ftr" sz="quarter" idx="11"/>
          </p:nvPr>
        </p:nvSpPr>
        <p:spPr/>
        <p:txBody>
          <a:bodyPr/>
          <a:lstStyle>
            <a:lvl1pPr>
              <a:defRPr/>
            </a:lvl1pPr>
          </a:lstStyle>
          <a:p>
            <a:pPr>
              <a:defRPr/>
            </a:pPr>
            <a:endParaRPr lang="zh-CN" altLang="zh-CN"/>
          </a:p>
        </p:txBody>
      </p:sp>
      <p:sp>
        <p:nvSpPr>
          <p:cNvPr id="7" name="Shape 5"/>
          <p:cNvSpPr>
            <a:spLocks noGrp="1"/>
          </p:cNvSpPr>
          <p:nvPr>
            <p:ph type="sldNum" sz="quarter" idx="12"/>
          </p:nvPr>
        </p:nvSpPr>
        <p:spPr/>
        <p:txBody>
          <a:bodyPr/>
          <a:lstStyle>
            <a:lvl1pPr>
              <a:defRPr/>
            </a:lvl1pPr>
          </a:lstStyle>
          <a:p>
            <a:pPr>
              <a:defRPr/>
            </a:pPr>
            <a:fld id="{7A9F4565-0898-4EED-906C-322FA5DB7AD9}" type="slidenum">
              <a:rPr lang="en-US" altLang="zh-CN"/>
            </a:fld>
            <a:endParaRPr lang="zh-CN"/>
          </a:p>
        </p:txBody>
      </p:sp>
    </p:spTree>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Shape 3"/>
          <p:cNvSpPr>
            <a:spLocks noGrp="1"/>
          </p:cNvSpPr>
          <p:nvPr>
            <p:ph type="dt" sz="half" idx="10"/>
          </p:nvPr>
        </p:nvSpPr>
        <p:spPr/>
        <p:txBody>
          <a:bodyPr/>
          <a:lstStyle>
            <a:lvl1pPr>
              <a:defRPr/>
            </a:lvl1pPr>
          </a:lstStyle>
          <a:p>
            <a:pPr>
              <a:defRPr/>
            </a:pPr>
            <a:fld id="{D756ACF9-607D-442B-AFCB-985D3ECA0EC8}" type="datetime1">
              <a:rPr lang="zh-CN" altLang="en-US" smtClean="0"/>
            </a:fld>
            <a:endParaRPr lang="zh-CN"/>
          </a:p>
        </p:txBody>
      </p:sp>
      <p:sp>
        <p:nvSpPr>
          <p:cNvPr id="5" name="Shape 4"/>
          <p:cNvSpPr>
            <a:spLocks noGrp="1"/>
          </p:cNvSpPr>
          <p:nvPr>
            <p:ph type="ftr" sz="quarter" idx="11"/>
          </p:nvPr>
        </p:nvSpPr>
        <p:spPr/>
        <p:txBody>
          <a:bodyPr/>
          <a:lstStyle>
            <a:lvl1pPr>
              <a:defRPr/>
            </a:lvl1pPr>
          </a:lstStyle>
          <a:p>
            <a:pPr>
              <a:defRPr/>
            </a:pPr>
            <a:endParaRPr lang="zh-CN" altLang="zh-CN"/>
          </a:p>
        </p:txBody>
      </p:sp>
      <p:sp>
        <p:nvSpPr>
          <p:cNvPr id="6" name="Shape 5"/>
          <p:cNvSpPr>
            <a:spLocks noGrp="1"/>
          </p:cNvSpPr>
          <p:nvPr>
            <p:ph type="sldNum" sz="quarter" idx="12"/>
          </p:nvPr>
        </p:nvSpPr>
        <p:spPr/>
        <p:txBody>
          <a:bodyPr/>
          <a:lstStyle>
            <a:lvl1pPr>
              <a:defRPr/>
            </a:lvl1pPr>
          </a:lstStyle>
          <a:p>
            <a:pPr>
              <a:defRPr/>
            </a:pPr>
            <a:fld id="{EDF126FB-D9B0-4125-A574-4B2F01961BC2}" type="slidenum">
              <a:rPr lang="en-US" altLang="zh-CN"/>
            </a:fld>
            <a:endParaRPr lang="zh-CN"/>
          </a:p>
        </p:txBody>
      </p:sp>
    </p:spTree>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142875"/>
            <a:ext cx="2000250" cy="598328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85800" y="142875"/>
            <a:ext cx="5848350" cy="598328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Shape 3"/>
          <p:cNvSpPr>
            <a:spLocks noGrp="1"/>
          </p:cNvSpPr>
          <p:nvPr>
            <p:ph type="dt" sz="half" idx="10"/>
          </p:nvPr>
        </p:nvSpPr>
        <p:spPr/>
        <p:txBody>
          <a:bodyPr/>
          <a:lstStyle>
            <a:lvl1pPr>
              <a:defRPr/>
            </a:lvl1pPr>
          </a:lstStyle>
          <a:p>
            <a:pPr>
              <a:defRPr/>
            </a:pPr>
            <a:fld id="{713A9A35-2165-41BD-8D91-3D9C113BFE16}" type="datetime1">
              <a:rPr lang="zh-CN" altLang="en-US" smtClean="0"/>
            </a:fld>
            <a:endParaRPr lang="zh-CN"/>
          </a:p>
        </p:txBody>
      </p:sp>
      <p:sp>
        <p:nvSpPr>
          <p:cNvPr id="5" name="Shape 4"/>
          <p:cNvSpPr>
            <a:spLocks noGrp="1"/>
          </p:cNvSpPr>
          <p:nvPr>
            <p:ph type="ftr" sz="quarter" idx="11"/>
          </p:nvPr>
        </p:nvSpPr>
        <p:spPr/>
        <p:txBody>
          <a:bodyPr/>
          <a:lstStyle>
            <a:lvl1pPr>
              <a:defRPr/>
            </a:lvl1pPr>
          </a:lstStyle>
          <a:p>
            <a:pPr>
              <a:defRPr/>
            </a:pPr>
            <a:endParaRPr lang="zh-CN" altLang="zh-CN"/>
          </a:p>
        </p:txBody>
      </p:sp>
      <p:sp>
        <p:nvSpPr>
          <p:cNvPr id="6" name="Shape 5"/>
          <p:cNvSpPr>
            <a:spLocks noGrp="1"/>
          </p:cNvSpPr>
          <p:nvPr>
            <p:ph type="sldNum" sz="quarter" idx="12"/>
          </p:nvPr>
        </p:nvSpPr>
        <p:spPr/>
        <p:txBody>
          <a:bodyPr/>
          <a:lstStyle>
            <a:lvl1pPr>
              <a:defRPr/>
            </a:lvl1pPr>
          </a:lstStyle>
          <a:p>
            <a:pPr>
              <a:defRPr/>
            </a:pPr>
            <a:fld id="{343A0FD6-378C-4B26-8A71-AB1DA858D644}" type="slidenum">
              <a:rPr lang="en-US" altLang="zh-CN"/>
            </a:fld>
            <a:endParaRPr lang="zh-CN"/>
          </a:p>
        </p:txBody>
      </p:sp>
    </p:spTree>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Shape 4"/>
          <p:cNvSpPr>
            <a:spLocks noGrp="1"/>
          </p:cNvSpPr>
          <p:nvPr>
            <p:ph type="dt" sz="half" idx="10"/>
          </p:nvPr>
        </p:nvSpPr>
        <p:spPr/>
        <p:txBody>
          <a:bodyPr/>
          <a:lstStyle>
            <a:lvl1pPr>
              <a:defRPr/>
            </a:lvl1pPr>
          </a:lstStyle>
          <a:p>
            <a:pPr>
              <a:defRPr/>
            </a:pPr>
            <a:fld id="{78F36665-0221-4C2F-8327-7290599D7D5E}" type="datetime1">
              <a:rPr lang="zh-CN" altLang="en-US" smtClean="0"/>
            </a:fld>
            <a:endParaRPr lang="zh-CN"/>
          </a:p>
        </p:txBody>
      </p:sp>
      <p:sp>
        <p:nvSpPr>
          <p:cNvPr id="5" name="Shape 5"/>
          <p:cNvSpPr>
            <a:spLocks noGrp="1"/>
          </p:cNvSpPr>
          <p:nvPr>
            <p:ph type="ftr" sz="quarter" idx="11"/>
          </p:nvPr>
        </p:nvSpPr>
        <p:spPr/>
        <p:txBody>
          <a:bodyPr/>
          <a:lstStyle>
            <a:lvl1pPr>
              <a:defRPr/>
            </a:lvl1pPr>
          </a:lstStyle>
          <a:p>
            <a:pPr>
              <a:defRPr/>
            </a:pPr>
            <a:endParaRPr lang="zh-CN" altLang="zh-CN"/>
          </a:p>
        </p:txBody>
      </p:sp>
      <p:sp>
        <p:nvSpPr>
          <p:cNvPr id="6" name="Shape 6"/>
          <p:cNvSpPr>
            <a:spLocks noGrp="1"/>
          </p:cNvSpPr>
          <p:nvPr>
            <p:ph type="sldNum" sz="quarter" idx="12"/>
          </p:nvPr>
        </p:nvSpPr>
        <p:spPr/>
        <p:txBody>
          <a:bodyPr/>
          <a:lstStyle>
            <a:lvl1pPr>
              <a:defRPr/>
            </a:lvl1pPr>
          </a:lstStyle>
          <a:p>
            <a:pPr>
              <a:defRPr/>
            </a:pPr>
            <a:fld id="{0429E428-85C1-41BC-B956-3FC803FBE746}" type="slidenum">
              <a:rPr lang="en-US" altLang="zh-CN"/>
            </a:fld>
            <a:endParaRPr lang="zh-CN"/>
          </a:p>
        </p:txBody>
      </p:sp>
    </p:spTree>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Shape 4"/>
          <p:cNvSpPr>
            <a:spLocks noGrp="1"/>
          </p:cNvSpPr>
          <p:nvPr>
            <p:ph type="dt" sz="half" idx="10"/>
          </p:nvPr>
        </p:nvSpPr>
        <p:spPr/>
        <p:txBody>
          <a:bodyPr/>
          <a:lstStyle>
            <a:lvl1pPr>
              <a:defRPr/>
            </a:lvl1pPr>
          </a:lstStyle>
          <a:p>
            <a:pPr>
              <a:defRPr/>
            </a:pPr>
            <a:fld id="{0815C5C2-DDCB-4E0B-A381-18D4761B4B9F}" type="datetime1">
              <a:rPr lang="zh-CN" altLang="en-US" smtClean="0"/>
            </a:fld>
            <a:endParaRPr lang="zh-CN"/>
          </a:p>
        </p:txBody>
      </p:sp>
      <p:sp>
        <p:nvSpPr>
          <p:cNvPr id="5" name="Shape 5"/>
          <p:cNvSpPr>
            <a:spLocks noGrp="1"/>
          </p:cNvSpPr>
          <p:nvPr>
            <p:ph type="ftr" sz="quarter" idx="11"/>
          </p:nvPr>
        </p:nvSpPr>
        <p:spPr/>
        <p:txBody>
          <a:bodyPr/>
          <a:lstStyle>
            <a:lvl1pPr>
              <a:defRPr/>
            </a:lvl1pPr>
          </a:lstStyle>
          <a:p>
            <a:pPr>
              <a:defRPr/>
            </a:pPr>
            <a:endParaRPr lang="zh-CN" altLang="zh-CN"/>
          </a:p>
        </p:txBody>
      </p:sp>
      <p:sp>
        <p:nvSpPr>
          <p:cNvPr id="6" name="Shape 6"/>
          <p:cNvSpPr>
            <a:spLocks noGrp="1"/>
          </p:cNvSpPr>
          <p:nvPr>
            <p:ph type="sldNum" sz="quarter" idx="12"/>
          </p:nvPr>
        </p:nvSpPr>
        <p:spPr/>
        <p:txBody>
          <a:bodyPr/>
          <a:lstStyle>
            <a:lvl1pPr>
              <a:defRPr/>
            </a:lvl1pPr>
          </a:lstStyle>
          <a:p>
            <a:pPr>
              <a:defRPr/>
            </a:pPr>
            <a:fld id="{EC91092B-FD62-4B50-B247-74296F165AB9}" type="slidenum">
              <a:rPr lang="en-US" altLang="zh-CN"/>
            </a:fld>
            <a:endParaRPr lang="zh-CN"/>
          </a:p>
        </p:txBody>
      </p:sp>
    </p:spTree>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Shape 4"/>
          <p:cNvSpPr>
            <a:spLocks noGrp="1"/>
          </p:cNvSpPr>
          <p:nvPr>
            <p:ph type="dt" sz="half" idx="10"/>
          </p:nvPr>
        </p:nvSpPr>
        <p:spPr/>
        <p:txBody>
          <a:bodyPr/>
          <a:lstStyle>
            <a:lvl1pPr>
              <a:defRPr/>
            </a:lvl1pPr>
          </a:lstStyle>
          <a:p>
            <a:pPr>
              <a:defRPr/>
            </a:pPr>
            <a:fld id="{C9730F01-00BE-4EEA-8333-426AC06AC4E8}" type="datetime1">
              <a:rPr lang="zh-CN" altLang="en-US" smtClean="0"/>
            </a:fld>
            <a:endParaRPr lang="zh-CN"/>
          </a:p>
        </p:txBody>
      </p:sp>
      <p:sp>
        <p:nvSpPr>
          <p:cNvPr id="5" name="Shape 5"/>
          <p:cNvSpPr>
            <a:spLocks noGrp="1"/>
          </p:cNvSpPr>
          <p:nvPr>
            <p:ph type="ftr" sz="quarter" idx="11"/>
          </p:nvPr>
        </p:nvSpPr>
        <p:spPr/>
        <p:txBody>
          <a:bodyPr/>
          <a:lstStyle>
            <a:lvl1pPr>
              <a:defRPr/>
            </a:lvl1pPr>
          </a:lstStyle>
          <a:p>
            <a:pPr>
              <a:defRPr/>
            </a:pPr>
            <a:endParaRPr lang="zh-CN" altLang="zh-CN"/>
          </a:p>
        </p:txBody>
      </p:sp>
      <p:sp>
        <p:nvSpPr>
          <p:cNvPr id="6" name="Shape 6"/>
          <p:cNvSpPr>
            <a:spLocks noGrp="1"/>
          </p:cNvSpPr>
          <p:nvPr>
            <p:ph type="sldNum" sz="quarter" idx="12"/>
          </p:nvPr>
        </p:nvSpPr>
        <p:spPr/>
        <p:txBody>
          <a:bodyPr/>
          <a:lstStyle>
            <a:lvl1pPr>
              <a:defRPr/>
            </a:lvl1pPr>
          </a:lstStyle>
          <a:p>
            <a:pPr>
              <a:defRPr/>
            </a:pPr>
            <a:fld id="{F90CADAA-636F-4674-8451-1F9FD6366C69}" type="slidenum">
              <a:rPr lang="en-US" altLang="zh-CN"/>
            </a:fld>
            <a:endParaRPr lang="zh-CN"/>
          </a:p>
        </p:txBody>
      </p:sp>
    </p:spTree>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85800" y="1295400"/>
            <a:ext cx="3924300" cy="48307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762500" y="1295400"/>
            <a:ext cx="3924300" cy="48307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Shape 4"/>
          <p:cNvSpPr>
            <a:spLocks noGrp="1"/>
          </p:cNvSpPr>
          <p:nvPr>
            <p:ph type="dt" sz="half" idx="10"/>
          </p:nvPr>
        </p:nvSpPr>
        <p:spPr/>
        <p:txBody>
          <a:bodyPr/>
          <a:lstStyle>
            <a:lvl1pPr>
              <a:defRPr/>
            </a:lvl1pPr>
          </a:lstStyle>
          <a:p>
            <a:pPr>
              <a:defRPr/>
            </a:pPr>
            <a:fld id="{2451C3EA-9171-449C-A6A4-40AC194A767D}" type="datetime1">
              <a:rPr lang="zh-CN" altLang="en-US" smtClean="0"/>
            </a:fld>
            <a:endParaRPr lang="zh-CN"/>
          </a:p>
        </p:txBody>
      </p:sp>
      <p:sp>
        <p:nvSpPr>
          <p:cNvPr id="6" name="Shape 5"/>
          <p:cNvSpPr>
            <a:spLocks noGrp="1"/>
          </p:cNvSpPr>
          <p:nvPr>
            <p:ph type="ftr" sz="quarter" idx="11"/>
          </p:nvPr>
        </p:nvSpPr>
        <p:spPr/>
        <p:txBody>
          <a:bodyPr/>
          <a:lstStyle>
            <a:lvl1pPr>
              <a:defRPr/>
            </a:lvl1pPr>
          </a:lstStyle>
          <a:p>
            <a:pPr>
              <a:defRPr/>
            </a:pPr>
            <a:endParaRPr lang="zh-CN" altLang="zh-CN"/>
          </a:p>
        </p:txBody>
      </p:sp>
      <p:sp>
        <p:nvSpPr>
          <p:cNvPr id="7" name="Shape 6"/>
          <p:cNvSpPr>
            <a:spLocks noGrp="1"/>
          </p:cNvSpPr>
          <p:nvPr>
            <p:ph type="sldNum" sz="quarter" idx="12"/>
          </p:nvPr>
        </p:nvSpPr>
        <p:spPr/>
        <p:txBody>
          <a:bodyPr/>
          <a:lstStyle>
            <a:lvl1pPr>
              <a:defRPr/>
            </a:lvl1pPr>
          </a:lstStyle>
          <a:p>
            <a:pPr>
              <a:defRPr/>
            </a:pPr>
            <a:fld id="{D7DEAB95-62A7-4A9D-9CCC-69633063C6EB}" type="slidenum">
              <a:rPr lang="en-US" altLang="zh-CN"/>
            </a:fld>
            <a:endParaRPr lang="zh-CN"/>
          </a:p>
        </p:txBody>
      </p:sp>
    </p:spTree>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Shape 4"/>
          <p:cNvSpPr>
            <a:spLocks noGrp="1"/>
          </p:cNvSpPr>
          <p:nvPr>
            <p:ph type="dt" sz="half" idx="10"/>
          </p:nvPr>
        </p:nvSpPr>
        <p:spPr/>
        <p:txBody>
          <a:bodyPr/>
          <a:lstStyle>
            <a:lvl1pPr>
              <a:defRPr/>
            </a:lvl1pPr>
          </a:lstStyle>
          <a:p>
            <a:pPr>
              <a:defRPr/>
            </a:pPr>
            <a:fld id="{41F7ACCE-9FEF-45B8-A257-F6483B83904C}" type="datetime1">
              <a:rPr lang="zh-CN" altLang="en-US" smtClean="0"/>
            </a:fld>
            <a:endParaRPr lang="zh-CN"/>
          </a:p>
        </p:txBody>
      </p:sp>
      <p:sp>
        <p:nvSpPr>
          <p:cNvPr id="8" name="Shape 5"/>
          <p:cNvSpPr>
            <a:spLocks noGrp="1"/>
          </p:cNvSpPr>
          <p:nvPr>
            <p:ph type="ftr" sz="quarter" idx="11"/>
          </p:nvPr>
        </p:nvSpPr>
        <p:spPr/>
        <p:txBody>
          <a:bodyPr/>
          <a:lstStyle>
            <a:lvl1pPr>
              <a:defRPr/>
            </a:lvl1pPr>
          </a:lstStyle>
          <a:p>
            <a:pPr>
              <a:defRPr/>
            </a:pPr>
            <a:endParaRPr lang="zh-CN" altLang="zh-CN"/>
          </a:p>
        </p:txBody>
      </p:sp>
      <p:sp>
        <p:nvSpPr>
          <p:cNvPr id="9" name="Shape 6"/>
          <p:cNvSpPr>
            <a:spLocks noGrp="1"/>
          </p:cNvSpPr>
          <p:nvPr>
            <p:ph type="sldNum" sz="quarter" idx="12"/>
          </p:nvPr>
        </p:nvSpPr>
        <p:spPr/>
        <p:txBody>
          <a:bodyPr/>
          <a:lstStyle>
            <a:lvl1pPr>
              <a:defRPr/>
            </a:lvl1pPr>
          </a:lstStyle>
          <a:p>
            <a:pPr>
              <a:defRPr/>
            </a:pPr>
            <a:fld id="{EF723431-2EAF-46A3-AA09-F464ED5CEAC0}" type="slidenum">
              <a:rPr lang="en-US" altLang="zh-CN"/>
            </a:fld>
            <a:endParaRPr lang="zh-CN"/>
          </a:p>
        </p:txBody>
      </p:sp>
    </p:spTree>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Shape 4"/>
          <p:cNvSpPr>
            <a:spLocks noGrp="1"/>
          </p:cNvSpPr>
          <p:nvPr>
            <p:ph type="dt" sz="half" idx="10"/>
          </p:nvPr>
        </p:nvSpPr>
        <p:spPr/>
        <p:txBody>
          <a:bodyPr/>
          <a:lstStyle>
            <a:lvl1pPr>
              <a:defRPr/>
            </a:lvl1pPr>
          </a:lstStyle>
          <a:p>
            <a:pPr>
              <a:defRPr/>
            </a:pPr>
            <a:fld id="{08E051DF-CC1D-46A4-ADC5-E3DAFA114B5F}" type="datetime1">
              <a:rPr lang="zh-CN" altLang="en-US" smtClean="0"/>
            </a:fld>
            <a:endParaRPr lang="zh-CN"/>
          </a:p>
        </p:txBody>
      </p:sp>
      <p:sp>
        <p:nvSpPr>
          <p:cNvPr id="4" name="Shape 5"/>
          <p:cNvSpPr>
            <a:spLocks noGrp="1"/>
          </p:cNvSpPr>
          <p:nvPr>
            <p:ph type="ftr" sz="quarter" idx="11"/>
          </p:nvPr>
        </p:nvSpPr>
        <p:spPr/>
        <p:txBody>
          <a:bodyPr/>
          <a:lstStyle>
            <a:lvl1pPr>
              <a:defRPr/>
            </a:lvl1pPr>
          </a:lstStyle>
          <a:p>
            <a:pPr>
              <a:defRPr/>
            </a:pPr>
            <a:endParaRPr lang="zh-CN" altLang="zh-CN"/>
          </a:p>
        </p:txBody>
      </p:sp>
      <p:sp>
        <p:nvSpPr>
          <p:cNvPr id="5" name="Shape 6"/>
          <p:cNvSpPr>
            <a:spLocks noGrp="1"/>
          </p:cNvSpPr>
          <p:nvPr>
            <p:ph type="sldNum" sz="quarter" idx="12"/>
          </p:nvPr>
        </p:nvSpPr>
        <p:spPr/>
        <p:txBody>
          <a:bodyPr/>
          <a:lstStyle>
            <a:lvl1pPr>
              <a:defRPr/>
            </a:lvl1pPr>
          </a:lstStyle>
          <a:p>
            <a:pPr>
              <a:defRPr/>
            </a:pPr>
            <a:fld id="{6724DD78-4A3D-410E-8A4F-D88751D372CB}" type="slidenum">
              <a:rPr lang="en-US" altLang="zh-CN"/>
            </a:fld>
            <a:endParaRPr lang="zh-CN"/>
          </a:p>
        </p:txBody>
      </p:sp>
    </p:spTree>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Shape 4"/>
          <p:cNvSpPr>
            <a:spLocks noGrp="1"/>
          </p:cNvSpPr>
          <p:nvPr>
            <p:ph type="dt" sz="half" idx="10"/>
          </p:nvPr>
        </p:nvSpPr>
        <p:spPr/>
        <p:txBody>
          <a:bodyPr/>
          <a:lstStyle>
            <a:lvl1pPr>
              <a:defRPr/>
            </a:lvl1pPr>
          </a:lstStyle>
          <a:p>
            <a:pPr>
              <a:defRPr/>
            </a:pPr>
            <a:fld id="{6CBFEB40-7468-4306-9E54-1D6CB6A277D4}" type="datetime1">
              <a:rPr lang="zh-CN" altLang="en-US" smtClean="0"/>
            </a:fld>
            <a:endParaRPr lang="zh-CN"/>
          </a:p>
        </p:txBody>
      </p:sp>
      <p:sp>
        <p:nvSpPr>
          <p:cNvPr id="3" name="Shape 5"/>
          <p:cNvSpPr>
            <a:spLocks noGrp="1"/>
          </p:cNvSpPr>
          <p:nvPr>
            <p:ph type="ftr" sz="quarter" idx="11"/>
          </p:nvPr>
        </p:nvSpPr>
        <p:spPr/>
        <p:txBody>
          <a:bodyPr/>
          <a:lstStyle>
            <a:lvl1pPr>
              <a:defRPr/>
            </a:lvl1pPr>
          </a:lstStyle>
          <a:p>
            <a:pPr>
              <a:defRPr/>
            </a:pPr>
            <a:endParaRPr lang="zh-CN" altLang="zh-CN"/>
          </a:p>
        </p:txBody>
      </p:sp>
      <p:sp>
        <p:nvSpPr>
          <p:cNvPr id="4" name="Shape 6"/>
          <p:cNvSpPr>
            <a:spLocks noGrp="1"/>
          </p:cNvSpPr>
          <p:nvPr>
            <p:ph type="sldNum" sz="quarter" idx="12"/>
          </p:nvPr>
        </p:nvSpPr>
        <p:spPr/>
        <p:txBody>
          <a:bodyPr/>
          <a:lstStyle>
            <a:lvl1pPr>
              <a:defRPr/>
            </a:lvl1pPr>
          </a:lstStyle>
          <a:p>
            <a:pPr>
              <a:defRPr/>
            </a:pPr>
            <a:fld id="{7D33A933-2412-498F-AE1B-B28EA62CE550}" type="slidenum">
              <a:rPr lang="en-US" altLang="zh-CN"/>
            </a:fld>
            <a:endParaRPr lang="zh-CN"/>
          </a:p>
        </p:txBody>
      </p:sp>
    </p:spTree>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Shape 4"/>
          <p:cNvSpPr>
            <a:spLocks noGrp="1"/>
          </p:cNvSpPr>
          <p:nvPr>
            <p:ph type="dt" sz="half" idx="10"/>
          </p:nvPr>
        </p:nvSpPr>
        <p:spPr/>
        <p:txBody>
          <a:bodyPr/>
          <a:lstStyle>
            <a:lvl1pPr>
              <a:defRPr/>
            </a:lvl1pPr>
          </a:lstStyle>
          <a:p>
            <a:pPr>
              <a:defRPr/>
            </a:pPr>
            <a:fld id="{9692FAB0-03D8-4E3F-9CF2-61F3F4AADE2C}" type="datetime1">
              <a:rPr lang="zh-CN" altLang="en-US" smtClean="0"/>
            </a:fld>
            <a:endParaRPr lang="zh-CN"/>
          </a:p>
        </p:txBody>
      </p:sp>
      <p:sp>
        <p:nvSpPr>
          <p:cNvPr id="6" name="Shape 5"/>
          <p:cNvSpPr>
            <a:spLocks noGrp="1"/>
          </p:cNvSpPr>
          <p:nvPr>
            <p:ph type="ftr" sz="quarter" idx="11"/>
          </p:nvPr>
        </p:nvSpPr>
        <p:spPr/>
        <p:txBody>
          <a:bodyPr/>
          <a:lstStyle>
            <a:lvl1pPr>
              <a:defRPr/>
            </a:lvl1pPr>
          </a:lstStyle>
          <a:p>
            <a:pPr>
              <a:defRPr/>
            </a:pPr>
            <a:endParaRPr lang="zh-CN" altLang="zh-CN"/>
          </a:p>
        </p:txBody>
      </p:sp>
      <p:sp>
        <p:nvSpPr>
          <p:cNvPr id="7" name="Shape 6"/>
          <p:cNvSpPr>
            <a:spLocks noGrp="1"/>
          </p:cNvSpPr>
          <p:nvPr>
            <p:ph type="sldNum" sz="quarter" idx="12"/>
          </p:nvPr>
        </p:nvSpPr>
        <p:spPr/>
        <p:txBody>
          <a:bodyPr/>
          <a:lstStyle>
            <a:lvl1pPr>
              <a:defRPr/>
            </a:lvl1pPr>
          </a:lstStyle>
          <a:p>
            <a:pPr>
              <a:defRPr/>
            </a:pPr>
            <a:fld id="{30B37192-2FEA-4FA3-B2BA-CF68D1CE4AB2}" type="slidenum">
              <a:rPr lang="en-US" altLang="zh-CN"/>
            </a:fld>
            <a:endParaRPr lang="zh-CN"/>
          </a:p>
        </p:txBody>
      </p:sp>
    </p:spTree>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Shape 4"/>
          <p:cNvSpPr>
            <a:spLocks noGrp="1"/>
          </p:cNvSpPr>
          <p:nvPr>
            <p:ph type="dt" sz="half" idx="10"/>
          </p:nvPr>
        </p:nvSpPr>
        <p:spPr/>
        <p:txBody>
          <a:bodyPr/>
          <a:lstStyle>
            <a:lvl1pPr>
              <a:defRPr/>
            </a:lvl1pPr>
          </a:lstStyle>
          <a:p>
            <a:pPr>
              <a:defRPr/>
            </a:pPr>
            <a:fld id="{006F5ED6-9FA4-40B7-A01D-891598908F7C}" type="datetime1">
              <a:rPr lang="zh-CN" altLang="en-US" smtClean="0"/>
            </a:fld>
            <a:endParaRPr lang="zh-CN"/>
          </a:p>
        </p:txBody>
      </p:sp>
      <p:sp>
        <p:nvSpPr>
          <p:cNvPr id="6" name="Shape 5"/>
          <p:cNvSpPr>
            <a:spLocks noGrp="1"/>
          </p:cNvSpPr>
          <p:nvPr>
            <p:ph type="ftr" sz="quarter" idx="11"/>
          </p:nvPr>
        </p:nvSpPr>
        <p:spPr/>
        <p:txBody>
          <a:bodyPr/>
          <a:lstStyle>
            <a:lvl1pPr>
              <a:defRPr/>
            </a:lvl1pPr>
          </a:lstStyle>
          <a:p>
            <a:pPr>
              <a:defRPr/>
            </a:pPr>
            <a:endParaRPr lang="zh-CN" altLang="zh-CN"/>
          </a:p>
        </p:txBody>
      </p:sp>
      <p:sp>
        <p:nvSpPr>
          <p:cNvPr id="7" name="Shape 6"/>
          <p:cNvSpPr>
            <a:spLocks noGrp="1"/>
          </p:cNvSpPr>
          <p:nvPr>
            <p:ph type="sldNum" sz="quarter" idx="12"/>
          </p:nvPr>
        </p:nvSpPr>
        <p:spPr/>
        <p:txBody>
          <a:bodyPr/>
          <a:lstStyle>
            <a:lvl1pPr>
              <a:defRPr/>
            </a:lvl1pPr>
          </a:lstStyle>
          <a:p>
            <a:pPr>
              <a:defRPr/>
            </a:pPr>
            <a:fld id="{55AF1A46-0A54-4E52-B04B-D7F29CDEE732}" type="slidenum">
              <a:rPr lang="en-US" altLang="zh-CN"/>
            </a:fld>
            <a:endParaRPr lang="zh-CN"/>
          </a:p>
        </p:txBody>
      </p:sp>
    </p:spTree>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Shape 4"/>
          <p:cNvSpPr>
            <a:spLocks noGrp="1"/>
          </p:cNvSpPr>
          <p:nvPr>
            <p:ph type="dt" sz="half" idx="10"/>
          </p:nvPr>
        </p:nvSpPr>
        <p:spPr/>
        <p:txBody>
          <a:bodyPr/>
          <a:lstStyle>
            <a:lvl1pPr>
              <a:defRPr/>
            </a:lvl1pPr>
          </a:lstStyle>
          <a:p>
            <a:pPr>
              <a:defRPr/>
            </a:pPr>
            <a:fld id="{0C962D95-EA1B-40AE-841B-6C1B73553428}" type="datetime1">
              <a:rPr lang="zh-CN" altLang="en-US" smtClean="0"/>
            </a:fld>
            <a:endParaRPr lang="zh-CN"/>
          </a:p>
        </p:txBody>
      </p:sp>
      <p:sp>
        <p:nvSpPr>
          <p:cNvPr id="5" name="Shape 5"/>
          <p:cNvSpPr>
            <a:spLocks noGrp="1"/>
          </p:cNvSpPr>
          <p:nvPr>
            <p:ph type="ftr" sz="quarter" idx="11"/>
          </p:nvPr>
        </p:nvSpPr>
        <p:spPr/>
        <p:txBody>
          <a:bodyPr/>
          <a:lstStyle>
            <a:lvl1pPr>
              <a:defRPr/>
            </a:lvl1pPr>
          </a:lstStyle>
          <a:p>
            <a:pPr>
              <a:defRPr/>
            </a:pPr>
            <a:endParaRPr lang="zh-CN" altLang="zh-CN"/>
          </a:p>
        </p:txBody>
      </p:sp>
      <p:sp>
        <p:nvSpPr>
          <p:cNvPr id="6" name="Shape 6"/>
          <p:cNvSpPr>
            <a:spLocks noGrp="1"/>
          </p:cNvSpPr>
          <p:nvPr>
            <p:ph type="sldNum" sz="quarter" idx="12"/>
          </p:nvPr>
        </p:nvSpPr>
        <p:spPr/>
        <p:txBody>
          <a:bodyPr/>
          <a:lstStyle>
            <a:lvl1pPr>
              <a:defRPr/>
            </a:lvl1pPr>
          </a:lstStyle>
          <a:p>
            <a:pPr>
              <a:defRPr/>
            </a:pPr>
            <a:fld id="{25B2DC33-0E99-4BC0-AB88-89A9E9D85D9B}" type="slidenum">
              <a:rPr lang="en-US" altLang="zh-CN"/>
            </a:fld>
            <a:endParaRPr lang="zh-CN"/>
          </a:p>
        </p:txBody>
      </p:sp>
    </p:spTree>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142875"/>
            <a:ext cx="2000250" cy="598328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85800" y="142875"/>
            <a:ext cx="5848350" cy="598328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Shape 4"/>
          <p:cNvSpPr>
            <a:spLocks noGrp="1"/>
          </p:cNvSpPr>
          <p:nvPr>
            <p:ph type="dt" sz="half" idx="10"/>
          </p:nvPr>
        </p:nvSpPr>
        <p:spPr/>
        <p:txBody>
          <a:bodyPr/>
          <a:lstStyle>
            <a:lvl1pPr>
              <a:defRPr/>
            </a:lvl1pPr>
          </a:lstStyle>
          <a:p>
            <a:pPr>
              <a:defRPr/>
            </a:pPr>
            <a:fld id="{A1B7ADCA-961D-4CE8-8E7A-1054EC0DC5F6}" type="datetime1">
              <a:rPr lang="zh-CN" altLang="en-US" smtClean="0"/>
            </a:fld>
            <a:endParaRPr lang="zh-CN"/>
          </a:p>
        </p:txBody>
      </p:sp>
      <p:sp>
        <p:nvSpPr>
          <p:cNvPr id="5" name="Shape 5"/>
          <p:cNvSpPr>
            <a:spLocks noGrp="1"/>
          </p:cNvSpPr>
          <p:nvPr>
            <p:ph type="ftr" sz="quarter" idx="11"/>
          </p:nvPr>
        </p:nvSpPr>
        <p:spPr/>
        <p:txBody>
          <a:bodyPr/>
          <a:lstStyle>
            <a:lvl1pPr>
              <a:defRPr/>
            </a:lvl1pPr>
          </a:lstStyle>
          <a:p>
            <a:pPr>
              <a:defRPr/>
            </a:pPr>
            <a:endParaRPr lang="zh-CN" altLang="zh-CN"/>
          </a:p>
        </p:txBody>
      </p:sp>
      <p:sp>
        <p:nvSpPr>
          <p:cNvPr id="6" name="Shape 6"/>
          <p:cNvSpPr>
            <a:spLocks noGrp="1"/>
          </p:cNvSpPr>
          <p:nvPr>
            <p:ph type="sldNum" sz="quarter" idx="12"/>
          </p:nvPr>
        </p:nvSpPr>
        <p:spPr/>
        <p:txBody>
          <a:bodyPr/>
          <a:lstStyle>
            <a:lvl1pPr>
              <a:defRPr/>
            </a:lvl1pPr>
          </a:lstStyle>
          <a:p>
            <a:pPr>
              <a:defRPr/>
            </a:pPr>
            <a:fld id="{585DC749-A214-47C8-B6B3-2CDF85C4C68C}" type="slidenum">
              <a:rPr lang="en-US" altLang="zh-CN"/>
            </a:fld>
            <a:endParaRPr lang="zh-CN"/>
          </a:p>
        </p:txBody>
      </p:sp>
    </p:spTree>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Shape 6"/>
          <p:cNvSpPr>
            <a:spLocks noGrp="1"/>
          </p:cNvSpPr>
          <p:nvPr>
            <p:ph type="dt" sz="half" idx="10"/>
          </p:nvPr>
        </p:nvSpPr>
        <p:spPr/>
        <p:txBody>
          <a:bodyPr/>
          <a:lstStyle>
            <a:lvl1pPr>
              <a:defRPr/>
            </a:lvl1pPr>
          </a:lstStyle>
          <a:p>
            <a:pPr>
              <a:defRPr/>
            </a:pPr>
            <a:fld id="{C2C2A88D-040C-4A59-AA61-7670456027AD}" type="datetime1">
              <a:rPr lang="zh-CN" altLang="en-US" smtClean="0"/>
            </a:fld>
            <a:endParaRPr lang="zh-CN"/>
          </a:p>
        </p:txBody>
      </p:sp>
      <p:sp>
        <p:nvSpPr>
          <p:cNvPr id="5" name="Shape 7"/>
          <p:cNvSpPr>
            <a:spLocks noGrp="1"/>
          </p:cNvSpPr>
          <p:nvPr>
            <p:ph type="ftr" sz="quarter" idx="11"/>
          </p:nvPr>
        </p:nvSpPr>
        <p:spPr/>
        <p:txBody>
          <a:bodyPr/>
          <a:lstStyle>
            <a:lvl1pPr>
              <a:defRPr/>
            </a:lvl1pPr>
          </a:lstStyle>
          <a:p>
            <a:pPr>
              <a:defRPr/>
            </a:pPr>
            <a:endParaRPr lang="zh-CN" altLang="zh-CN"/>
          </a:p>
        </p:txBody>
      </p:sp>
      <p:sp>
        <p:nvSpPr>
          <p:cNvPr id="6" name="Shape 8"/>
          <p:cNvSpPr>
            <a:spLocks noGrp="1"/>
          </p:cNvSpPr>
          <p:nvPr>
            <p:ph type="sldNum" sz="quarter" idx="12"/>
          </p:nvPr>
        </p:nvSpPr>
        <p:spPr/>
        <p:txBody>
          <a:bodyPr/>
          <a:lstStyle>
            <a:lvl1pPr>
              <a:defRPr/>
            </a:lvl1pPr>
          </a:lstStyle>
          <a:p>
            <a:pPr>
              <a:defRPr/>
            </a:pPr>
            <a:fld id="{CA9C179D-247E-45EE-A612-842864F78AF8}" type="slidenum">
              <a:rPr lang="en-US" altLang="zh-CN"/>
            </a:fld>
            <a:endParaRPr lang="zh-CN"/>
          </a:p>
        </p:txBody>
      </p:sp>
    </p:spTree>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Shape 6"/>
          <p:cNvSpPr>
            <a:spLocks noGrp="1"/>
          </p:cNvSpPr>
          <p:nvPr>
            <p:ph type="dt" sz="half" idx="10"/>
          </p:nvPr>
        </p:nvSpPr>
        <p:spPr/>
        <p:txBody>
          <a:bodyPr/>
          <a:lstStyle>
            <a:lvl1pPr>
              <a:defRPr/>
            </a:lvl1pPr>
          </a:lstStyle>
          <a:p>
            <a:pPr>
              <a:defRPr/>
            </a:pPr>
            <a:fld id="{C40B1117-B607-4DDD-820A-47EC18C3D2BC}" type="datetime1">
              <a:rPr lang="zh-CN" altLang="en-US" smtClean="0"/>
            </a:fld>
            <a:endParaRPr lang="zh-CN"/>
          </a:p>
        </p:txBody>
      </p:sp>
      <p:sp>
        <p:nvSpPr>
          <p:cNvPr id="5" name="Shape 7"/>
          <p:cNvSpPr>
            <a:spLocks noGrp="1"/>
          </p:cNvSpPr>
          <p:nvPr>
            <p:ph type="ftr" sz="quarter" idx="11"/>
          </p:nvPr>
        </p:nvSpPr>
        <p:spPr/>
        <p:txBody>
          <a:bodyPr/>
          <a:lstStyle>
            <a:lvl1pPr>
              <a:defRPr/>
            </a:lvl1pPr>
          </a:lstStyle>
          <a:p>
            <a:pPr>
              <a:defRPr/>
            </a:pPr>
            <a:endParaRPr lang="zh-CN" altLang="zh-CN"/>
          </a:p>
        </p:txBody>
      </p:sp>
      <p:sp>
        <p:nvSpPr>
          <p:cNvPr id="6" name="Shape 8"/>
          <p:cNvSpPr>
            <a:spLocks noGrp="1"/>
          </p:cNvSpPr>
          <p:nvPr>
            <p:ph type="sldNum" sz="quarter" idx="12"/>
          </p:nvPr>
        </p:nvSpPr>
        <p:spPr/>
        <p:txBody>
          <a:bodyPr/>
          <a:lstStyle>
            <a:lvl1pPr>
              <a:defRPr/>
            </a:lvl1pPr>
          </a:lstStyle>
          <a:p>
            <a:pPr>
              <a:defRPr/>
            </a:pPr>
            <a:fld id="{FFF01DA8-C631-4547-8DE8-ABC18404B769}" type="slidenum">
              <a:rPr lang="en-US" altLang="zh-CN"/>
            </a:fld>
            <a:endParaRPr lang="zh-CN"/>
          </a:p>
        </p:txBody>
      </p:sp>
    </p:spTree>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Shape 6"/>
          <p:cNvSpPr>
            <a:spLocks noGrp="1"/>
          </p:cNvSpPr>
          <p:nvPr>
            <p:ph type="dt" sz="half" idx="10"/>
          </p:nvPr>
        </p:nvSpPr>
        <p:spPr/>
        <p:txBody>
          <a:bodyPr/>
          <a:lstStyle>
            <a:lvl1pPr>
              <a:defRPr/>
            </a:lvl1pPr>
          </a:lstStyle>
          <a:p>
            <a:pPr>
              <a:defRPr/>
            </a:pPr>
            <a:fld id="{962F403B-3D92-47EB-879D-F237B7E977C0}" type="datetime1">
              <a:rPr lang="zh-CN" altLang="en-US" smtClean="0"/>
            </a:fld>
            <a:endParaRPr lang="zh-CN"/>
          </a:p>
        </p:txBody>
      </p:sp>
      <p:sp>
        <p:nvSpPr>
          <p:cNvPr id="5" name="Shape 7"/>
          <p:cNvSpPr>
            <a:spLocks noGrp="1"/>
          </p:cNvSpPr>
          <p:nvPr>
            <p:ph type="ftr" sz="quarter" idx="11"/>
          </p:nvPr>
        </p:nvSpPr>
        <p:spPr/>
        <p:txBody>
          <a:bodyPr/>
          <a:lstStyle>
            <a:lvl1pPr>
              <a:defRPr/>
            </a:lvl1pPr>
          </a:lstStyle>
          <a:p>
            <a:pPr>
              <a:defRPr/>
            </a:pPr>
            <a:endParaRPr lang="zh-CN" altLang="zh-CN"/>
          </a:p>
        </p:txBody>
      </p:sp>
      <p:sp>
        <p:nvSpPr>
          <p:cNvPr id="6" name="Shape 8"/>
          <p:cNvSpPr>
            <a:spLocks noGrp="1"/>
          </p:cNvSpPr>
          <p:nvPr>
            <p:ph type="sldNum" sz="quarter" idx="12"/>
          </p:nvPr>
        </p:nvSpPr>
        <p:spPr/>
        <p:txBody>
          <a:bodyPr/>
          <a:lstStyle>
            <a:lvl1pPr>
              <a:defRPr/>
            </a:lvl1pPr>
          </a:lstStyle>
          <a:p>
            <a:pPr>
              <a:defRPr/>
            </a:pPr>
            <a:fld id="{D497AE96-3180-437E-863D-43E6562786D6}" type="slidenum">
              <a:rPr lang="en-US" altLang="zh-CN"/>
            </a:fld>
            <a:endParaRPr lang="zh-CN"/>
          </a:p>
        </p:txBody>
      </p:sp>
    </p:spTree>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85800" y="1295400"/>
            <a:ext cx="3924300" cy="48307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762500" y="1295400"/>
            <a:ext cx="3924300" cy="48307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Shape 6"/>
          <p:cNvSpPr>
            <a:spLocks noGrp="1"/>
          </p:cNvSpPr>
          <p:nvPr>
            <p:ph type="dt" sz="half" idx="10"/>
          </p:nvPr>
        </p:nvSpPr>
        <p:spPr/>
        <p:txBody>
          <a:bodyPr/>
          <a:lstStyle>
            <a:lvl1pPr>
              <a:defRPr/>
            </a:lvl1pPr>
          </a:lstStyle>
          <a:p>
            <a:pPr>
              <a:defRPr/>
            </a:pPr>
            <a:fld id="{07735F27-F0BC-4C67-A576-163ACF3CA37A}" type="datetime1">
              <a:rPr lang="zh-CN" altLang="en-US" smtClean="0"/>
            </a:fld>
            <a:endParaRPr lang="zh-CN"/>
          </a:p>
        </p:txBody>
      </p:sp>
      <p:sp>
        <p:nvSpPr>
          <p:cNvPr id="6" name="Shape 7"/>
          <p:cNvSpPr>
            <a:spLocks noGrp="1"/>
          </p:cNvSpPr>
          <p:nvPr>
            <p:ph type="ftr" sz="quarter" idx="11"/>
          </p:nvPr>
        </p:nvSpPr>
        <p:spPr/>
        <p:txBody>
          <a:bodyPr/>
          <a:lstStyle>
            <a:lvl1pPr>
              <a:defRPr/>
            </a:lvl1pPr>
          </a:lstStyle>
          <a:p>
            <a:pPr>
              <a:defRPr/>
            </a:pPr>
            <a:endParaRPr lang="zh-CN" altLang="zh-CN"/>
          </a:p>
        </p:txBody>
      </p:sp>
      <p:sp>
        <p:nvSpPr>
          <p:cNvPr id="7" name="Shape 8"/>
          <p:cNvSpPr>
            <a:spLocks noGrp="1"/>
          </p:cNvSpPr>
          <p:nvPr>
            <p:ph type="sldNum" sz="quarter" idx="12"/>
          </p:nvPr>
        </p:nvSpPr>
        <p:spPr/>
        <p:txBody>
          <a:bodyPr/>
          <a:lstStyle>
            <a:lvl1pPr>
              <a:defRPr/>
            </a:lvl1pPr>
          </a:lstStyle>
          <a:p>
            <a:pPr>
              <a:defRPr/>
            </a:pPr>
            <a:fld id="{B427227C-9539-4BE8-9EE2-A0F31742154C}" type="slidenum">
              <a:rPr lang="en-US" altLang="zh-CN"/>
            </a:fld>
            <a:endParaRPr lang="zh-CN"/>
          </a:p>
        </p:txBody>
      </p:sp>
    </p:spTree>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Shape 6"/>
          <p:cNvSpPr>
            <a:spLocks noGrp="1"/>
          </p:cNvSpPr>
          <p:nvPr>
            <p:ph type="dt" sz="half" idx="10"/>
          </p:nvPr>
        </p:nvSpPr>
        <p:spPr/>
        <p:txBody>
          <a:bodyPr/>
          <a:lstStyle>
            <a:lvl1pPr>
              <a:defRPr/>
            </a:lvl1pPr>
          </a:lstStyle>
          <a:p>
            <a:pPr>
              <a:defRPr/>
            </a:pPr>
            <a:fld id="{BB3A4358-63E1-44EB-800D-E836D60F84B6}" type="datetime1">
              <a:rPr lang="zh-CN" altLang="en-US" smtClean="0"/>
            </a:fld>
            <a:endParaRPr lang="zh-CN"/>
          </a:p>
        </p:txBody>
      </p:sp>
      <p:sp>
        <p:nvSpPr>
          <p:cNvPr id="8" name="Shape 7"/>
          <p:cNvSpPr>
            <a:spLocks noGrp="1"/>
          </p:cNvSpPr>
          <p:nvPr>
            <p:ph type="ftr" sz="quarter" idx="11"/>
          </p:nvPr>
        </p:nvSpPr>
        <p:spPr/>
        <p:txBody>
          <a:bodyPr/>
          <a:lstStyle>
            <a:lvl1pPr>
              <a:defRPr/>
            </a:lvl1pPr>
          </a:lstStyle>
          <a:p>
            <a:pPr>
              <a:defRPr/>
            </a:pPr>
            <a:endParaRPr lang="zh-CN" altLang="zh-CN"/>
          </a:p>
        </p:txBody>
      </p:sp>
      <p:sp>
        <p:nvSpPr>
          <p:cNvPr id="9" name="Shape 8"/>
          <p:cNvSpPr>
            <a:spLocks noGrp="1"/>
          </p:cNvSpPr>
          <p:nvPr>
            <p:ph type="sldNum" sz="quarter" idx="12"/>
          </p:nvPr>
        </p:nvSpPr>
        <p:spPr/>
        <p:txBody>
          <a:bodyPr/>
          <a:lstStyle>
            <a:lvl1pPr>
              <a:defRPr/>
            </a:lvl1pPr>
          </a:lstStyle>
          <a:p>
            <a:pPr>
              <a:defRPr/>
            </a:pPr>
            <a:fld id="{1D07B048-9C58-461B-86A2-5438091F0520}" type="slidenum">
              <a:rPr lang="en-US" altLang="zh-CN"/>
            </a:fld>
            <a:endParaRPr lang="zh-CN"/>
          </a:p>
        </p:txBody>
      </p:sp>
    </p:spTree>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Shape 6"/>
          <p:cNvSpPr>
            <a:spLocks noGrp="1"/>
          </p:cNvSpPr>
          <p:nvPr>
            <p:ph type="dt" sz="half" idx="10"/>
          </p:nvPr>
        </p:nvSpPr>
        <p:spPr/>
        <p:txBody>
          <a:bodyPr/>
          <a:lstStyle>
            <a:lvl1pPr>
              <a:defRPr/>
            </a:lvl1pPr>
          </a:lstStyle>
          <a:p>
            <a:pPr>
              <a:defRPr/>
            </a:pPr>
            <a:fld id="{CE1D4568-1800-4235-AA51-210245DDE8DF}" type="datetime1">
              <a:rPr lang="zh-CN" altLang="en-US" smtClean="0"/>
            </a:fld>
            <a:endParaRPr lang="zh-CN"/>
          </a:p>
        </p:txBody>
      </p:sp>
      <p:sp>
        <p:nvSpPr>
          <p:cNvPr id="4" name="Shape 7"/>
          <p:cNvSpPr>
            <a:spLocks noGrp="1"/>
          </p:cNvSpPr>
          <p:nvPr>
            <p:ph type="ftr" sz="quarter" idx="11"/>
          </p:nvPr>
        </p:nvSpPr>
        <p:spPr/>
        <p:txBody>
          <a:bodyPr/>
          <a:lstStyle>
            <a:lvl1pPr>
              <a:defRPr/>
            </a:lvl1pPr>
          </a:lstStyle>
          <a:p>
            <a:pPr>
              <a:defRPr/>
            </a:pPr>
            <a:endParaRPr lang="zh-CN" altLang="zh-CN"/>
          </a:p>
        </p:txBody>
      </p:sp>
      <p:sp>
        <p:nvSpPr>
          <p:cNvPr id="5" name="Shape 8"/>
          <p:cNvSpPr>
            <a:spLocks noGrp="1"/>
          </p:cNvSpPr>
          <p:nvPr>
            <p:ph type="sldNum" sz="quarter" idx="12"/>
          </p:nvPr>
        </p:nvSpPr>
        <p:spPr/>
        <p:txBody>
          <a:bodyPr/>
          <a:lstStyle>
            <a:lvl1pPr>
              <a:defRPr/>
            </a:lvl1pPr>
          </a:lstStyle>
          <a:p>
            <a:pPr>
              <a:defRPr/>
            </a:pPr>
            <a:fld id="{CEDF6596-BCE8-4F80-87B1-0CB693CB9E96}" type="slidenum">
              <a:rPr lang="en-US" altLang="zh-CN"/>
            </a:fld>
            <a:endParaRPr lang="zh-CN"/>
          </a:p>
        </p:txBody>
      </p:sp>
    </p:spTree>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Shape 6"/>
          <p:cNvSpPr>
            <a:spLocks noGrp="1"/>
          </p:cNvSpPr>
          <p:nvPr>
            <p:ph type="dt" sz="half" idx="10"/>
          </p:nvPr>
        </p:nvSpPr>
        <p:spPr/>
        <p:txBody>
          <a:bodyPr/>
          <a:lstStyle>
            <a:lvl1pPr>
              <a:defRPr/>
            </a:lvl1pPr>
          </a:lstStyle>
          <a:p>
            <a:pPr>
              <a:defRPr/>
            </a:pPr>
            <a:fld id="{977A6036-25AC-41D4-AE3F-67E8C0FEC413}" type="datetime1">
              <a:rPr lang="zh-CN" altLang="en-US" smtClean="0"/>
            </a:fld>
            <a:endParaRPr lang="zh-CN"/>
          </a:p>
        </p:txBody>
      </p:sp>
      <p:sp>
        <p:nvSpPr>
          <p:cNvPr id="3" name="Shape 7"/>
          <p:cNvSpPr>
            <a:spLocks noGrp="1"/>
          </p:cNvSpPr>
          <p:nvPr>
            <p:ph type="ftr" sz="quarter" idx="11"/>
          </p:nvPr>
        </p:nvSpPr>
        <p:spPr/>
        <p:txBody>
          <a:bodyPr/>
          <a:lstStyle>
            <a:lvl1pPr>
              <a:defRPr/>
            </a:lvl1pPr>
          </a:lstStyle>
          <a:p>
            <a:pPr>
              <a:defRPr/>
            </a:pPr>
            <a:endParaRPr lang="zh-CN" altLang="zh-CN"/>
          </a:p>
        </p:txBody>
      </p:sp>
      <p:sp>
        <p:nvSpPr>
          <p:cNvPr id="4" name="Shape 8"/>
          <p:cNvSpPr>
            <a:spLocks noGrp="1"/>
          </p:cNvSpPr>
          <p:nvPr>
            <p:ph type="sldNum" sz="quarter" idx="12"/>
          </p:nvPr>
        </p:nvSpPr>
        <p:spPr/>
        <p:txBody>
          <a:bodyPr/>
          <a:lstStyle>
            <a:lvl1pPr>
              <a:defRPr/>
            </a:lvl1pPr>
          </a:lstStyle>
          <a:p>
            <a:pPr>
              <a:defRPr/>
            </a:pPr>
            <a:fld id="{ED4B0237-F580-47B5-9835-59382815456F}" type="slidenum">
              <a:rPr lang="en-US" altLang="zh-CN"/>
            </a:fld>
            <a:endParaRPr lang="zh-CN"/>
          </a:p>
        </p:txBody>
      </p:sp>
    </p:spTree>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Shape 6"/>
          <p:cNvSpPr>
            <a:spLocks noGrp="1"/>
          </p:cNvSpPr>
          <p:nvPr>
            <p:ph type="dt" sz="half" idx="10"/>
          </p:nvPr>
        </p:nvSpPr>
        <p:spPr/>
        <p:txBody>
          <a:bodyPr/>
          <a:lstStyle>
            <a:lvl1pPr>
              <a:defRPr/>
            </a:lvl1pPr>
          </a:lstStyle>
          <a:p>
            <a:pPr>
              <a:defRPr/>
            </a:pPr>
            <a:fld id="{FD73CC4F-3ECF-4BF0-A817-CA39677904F2}" type="datetime1">
              <a:rPr lang="zh-CN" altLang="en-US" smtClean="0"/>
            </a:fld>
            <a:endParaRPr lang="zh-CN"/>
          </a:p>
        </p:txBody>
      </p:sp>
      <p:sp>
        <p:nvSpPr>
          <p:cNvPr id="6" name="Shape 7"/>
          <p:cNvSpPr>
            <a:spLocks noGrp="1"/>
          </p:cNvSpPr>
          <p:nvPr>
            <p:ph type="ftr" sz="quarter" idx="11"/>
          </p:nvPr>
        </p:nvSpPr>
        <p:spPr/>
        <p:txBody>
          <a:bodyPr/>
          <a:lstStyle>
            <a:lvl1pPr>
              <a:defRPr/>
            </a:lvl1pPr>
          </a:lstStyle>
          <a:p>
            <a:pPr>
              <a:defRPr/>
            </a:pPr>
            <a:endParaRPr lang="zh-CN" altLang="zh-CN"/>
          </a:p>
        </p:txBody>
      </p:sp>
      <p:sp>
        <p:nvSpPr>
          <p:cNvPr id="7" name="Shape 8"/>
          <p:cNvSpPr>
            <a:spLocks noGrp="1"/>
          </p:cNvSpPr>
          <p:nvPr>
            <p:ph type="sldNum" sz="quarter" idx="12"/>
          </p:nvPr>
        </p:nvSpPr>
        <p:spPr/>
        <p:txBody>
          <a:bodyPr/>
          <a:lstStyle>
            <a:lvl1pPr>
              <a:defRPr/>
            </a:lvl1pPr>
          </a:lstStyle>
          <a:p>
            <a:pPr>
              <a:defRPr/>
            </a:pPr>
            <a:fld id="{BE3C02A4-5FEC-4F5F-9031-3DCD9CB435A8}" type="slidenum">
              <a:rPr lang="en-US" altLang="zh-CN"/>
            </a:fld>
            <a:endParaRPr lang="zh-CN"/>
          </a:p>
        </p:txBody>
      </p:sp>
    </p:spTree>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Shape 6"/>
          <p:cNvSpPr>
            <a:spLocks noGrp="1"/>
          </p:cNvSpPr>
          <p:nvPr>
            <p:ph type="dt" sz="half" idx="10"/>
          </p:nvPr>
        </p:nvSpPr>
        <p:spPr/>
        <p:txBody>
          <a:bodyPr/>
          <a:lstStyle>
            <a:lvl1pPr>
              <a:defRPr/>
            </a:lvl1pPr>
          </a:lstStyle>
          <a:p>
            <a:pPr>
              <a:defRPr/>
            </a:pPr>
            <a:fld id="{A8BC69A7-FBCA-479E-A08A-E58CA4991B26}" type="datetime1">
              <a:rPr lang="zh-CN" altLang="en-US" smtClean="0"/>
            </a:fld>
            <a:endParaRPr lang="zh-CN"/>
          </a:p>
        </p:txBody>
      </p:sp>
      <p:sp>
        <p:nvSpPr>
          <p:cNvPr id="6" name="Shape 7"/>
          <p:cNvSpPr>
            <a:spLocks noGrp="1"/>
          </p:cNvSpPr>
          <p:nvPr>
            <p:ph type="ftr" sz="quarter" idx="11"/>
          </p:nvPr>
        </p:nvSpPr>
        <p:spPr/>
        <p:txBody>
          <a:bodyPr/>
          <a:lstStyle>
            <a:lvl1pPr>
              <a:defRPr/>
            </a:lvl1pPr>
          </a:lstStyle>
          <a:p>
            <a:pPr>
              <a:defRPr/>
            </a:pPr>
            <a:endParaRPr lang="zh-CN" altLang="zh-CN"/>
          </a:p>
        </p:txBody>
      </p:sp>
      <p:sp>
        <p:nvSpPr>
          <p:cNvPr id="7" name="Shape 8"/>
          <p:cNvSpPr>
            <a:spLocks noGrp="1"/>
          </p:cNvSpPr>
          <p:nvPr>
            <p:ph type="sldNum" sz="quarter" idx="12"/>
          </p:nvPr>
        </p:nvSpPr>
        <p:spPr/>
        <p:txBody>
          <a:bodyPr/>
          <a:lstStyle>
            <a:lvl1pPr>
              <a:defRPr/>
            </a:lvl1pPr>
          </a:lstStyle>
          <a:p>
            <a:pPr>
              <a:defRPr/>
            </a:pPr>
            <a:fld id="{2DBAAA2A-6051-418C-9B0E-312C38E1BD52}" type="slidenum">
              <a:rPr lang="en-US" altLang="zh-CN"/>
            </a:fld>
            <a:endParaRPr lang="zh-CN"/>
          </a:p>
        </p:txBody>
      </p:sp>
    </p:spTree>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Shape 6"/>
          <p:cNvSpPr>
            <a:spLocks noGrp="1"/>
          </p:cNvSpPr>
          <p:nvPr>
            <p:ph type="dt" sz="half" idx="10"/>
          </p:nvPr>
        </p:nvSpPr>
        <p:spPr/>
        <p:txBody>
          <a:bodyPr/>
          <a:lstStyle>
            <a:lvl1pPr>
              <a:defRPr/>
            </a:lvl1pPr>
          </a:lstStyle>
          <a:p>
            <a:pPr>
              <a:defRPr/>
            </a:pPr>
            <a:fld id="{E52B3071-D884-4863-B9FB-59A1176038AA}" type="datetime1">
              <a:rPr lang="zh-CN" altLang="en-US" smtClean="0"/>
            </a:fld>
            <a:endParaRPr lang="zh-CN"/>
          </a:p>
        </p:txBody>
      </p:sp>
      <p:sp>
        <p:nvSpPr>
          <p:cNvPr id="5" name="Shape 7"/>
          <p:cNvSpPr>
            <a:spLocks noGrp="1"/>
          </p:cNvSpPr>
          <p:nvPr>
            <p:ph type="ftr" sz="quarter" idx="11"/>
          </p:nvPr>
        </p:nvSpPr>
        <p:spPr/>
        <p:txBody>
          <a:bodyPr/>
          <a:lstStyle>
            <a:lvl1pPr>
              <a:defRPr/>
            </a:lvl1pPr>
          </a:lstStyle>
          <a:p>
            <a:pPr>
              <a:defRPr/>
            </a:pPr>
            <a:endParaRPr lang="zh-CN" altLang="zh-CN"/>
          </a:p>
        </p:txBody>
      </p:sp>
      <p:sp>
        <p:nvSpPr>
          <p:cNvPr id="6" name="Shape 8"/>
          <p:cNvSpPr>
            <a:spLocks noGrp="1"/>
          </p:cNvSpPr>
          <p:nvPr>
            <p:ph type="sldNum" sz="quarter" idx="12"/>
          </p:nvPr>
        </p:nvSpPr>
        <p:spPr/>
        <p:txBody>
          <a:bodyPr/>
          <a:lstStyle>
            <a:lvl1pPr>
              <a:defRPr/>
            </a:lvl1pPr>
          </a:lstStyle>
          <a:p>
            <a:pPr>
              <a:defRPr/>
            </a:pPr>
            <a:fld id="{D814D668-F70F-4A17-BF36-918ACA37C22C}" type="slidenum">
              <a:rPr lang="en-US" altLang="zh-CN"/>
            </a:fld>
            <a:endParaRPr lang="zh-CN"/>
          </a:p>
        </p:txBody>
      </p:sp>
    </p:spTree>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142875"/>
            <a:ext cx="2000250" cy="598328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85800" y="142875"/>
            <a:ext cx="5848350" cy="598328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Shape 6"/>
          <p:cNvSpPr>
            <a:spLocks noGrp="1"/>
          </p:cNvSpPr>
          <p:nvPr>
            <p:ph type="dt" sz="half" idx="10"/>
          </p:nvPr>
        </p:nvSpPr>
        <p:spPr/>
        <p:txBody>
          <a:bodyPr/>
          <a:lstStyle>
            <a:lvl1pPr>
              <a:defRPr/>
            </a:lvl1pPr>
          </a:lstStyle>
          <a:p>
            <a:pPr>
              <a:defRPr/>
            </a:pPr>
            <a:fld id="{2ADF39C1-FDAF-4233-8F09-C6DDA438A4D4}" type="datetime1">
              <a:rPr lang="zh-CN" altLang="en-US" smtClean="0"/>
            </a:fld>
            <a:endParaRPr lang="zh-CN"/>
          </a:p>
        </p:txBody>
      </p:sp>
      <p:sp>
        <p:nvSpPr>
          <p:cNvPr id="5" name="Shape 7"/>
          <p:cNvSpPr>
            <a:spLocks noGrp="1"/>
          </p:cNvSpPr>
          <p:nvPr>
            <p:ph type="ftr" sz="quarter" idx="11"/>
          </p:nvPr>
        </p:nvSpPr>
        <p:spPr/>
        <p:txBody>
          <a:bodyPr/>
          <a:lstStyle>
            <a:lvl1pPr>
              <a:defRPr/>
            </a:lvl1pPr>
          </a:lstStyle>
          <a:p>
            <a:pPr>
              <a:defRPr/>
            </a:pPr>
            <a:endParaRPr lang="zh-CN" altLang="zh-CN"/>
          </a:p>
        </p:txBody>
      </p:sp>
      <p:sp>
        <p:nvSpPr>
          <p:cNvPr id="6" name="Shape 8"/>
          <p:cNvSpPr>
            <a:spLocks noGrp="1"/>
          </p:cNvSpPr>
          <p:nvPr>
            <p:ph type="sldNum" sz="quarter" idx="12"/>
          </p:nvPr>
        </p:nvSpPr>
        <p:spPr/>
        <p:txBody>
          <a:bodyPr/>
          <a:lstStyle>
            <a:lvl1pPr>
              <a:defRPr/>
            </a:lvl1pPr>
          </a:lstStyle>
          <a:p>
            <a:pPr>
              <a:defRPr/>
            </a:pPr>
            <a:fld id="{9313243A-BD34-4AE6-B856-261649051BE5}" type="slidenum">
              <a:rPr lang="en-US" altLang="zh-CN"/>
            </a:fld>
            <a:endParaRPr lang="zh-CN"/>
          </a:p>
        </p:txBody>
      </p:sp>
    </p:spTree>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Shape 2"/>
          <p:cNvSpPr>
            <a:spLocks noGrp="1"/>
          </p:cNvSpPr>
          <p:nvPr>
            <p:ph type="dt" sz="half" idx="10"/>
          </p:nvPr>
        </p:nvSpPr>
        <p:spPr/>
        <p:txBody>
          <a:bodyPr/>
          <a:lstStyle>
            <a:lvl1pPr>
              <a:defRPr/>
            </a:lvl1pPr>
          </a:lstStyle>
          <a:p>
            <a:pPr>
              <a:defRPr/>
            </a:pPr>
            <a:fld id="{84C81A66-408C-4FF4-9F6A-BFA08FC30BF8}" type="datetime1">
              <a:rPr lang="zh-CN" altLang="en-US" smtClean="0"/>
            </a:fld>
            <a:endParaRPr lang="zh-CN"/>
          </a:p>
        </p:txBody>
      </p:sp>
      <p:sp>
        <p:nvSpPr>
          <p:cNvPr id="5" name="Shape 3"/>
          <p:cNvSpPr>
            <a:spLocks noGrp="1"/>
          </p:cNvSpPr>
          <p:nvPr>
            <p:ph type="ftr" sz="quarter" idx="11"/>
          </p:nvPr>
        </p:nvSpPr>
        <p:spPr/>
        <p:txBody>
          <a:bodyPr/>
          <a:lstStyle>
            <a:lvl1pPr>
              <a:defRPr/>
            </a:lvl1pPr>
          </a:lstStyle>
          <a:p>
            <a:pPr>
              <a:defRPr/>
            </a:pPr>
            <a:endParaRPr lang="zh-CN" altLang="zh-CN"/>
          </a:p>
        </p:txBody>
      </p:sp>
      <p:sp>
        <p:nvSpPr>
          <p:cNvPr id="6" name="Shape 4"/>
          <p:cNvSpPr>
            <a:spLocks noGrp="1"/>
          </p:cNvSpPr>
          <p:nvPr>
            <p:ph type="sldNum" sz="quarter" idx="12"/>
          </p:nvPr>
        </p:nvSpPr>
        <p:spPr/>
        <p:txBody>
          <a:bodyPr/>
          <a:lstStyle>
            <a:lvl1pPr>
              <a:defRPr/>
            </a:lvl1pPr>
          </a:lstStyle>
          <a:p>
            <a:pPr>
              <a:defRPr/>
            </a:pPr>
            <a:fld id="{A3BFE429-2BD2-4E7E-8AF3-F311CF4D4C9A}" type="slidenum">
              <a:rPr lang="en-US" altLang="zh-CN"/>
            </a:fld>
            <a:endParaRPr lang="zh-CN"/>
          </a:p>
        </p:txBody>
      </p:sp>
    </p:spTree>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Shape 2"/>
          <p:cNvSpPr>
            <a:spLocks noGrp="1"/>
          </p:cNvSpPr>
          <p:nvPr>
            <p:ph type="dt" sz="half" idx="10"/>
          </p:nvPr>
        </p:nvSpPr>
        <p:spPr/>
        <p:txBody>
          <a:bodyPr/>
          <a:lstStyle>
            <a:lvl1pPr>
              <a:defRPr/>
            </a:lvl1pPr>
          </a:lstStyle>
          <a:p>
            <a:pPr>
              <a:defRPr/>
            </a:pPr>
            <a:fld id="{70CD0802-0FFD-4FD7-A2A3-4920EB275C98}" type="datetime1">
              <a:rPr lang="zh-CN" altLang="en-US" smtClean="0"/>
            </a:fld>
            <a:endParaRPr lang="zh-CN"/>
          </a:p>
        </p:txBody>
      </p:sp>
      <p:sp>
        <p:nvSpPr>
          <p:cNvPr id="5" name="Shape 3"/>
          <p:cNvSpPr>
            <a:spLocks noGrp="1"/>
          </p:cNvSpPr>
          <p:nvPr>
            <p:ph type="ftr" sz="quarter" idx="11"/>
          </p:nvPr>
        </p:nvSpPr>
        <p:spPr/>
        <p:txBody>
          <a:bodyPr/>
          <a:lstStyle>
            <a:lvl1pPr>
              <a:defRPr/>
            </a:lvl1pPr>
          </a:lstStyle>
          <a:p>
            <a:pPr>
              <a:defRPr/>
            </a:pPr>
            <a:endParaRPr lang="zh-CN" altLang="zh-CN"/>
          </a:p>
        </p:txBody>
      </p:sp>
      <p:sp>
        <p:nvSpPr>
          <p:cNvPr id="6" name="Shape 4"/>
          <p:cNvSpPr>
            <a:spLocks noGrp="1"/>
          </p:cNvSpPr>
          <p:nvPr>
            <p:ph type="sldNum" sz="quarter" idx="12"/>
          </p:nvPr>
        </p:nvSpPr>
        <p:spPr/>
        <p:txBody>
          <a:bodyPr/>
          <a:lstStyle>
            <a:lvl1pPr>
              <a:defRPr/>
            </a:lvl1pPr>
          </a:lstStyle>
          <a:p>
            <a:pPr>
              <a:defRPr/>
            </a:pPr>
            <a:fld id="{EA446815-D003-4B4D-81DE-417DDEB21F81}" type="slidenum">
              <a:rPr lang="en-US" altLang="zh-CN"/>
            </a:fld>
            <a:endParaRPr lang="zh-CN"/>
          </a:p>
        </p:txBody>
      </p:sp>
    </p:spTree>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Shape 2"/>
          <p:cNvSpPr>
            <a:spLocks noGrp="1"/>
          </p:cNvSpPr>
          <p:nvPr>
            <p:ph type="dt" sz="half" idx="10"/>
          </p:nvPr>
        </p:nvSpPr>
        <p:spPr/>
        <p:txBody>
          <a:bodyPr/>
          <a:lstStyle>
            <a:lvl1pPr>
              <a:defRPr/>
            </a:lvl1pPr>
          </a:lstStyle>
          <a:p>
            <a:pPr>
              <a:defRPr/>
            </a:pPr>
            <a:fld id="{0D059D2B-2D81-46F1-97D8-8373E12161BD}" type="datetime1">
              <a:rPr lang="zh-CN" altLang="en-US" smtClean="0"/>
            </a:fld>
            <a:endParaRPr lang="zh-CN"/>
          </a:p>
        </p:txBody>
      </p:sp>
      <p:sp>
        <p:nvSpPr>
          <p:cNvPr id="5" name="Shape 3"/>
          <p:cNvSpPr>
            <a:spLocks noGrp="1"/>
          </p:cNvSpPr>
          <p:nvPr>
            <p:ph type="ftr" sz="quarter" idx="11"/>
          </p:nvPr>
        </p:nvSpPr>
        <p:spPr/>
        <p:txBody>
          <a:bodyPr/>
          <a:lstStyle>
            <a:lvl1pPr>
              <a:defRPr/>
            </a:lvl1pPr>
          </a:lstStyle>
          <a:p>
            <a:pPr>
              <a:defRPr/>
            </a:pPr>
            <a:endParaRPr lang="zh-CN" altLang="zh-CN"/>
          </a:p>
        </p:txBody>
      </p:sp>
      <p:sp>
        <p:nvSpPr>
          <p:cNvPr id="6" name="Shape 4"/>
          <p:cNvSpPr>
            <a:spLocks noGrp="1"/>
          </p:cNvSpPr>
          <p:nvPr>
            <p:ph type="sldNum" sz="quarter" idx="12"/>
          </p:nvPr>
        </p:nvSpPr>
        <p:spPr/>
        <p:txBody>
          <a:bodyPr/>
          <a:lstStyle>
            <a:lvl1pPr>
              <a:defRPr/>
            </a:lvl1pPr>
          </a:lstStyle>
          <a:p>
            <a:pPr>
              <a:defRPr/>
            </a:pPr>
            <a:fld id="{AA18B023-CEC7-4B30-BCAB-6FC0B49B049C}" type="slidenum">
              <a:rPr lang="en-US" altLang="zh-CN"/>
            </a:fld>
            <a:endParaRPr lang="zh-CN"/>
          </a:p>
        </p:txBody>
      </p:sp>
    </p:spTree>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85800" y="1295400"/>
            <a:ext cx="3924300" cy="48307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762500" y="1295400"/>
            <a:ext cx="3924300" cy="48307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Shape 2"/>
          <p:cNvSpPr>
            <a:spLocks noGrp="1"/>
          </p:cNvSpPr>
          <p:nvPr>
            <p:ph type="dt" sz="half" idx="10"/>
          </p:nvPr>
        </p:nvSpPr>
        <p:spPr/>
        <p:txBody>
          <a:bodyPr/>
          <a:lstStyle>
            <a:lvl1pPr>
              <a:defRPr/>
            </a:lvl1pPr>
          </a:lstStyle>
          <a:p>
            <a:pPr>
              <a:defRPr/>
            </a:pPr>
            <a:fld id="{52748A18-1DAF-4951-853A-54AA2B03CD4B}" type="datetime1">
              <a:rPr lang="zh-CN" altLang="en-US" smtClean="0"/>
            </a:fld>
            <a:endParaRPr lang="zh-CN"/>
          </a:p>
        </p:txBody>
      </p:sp>
      <p:sp>
        <p:nvSpPr>
          <p:cNvPr id="6" name="Shape 3"/>
          <p:cNvSpPr>
            <a:spLocks noGrp="1"/>
          </p:cNvSpPr>
          <p:nvPr>
            <p:ph type="ftr" sz="quarter" idx="11"/>
          </p:nvPr>
        </p:nvSpPr>
        <p:spPr/>
        <p:txBody>
          <a:bodyPr/>
          <a:lstStyle>
            <a:lvl1pPr>
              <a:defRPr/>
            </a:lvl1pPr>
          </a:lstStyle>
          <a:p>
            <a:pPr>
              <a:defRPr/>
            </a:pPr>
            <a:endParaRPr lang="zh-CN" altLang="zh-CN"/>
          </a:p>
        </p:txBody>
      </p:sp>
      <p:sp>
        <p:nvSpPr>
          <p:cNvPr id="7" name="Shape 4"/>
          <p:cNvSpPr>
            <a:spLocks noGrp="1"/>
          </p:cNvSpPr>
          <p:nvPr>
            <p:ph type="sldNum" sz="quarter" idx="12"/>
          </p:nvPr>
        </p:nvSpPr>
        <p:spPr/>
        <p:txBody>
          <a:bodyPr/>
          <a:lstStyle>
            <a:lvl1pPr>
              <a:defRPr/>
            </a:lvl1pPr>
          </a:lstStyle>
          <a:p>
            <a:pPr>
              <a:defRPr/>
            </a:pPr>
            <a:fld id="{7A86B31F-4409-4E30-A20D-309D2FE662DD}" type="slidenum">
              <a:rPr lang="en-US" altLang="zh-CN"/>
            </a:fld>
            <a:endParaRPr lang="zh-CN"/>
          </a:p>
        </p:txBody>
      </p:sp>
    </p:spTree>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Shape 2"/>
          <p:cNvSpPr>
            <a:spLocks noGrp="1"/>
          </p:cNvSpPr>
          <p:nvPr>
            <p:ph type="dt" sz="half" idx="10"/>
          </p:nvPr>
        </p:nvSpPr>
        <p:spPr/>
        <p:txBody>
          <a:bodyPr/>
          <a:lstStyle>
            <a:lvl1pPr>
              <a:defRPr/>
            </a:lvl1pPr>
          </a:lstStyle>
          <a:p>
            <a:pPr>
              <a:defRPr/>
            </a:pPr>
            <a:fld id="{14AF82EF-928D-47DA-9254-935CBD4A8741}" type="datetime1">
              <a:rPr lang="zh-CN" altLang="en-US" smtClean="0"/>
            </a:fld>
            <a:endParaRPr lang="zh-CN"/>
          </a:p>
        </p:txBody>
      </p:sp>
      <p:sp>
        <p:nvSpPr>
          <p:cNvPr id="8" name="Shape 3"/>
          <p:cNvSpPr>
            <a:spLocks noGrp="1"/>
          </p:cNvSpPr>
          <p:nvPr>
            <p:ph type="ftr" sz="quarter" idx="11"/>
          </p:nvPr>
        </p:nvSpPr>
        <p:spPr/>
        <p:txBody>
          <a:bodyPr/>
          <a:lstStyle>
            <a:lvl1pPr>
              <a:defRPr/>
            </a:lvl1pPr>
          </a:lstStyle>
          <a:p>
            <a:pPr>
              <a:defRPr/>
            </a:pPr>
            <a:endParaRPr lang="zh-CN" altLang="zh-CN"/>
          </a:p>
        </p:txBody>
      </p:sp>
      <p:sp>
        <p:nvSpPr>
          <p:cNvPr id="9" name="Shape 4"/>
          <p:cNvSpPr>
            <a:spLocks noGrp="1"/>
          </p:cNvSpPr>
          <p:nvPr>
            <p:ph type="sldNum" sz="quarter" idx="12"/>
          </p:nvPr>
        </p:nvSpPr>
        <p:spPr/>
        <p:txBody>
          <a:bodyPr/>
          <a:lstStyle>
            <a:lvl1pPr>
              <a:defRPr/>
            </a:lvl1pPr>
          </a:lstStyle>
          <a:p>
            <a:pPr>
              <a:defRPr/>
            </a:pPr>
            <a:fld id="{D7A29912-6B78-49A9-BF21-69384CC912FD}" type="slidenum">
              <a:rPr lang="en-US" altLang="zh-CN"/>
            </a:fld>
            <a:endParaRPr lang="zh-CN"/>
          </a:p>
        </p:txBody>
      </p:sp>
    </p:spTree>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Shape 2"/>
          <p:cNvSpPr>
            <a:spLocks noGrp="1"/>
          </p:cNvSpPr>
          <p:nvPr>
            <p:ph type="dt" sz="half" idx="10"/>
          </p:nvPr>
        </p:nvSpPr>
        <p:spPr/>
        <p:txBody>
          <a:bodyPr/>
          <a:lstStyle>
            <a:lvl1pPr>
              <a:defRPr/>
            </a:lvl1pPr>
          </a:lstStyle>
          <a:p>
            <a:pPr>
              <a:defRPr/>
            </a:pPr>
            <a:fld id="{2C88AF01-D8CE-425D-9474-74214E4A59E4}" type="datetime1">
              <a:rPr lang="zh-CN" altLang="en-US" smtClean="0"/>
            </a:fld>
            <a:endParaRPr lang="zh-CN"/>
          </a:p>
        </p:txBody>
      </p:sp>
      <p:sp>
        <p:nvSpPr>
          <p:cNvPr id="4" name="Shape 3"/>
          <p:cNvSpPr>
            <a:spLocks noGrp="1"/>
          </p:cNvSpPr>
          <p:nvPr>
            <p:ph type="ftr" sz="quarter" idx="11"/>
          </p:nvPr>
        </p:nvSpPr>
        <p:spPr/>
        <p:txBody>
          <a:bodyPr/>
          <a:lstStyle>
            <a:lvl1pPr>
              <a:defRPr/>
            </a:lvl1pPr>
          </a:lstStyle>
          <a:p>
            <a:pPr>
              <a:defRPr/>
            </a:pPr>
            <a:endParaRPr lang="zh-CN" altLang="zh-CN"/>
          </a:p>
        </p:txBody>
      </p:sp>
      <p:sp>
        <p:nvSpPr>
          <p:cNvPr id="5" name="Shape 4"/>
          <p:cNvSpPr>
            <a:spLocks noGrp="1"/>
          </p:cNvSpPr>
          <p:nvPr>
            <p:ph type="sldNum" sz="quarter" idx="12"/>
          </p:nvPr>
        </p:nvSpPr>
        <p:spPr/>
        <p:txBody>
          <a:bodyPr/>
          <a:lstStyle>
            <a:lvl1pPr>
              <a:defRPr/>
            </a:lvl1pPr>
          </a:lstStyle>
          <a:p>
            <a:pPr>
              <a:defRPr/>
            </a:pPr>
            <a:fld id="{40FA8689-9566-4D9B-B00A-D84D4F28804D}" type="slidenum">
              <a:rPr lang="en-US" altLang="zh-CN"/>
            </a:fld>
            <a:endParaRPr lang="zh-CN"/>
          </a:p>
        </p:txBody>
      </p:sp>
    </p:spTree>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Shape 2"/>
          <p:cNvSpPr>
            <a:spLocks noGrp="1"/>
          </p:cNvSpPr>
          <p:nvPr>
            <p:ph type="dt" sz="half" idx="10"/>
          </p:nvPr>
        </p:nvSpPr>
        <p:spPr/>
        <p:txBody>
          <a:bodyPr/>
          <a:lstStyle>
            <a:lvl1pPr>
              <a:defRPr/>
            </a:lvl1pPr>
          </a:lstStyle>
          <a:p>
            <a:pPr>
              <a:defRPr/>
            </a:pPr>
            <a:fld id="{D3972B54-84FE-4115-BD9A-6A10521AF70B}" type="datetime1">
              <a:rPr lang="zh-CN" altLang="en-US" smtClean="0"/>
            </a:fld>
            <a:endParaRPr lang="zh-CN"/>
          </a:p>
        </p:txBody>
      </p:sp>
      <p:sp>
        <p:nvSpPr>
          <p:cNvPr id="3" name="Shape 3"/>
          <p:cNvSpPr>
            <a:spLocks noGrp="1"/>
          </p:cNvSpPr>
          <p:nvPr>
            <p:ph type="ftr" sz="quarter" idx="11"/>
          </p:nvPr>
        </p:nvSpPr>
        <p:spPr/>
        <p:txBody>
          <a:bodyPr/>
          <a:lstStyle>
            <a:lvl1pPr>
              <a:defRPr/>
            </a:lvl1pPr>
          </a:lstStyle>
          <a:p>
            <a:pPr>
              <a:defRPr/>
            </a:pPr>
            <a:endParaRPr lang="zh-CN" altLang="zh-CN"/>
          </a:p>
        </p:txBody>
      </p:sp>
      <p:sp>
        <p:nvSpPr>
          <p:cNvPr id="4" name="Shape 4"/>
          <p:cNvSpPr>
            <a:spLocks noGrp="1"/>
          </p:cNvSpPr>
          <p:nvPr>
            <p:ph type="sldNum" sz="quarter" idx="12"/>
          </p:nvPr>
        </p:nvSpPr>
        <p:spPr/>
        <p:txBody>
          <a:bodyPr/>
          <a:lstStyle>
            <a:lvl1pPr>
              <a:defRPr/>
            </a:lvl1pPr>
          </a:lstStyle>
          <a:p>
            <a:pPr>
              <a:defRPr/>
            </a:pPr>
            <a:fld id="{32A4C250-6CA0-4819-9855-CD2C300A7112}" type="slidenum">
              <a:rPr lang="en-US" altLang="zh-CN"/>
            </a:fld>
            <a:endParaRPr lang="zh-CN"/>
          </a:p>
        </p:txBody>
      </p:sp>
    </p:spTree>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Shape 2"/>
          <p:cNvSpPr>
            <a:spLocks noGrp="1"/>
          </p:cNvSpPr>
          <p:nvPr>
            <p:ph type="dt" sz="half" idx="10"/>
          </p:nvPr>
        </p:nvSpPr>
        <p:spPr/>
        <p:txBody>
          <a:bodyPr/>
          <a:lstStyle>
            <a:lvl1pPr>
              <a:defRPr/>
            </a:lvl1pPr>
          </a:lstStyle>
          <a:p>
            <a:pPr>
              <a:defRPr/>
            </a:pPr>
            <a:fld id="{7B506831-DBEB-42C3-B36C-679D923F6929}" type="datetime1">
              <a:rPr lang="zh-CN" altLang="en-US" smtClean="0"/>
            </a:fld>
            <a:endParaRPr lang="zh-CN"/>
          </a:p>
        </p:txBody>
      </p:sp>
      <p:sp>
        <p:nvSpPr>
          <p:cNvPr id="6" name="Shape 3"/>
          <p:cNvSpPr>
            <a:spLocks noGrp="1"/>
          </p:cNvSpPr>
          <p:nvPr>
            <p:ph type="ftr" sz="quarter" idx="11"/>
          </p:nvPr>
        </p:nvSpPr>
        <p:spPr/>
        <p:txBody>
          <a:bodyPr/>
          <a:lstStyle>
            <a:lvl1pPr>
              <a:defRPr/>
            </a:lvl1pPr>
          </a:lstStyle>
          <a:p>
            <a:pPr>
              <a:defRPr/>
            </a:pPr>
            <a:endParaRPr lang="zh-CN" altLang="zh-CN"/>
          </a:p>
        </p:txBody>
      </p:sp>
      <p:sp>
        <p:nvSpPr>
          <p:cNvPr id="7" name="Shape 4"/>
          <p:cNvSpPr>
            <a:spLocks noGrp="1"/>
          </p:cNvSpPr>
          <p:nvPr>
            <p:ph type="sldNum" sz="quarter" idx="12"/>
          </p:nvPr>
        </p:nvSpPr>
        <p:spPr/>
        <p:txBody>
          <a:bodyPr/>
          <a:lstStyle>
            <a:lvl1pPr>
              <a:defRPr/>
            </a:lvl1pPr>
          </a:lstStyle>
          <a:p>
            <a:pPr>
              <a:defRPr/>
            </a:pPr>
            <a:fld id="{166F70EA-1489-4778-8511-55DB1BFBE554}" type="slidenum">
              <a:rPr lang="en-US" altLang="zh-CN"/>
            </a:fld>
            <a:endParaRPr lang="zh-CN"/>
          </a:p>
        </p:txBody>
      </p:sp>
    </p:spTree>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Shape 2"/>
          <p:cNvSpPr>
            <a:spLocks noGrp="1"/>
          </p:cNvSpPr>
          <p:nvPr>
            <p:ph type="dt" sz="half" idx="10"/>
          </p:nvPr>
        </p:nvSpPr>
        <p:spPr/>
        <p:txBody>
          <a:bodyPr/>
          <a:lstStyle>
            <a:lvl1pPr>
              <a:defRPr/>
            </a:lvl1pPr>
          </a:lstStyle>
          <a:p>
            <a:pPr>
              <a:defRPr/>
            </a:pPr>
            <a:fld id="{7034E272-FDDA-48C3-B3A6-5B4E4C5D7904}" type="datetime1">
              <a:rPr lang="zh-CN" altLang="en-US" smtClean="0"/>
            </a:fld>
            <a:endParaRPr lang="zh-CN"/>
          </a:p>
        </p:txBody>
      </p:sp>
      <p:sp>
        <p:nvSpPr>
          <p:cNvPr id="6" name="Shape 3"/>
          <p:cNvSpPr>
            <a:spLocks noGrp="1"/>
          </p:cNvSpPr>
          <p:nvPr>
            <p:ph type="ftr" sz="quarter" idx="11"/>
          </p:nvPr>
        </p:nvSpPr>
        <p:spPr/>
        <p:txBody>
          <a:bodyPr/>
          <a:lstStyle>
            <a:lvl1pPr>
              <a:defRPr/>
            </a:lvl1pPr>
          </a:lstStyle>
          <a:p>
            <a:pPr>
              <a:defRPr/>
            </a:pPr>
            <a:endParaRPr lang="zh-CN" altLang="zh-CN"/>
          </a:p>
        </p:txBody>
      </p:sp>
      <p:sp>
        <p:nvSpPr>
          <p:cNvPr id="7" name="Shape 4"/>
          <p:cNvSpPr>
            <a:spLocks noGrp="1"/>
          </p:cNvSpPr>
          <p:nvPr>
            <p:ph type="sldNum" sz="quarter" idx="12"/>
          </p:nvPr>
        </p:nvSpPr>
        <p:spPr/>
        <p:txBody>
          <a:bodyPr/>
          <a:lstStyle>
            <a:lvl1pPr>
              <a:defRPr/>
            </a:lvl1pPr>
          </a:lstStyle>
          <a:p>
            <a:pPr>
              <a:defRPr/>
            </a:pPr>
            <a:fld id="{8F8747D9-A519-42B8-B5B4-A287021045E5}" type="slidenum">
              <a:rPr lang="en-US" altLang="zh-CN"/>
            </a:fld>
            <a:endParaRPr lang="zh-CN"/>
          </a:p>
        </p:txBody>
      </p:sp>
    </p:spTree>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Shape 2"/>
          <p:cNvSpPr>
            <a:spLocks noGrp="1"/>
          </p:cNvSpPr>
          <p:nvPr>
            <p:ph type="dt" sz="half" idx="10"/>
          </p:nvPr>
        </p:nvSpPr>
        <p:spPr/>
        <p:txBody>
          <a:bodyPr/>
          <a:lstStyle>
            <a:lvl1pPr>
              <a:defRPr/>
            </a:lvl1pPr>
          </a:lstStyle>
          <a:p>
            <a:pPr>
              <a:defRPr/>
            </a:pPr>
            <a:fld id="{F2D5133C-3B4A-4FF4-ABA9-E34427E200CD}" type="datetime1">
              <a:rPr lang="zh-CN" altLang="en-US" smtClean="0"/>
            </a:fld>
            <a:endParaRPr lang="zh-CN"/>
          </a:p>
        </p:txBody>
      </p:sp>
      <p:sp>
        <p:nvSpPr>
          <p:cNvPr id="5" name="Shape 3"/>
          <p:cNvSpPr>
            <a:spLocks noGrp="1"/>
          </p:cNvSpPr>
          <p:nvPr>
            <p:ph type="ftr" sz="quarter" idx="11"/>
          </p:nvPr>
        </p:nvSpPr>
        <p:spPr/>
        <p:txBody>
          <a:bodyPr/>
          <a:lstStyle>
            <a:lvl1pPr>
              <a:defRPr/>
            </a:lvl1pPr>
          </a:lstStyle>
          <a:p>
            <a:pPr>
              <a:defRPr/>
            </a:pPr>
            <a:endParaRPr lang="zh-CN" altLang="zh-CN"/>
          </a:p>
        </p:txBody>
      </p:sp>
      <p:sp>
        <p:nvSpPr>
          <p:cNvPr id="6" name="Shape 4"/>
          <p:cNvSpPr>
            <a:spLocks noGrp="1"/>
          </p:cNvSpPr>
          <p:nvPr>
            <p:ph type="sldNum" sz="quarter" idx="12"/>
          </p:nvPr>
        </p:nvSpPr>
        <p:spPr/>
        <p:txBody>
          <a:bodyPr/>
          <a:lstStyle>
            <a:lvl1pPr>
              <a:defRPr/>
            </a:lvl1pPr>
          </a:lstStyle>
          <a:p>
            <a:pPr>
              <a:defRPr/>
            </a:pPr>
            <a:fld id="{F34F7A90-2A55-4269-80C0-C4D0D1BA574A}" type="slidenum">
              <a:rPr lang="en-US" altLang="zh-CN"/>
            </a:fld>
            <a:endParaRPr lang="zh-CN"/>
          </a:p>
        </p:txBody>
      </p:sp>
    </p:spTree>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142875"/>
            <a:ext cx="2000250" cy="598328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85800" y="142875"/>
            <a:ext cx="5848350" cy="598328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Shape 2"/>
          <p:cNvSpPr>
            <a:spLocks noGrp="1"/>
          </p:cNvSpPr>
          <p:nvPr>
            <p:ph type="dt" sz="half" idx="10"/>
          </p:nvPr>
        </p:nvSpPr>
        <p:spPr/>
        <p:txBody>
          <a:bodyPr/>
          <a:lstStyle>
            <a:lvl1pPr>
              <a:defRPr/>
            </a:lvl1pPr>
          </a:lstStyle>
          <a:p>
            <a:pPr>
              <a:defRPr/>
            </a:pPr>
            <a:fld id="{393FC8E9-8B9B-44BC-9B3C-5B8A4F6B9567}" type="datetime1">
              <a:rPr lang="zh-CN" altLang="en-US" smtClean="0"/>
            </a:fld>
            <a:endParaRPr lang="zh-CN"/>
          </a:p>
        </p:txBody>
      </p:sp>
      <p:sp>
        <p:nvSpPr>
          <p:cNvPr id="5" name="Shape 3"/>
          <p:cNvSpPr>
            <a:spLocks noGrp="1"/>
          </p:cNvSpPr>
          <p:nvPr>
            <p:ph type="ftr" sz="quarter" idx="11"/>
          </p:nvPr>
        </p:nvSpPr>
        <p:spPr/>
        <p:txBody>
          <a:bodyPr/>
          <a:lstStyle>
            <a:lvl1pPr>
              <a:defRPr/>
            </a:lvl1pPr>
          </a:lstStyle>
          <a:p>
            <a:pPr>
              <a:defRPr/>
            </a:pPr>
            <a:endParaRPr lang="zh-CN" altLang="zh-CN"/>
          </a:p>
        </p:txBody>
      </p:sp>
      <p:sp>
        <p:nvSpPr>
          <p:cNvPr id="6" name="Shape 4"/>
          <p:cNvSpPr>
            <a:spLocks noGrp="1"/>
          </p:cNvSpPr>
          <p:nvPr>
            <p:ph type="sldNum" sz="quarter" idx="12"/>
          </p:nvPr>
        </p:nvSpPr>
        <p:spPr/>
        <p:txBody>
          <a:bodyPr/>
          <a:lstStyle>
            <a:lvl1pPr>
              <a:defRPr/>
            </a:lvl1pPr>
          </a:lstStyle>
          <a:p>
            <a:pPr>
              <a:defRPr/>
            </a:pPr>
            <a:fld id="{6D888E99-0A7E-4514-A2E6-DA9C65E96C51}" type="slidenum">
              <a:rPr lang="en-US" altLang="zh-CN"/>
            </a:fld>
            <a:endParaRPr lang="zh-CN"/>
          </a:p>
        </p:txBody>
      </p:sp>
    </p:spTree>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85800" y="1295400"/>
            <a:ext cx="3924300" cy="48307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762500" y="1295400"/>
            <a:ext cx="3924300" cy="48307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142875"/>
            <a:ext cx="2000250" cy="598328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85800" y="142875"/>
            <a:ext cx="5848350" cy="598328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Shape 4"/>
          <p:cNvSpPr>
            <a:spLocks noGrp="1"/>
          </p:cNvSpPr>
          <p:nvPr>
            <p:ph type="dt" sz="half" idx="10"/>
          </p:nvPr>
        </p:nvSpPr>
        <p:spPr/>
        <p:txBody>
          <a:bodyPr/>
          <a:lstStyle>
            <a:lvl1pPr>
              <a:defRPr/>
            </a:lvl1pPr>
          </a:lstStyle>
          <a:p>
            <a:pPr>
              <a:defRPr/>
            </a:pPr>
            <a:fld id="{7AD5557D-9EBE-4ADC-90DB-A5BA8C472B39}" type="datetime1">
              <a:rPr lang="zh-CN" altLang="en-US" smtClean="0"/>
            </a:fld>
            <a:endParaRPr lang="zh-CN"/>
          </a:p>
        </p:txBody>
      </p:sp>
      <p:sp>
        <p:nvSpPr>
          <p:cNvPr id="5" name="Shape 5"/>
          <p:cNvSpPr>
            <a:spLocks noGrp="1"/>
          </p:cNvSpPr>
          <p:nvPr>
            <p:ph type="ftr" sz="quarter" idx="11"/>
          </p:nvPr>
        </p:nvSpPr>
        <p:spPr/>
        <p:txBody>
          <a:bodyPr/>
          <a:lstStyle>
            <a:lvl1pPr>
              <a:defRPr/>
            </a:lvl1pPr>
          </a:lstStyle>
          <a:p>
            <a:pPr>
              <a:defRPr/>
            </a:pPr>
            <a:endParaRPr lang="zh-CN" altLang="zh-CN"/>
          </a:p>
        </p:txBody>
      </p:sp>
      <p:sp>
        <p:nvSpPr>
          <p:cNvPr id="6" name="Shape 6"/>
          <p:cNvSpPr>
            <a:spLocks noGrp="1"/>
          </p:cNvSpPr>
          <p:nvPr>
            <p:ph type="sldNum" sz="quarter" idx="12"/>
          </p:nvPr>
        </p:nvSpPr>
        <p:spPr/>
        <p:txBody>
          <a:bodyPr/>
          <a:lstStyle>
            <a:lvl1pPr>
              <a:defRPr/>
            </a:lvl1pPr>
          </a:lstStyle>
          <a:p>
            <a:pPr>
              <a:defRPr/>
            </a:pPr>
            <a:fld id="{31D9F336-59F0-482A-89B4-6DBF10FB3003}" type="slidenum">
              <a:rPr lang="en-US" altLang="zh-CN"/>
            </a:fld>
            <a:endParaRPr lang="zh-CN"/>
          </a:p>
        </p:txBody>
      </p:sp>
    </p:spTree>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Shape 4"/>
          <p:cNvSpPr>
            <a:spLocks noGrp="1"/>
          </p:cNvSpPr>
          <p:nvPr>
            <p:ph type="dt" sz="half" idx="10"/>
          </p:nvPr>
        </p:nvSpPr>
        <p:spPr/>
        <p:txBody>
          <a:bodyPr/>
          <a:lstStyle>
            <a:lvl1pPr>
              <a:defRPr/>
            </a:lvl1pPr>
          </a:lstStyle>
          <a:p>
            <a:pPr>
              <a:defRPr/>
            </a:pPr>
            <a:fld id="{0EDCC283-8FDE-4C29-9AD9-FDEE11441F47}" type="datetime1">
              <a:rPr lang="zh-CN" altLang="en-US" smtClean="0"/>
            </a:fld>
            <a:endParaRPr lang="zh-CN"/>
          </a:p>
        </p:txBody>
      </p:sp>
      <p:sp>
        <p:nvSpPr>
          <p:cNvPr id="5" name="Shape 5"/>
          <p:cNvSpPr>
            <a:spLocks noGrp="1"/>
          </p:cNvSpPr>
          <p:nvPr>
            <p:ph type="ftr" sz="quarter" idx="11"/>
          </p:nvPr>
        </p:nvSpPr>
        <p:spPr/>
        <p:txBody>
          <a:bodyPr/>
          <a:lstStyle>
            <a:lvl1pPr>
              <a:defRPr/>
            </a:lvl1pPr>
          </a:lstStyle>
          <a:p>
            <a:pPr>
              <a:defRPr/>
            </a:pPr>
            <a:endParaRPr lang="zh-CN" altLang="zh-CN"/>
          </a:p>
        </p:txBody>
      </p:sp>
      <p:sp>
        <p:nvSpPr>
          <p:cNvPr id="6" name="Shape 6"/>
          <p:cNvSpPr>
            <a:spLocks noGrp="1"/>
          </p:cNvSpPr>
          <p:nvPr>
            <p:ph type="sldNum" sz="quarter" idx="12"/>
          </p:nvPr>
        </p:nvSpPr>
        <p:spPr/>
        <p:txBody>
          <a:bodyPr/>
          <a:lstStyle>
            <a:lvl1pPr>
              <a:defRPr/>
            </a:lvl1pPr>
          </a:lstStyle>
          <a:p>
            <a:pPr>
              <a:defRPr/>
            </a:pPr>
            <a:fld id="{7F78EDED-1E5E-4297-AD65-7E7AD904AB62}" type="slidenum">
              <a:rPr lang="en-US" altLang="zh-CN"/>
            </a:fld>
            <a:endParaRPr lang="zh-CN"/>
          </a:p>
        </p:txBody>
      </p:sp>
    </p:spTree>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Shape 4"/>
          <p:cNvSpPr>
            <a:spLocks noGrp="1"/>
          </p:cNvSpPr>
          <p:nvPr>
            <p:ph type="dt" sz="half" idx="10"/>
          </p:nvPr>
        </p:nvSpPr>
        <p:spPr/>
        <p:txBody>
          <a:bodyPr/>
          <a:lstStyle>
            <a:lvl1pPr>
              <a:defRPr/>
            </a:lvl1pPr>
          </a:lstStyle>
          <a:p>
            <a:pPr>
              <a:defRPr/>
            </a:pPr>
            <a:fld id="{16A57C3B-B309-4F9E-86E9-D4E4DB418777}" type="datetime1">
              <a:rPr lang="zh-CN" altLang="en-US" smtClean="0"/>
            </a:fld>
            <a:endParaRPr lang="zh-CN"/>
          </a:p>
        </p:txBody>
      </p:sp>
      <p:sp>
        <p:nvSpPr>
          <p:cNvPr id="5" name="Shape 5"/>
          <p:cNvSpPr>
            <a:spLocks noGrp="1"/>
          </p:cNvSpPr>
          <p:nvPr>
            <p:ph type="ftr" sz="quarter" idx="11"/>
          </p:nvPr>
        </p:nvSpPr>
        <p:spPr/>
        <p:txBody>
          <a:bodyPr/>
          <a:lstStyle>
            <a:lvl1pPr>
              <a:defRPr/>
            </a:lvl1pPr>
          </a:lstStyle>
          <a:p>
            <a:pPr>
              <a:defRPr/>
            </a:pPr>
            <a:endParaRPr lang="zh-CN" altLang="zh-CN"/>
          </a:p>
        </p:txBody>
      </p:sp>
      <p:sp>
        <p:nvSpPr>
          <p:cNvPr id="6" name="Shape 6"/>
          <p:cNvSpPr>
            <a:spLocks noGrp="1"/>
          </p:cNvSpPr>
          <p:nvPr>
            <p:ph type="sldNum" sz="quarter" idx="12"/>
          </p:nvPr>
        </p:nvSpPr>
        <p:spPr/>
        <p:txBody>
          <a:bodyPr/>
          <a:lstStyle>
            <a:lvl1pPr>
              <a:defRPr/>
            </a:lvl1pPr>
          </a:lstStyle>
          <a:p>
            <a:pPr>
              <a:defRPr/>
            </a:pPr>
            <a:fld id="{0C9A847C-6112-492B-B441-076C3D04A2FD}" type="slidenum">
              <a:rPr lang="en-US" altLang="zh-CN"/>
            </a:fld>
            <a:endParaRPr lang="zh-CN"/>
          </a:p>
        </p:txBody>
      </p:sp>
    </p:spTree>
  </p:cSld>
  <p:clrMapOvr>
    <a:masterClrMapping/>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85800" y="1295400"/>
            <a:ext cx="3924300" cy="48307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762500" y="1295400"/>
            <a:ext cx="3924300" cy="48307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Shape 4"/>
          <p:cNvSpPr>
            <a:spLocks noGrp="1"/>
          </p:cNvSpPr>
          <p:nvPr>
            <p:ph type="dt" sz="half" idx="10"/>
          </p:nvPr>
        </p:nvSpPr>
        <p:spPr/>
        <p:txBody>
          <a:bodyPr/>
          <a:lstStyle>
            <a:lvl1pPr>
              <a:defRPr/>
            </a:lvl1pPr>
          </a:lstStyle>
          <a:p>
            <a:pPr>
              <a:defRPr/>
            </a:pPr>
            <a:fld id="{FDDE3D6D-EAF9-46D4-8234-2FA0E59598D3}" type="datetime1">
              <a:rPr lang="zh-CN" altLang="en-US" smtClean="0"/>
            </a:fld>
            <a:endParaRPr lang="zh-CN"/>
          </a:p>
        </p:txBody>
      </p:sp>
      <p:sp>
        <p:nvSpPr>
          <p:cNvPr id="6" name="Shape 5"/>
          <p:cNvSpPr>
            <a:spLocks noGrp="1"/>
          </p:cNvSpPr>
          <p:nvPr>
            <p:ph type="ftr" sz="quarter" idx="11"/>
          </p:nvPr>
        </p:nvSpPr>
        <p:spPr/>
        <p:txBody>
          <a:bodyPr/>
          <a:lstStyle>
            <a:lvl1pPr>
              <a:defRPr/>
            </a:lvl1pPr>
          </a:lstStyle>
          <a:p>
            <a:pPr>
              <a:defRPr/>
            </a:pPr>
            <a:endParaRPr lang="zh-CN" altLang="zh-CN"/>
          </a:p>
        </p:txBody>
      </p:sp>
      <p:sp>
        <p:nvSpPr>
          <p:cNvPr id="7" name="Shape 6"/>
          <p:cNvSpPr>
            <a:spLocks noGrp="1"/>
          </p:cNvSpPr>
          <p:nvPr>
            <p:ph type="sldNum" sz="quarter" idx="12"/>
          </p:nvPr>
        </p:nvSpPr>
        <p:spPr/>
        <p:txBody>
          <a:bodyPr/>
          <a:lstStyle>
            <a:lvl1pPr>
              <a:defRPr/>
            </a:lvl1pPr>
          </a:lstStyle>
          <a:p>
            <a:pPr>
              <a:defRPr/>
            </a:pPr>
            <a:fld id="{F40F8C87-1E1F-43C5-9946-4CE9489A178D}" type="slidenum">
              <a:rPr lang="en-US" altLang="zh-CN"/>
            </a:fld>
            <a:endParaRPr lang="zh-CN"/>
          </a:p>
        </p:txBody>
      </p:sp>
    </p:spTree>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Shape 4"/>
          <p:cNvSpPr>
            <a:spLocks noGrp="1"/>
          </p:cNvSpPr>
          <p:nvPr>
            <p:ph type="dt" sz="half" idx="10"/>
          </p:nvPr>
        </p:nvSpPr>
        <p:spPr/>
        <p:txBody>
          <a:bodyPr/>
          <a:lstStyle>
            <a:lvl1pPr>
              <a:defRPr/>
            </a:lvl1pPr>
          </a:lstStyle>
          <a:p>
            <a:pPr>
              <a:defRPr/>
            </a:pPr>
            <a:fld id="{A070AB29-7A49-4E8B-A451-78848684D100}" type="datetime1">
              <a:rPr lang="zh-CN" altLang="en-US" smtClean="0"/>
            </a:fld>
            <a:endParaRPr lang="zh-CN"/>
          </a:p>
        </p:txBody>
      </p:sp>
      <p:sp>
        <p:nvSpPr>
          <p:cNvPr id="8" name="Shape 5"/>
          <p:cNvSpPr>
            <a:spLocks noGrp="1"/>
          </p:cNvSpPr>
          <p:nvPr>
            <p:ph type="ftr" sz="quarter" idx="11"/>
          </p:nvPr>
        </p:nvSpPr>
        <p:spPr/>
        <p:txBody>
          <a:bodyPr/>
          <a:lstStyle>
            <a:lvl1pPr>
              <a:defRPr/>
            </a:lvl1pPr>
          </a:lstStyle>
          <a:p>
            <a:pPr>
              <a:defRPr/>
            </a:pPr>
            <a:endParaRPr lang="zh-CN" altLang="zh-CN"/>
          </a:p>
        </p:txBody>
      </p:sp>
      <p:sp>
        <p:nvSpPr>
          <p:cNvPr id="9" name="Shape 6"/>
          <p:cNvSpPr>
            <a:spLocks noGrp="1"/>
          </p:cNvSpPr>
          <p:nvPr>
            <p:ph type="sldNum" sz="quarter" idx="12"/>
          </p:nvPr>
        </p:nvSpPr>
        <p:spPr/>
        <p:txBody>
          <a:bodyPr/>
          <a:lstStyle>
            <a:lvl1pPr>
              <a:defRPr/>
            </a:lvl1pPr>
          </a:lstStyle>
          <a:p>
            <a:pPr>
              <a:defRPr/>
            </a:pPr>
            <a:fld id="{2B72D64B-0BE4-4742-A8B9-A304F06B22E0}" type="slidenum">
              <a:rPr lang="en-US" altLang="zh-CN"/>
            </a:fld>
            <a:endParaRPr lang="zh-CN"/>
          </a:p>
        </p:txBody>
      </p:sp>
    </p:spTree>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Shape 4"/>
          <p:cNvSpPr>
            <a:spLocks noGrp="1"/>
          </p:cNvSpPr>
          <p:nvPr>
            <p:ph type="dt" sz="half" idx="10"/>
          </p:nvPr>
        </p:nvSpPr>
        <p:spPr/>
        <p:txBody>
          <a:bodyPr/>
          <a:lstStyle>
            <a:lvl1pPr>
              <a:defRPr/>
            </a:lvl1pPr>
          </a:lstStyle>
          <a:p>
            <a:pPr>
              <a:defRPr/>
            </a:pPr>
            <a:fld id="{F815360B-3CBA-4896-B72A-A43C4790319E}" type="datetime1">
              <a:rPr lang="zh-CN" altLang="en-US" smtClean="0"/>
            </a:fld>
            <a:endParaRPr lang="zh-CN"/>
          </a:p>
        </p:txBody>
      </p:sp>
      <p:sp>
        <p:nvSpPr>
          <p:cNvPr id="4" name="Shape 5"/>
          <p:cNvSpPr>
            <a:spLocks noGrp="1"/>
          </p:cNvSpPr>
          <p:nvPr>
            <p:ph type="ftr" sz="quarter" idx="11"/>
          </p:nvPr>
        </p:nvSpPr>
        <p:spPr/>
        <p:txBody>
          <a:bodyPr/>
          <a:lstStyle>
            <a:lvl1pPr>
              <a:defRPr/>
            </a:lvl1pPr>
          </a:lstStyle>
          <a:p>
            <a:pPr>
              <a:defRPr/>
            </a:pPr>
            <a:endParaRPr lang="zh-CN" altLang="zh-CN"/>
          </a:p>
        </p:txBody>
      </p:sp>
      <p:sp>
        <p:nvSpPr>
          <p:cNvPr id="5" name="Shape 6"/>
          <p:cNvSpPr>
            <a:spLocks noGrp="1"/>
          </p:cNvSpPr>
          <p:nvPr>
            <p:ph type="sldNum" sz="quarter" idx="12"/>
          </p:nvPr>
        </p:nvSpPr>
        <p:spPr/>
        <p:txBody>
          <a:bodyPr/>
          <a:lstStyle>
            <a:lvl1pPr>
              <a:defRPr/>
            </a:lvl1pPr>
          </a:lstStyle>
          <a:p>
            <a:pPr>
              <a:defRPr/>
            </a:pPr>
            <a:fld id="{D576F301-CFF3-448A-A34B-0B2D4EBA7374}" type="slidenum">
              <a:rPr lang="en-US" altLang="zh-CN"/>
            </a:fld>
            <a:endParaRPr lang="zh-CN"/>
          </a:p>
        </p:txBody>
      </p:sp>
    </p:spTree>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Shape 4"/>
          <p:cNvSpPr>
            <a:spLocks noGrp="1"/>
          </p:cNvSpPr>
          <p:nvPr>
            <p:ph type="dt" sz="half" idx="10"/>
          </p:nvPr>
        </p:nvSpPr>
        <p:spPr/>
        <p:txBody>
          <a:bodyPr/>
          <a:lstStyle>
            <a:lvl1pPr>
              <a:defRPr/>
            </a:lvl1pPr>
          </a:lstStyle>
          <a:p>
            <a:pPr>
              <a:defRPr/>
            </a:pPr>
            <a:fld id="{77DD5D69-9CB5-4C3D-8D66-235B98313827}" type="datetime1">
              <a:rPr lang="zh-CN" altLang="en-US" smtClean="0"/>
            </a:fld>
            <a:endParaRPr lang="zh-CN"/>
          </a:p>
        </p:txBody>
      </p:sp>
      <p:sp>
        <p:nvSpPr>
          <p:cNvPr id="3" name="Shape 5"/>
          <p:cNvSpPr>
            <a:spLocks noGrp="1"/>
          </p:cNvSpPr>
          <p:nvPr>
            <p:ph type="ftr" sz="quarter" idx="11"/>
          </p:nvPr>
        </p:nvSpPr>
        <p:spPr/>
        <p:txBody>
          <a:bodyPr/>
          <a:lstStyle>
            <a:lvl1pPr>
              <a:defRPr/>
            </a:lvl1pPr>
          </a:lstStyle>
          <a:p>
            <a:pPr>
              <a:defRPr/>
            </a:pPr>
            <a:endParaRPr lang="zh-CN" altLang="zh-CN"/>
          </a:p>
        </p:txBody>
      </p:sp>
      <p:sp>
        <p:nvSpPr>
          <p:cNvPr id="4" name="Shape 6"/>
          <p:cNvSpPr>
            <a:spLocks noGrp="1"/>
          </p:cNvSpPr>
          <p:nvPr>
            <p:ph type="sldNum" sz="quarter" idx="12"/>
          </p:nvPr>
        </p:nvSpPr>
        <p:spPr/>
        <p:txBody>
          <a:bodyPr/>
          <a:lstStyle>
            <a:lvl1pPr>
              <a:defRPr/>
            </a:lvl1pPr>
          </a:lstStyle>
          <a:p>
            <a:pPr>
              <a:defRPr/>
            </a:pPr>
            <a:fld id="{C35DA879-F92A-4EE7-ACCF-648DD92CC083}" type="slidenum">
              <a:rPr lang="en-US" altLang="zh-CN"/>
            </a:fld>
            <a:endParaRPr lang="zh-CN"/>
          </a:p>
        </p:txBody>
      </p:sp>
    </p:spTree>
  </p:cSld>
  <p:clrMapOvr>
    <a:masterClrMapping/>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Shape 4"/>
          <p:cNvSpPr>
            <a:spLocks noGrp="1"/>
          </p:cNvSpPr>
          <p:nvPr>
            <p:ph type="dt" sz="half" idx="10"/>
          </p:nvPr>
        </p:nvSpPr>
        <p:spPr/>
        <p:txBody>
          <a:bodyPr/>
          <a:lstStyle>
            <a:lvl1pPr>
              <a:defRPr/>
            </a:lvl1pPr>
          </a:lstStyle>
          <a:p>
            <a:pPr>
              <a:defRPr/>
            </a:pPr>
            <a:fld id="{6145BF4F-D4AE-4280-B008-69793E604782}" type="datetime1">
              <a:rPr lang="zh-CN" altLang="en-US" smtClean="0"/>
            </a:fld>
            <a:endParaRPr lang="zh-CN"/>
          </a:p>
        </p:txBody>
      </p:sp>
      <p:sp>
        <p:nvSpPr>
          <p:cNvPr id="6" name="Shape 5"/>
          <p:cNvSpPr>
            <a:spLocks noGrp="1"/>
          </p:cNvSpPr>
          <p:nvPr>
            <p:ph type="ftr" sz="quarter" idx="11"/>
          </p:nvPr>
        </p:nvSpPr>
        <p:spPr/>
        <p:txBody>
          <a:bodyPr/>
          <a:lstStyle>
            <a:lvl1pPr>
              <a:defRPr/>
            </a:lvl1pPr>
          </a:lstStyle>
          <a:p>
            <a:pPr>
              <a:defRPr/>
            </a:pPr>
            <a:endParaRPr lang="zh-CN" altLang="zh-CN"/>
          </a:p>
        </p:txBody>
      </p:sp>
      <p:sp>
        <p:nvSpPr>
          <p:cNvPr id="7" name="Shape 6"/>
          <p:cNvSpPr>
            <a:spLocks noGrp="1"/>
          </p:cNvSpPr>
          <p:nvPr>
            <p:ph type="sldNum" sz="quarter" idx="12"/>
          </p:nvPr>
        </p:nvSpPr>
        <p:spPr/>
        <p:txBody>
          <a:bodyPr/>
          <a:lstStyle>
            <a:lvl1pPr>
              <a:defRPr/>
            </a:lvl1pPr>
          </a:lstStyle>
          <a:p>
            <a:pPr>
              <a:defRPr/>
            </a:pPr>
            <a:fld id="{1D499D58-796A-493D-BCD5-9517133C8350}" type="slidenum">
              <a:rPr lang="en-US" altLang="zh-CN"/>
            </a:fld>
            <a:endParaRPr lang="zh-CN"/>
          </a:p>
        </p:txBody>
      </p:sp>
    </p:spTree>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Shape 4"/>
          <p:cNvSpPr>
            <a:spLocks noGrp="1"/>
          </p:cNvSpPr>
          <p:nvPr>
            <p:ph type="dt" sz="half" idx="10"/>
          </p:nvPr>
        </p:nvSpPr>
        <p:spPr/>
        <p:txBody>
          <a:bodyPr/>
          <a:lstStyle>
            <a:lvl1pPr>
              <a:defRPr/>
            </a:lvl1pPr>
          </a:lstStyle>
          <a:p>
            <a:pPr>
              <a:defRPr/>
            </a:pPr>
            <a:fld id="{A16D768E-E479-49FD-8CB9-C5BE6C65E37D}" type="datetime1">
              <a:rPr lang="zh-CN" altLang="en-US" smtClean="0"/>
            </a:fld>
            <a:endParaRPr lang="zh-CN"/>
          </a:p>
        </p:txBody>
      </p:sp>
      <p:sp>
        <p:nvSpPr>
          <p:cNvPr id="6" name="Shape 5"/>
          <p:cNvSpPr>
            <a:spLocks noGrp="1"/>
          </p:cNvSpPr>
          <p:nvPr>
            <p:ph type="ftr" sz="quarter" idx="11"/>
          </p:nvPr>
        </p:nvSpPr>
        <p:spPr/>
        <p:txBody>
          <a:bodyPr/>
          <a:lstStyle>
            <a:lvl1pPr>
              <a:defRPr/>
            </a:lvl1pPr>
          </a:lstStyle>
          <a:p>
            <a:pPr>
              <a:defRPr/>
            </a:pPr>
            <a:endParaRPr lang="zh-CN" altLang="zh-CN"/>
          </a:p>
        </p:txBody>
      </p:sp>
      <p:sp>
        <p:nvSpPr>
          <p:cNvPr id="7" name="Shape 6"/>
          <p:cNvSpPr>
            <a:spLocks noGrp="1"/>
          </p:cNvSpPr>
          <p:nvPr>
            <p:ph type="sldNum" sz="quarter" idx="12"/>
          </p:nvPr>
        </p:nvSpPr>
        <p:spPr/>
        <p:txBody>
          <a:bodyPr/>
          <a:lstStyle>
            <a:lvl1pPr>
              <a:defRPr/>
            </a:lvl1pPr>
          </a:lstStyle>
          <a:p>
            <a:pPr>
              <a:defRPr/>
            </a:pPr>
            <a:fld id="{A59368D3-EFEF-4858-9072-82533338AB52}" type="slidenum">
              <a:rPr lang="en-US" altLang="zh-CN"/>
            </a:fld>
            <a:endParaRPr lang="zh-CN"/>
          </a:p>
        </p:txBody>
      </p:sp>
    </p:spTree>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Shape 4"/>
          <p:cNvSpPr>
            <a:spLocks noGrp="1"/>
          </p:cNvSpPr>
          <p:nvPr>
            <p:ph type="dt" sz="half" idx="10"/>
          </p:nvPr>
        </p:nvSpPr>
        <p:spPr/>
        <p:txBody>
          <a:bodyPr/>
          <a:lstStyle>
            <a:lvl1pPr>
              <a:defRPr/>
            </a:lvl1pPr>
          </a:lstStyle>
          <a:p>
            <a:pPr>
              <a:defRPr/>
            </a:pPr>
            <a:fld id="{F6171934-5BE2-4866-93A7-4AE277380E78}" type="datetime1">
              <a:rPr lang="zh-CN" altLang="en-US" smtClean="0"/>
            </a:fld>
            <a:endParaRPr lang="zh-CN"/>
          </a:p>
        </p:txBody>
      </p:sp>
      <p:sp>
        <p:nvSpPr>
          <p:cNvPr id="5" name="Shape 5"/>
          <p:cNvSpPr>
            <a:spLocks noGrp="1"/>
          </p:cNvSpPr>
          <p:nvPr>
            <p:ph type="ftr" sz="quarter" idx="11"/>
          </p:nvPr>
        </p:nvSpPr>
        <p:spPr/>
        <p:txBody>
          <a:bodyPr/>
          <a:lstStyle>
            <a:lvl1pPr>
              <a:defRPr/>
            </a:lvl1pPr>
          </a:lstStyle>
          <a:p>
            <a:pPr>
              <a:defRPr/>
            </a:pPr>
            <a:endParaRPr lang="zh-CN" altLang="zh-CN"/>
          </a:p>
        </p:txBody>
      </p:sp>
      <p:sp>
        <p:nvSpPr>
          <p:cNvPr id="6" name="Shape 6"/>
          <p:cNvSpPr>
            <a:spLocks noGrp="1"/>
          </p:cNvSpPr>
          <p:nvPr>
            <p:ph type="sldNum" sz="quarter" idx="12"/>
          </p:nvPr>
        </p:nvSpPr>
        <p:spPr/>
        <p:txBody>
          <a:bodyPr/>
          <a:lstStyle>
            <a:lvl1pPr>
              <a:defRPr/>
            </a:lvl1pPr>
          </a:lstStyle>
          <a:p>
            <a:pPr>
              <a:defRPr/>
            </a:pPr>
            <a:fld id="{27B4E4A2-78B2-4222-86E6-749E31E11C1B}" type="slidenum">
              <a:rPr lang="en-US" altLang="zh-CN"/>
            </a:fld>
            <a:endParaRPr lang="zh-CN"/>
          </a:p>
        </p:txBody>
      </p:sp>
    </p:spTree>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142875"/>
            <a:ext cx="2000250" cy="598328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85800" y="142875"/>
            <a:ext cx="5848350" cy="598328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Shape 4"/>
          <p:cNvSpPr>
            <a:spLocks noGrp="1"/>
          </p:cNvSpPr>
          <p:nvPr>
            <p:ph type="dt" sz="half" idx="10"/>
          </p:nvPr>
        </p:nvSpPr>
        <p:spPr/>
        <p:txBody>
          <a:bodyPr/>
          <a:lstStyle>
            <a:lvl1pPr>
              <a:defRPr/>
            </a:lvl1pPr>
          </a:lstStyle>
          <a:p>
            <a:pPr>
              <a:defRPr/>
            </a:pPr>
            <a:fld id="{1CD6B797-711D-4B52-BF69-3E21DBBBD55B}" type="datetime1">
              <a:rPr lang="zh-CN" altLang="en-US" smtClean="0"/>
            </a:fld>
            <a:endParaRPr lang="zh-CN"/>
          </a:p>
        </p:txBody>
      </p:sp>
      <p:sp>
        <p:nvSpPr>
          <p:cNvPr id="5" name="Shape 5"/>
          <p:cNvSpPr>
            <a:spLocks noGrp="1"/>
          </p:cNvSpPr>
          <p:nvPr>
            <p:ph type="ftr" sz="quarter" idx="11"/>
          </p:nvPr>
        </p:nvSpPr>
        <p:spPr/>
        <p:txBody>
          <a:bodyPr/>
          <a:lstStyle>
            <a:lvl1pPr>
              <a:defRPr/>
            </a:lvl1pPr>
          </a:lstStyle>
          <a:p>
            <a:pPr>
              <a:defRPr/>
            </a:pPr>
            <a:endParaRPr lang="zh-CN" altLang="zh-CN"/>
          </a:p>
        </p:txBody>
      </p:sp>
      <p:sp>
        <p:nvSpPr>
          <p:cNvPr id="6" name="Shape 6"/>
          <p:cNvSpPr>
            <a:spLocks noGrp="1"/>
          </p:cNvSpPr>
          <p:nvPr>
            <p:ph type="sldNum" sz="quarter" idx="12"/>
          </p:nvPr>
        </p:nvSpPr>
        <p:spPr/>
        <p:txBody>
          <a:bodyPr/>
          <a:lstStyle>
            <a:lvl1pPr>
              <a:defRPr/>
            </a:lvl1pPr>
          </a:lstStyle>
          <a:p>
            <a:pPr>
              <a:defRPr/>
            </a:pPr>
            <a:fld id="{BECE410C-FA34-4C15-8C92-565FF81E79C6}" type="slidenum">
              <a:rPr lang="en-US" altLang="zh-CN"/>
            </a:fld>
            <a:endParaRPr lang="zh-CN"/>
          </a:p>
        </p:txBody>
      </p:sp>
    </p:spTree>
  </p:cSld>
  <p:clrMapOvr>
    <a:masterClrMapping/>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Shape 4"/>
          <p:cNvSpPr>
            <a:spLocks noGrp="1"/>
          </p:cNvSpPr>
          <p:nvPr>
            <p:ph type="dt" sz="half" idx="10"/>
          </p:nvPr>
        </p:nvSpPr>
        <p:spPr/>
        <p:txBody>
          <a:bodyPr/>
          <a:lstStyle>
            <a:lvl1pPr>
              <a:defRPr/>
            </a:lvl1pPr>
          </a:lstStyle>
          <a:p>
            <a:pPr>
              <a:defRPr/>
            </a:pPr>
            <a:fld id="{EC613689-2FAF-40D6-9EF3-7BF260AA308D}" type="datetime1">
              <a:rPr lang="zh-CN" altLang="en-US" smtClean="0"/>
            </a:fld>
            <a:endParaRPr lang="zh-CN"/>
          </a:p>
        </p:txBody>
      </p:sp>
      <p:sp>
        <p:nvSpPr>
          <p:cNvPr id="5" name="Shape 5"/>
          <p:cNvSpPr>
            <a:spLocks noGrp="1"/>
          </p:cNvSpPr>
          <p:nvPr>
            <p:ph type="ftr" sz="quarter" idx="11"/>
          </p:nvPr>
        </p:nvSpPr>
        <p:spPr/>
        <p:txBody>
          <a:bodyPr/>
          <a:lstStyle>
            <a:lvl1pPr>
              <a:defRPr/>
            </a:lvl1pPr>
          </a:lstStyle>
          <a:p>
            <a:pPr>
              <a:defRPr/>
            </a:pPr>
            <a:endParaRPr lang="zh-CN" altLang="zh-CN"/>
          </a:p>
        </p:txBody>
      </p:sp>
      <p:sp>
        <p:nvSpPr>
          <p:cNvPr id="6" name="Shape 6"/>
          <p:cNvSpPr>
            <a:spLocks noGrp="1"/>
          </p:cNvSpPr>
          <p:nvPr>
            <p:ph type="sldNum" sz="quarter" idx="12"/>
          </p:nvPr>
        </p:nvSpPr>
        <p:spPr/>
        <p:txBody>
          <a:bodyPr/>
          <a:lstStyle>
            <a:lvl1pPr>
              <a:defRPr/>
            </a:lvl1pPr>
          </a:lstStyle>
          <a:p>
            <a:pPr>
              <a:defRPr/>
            </a:pPr>
            <a:fld id="{A7E87833-B6A9-44C6-A302-3B4FC97381E6}" type="slidenum">
              <a:rPr lang="en-US" altLang="zh-CN"/>
            </a:fld>
            <a:endParaRPr lang="zh-CN"/>
          </a:p>
        </p:txBody>
      </p:sp>
    </p:spTree>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Shape 4"/>
          <p:cNvSpPr>
            <a:spLocks noGrp="1"/>
          </p:cNvSpPr>
          <p:nvPr>
            <p:ph type="dt" sz="half" idx="10"/>
          </p:nvPr>
        </p:nvSpPr>
        <p:spPr/>
        <p:txBody>
          <a:bodyPr/>
          <a:lstStyle>
            <a:lvl1pPr>
              <a:defRPr/>
            </a:lvl1pPr>
          </a:lstStyle>
          <a:p>
            <a:pPr>
              <a:defRPr/>
            </a:pPr>
            <a:fld id="{154D8FA0-DE01-4827-83C2-95D0ADA32B10}" type="datetime1">
              <a:rPr lang="zh-CN" altLang="en-US" smtClean="0"/>
            </a:fld>
            <a:endParaRPr lang="zh-CN"/>
          </a:p>
        </p:txBody>
      </p:sp>
      <p:sp>
        <p:nvSpPr>
          <p:cNvPr id="5" name="Shape 5"/>
          <p:cNvSpPr>
            <a:spLocks noGrp="1"/>
          </p:cNvSpPr>
          <p:nvPr>
            <p:ph type="ftr" sz="quarter" idx="11"/>
          </p:nvPr>
        </p:nvSpPr>
        <p:spPr/>
        <p:txBody>
          <a:bodyPr/>
          <a:lstStyle>
            <a:lvl1pPr>
              <a:defRPr/>
            </a:lvl1pPr>
          </a:lstStyle>
          <a:p>
            <a:pPr>
              <a:defRPr/>
            </a:pPr>
            <a:endParaRPr lang="zh-CN" altLang="zh-CN"/>
          </a:p>
        </p:txBody>
      </p:sp>
      <p:sp>
        <p:nvSpPr>
          <p:cNvPr id="6" name="Shape 6"/>
          <p:cNvSpPr>
            <a:spLocks noGrp="1"/>
          </p:cNvSpPr>
          <p:nvPr>
            <p:ph type="sldNum" sz="quarter" idx="12"/>
          </p:nvPr>
        </p:nvSpPr>
        <p:spPr/>
        <p:txBody>
          <a:bodyPr/>
          <a:lstStyle>
            <a:lvl1pPr>
              <a:defRPr/>
            </a:lvl1pPr>
          </a:lstStyle>
          <a:p>
            <a:pPr>
              <a:defRPr/>
            </a:pPr>
            <a:fld id="{35BE4739-2C46-4A9C-8B59-40B27F356192}" type="slidenum">
              <a:rPr lang="en-US" altLang="zh-CN"/>
            </a:fld>
            <a:endParaRPr lang="zh-CN"/>
          </a:p>
        </p:txBody>
      </p:sp>
    </p:spTree>
  </p:cSld>
  <p:clrMapOvr>
    <a:masterClrMapping/>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Shape 4"/>
          <p:cNvSpPr>
            <a:spLocks noGrp="1"/>
          </p:cNvSpPr>
          <p:nvPr>
            <p:ph type="dt" sz="half" idx="10"/>
          </p:nvPr>
        </p:nvSpPr>
        <p:spPr/>
        <p:txBody>
          <a:bodyPr/>
          <a:lstStyle>
            <a:lvl1pPr>
              <a:defRPr/>
            </a:lvl1pPr>
          </a:lstStyle>
          <a:p>
            <a:pPr>
              <a:defRPr/>
            </a:pPr>
            <a:fld id="{770C0CB2-E4A3-452A-ACFB-0013BD64C670}" type="datetime1">
              <a:rPr lang="zh-CN" altLang="en-US" smtClean="0"/>
            </a:fld>
            <a:endParaRPr lang="zh-CN"/>
          </a:p>
        </p:txBody>
      </p:sp>
      <p:sp>
        <p:nvSpPr>
          <p:cNvPr id="5" name="Shape 5"/>
          <p:cNvSpPr>
            <a:spLocks noGrp="1"/>
          </p:cNvSpPr>
          <p:nvPr>
            <p:ph type="ftr" sz="quarter" idx="11"/>
          </p:nvPr>
        </p:nvSpPr>
        <p:spPr/>
        <p:txBody>
          <a:bodyPr/>
          <a:lstStyle>
            <a:lvl1pPr>
              <a:defRPr/>
            </a:lvl1pPr>
          </a:lstStyle>
          <a:p>
            <a:pPr>
              <a:defRPr/>
            </a:pPr>
            <a:endParaRPr lang="zh-CN" altLang="zh-CN"/>
          </a:p>
        </p:txBody>
      </p:sp>
      <p:sp>
        <p:nvSpPr>
          <p:cNvPr id="6" name="Shape 6"/>
          <p:cNvSpPr>
            <a:spLocks noGrp="1"/>
          </p:cNvSpPr>
          <p:nvPr>
            <p:ph type="sldNum" sz="quarter" idx="12"/>
          </p:nvPr>
        </p:nvSpPr>
        <p:spPr/>
        <p:txBody>
          <a:bodyPr/>
          <a:lstStyle>
            <a:lvl1pPr>
              <a:defRPr/>
            </a:lvl1pPr>
          </a:lstStyle>
          <a:p>
            <a:pPr>
              <a:defRPr/>
            </a:pPr>
            <a:fld id="{F11B6536-A9EA-44C2-B7A5-BBBB20D25775}" type="slidenum">
              <a:rPr lang="en-US" altLang="zh-CN"/>
            </a:fld>
            <a:endParaRPr lang="zh-CN"/>
          </a:p>
        </p:txBody>
      </p:sp>
    </p:spTree>
  </p:cSld>
  <p:clrMapOvr>
    <a:masterClrMapping/>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85800" y="1295400"/>
            <a:ext cx="3924300" cy="48307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762500" y="1295400"/>
            <a:ext cx="3924300" cy="48307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Shape 4"/>
          <p:cNvSpPr>
            <a:spLocks noGrp="1"/>
          </p:cNvSpPr>
          <p:nvPr>
            <p:ph type="dt" sz="half" idx="10"/>
          </p:nvPr>
        </p:nvSpPr>
        <p:spPr/>
        <p:txBody>
          <a:bodyPr/>
          <a:lstStyle>
            <a:lvl1pPr>
              <a:defRPr/>
            </a:lvl1pPr>
          </a:lstStyle>
          <a:p>
            <a:pPr>
              <a:defRPr/>
            </a:pPr>
            <a:fld id="{9A89860B-9183-4F0B-9170-6E38CA618049}" type="datetime1">
              <a:rPr lang="zh-CN" altLang="en-US" smtClean="0"/>
            </a:fld>
            <a:endParaRPr lang="zh-CN"/>
          </a:p>
        </p:txBody>
      </p:sp>
      <p:sp>
        <p:nvSpPr>
          <p:cNvPr id="6" name="Shape 5"/>
          <p:cNvSpPr>
            <a:spLocks noGrp="1"/>
          </p:cNvSpPr>
          <p:nvPr>
            <p:ph type="ftr" sz="quarter" idx="11"/>
          </p:nvPr>
        </p:nvSpPr>
        <p:spPr/>
        <p:txBody>
          <a:bodyPr/>
          <a:lstStyle>
            <a:lvl1pPr>
              <a:defRPr/>
            </a:lvl1pPr>
          </a:lstStyle>
          <a:p>
            <a:pPr>
              <a:defRPr/>
            </a:pPr>
            <a:endParaRPr lang="zh-CN" altLang="zh-CN"/>
          </a:p>
        </p:txBody>
      </p:sp>
      <p:sp>
        <p:nvSpPr>
          <p:cNvPr id="7" name="Shape 6"/>
          <p:cNvSpPr>
            <a:spLocks noGrp="1"/>
          </p:cNvSpPr>
          <p:nvPr>
            <p:ph type="sldNum" sz="quarter" idx="12"/>
          </p:nvPr>
        </p:nvSpPr>
        <p:spPr/>
        <p:txBody>
          <a:bodyPr/>
          <a:lstStyle>
            <a:lvl1pPr>
              <a:defRPr/>
            </a:lvl1pPr>
          </a:lstStyle>
          <a:p>
            <a:pPr>
              <a:defRPr/>
            </a:pPr>
            <a:fld id="{001707C6-F855-4C6E-A6F9-C62AAEC9A624}" type="slidenum">
              <a:rPr lang="en-US" altLang="zh-CN"/>
            </a:fld>
            <a:endParaRPr lang="zh-CN"/>
          </a:p>
        </p:txBody>
      </p:sp>
    </p:spTree>
  </p:cSld>
  <p:clrMapOvr>
    <a:masterClrMapping/>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Shape 4"/>
          <p:cNvSpPr>
            <a:spLocks noGrp="1"/>
          </p:cNvSpPr>
          <p:nvPr>
            <p:ph type="dt" sz="half" idx="10"/>
          </p:nvPr>
        </p:nvSpPr>
        <p:spPr/>
        <p:txBody>
          <a:bodyPr/>
          <a:lstStyle>
            <a:lvl1pPr>
              <a:defRPr/>
            </a:lvl1pPr>
          </a:lstStyle>
          <a:p>
            <a:pPr>
              <a:defRPr/>
            </a:pPr>
            <a:fld id="{DDA76C31-2D0D-4C9D-94CA-B8DA93D24118}" type="datetime1">
              <a:rPr lang="zh-CN" altLang="en-US" smtClean="0"/>
            </a:fld>
            <a:endParaRPr lang="zh-CN"/>
          </a:p>
        </p:txBody>
      </p:sp>
      <p:sp>
        <p:nvSpPr>
          <p:cNvPr id="8" name="Shape 5"/>
          <p:cNvSpPr>
            <a:spLocks noGrp="1"/>
          </p:cNvSpPr>
          <p:nvPr>
            <p:ph type="ftr" sz="quarter" idx="11"/>
          </p:nvPr>
        </p:nvSpPr>
        <p:spPr/>
        <p:txBody>
          <a:bodyPr/>
          <a:lstStyle>
            <a:lvl1pPr>
              <a:defRPr/>
            </a:lvl1pPr>
          </a:lstStyle>
          <a:p>
            <a:pPr>
              <a:defRPr/>
            </a:pPr>
            <a:endParaRPr lang="zh-CN" altLang="zh-CN"/>
          </a:p>
        </p:txBody>
      </p:sp>
      <p:sp>
        <p:nvSpPr>
          <p:cNvPr id="9" name="Shape 6"/>
          <p:cNvSpPr>
            <a:spLocks noGrp="1"/>
          </p:cNvSpPr>
          <p:nvPr>
            <p:ph type="sldNum" sz="quarter" idx="12"/>
          </p:nvPr>
        </p:nvSpPr>
        <p:spPr/>
        <p:txBody>
          <a:bodyPr/>
          <a:lstStyle>
            <a:lvl1pPr>
              <a:defRPr/>
            </a:lvl1pPr>
          </a:lstStyle>
          <a:p>
            <a:pPr>
              <a:defRPr/>
            </a:pPr>
            <a:fld id="{F8B03AA1-10E7-4412-9FAF-74DF722A1095}" type="slidenum">
              <a:rPr lang="en-US" altLang="zh-CN"/>
            </a:fld>
            <a:endParaRPr lang="zh-CN"/>
          </a:p>
        </p:txBody>
      </p:sp>
    </p:spTree>
  </p:cSld>
  <p:clrMapOvr>
    <a:masterClrMapping/>
  </p:clrMapOvr>
  <p:transition>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Shape 4"/>
          <p:cNvSpPr>
            <a:spLocks noGrp="1"/>
          </p:cNvSpPr>
          <p:nvPr>
            <p:ph type="dt" sz="half" idx="10"/>
          </p:nvPr>
        </p:nvSpPr>
        <p:spPr/>
        <p:txBody>
          <a:bodyPr/>
          <a:lstStyle>
            <a:lvl1pPr>
              <a:defRPr/>
            </a:lvl1pPr>
          </a:lstStyle>
          <a:p>
            <a:pPr>
              <a:defRPr/>
            </a:pPr>
            <a:fld id="{B7AC12D0-C902-4B6C-B7E2-B250744E0958}" type="datetime1">
              <a:rPr lang="zh-CN" altLang="en-US" smtClean="0"/>
            </a:fld>
            <a:endParaRPr lang="zh-CN"/>
          </a:p>
        </p:txBody>
      </p:sp>
      <p:sp>
        <p:nvSpPr>
          <p:cNvPr id="4" name="Shape 5"/>
          <p:cNvSpPr>
            <a:spLocks noGrp="1"/>
          </p:cNvSpPr>
          <p:nvPr>
            <p:ph type="ftr" sz="quarter" idx="11"/>
          </p:nvPr>
        </p:nvSpPr>
        <p:spPr/>
        <p:txBody>
          <a:bodyPr/>
          <a:lstStyle>
            <a:lvl1pPr>
              <a:defRPr/>
            </a:lvl1pPr>
          </a:lstStyle>
          <a:p>
            <a:pPr>
              <a:defRPr/>
            </a:pPr>
            <a:endParaRPr lang="zh-CN" altLang="zh-CN"/>
          </a:p>
        </p:txBody>
      </p:sp>
      <p:sp>
        <p:nvSpPr>
          <p:cNvPr id="5" name="Shape 6"/>
          <p:cNvSpPr>
            <a:spLocks noGrp="1"/>
          </p:cNvSpPr>
          <p:nvPr>
            <p:ph type="sldNum" sz="quarter" idx="12"/>
          </p:nvPr>
        </p:nvSpPr>
        <p:spPr/>
        <p:txBody>
          <a:bodyPr/>
          <a:lstStyle>
            <a:lvl1pPr>
              <a:defRPr/>
            </a:lvl1pPr>
          </a:lstStyle>
          <a:p>
            <a:pPr>
              <a:defRPr/>
            </a:pPr>
            <a:fld id="{0E657DCA-CFF7-4D1B-8D6D-9B464E377701}" type="slidenum">
              <a:rPr lang="en-US" altLang="zh-CN"/>
            </a:fld>
            <a:endParaRPr lang="zh-CN"/>
          </a:p>
        </p:txBody>
      </p:sp>
    </p:spTree>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Shape 4"/>
          <p:cNvSpPr>
            <a:spLocks noGrp="1"/>
          </p:cNvSpPr>
          <p:nvPr>
            <p:ph type="dt" sz="half" idx="10"/>
          </p:nvPr>
        </p:nvSpPr>
        <p:spPr/>
        <p:txBody>
          <a:bodyPr/>
          <a:lstStyle>
            <a:lvl1pPr>
              <a:defRPr/>
            </a:lvl1pPr>
          </a:lstStyle>
          <a:p>
            <a:pPr>
              <a:defRPr/>
            </a:pPr>
            <a:fld id="{C9ED74E9-C857-46E9-A901-53676780CF41}" type="datetime1">
              <a:rPr lang="zh-CN" altLang="en-US" smtClean="0"/>
            </a:fld>
            <a:endParaRPr lang="zh-CN"/>
          </a:p>
        </p:txBody>
      </p:sp>
      <p:sp>
        <p:nvSpPr>
          <p:cNvPr id="3" name="Shape 5"/>
          <p:cNvSpPr>
            <a:spLocks noGrp="1"/>
          </p:cNvSpPr>
          <p:nvPr>
            <p:ph type="ftr" sz="quarter" idx="11"/>
          </p:nvPr>
        </p:nvSpPr>
        <p:spPr/>
        <p:txBody>
          <a:bodyPr/>
          <a:lstStyle>
            <a:lvl1pPr>
              <a:defRPr/>
            </a:lvl1pPr>
          </a:lstStyle>
          <a:p>
            <a:pPr>
              <a:defRPr/>
            </a:pPr>
            <a:endParaRPr lang="zh-CN" altLang="zh-CN"/>
          </a:p>
        </p:txBody>
      </p:sp>
      <p:sp>
        <p:nvSpPr>
          <p:cNvPr id="4" name="Shape 6"/>
          <p:cNvSpPr>
            <a:spLocks noGrp="1"/>
          </p:cNvSpPr>
          <p:nvPr>
            <p:ph type="sldNum" sz="quarter" idx="12"/>
          </p:nvPr>
        </p:nvSpPr>
        <p:spPr/>
        <p:txBody>
          <a:bodyPr/>
          <a:lstStyle>
            <a:lvl1pPr>
              <a:defRPr/>
            </a:lvl1pPr>
          </a:lstStyle>
          <a:p>
            <a:pPr>
              <a:defRPr/>
            </a:pPr>
            <a:fld id="{0F17E5FE-4044-4331-A3F5-7A7B70DE8567}" type="slidenum">
              <a:rPr lang="en-US" altLang="zh-CN"/>
            </a:fld>
            <a:endParaRPr lang="zh-CN"/>
          </a:p>
        </p:txBody>
      </p:sp>
    </p:spTree>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Shape 4"/>
          <p:cNvSpPr>
            <a:spLocks noGrp="1"/>
          </p:cNvSpPr>
          <p:nvPr>
            <p:ph type="dt" sz="half" idx="10"/>
          </p:nvPr>
        </p:nvSpPr>
        <p:spPr/>
        <p:txBody>
          <a:bodyPr/>
          <a:lstStyle>
            <a:lvl1pPr>
              <a:defRPr/>
            </a:lvl1pPr>
          </a:lstStyle>
          <a:p>
            <a:pPr>
              <a:defRPr/>
            </a:pPr>
            <a:fld id="{49AFAF18-FB48-4860-96D0-91FE7F6F939A}" type="datetime1">
              <a:rPr lang="zh-CN" altLang="en-US" smtClean="0"/>
            </a:fld>
            <a:endParaRPr lang="zh-CN"/>
          </a:p>
        </p:txBody>
      </p:sp>
      <p:sp>
        <p:nvSpPr>
          <p:cNvPr id="6" name="Shape 5"/>
          <p:cNvSpPr>
            <a:spLocks noGrp="1"/>
          </p:cNvSpPr>
          <p:nvPr>
            <p:ph type="ftr" sz="quarter" idx="11"/>
          </p:nvPr>
        </p:nvSpPr>
        <p:spPr/>
        <p:txBody>
          <a:bodyPr/>
          <a:lstStyle>
            <a:lvl1pPr>
              <a:defRPr/>
            </a:lvl1pPr>
          </a:lstStyle>
          <a:p>
            <a:pPr>
              <a:defRPr/>
            </a:pPr>
            <a:endParaRPr lang="zh-CN" altLang="zh-CN"/>
          </a:p>
        </p:txBody>
      </p:sp>
      <p:sp>
        <p:nvSpPr>
          <p:cNvPr id="7" name="Shape 6"/>
          <p:cNvSpPr>
            <a:spLocks noGrp="1"/>
          </p:cNvSpPr>
          <p:nvPr>
            <p:ph type="sldNum" sz="quarter" idx="12"/>
          </p:nvPr>
        </p:nvSpPr>
        <p:spPr/>
        <p:txBody>
          <a:bodyPr/>
          <a:lstStyle>
            <a:lvl1pPr>
              <a:defRPr/>
            </a:lvl1pPr>
          </a:lstStyle>
          <a:p>
            <a:pPr>
              <a:defRPr/>
            </a:pPr>
            <a:fld id="{A2440A23-D286-4749-AEB0-8F8C2F0158DA}" type="slidenum">
              <a:rPr lang="en-US" altLang="zh-CN"/>
            </a:fld>
            <a:endParaRPr lang="zh-CN"/>
          </a:p>
        </p:txBody>
      </p:sp>
    </p:spTree>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Shape 4"/>
          <p:cNvSpPr>
            <a:spLocks noGrp="1"/>
          </p:cNvSpPr>
          <p:nvPr>
            <p:ph type="dt" sz="half" idx="10"/>
          </p:nvPr>
        </p:nvSpPr>
        <p:spPr/>
        <p:txBody>
          <a:bodyPr/>
          <a:lstStyle>
            <a:lvl1pPr>
              <a:defRPr/>
            </a:lvl1pPr>
          </a:lstStyle>
          <a:p>
            <a:pPr>
              <a:defRPr/>
            </a:pPr>
            <a:fld id="{393BED9E-CF01-42FC-94A0-9A7A51B7DB62}" type="datetime1">
              <a:rPr lang="zh-CN" altLang="en-US" smtClean="0"/>
            </a:fld>
            <a:endParaRPr lang="zh-CN"/>
          </a:p>
        </p:txBody>
      </p:sp>
      <p:sp>
        <p:nvSpPr>
          <p:cNvPr id="6" name="Shape 5"/>
          <p:cNvSpPr>
            <a:spLocks noGrp="1"/>
          </p:cNvSpPr>
          <p:nvPr>
            <p:ph type="ftr" sz="quarter" idx="11"/>
          </p:nvPr>
        </p:nvSpPr>
        <p:spPr/>
        <p:txBody>
          <a:bodyPr/>
          <a:lstStyle>
            <a:lvl1pPr>
              <a:defRPr/>
            </a:lvl1pPr>
          </a:lstStyle>
          <a:p>
            <a:pPr>
              <a:defRPr/>
            </a:pPr>
            <a:endParaRPr lang="zh-CN" altLang="zh-CN"/>
          </a:p>
        </p:txBody>
      </p:sp>
      <p:sp>
        <p:nvSpPr>
          <p:cNvPr id="7" name="Shape 6"/>
          <p:cNvSpPr>
            <a:spLocks noGrp="1"/>
          </p:cNvSpPr>
          <p:nvPr>
            <p:ph type="sldNum" sz="quarter" idx="12"/>
          </p:nvPr>
        </p:nvSpPr>
        <p:spPr/>
        <p:txBody>
          <a:bodyPr/>
          <a:lstStyle>
            <a:lvl1pPr>
              <a:defRPr/>
            </a:lvl1pPr>
          </a:lstStyle>
          <a:p>
            <a:pPr>
              <a:defRPr/>
            </a:pPr>
            <a:fld id="{9201FD75-DCD1-43FE-B9B3-7884F84C54D7}" type="slidenum">
              <a:rPr lang="en-US" altLang="zh-CN"/>
            </a:fld>
            <a:endParaRPr lang="zh-CN"/>
          </a:p>
        </p:txBody>
      </p:sp>
    </p:spTree>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Shape 4"/>
          <p:cNvSpPr>
            <a:spLocks noGrp="1"/>
          </p:cNvSpPr>
          <p:nvPr>
            <p:ph type="dt" sz="half" idx="10"/>
          </p:nvPr>
        </p:nvSpPr>
        <p:spPr/>
        <p:txBody>
          <a:bodyPr/>
          <a:lstStyle>
            <a:lvl1pPr>
              <a:defRPr/>
            </a:lvl1pPr>
          </a:lstStyle>
          <a:p>
            <a:pPr>
              <a:defRPr/>
            </a:pPr>
            <a:fld id="{548E92D1-9228-4D95-B604-104370B6C6C5}" type="datetime1">
              <a:rPr lang="zh-CN" altLang="en-US" smtClean="0"/>
            </a:fld>
            <a:endParaRPr lang="zh-CN"/>
          </a:p>
        </p:txBody>
      </p:sp>
      <p:sp>
        <p:nvSpPr>
          <p:cNvPr id="5" name="Shape 5"/>
          <p:cNvSpPr>
            <a:spLocks noGrp="1"/>
          </p:cNvSpPr>
          <p:nvPr>
            <p:ph type="ftr" sz="quarter" idx="11"/>
          </p:nvPr>
        </p:nvSpPr>
        <p:spPr/>
        <p:txBody>
          <a:bodyPr/>
          <a:lstStyle>
            <a:lvl1pPr>
              <a:defRPr/>
            </a:lvl1pPr>
          </a:lstStyle>
          <a:p>
            <a:pPr>
              <a:defRPr/>
            </a:pPr>
            <a:endParaRPr lang="zh-CN" altLang="zh-CN"/>
          </a:p>
        </p:txBody>
      </p:sp>
      <p:sp>
        <p:nvSpPr>
          <p:cNvPr id="6" name="Shape 6"/>
          <p:cNvSpPr>
            <a:spLocks noGrp="1"/>
          </p:cNvSpPr>
          <p:nvPr>
            <p:ph type="sldNum" sz="quarter" idx="12"/>
          </p:nvPr>
        </p:nvSpPr>
        <p:spPr/>
        <p:txBody>
          <a:bodyPr/>
          <a:lstStyle>
            <a:lvl1pPr>
              <a:defRPr/>
            </a:lvl1pPr>
          </a:lstStyle>
          <a:p>
            <a:pPr>
              <a:defRPr/>
            </a:pPr>
            <a:fld id="{4187063E-739B-48C5-9100-8B410CE6C143}" type="slidenum">
              <a:rPr lang="en-US" altLang="zh-CN"/>
            </a:fld>
            <a:endParaRPr lang="zh-CN"/>
          </a:p>
        </p:txBody>
      </p:sp>
    </p:spTree>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142875"/>
            <a:ext cx="2000250" cy="598328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85800" y="142875"/>
            <a:ext cx="5848350" cy="598328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Shape 4"/>
          <p:cNvSpPr>
            <a:spLocks noGrp="1"/>
          </p:cNvSpPr>
          <p:nvPr>
            <p:ph type="dt" sz="half" idx="10"/>
          </p:nvPr>
        </p:nvSpPr>
        <p:spPr/>
        <p:txBody>
          <a:bodyPr/>
          <a:lstStyle>
            <a:lvl1pPr>
              <a:defRPr/>
            </a:lvl1pPr>
          </a:lstStyle>
          <a:p>
            <a:pPr>
              <a:defRPr/>
            </a:pPr>
            <a:fld id="{B4C0C059-50A2-4230-9B41-234252E6FA0D}" type="datetime1">
              <a:rPr lang="zh-CN" altLang="en-US" smtClean="0"/>
            </a:fld>
            <a:endParaRPr lang="zh-CN"/>
          </a:p>
        </p:txBody>
      </p:sp>
      <p:sp>
        <p:nvSpPr>
          <p:cNvPr id="5" name="Shape 5"/>
          <p:cNvSpPr>
            <a:spLocks noGrp="1"/>
          </p:cNvSpPr>
          <p:nvPr>
            <p:ph type="ftr" sz="quarter" idx="11"/>
          </p:nvPr>
        </p:nvSpPr>
        <p:spPr/>
        <p:txBody>
          <a:bodyPr/>
          <a:lstStyle>
            <a:lvl1pPr>
              <a:defRPr/>
            </a:lvl1pPr>
          </a:lstStyle>
          <a:p>
            <a:pPr>
              <a:defRPr/>
            </a:pPr>
            <a:endParaRPr lang="zh-CN" altLang="zh-CN"/>
          </a:p>
        </p:txBody>
      </p:sp>
      <p:sp>
        <p:nvSpPr>
          <p:cNvPr id="6" name="Shape 6"/>
          <p:cNvSpPr>
            <a:spLocks noGrp="1"/>
          </p:cNvSpPr>
          <p:nvPr>
            <p:ph type="sldNum" sz="quarter" idx="12"/>
          </p:nvPr>
        </p:nvSpPr>
        <p:spPr/>
        <p:txBody>
          <a:bodyPr/>
          <a:lstStyle>
            <a:lvl1pPr>
              <a:defRPr/>
            </a:lvl1pPr>
          </a:lstStyle>
          <a:p>
            <a:pPr>
              <a:defRPr/>
            </a:pPr>
            <a:fld id="{A6E6786B-C4CB-45D6-B8D5-06FB5F8E28D9}" type="slidenum">
              <a:rPr lang="en-US" altLang="zh-CN"/>
            </a:fld>
            <a:endParaRPr lang="zh-CN"/>
          </a:p>
        </p:txBody>
      </p:sp>
    </p:spTree>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Ref idx="1003">
        <a:schemeClr val="bg1"/>
      </p:bgRef>
    </p:bg>
    <p:spTree>
      <p:nvGrpSpPr>
        <p:cNvPr id="1" name=""/>
        <p:cNvGrpSpPr/>
        <p:nvPr/>
      </p:nvGrpSpPr>
      <p:grpSpPr>
        <a:xfrm>
          <a:off x="0" y="0"/>
          <a:ext cx="0" cy="0"/>
          <a:chOff x="0" y="0"/>
          <a:chExt cx="0" cy="0"/>
        </a:xfrm>
      </p:grpSpPr>
      <p:sp>
        <p:nvSpPr>
          <p:cNvPr id="4" name="矩形 3"/>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useBgFill="1">
        <p:nvSpPr>
          <p:cNvPr id="5" name="圆角矩形 4"/>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defRPr/>
            </a:pPr>
            <a:endParaRPr lang="en-US"/>
          </a:p>
        </p:txBody>
      </p:sp>
      <p:sp>
        <p:nvSpPr>
          <p:cNvPr id="6" name="矩形 5"/>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矩形 6"/>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0" name="矩形 9"/>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副标题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8" name="标题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zh-CN" altLang="en-US"/>
              <a:t>单击此处编辑母版标题样式</a:t>
            </a:r>
            <a:endParaRPr lang="en-US"/>
          </a:p>
        </p:txBody>
      </p:sp>
      <p:sp>
        <p:nvSpPr>
          <p:cNvPr id="11" name="日期占位符 27"/>
          <p:cNvSpPr>
            <a:spLocks noGrp="1"/>
          </p:cNvSpPr>
          <p:nvPr>
            <p:ph type="dt" sz="half" idx="10"/>
          </p:nvPr>
        </p:nvSpPr>
        <p:spPr/>
        <p:txBody>
          <a:bodyPr/>
          <a:lstStyle>
            <a:lvl1pPr>
              <a:defRPr/>
            </a:lvl1pPr>
          </a:lstStyle>
          <a:p>
            <a:pPr>
              <a:defRPr/>
            </a:pPr>
            <a:fld id="{82222C67-BFB0-4ACE-AA21-5E4AEC464EC3}" type="datetime1">
              <a:rPr lang="zh-CN" altLang="en-US" smtClean="0"/>
            </a:fld>
            <a:endParaRPr lang="zh-CN"/>
          </a:p>
        </p:txBody>
      </p:sp>
      <p:sp>
        <p:nvSpPr>
          <p:cNvPr id="12" name="页脚占位符 16"/>
          <p:cNvSpPr>
            <a:spLocks noGrp="1"/>
          </p:cNvSpPr>
          <p:nvPr>
            <p:ph type="ftr" sz="quarter" idx="11"/>
          </p:nvPr>
        </p:nvSpPr>
        <p:spPr/>
        <p:txBody>
          <a:bodyPr/>
          <a:lstStyle>
            <a:lvl1pPr>
              <a:defRPr/>
            </a:lvl1pPr>
          </a:lstStyle>
          <a:p>
            <a:pPr>
              <a:defRPr/>
            </a:pPr>
            <a:endParaRPr lang="zh-CN" altLang="zh-CN"/>
          </a:p>
        </p:txBody>
      </p:sp>
      <p:sp>
        <p:nvSpPr>
          <p:cNvPr id="13" name="灯片编号占位符 28"/>
          <p:cNvSpPr>
            <a:spLocks noGrp="1"/>
          </p:cNvSpPr>
          <p:nvPr>
            <p:ph type="sldNum" sz="quarter" idx="12"/>
          </p:nvPr>
        </p:nvSpPr>
        <p:spPr/>
        <p:txBody>
          <a:bodyPr/>
          <a:lstStyle>
            <a:lvl1pPr>
              <a:defRPr sz="1400" smtClean="0">
                <a:solidFill>
                  <a:srgbClr val="FFFFFF"/>
                </a:solidFill>
              </a:defRPr>
            </a:lvl1pPr>
          </a:lstStyle>
          <a:p>
            <a:pPr>
              <a:defRPr/>
            </a:pPr>
            <a:fld id="{43361D82-EFEF-40BF-AF0F-005F066FCEAC}" type="slidenum">
              <a:rPr lang="en-US" altLang="zh-CN"/>
            </a:fld>
            <a:endParaRPr lang="zh-CN"/>
          </a:p>
        </p:txBody>
      </p:sp>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8" name="内容占位符 7"/>
          <p:cNvSpPr>
            <a:spLocks noGrp="1"/>
          </p:cNvSpPr>
          <p:nvPr>
            <p:ph sz="quarter" idx="1"/>
          </p:nvPr>
        </p:nvSpPr>
        <p:spPr>
          <a:xfrm>
            <a:off x="914400" y="1447800"/>
            <a:ext cx="7772400" cy="4572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日期占位符 13"/>
          <p:cNvSpPr>
            <a:spLocks noGrp="1"/>
          </p:cNvSpPr>
          <p:nvPr>
            <p:ph type="dt" sz="half" idx="10"/>
          </p:nvPr>
        </p:nvSpPr>
        <p:spPr/>
        <p:txBody>
          <a:bodyPr/>
          <a:lstStyle>
            <a:lvl1pPr>
              <a:defRPr/>
            </a:lvl1pPr>
          </a:lstStyle>
          <a:p>
            <a:pPr>
              <a:defRPr/>
            </a:pPr>
            <a:fld id="{1607D017-0D91-4FCB-878C-9FF7AFFF2D4A}" type="datetime1">
              <a:rPr lang="zh-CN" altLang="en-US" smtClean="0"/>
            </a:fld>
            <a:endParaRPr lang="zh-CN"/>
          </a:p>
        </p:txBody>
      </p:sp>
      <p:sp>
        <p:nvSpPr>
          <p:cNvPr id="5" name="页脚占位符 2"/>
          <p:cNvSpPr>
            <a:spLocks noGrp="1"/>
          </p:cNvSpPr>
          <p:nvPr>
            <p:ph type="ftr" sz="quarter" idx="11"/>
          </p:nvPr>
        </p:nvSpPr>
        <p:spPr/>
        <p:txBody>
          <a:bodyPr/>
          <a:lstStyle>
            <a:lvl1pPr>
              <a:defRPr/>
            </a:lvl1pPr>
          </a:lstStyle>
          <a:p>
            <a:pPr>
              <a:defRPr/>
            </a:pPr>
            <a:endParaRPr lang="zh-CN" altLang="zh-CN"/>
          </a:p>
        </p:txBody>
      </p:sp>
      <p:sp>
        <p:nvSpPr>
          <p:cNvPr id="6" name="灯片编号占位符 22"/>
          <p:cNvSpPr>
            <a:spLocks noGrp="1"/>
          </p:cNvSpPr>
          <p:nvPr>
            <p:ph type="sldNum" sz="quarter" idx="12"/>
          </p:nvPr>
        </p:nvSpPr>
        <p:spPr/>
        <p:txBody>
          <a:bodyPr/>
          <a:lstStyle>
            <a:lvl1pPr>
              <a:defRPr/>
            </a:lvl1pPr>
          </a:lstStyle>
          <a:p>
            <a:pPr>
              <a:defRPr/>
            </a:pPr>
            <a:fld id="{CBB471AF-2807-4D0C-93BB-C8D3AA184876}" type="slidenum">
              <a:rPr lang="en-US" altLang="zh-CN"/>
            </a:fld>
            <a:endParaRPr lang="zh-CN"/>
          </a:p>
        </p:txBody>
      </p:sp>
    </p:spTree>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Ref idx="1003">
        <a:schemeClr val="bg1"/>
      </p:bgRef>
    </p:bg>
    <p:spTree>
      <p:nvGrpSpPr>
        <p:cNvPr id="1" name=""/>
        <p:cNvGrpSpPr/>
        <p:nvPr/>
      </p:nvGrpSpPr>
      <p:grpSpPr>
        <a:xfrm>
          <a:off x="0" y="0"/>
          <a:ext cx="0" cy="0"/>
          <a:chOff x="0" y="0"/>
          <a:chExt cx="0" cy="0"/>
        </a:xfrm>
      </p:grpSpPr>
      <p:sp>
        <p:nvSpPr>
          <p:cNvPr id="4" name="矩形 3"/>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useBgFill="1">
        <p:nvSpPr>
          <p:cNvPr id="5" name="圆角矩形 4"/>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a:defRPr/>
            </a:pPr>
            <a:endParaRPr lang="en-US"/>
          </a:p>
        </p:txBody>
      </p:sp>
      <p:sp>
        <p:nvSpPr>
          <p:cNvPr id="6" name="矩形 5"/>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矩形 6"/>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矩形 7"/>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标题 1"/>
          <p:cNvSpPr>
            <a:spLocks noGrp="1"/>
          </p:cNvSpPr>
          <p:nvPr>
            <p:ph type="title"/>
          </p:nvPr>
        </p:nvSpPr>
        <p:spPr>
          <a:xfrm>
            <a:off x="722313" y="952500"/>
            <a:ext cx="7772400" cy="1362075"/>
          </a:xfrm>
        </p:spPr>
        <p:txBody>
          <a:bodyPr/>
          <a:lstStyle>
            <a:lvl1pPr algn="l">
              <a:buNone/>
              <a:defRPr sz="4000" b="0" cap="none"/>
            </a:lvl1pPr>
          </a:lstStyle>
          <a:p>
            <a:r>
              <a:rPr lang="zh-CN" altLang="en-US"/>
              <a:t>单击此处编辑母版标题样式</a:t>
            </a:r>
            <a:endParaRPr lang="en-US"/>
          </a:p>
        </p:txBody>
      </p:sp>
      <p:sp>
        <p:nvSpPr>
          <p:cNvPr id="3" name="文本占位符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endParaRPr lang="zh-CN" altLang="en-US"/>
          </a:p>
        </p:txBody>
      </p:sp>
      <p:sp>
        <p:nvSpPr>
          <p:cNvPr id="9" name="日期占位符 3"/>
          <p:cNvSpPr>
            <a:spLocks noGrp="1"/>
          </p:cNvSpPr>
          <p:nvPr>
            <p:ph type="dt" sz="half" idx="10"/>
          </p:nvPr>
        </p:nvSpPr>
        <p:spPr/>
        <p:txBody>
          <a:bodyPr/>
          <a:lstStyle>
            <a:lvl1pPr>
              <a:defRPr/>
            </a:lvl1pPr>
          </a:lstStyle>
          <a:p>
            <a:pPr>
              <a:defRPr/>
            </a:pPr>
            <a:fld id="{06ED0EA6-A76B-469A-9BF2-5871C4853C6E}" type="datetime1">
              <a:rPr lang="zh-CN" altLang="en-US" smtClean="0"/>
            </a:fld>
            <a:endParaRPr lang="zh-CN"/>
          </a:p>
        </p:txBody>
      </p:sp>
      <p:sp>
        <p:nvSpPr>
          <p:cNvPr id="10" name="页脚占位符 4"/>
          <p:cNvSpPr>
            <a:spLocks noGrp="1"/>
          </p:cNvSpPr>
          <p:nvPr>
            <p:ph type="ftr" sz="quarter" idx="11"/>
          </p:nvPr>
        </p:nvSpPr>
        <p:spPr>
          <a:xfrm>
            <a:off x="800100" y="6172200"/>
            <a:ext cx="4000500" cy="457200"/>
          </a:xfrm>
        </p:spPr>
        <p:txBody>
          <a:bodyPr/>
          <a:lstStyle>
            <a:lvl1pPr>
              <a:defRPr/>
            </a:lvl1pPr>
          </a:lstStyle>
          <a:p>
            <a:pPr>
              <a:defRPr/>
            </a:pPr>
            <a:endParaRPr lang="zh-CN" altLang="zh-CN"/>
          </a:p>
        </p:txBody>
      </p:sp>
      <p:sp>
        <p:nvSpPr>
          <p:cNvPr id="11" name="灯片编号占位符 5"/>
          <p:cNvSpPr>
            <a:spLocks noGrp="1"/>
          </p:cNvSpPr>
          <p:nvPr>
            <p:ph type="sldNum" sz="quarter" idx="12"/>
          </p:nvPr>
        </p:nvSpPr>
        <p:spPr>
          <a:xfrm>
            <a:off x="146050" y="6208713"/>
            <a:ext cx="457200" cy="457200"/>
          </a:xfrm>
        </p:spPr>
        <p:txBody>
          <a:bodyPr/>
          <a:lstStyle>
            <a:lvl1pPr>
              <a:defRPr/>
            </a:lvl1pPr>
          </a:lstStyle>
          <a:p>
            <a:pPr>
              <a:defRPr/>
            </a:pPr>
            <a:fld id="{AB687D5B-D51A-414E-B0FE-FDE442262CC5}" type="slidenum">
              <a:rPr lang="en-US" altLang="zh-CN"/>
            </a:fld>
            <a:endParaRPr lang="zh-CN"/>
          </a:p>
        </p:txBody>
      </p:sp>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9" name="内容占位符 8"/>
          <p:cNvSpPr>
            <a:spLocks noGrp="1"/>
          </p:cNvSpPr>
          <p:nvPr>
            <p:ph sz="quarter" idx="1"/>
          </p:nvPr>
        </p:nvSpPr>
        <p:spPr>
          <a:xfrm>
            <a:off x="914400" y="1447800"/>
            <a:ext cx="3749040" cy="4572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1" name="内容占位符 10"/>
          <p:cNvSpPr>
            <a:spLocks noGrp="1"/>
          </p:cNvSpPr>
          <p:nvPr>
            <p:ph sz="quarter" idx="2"/>
          </p:nvPr>
        </p:nvSpPr>
        <p:spPr>
          <a:xfrm>
            <a:off x="4933950" y="1447800"/>
            <a:ext cx="3749040" cy="4572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日期占位符 13"/>
          <p:cNvSpPr>
            <a:spLocks noGrp="1"/>
          </p:cNvSpPr>
          <p:nvPr>
            <p:ph type="dt" sz="half" idx="10"/>
          </p:nvPr>
        </p:nvSpPr>
        <p:spPr/>
        <p:txBody>
          <a:bodyPr/>
          <a:lstStyle>
            <a:lvl1pPr>
              <a:defRPr/>
            </a:lvl1pPr>
          </a:lstStyle>
          <a:p>
            <a:pPr>
              <a:defRPr/>
            </a:pPr>
            <a:fld id="{69D0F6F6-C3E6-43C8-BA38-4F6BE5284963}" type="datetime1">
              <a:rPr lang="zh-CN" altLang="en-US" smtClean="0"/>
            </a:fld>
            <a:endParaRPr lang="zh-CN"/>
          </a:p>
        </p:txBody>
      </p:sp>
      <p:sp>
        <p:nvSpPr>
          <p:cNvPr id="6" name="页脚占位符 2"/>
          <p:cNvSpPr>
            <a:spLocks noGrp="1"/>
          </p:cNvSpPr>
          <p:nvPr>
            <p:ph type="ftr" sz="quarter" idx="11"/>
          </p:nvPr>
        </p:nvSpPr>
        <p:spPr/>
        <p:txBody>
          <a:bodyPr/>
          <a:lstStyle>
            <a:lvl1pPr>
              <a:defRPr/>
            </a:lvl1pPr>
          </a:lstStyle>
          <a:p>
            <a:pPr>
              <a:defRPr/>
            </a:pPr>
            <a:endParaRPr lang="zh-CN" altLang="zh-CN"/>
          </a:p>
        </p:txBody>
      </p:sp>
      <p:sp>
        <p:nvSpPr>
          <p:cNvPr id="7" name="灯片编号占位符 22"/>
          <p:cNvSpPr>
            <a:spLocks noGrp="1"/>
          </p:cNvSpPr>
          <p:nvPr>
            <p:ph type="sldNum" sz="quarter" idx="12"/>
          </p:nvPr>
        </p:nvSpPr>
        <p:spPr/>
        <p:txBody>
          <a:bodyPr/>
          <a:lstStyle>
            <a:lvl1pPr>
              <a:defRPr/>
            </a:lvl1pPr>
          </a:lstStyle>
          <a:p>
            <a:pPr>
              <a:defRPr/>
            </a:pPr>
            <a:fld id="{94F0D56A-DF85-4885-98A1-14495D17AED6}" type="slidenum">
              <a:rPr lang="en-US" altLang="zh-CN"/>
            </a:fld>
            <a:endParaRPr lang="zh-CN"/>
          </a:p>
        </p:txBody>
      </p:sp>
    </p:spTree>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914400" y="273050"/>
            <a:ext cx="7772400" cy="1143000"/>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endParaRPr lang="zh-CN" altLang="en-US"/>
          </a:p>
        </p:txBody>
      </p:sp>
      <p:sp>
        <p:nvSpPr>
          <p:cNvPr id="4" name="文本占位符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endParaRPr lang="zh-CN" altLang="en-US"/>
          </a:p>
        </p:txBody>
      </p:sp>
      <p:sp>
        <p:nvSpPr>
          <p:cNvPr id="11" name="内容占位符 10"/>
          <p:cNvSpPr>
            <a:spLocks noGrp="1"/>
          </p:cNvSpPr>
          <p:nvPr>
            <p:ph sz="half" idx="2"/>
          </p:nvPr>
        </p:nvSpPr>
        <p:spPr>
          <a:xfrm>
            <a:off x="914400" y="2247900"/>
            <a:ext cx="3733800"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3" name="内容占位符 12"/>
          <p:cNvSpPr>
            <a:spLocks noGrp="1"/>
          </p:cNvSpPr>
          <p:nvPr>
            <p:ph sz="half" idx="4"/>
          </p:nvPr>
        </p:nvSpPr>
        <p:spPr>
          <a:xfrm>
            <a:off x="4953000" y="2247900"/>
            <a:ext cx="3733800"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7" name="日期占位符 13"/>
          <p:cNvSpPr>
            <a:spLocks noGrp="1"/>
          </p:cNvSpPr>
          <p:nvPr>
            <p:ph type="dt" sz="half" idx="10"/>
          </p:nvPr>
        </p:nvSpPr>
        <p:spPr/>
        <p:txBody>
          <a:bodyPr/>
          <a:lstStyle>
            <a:lvl1pPr>
              <a:defRPr/>
            </a:lvl1pPr>
          </a:lstStyle>
          <a:p>
            <a:pPr>
              <a:defRPr/>
            </a:pPr>
            <a:fld id="{F9ED64C9-0357-4AEA-9BC0-202F63E1C988}" type="datetime1">
              <a:rPr lang="zh-CN" altLang="en-US" smtClean="0"/>
            </a:fld>
            <a:endParaRPr lang="zh-CN"/>
          </a:p>
        </p:txBody>
      </p:sp>
      <p:sp>
        <p:nvSpPr>
          <p:cNvPr id="8" name="页脚占位符 2"/>
          <p:cNvSpPr>
            <a:spLocks noGrp="1"/>
          </p:cNvSpPr>
          <p:nvPr>
            <p:ph type="ftr" sz="quarter" idx="11"/>
          </p:nvPr>
        </p:nvSpPr>
        <p:spPr/>
        <p:txBody>
          <a:bodyPr/>
          <a:lstStyle>
            <a:lvl1pPr>
              <a:defRPr/>
            </a:lvl1pPr>
          </a:lstStyle>
          <a:p>
            <a:pPr>
              <a:defRPr/>
            </a:pPr>
            <a:endParaRPr lang="zh-CN" altLang="zh-CN"/>
          </a:p>
        </p:txBody>
      </p:sp>
      <p:sp>
        <p:nvSpPr>
          <p:cNvPr id="9" name="灯片编号占位符 22"/>
          <p:cNvSpPr>
            <a:spLocks noGrp="1"/>
          </p:cNvSpPr>
          <p:nvPr>
            <p:ph type="sldNum" sz="quarter" idx="12"/>
          </p:nvPr>
        </p:nvSpPr>
        <p:spPr/>
        <p:txBody>
          <a:bodyPr/>
          <a:lstStyle>
            <a:lvl1pPr>
              <a:defRPr/>
            </a:lvl1pPr>
          </a:lstStyle>
          <a:p>
            <a:pPr>
              <a:defRPr/>
            </a:pPr>
            <a:fld id="{9D26358C-81B1-4D2A-9C8F-240FCF612F3F}" type="slidenum">
              <a:rPr lang="en-US" altLang="zh-CN"/>
            </a:fld>
            <a:endParaRPr lang="zh-CN"/>
          </a:p>
        </p:txBody>
      </p:sp>
    </p:spTree>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日期占位符 13"/>
          <p:cNvSpPr>
            <a:spLocks noGrp="1"/>
          </p:cNvSpPr>
          <p:nvPr>
            <p:ph type="dt" sz="half" idx="10"/>
          </p:nvPr>
        </p:nvSpPr>
        <p:spPr/>
        <p:txBody>
          <a:bodyPr/>
          <a:lstStyle>
            <a:lvl1pPr>
              <a:defRPr/>
            </a:lvl1pPr>
          </a:lstStyle>
          <a:p>
            <a:pPr>
              <a:defRPr/>
            </a:pPr>
            <a:fld id="{9A68B99B-5CF1-4736-8C65-001581236400}" type="datetime1">
              <a:rPr lang="zh-CN" altLang="en-US" smtClean="0"/>
            </a:fld>
            <a:endParaRPr lang="zh-CN"/>
          </a:p>
        </p:txBody>
      </p:sp>
      <p:sp>
        <p:nvSpPr>
          <p:cNvPr id="4" name="页脚占位符 2"/>
          <p:cNvSpPr>
            <a:spLocks noGrp="1"/>
          </p:cNvSpPr>
          <p:nvPr>
            <p:ph type="ftr" sz="quarter" idx="11"/>
          </p:nvPr>
        </p:nvSpPr>
        <p:spPr/>
        <p:txBody>
          <a:bodyPr/>
          <a:lstStyle>
            <a:lvl1pPr>
              <a:defRPr/>
            </a:lvl1pPr>
          </a:lstStyle>
          <a:p>
            <a:pPr>
              <a:defRPr/>
            </a:pPr>
            <a:endParaRPr lang="zh-CN" altLang="zh-CN"/>
          </a:p>
        </p:txBody>
      </p:sp>
      <p:sp>
        <p:nvSpPr>
          <p:cNvPr id="5" name="灯片编号占位符 22"/>
          <p:cNvSpPr>
            <a:spLocks noGrp="1"/>
          </p:cNvSpPr>
          <p:nvPr>
            <p:ph type="sldNum" sz="quarter" idx="12"/>
          </p:nvPr>
        </p:nvSpPr>
        <p:spPr/>
        <p:txBody>
          <a:bodyPr/>
          <a:lstStyle>
            <a:lvl1pPr>
              <a:defRPr/>
            </a:lvl1pPr>
          </a:lstStyle>
          <a:p>
            <a:pPr>
              <a:defRPr/>
            </a:pPr>
            <a:fld id="{CC7EA302-CC8B-4BAF-9284-B5E4EF3FF204}" type="slidenum">
              <a:rPr lang="en-US" altLang="zh-CN"/>
            </a:fld>
            <a:endParaRPr lang="zh-CN"/>
          </a:p>
        </p:txBody>
      </p:sp>
    </p:spTree>
  </p:cSld>
  <p:clrMapOvr>
    <a:masterClrMapping/>
  </p:clrMapOvr>
  <p:transition>
    <p:fade/>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3"/>
          <p:cNvSpPr>
            <a:spLocks noGrp="1"/>
          </p:cNvSpPr>
          <p:nvPr>
            <p:ph type="dt" sz="half" idx="10"/>
          </p:nvPr>
        </p:nvSpPr>
        <p:spPr/>
        <p:txBody>
          <a:bodyPr/>
          <a:lstStyle>
            <a:lvl1pPr>
              <a:defRPr/>
            </a:lvl1pPr>
          </a:lstStyle>
          <a:p>
            <a:pPr>
              <a:defRPr/>
            </a:pPr>
            <a:fld id="{F88D0EDF-0BFF-4639-B26A-95B567D0816A}" type="datetime1">
              <a:rPr lang="zh-CN" altLang="en-US" smtClean="0"/>
            </a:fld>
            <a:endParaRPr lang="zh-CN"/>
          </a:p>
        </p:txBody>
      </p:sp>
      <p:sp>
        <p:nvSpPr>
          <p:cNvPr id="3" name="页脚占位符 2"/>
          <p:cNvSpPr>
            <a:spLocks noGrp="1"/>
          </p:cNvSpPr>
          <p:nvPr>
            <p:ph type="ftr" sz="quarter" idx="11"/>
          </p:nvPr>
        </p:nvSpPr>
        <p:spPr/>
        <p:txBody>
          <a:bodyPr/>
          <a:lstStyle>
            <a:lvl1pPr>
              <a:defRPr/>
            </a:lvl1pPr>
          </a:lstStyle>
          <a:p>
            <a:pPr>
              <a:defRPr/>
            </a:pPr>
            <a:endParaRPr lang="zh-CN" altLang="zh-CN"/>
          </a:p>
        </p:txBody>
      </p:sp>
      <p:sp>
        <p:nvSpPr>
          <p:cNvPr id="4" name="灯片编号占位符 22"/>
          <p:cNvSpPr>
            <a:spLocks noGrp="1"/>
          </p:cNvSpPr>
          <p:nvPr>
            <p:ph type="sldNum" sz="quarter" idx="12"/>
          </p:nvPr>
        </p:nvSpPr>
        <p:spPr/>
        <p:txBody>
          <a:bodyPr/>
          <a:lstStyle>
            <a:lvl1pPr>
              <a:defRPr/>
            </a:lvl1pPr>
          </a:lstStyle>
          <a:p>
            <a:pPr>
              <a:defRPr/>
            </a:pPr>
            <a:fld id="{3D2E9D7C-6AAD-4F23-ADB2-4D09F17E9996}" type="slidenum">
              <a:rPr lang="en-US" altLang="zh-CN"/>
            </a:fld>
            <a:endParaRPr lang="zh-CN"/>
          </a:p>
        </p:txBody>
      </p:sp>
    </p:spTree>
  </p:cSld>
  <p:clrMapOvr>
    <a:masterClrMapping/>
  </p:clrMapOvr>
  <p:transition>
    <p:fade/>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5" name="矩形 4"/>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useBgFill="1">
        <p:nvSpPr>
          <p:cNvPr id="6" name="圆角矩形 5"/>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defRPr/>
            </a:pPr>
            <a:endParaRPr lang="en-US"/>
          </a:p>
        </p:txBody>
      </p:sp>
      <p:sp>
        <p:nvSpPr>
          <p:cNvPr id="2" name="标题 1"/>
          <p:cNvSpPr>
            <a:spLocks noGrp="1"/>
          </p:cNvSpPr>
          <p:nvPr>
            <p:ph type="title"/>
          </p:nvPr>
        </p:nvSpPr>
        <p:spPr>
          <a:xfrm>
            <a:off x="914400" y="273050"/>
            <a:ext cx="7772400" cy="1143000"/>
          </a:xfrm>
        </p:spPr>
        <p:txBody>
          <a:bodyPr/>
          <a:lstStyle>
            <a:lvl1pPr algn="l">
              <a:buNone/>
              <a:defRPr sz="4000" b="0"/>
            </a:lvl1pPr>
          </a:lstStyle>
          <a:p>
            <a:r>
              <a:rPr lang="zh-CN" altLang="en-US"/>
              <a:t>单击此处编辑母版标题样式</a:t>
            </a:r>
            <a:endParaRPr lang="en-US"/>
          </a:p>
        </p:txBody>
      </p:sp>
      <p:sp>
        <p:nvSpPr>
          <p:cNvPr id="3" name="文本占位符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zh-CN" altLang="en-US"/>
              <a:t>单击此处编辑母版文本样式</a:t>
            </a:r>
            <a:endParaRPr lang="zh-CN" altLang="en-US"/>
          </a:p>
        </p:txBody>
      </p:sp>
      <p:sp>
        <p:nvSpPr>
          <p:cNvPr id="11" name="内容占位符 10"/>
          <p:cNvSpPr>
            <a:spLocks noGrp="1"/>
          </p:cNvSpPr>
          <p:nvPr>
            <p:ph sz="quarter" idx="1"/>
          </p:nvPr>
        </p:nvSpPr>
        <p:spPr>
          <a:xfrm>
            <a:off x="2971800" y="1600200"/>
            <a:ext cx="5715000" cy="4495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7" name="日期占位符 4"/>
          <p:cNvSpPr>
            <a:spLocks noGrp="1"/>
          </p:cNvSpPr>
          <p:nvPr>
            <p:ph type="dt" sz="half" idx="10"/>
          </p:nvPr>
        </p:nvSpPr>
        <p:spPr/>
        <p:txBody>
          <a:bodyPr/>
          <a:lstStyle>
            <a:lvl1pPr>
              <a:defRPr/>
            </a:lvl1pPr>
          </a:lstStyle>
          <a:p>
            <a:pPr>
              <a:defRPr/>
            </a:pPr>
            <a:fld id="{2FC0606F-7B47-40A2-B3C3-7E9874026BD0}" type="datetime1">
              <a:rPr lang="zh-CN" altLang="en-US" smtClean="0"/>
            </a:fld>
            <a:endParaRPr lang="zh-CN"/>
          </a:p>
        </p:txBody>
      </p:sp>
      <p:sp>
        <p:nvSpPr>
          <p:cNvPr id="8" name="页脚占位符 5"/>
          <p:cNvSpPr>
            <a:spLocks noGrp="1"/>
          </p:cNvSpPr>
          <p:nvPr>
            <p:ph type="ftr" sz="quarter" idx="11"/>
          </p:nvPr>
        </p:nvSpPr>
        <p:spPr/>
        <p:txBody>
          <a:bodyPr/>
          <a:lstStyle>
            <a:lvl1pPr>
              <a:defRPr/>
            </a:lvl1pPr>
          </a:lstStyle>
          <a:p>
            <a:pPr>
              <a:defRPr/>
            </a:pPr>
            <a:endParaRPr lang="zh-CN" altLang="zh-CN"/>
          </a:p>
        </p:txBody>
      </p:sp>
      <p:sp>
        <p:nvSpPr>
          <p:cNvPr id="9" name="灯片编号占位符 6"/>
          <p:cNvSpPr>
            <a:spLocks noGrp="1"/>
          </p:cNvSpPr>
          <p:nvPr>
            <p:ph type="sldNum" sz="quarter" idx="12"/>
          </p:nvPr>
        </p:nvSpPr>
        <p:spPr/>
        <p:txBody>
          <a:bodyPr/>
          <a:lstStyle>
            <a:lvl1pPr>
              <a:defRPr/>
            </a:lvl1pPr>
          </a:lstStyle>
          <a:p>
            <a:pPr>
              <a:defRPr/>
            </a:pPr>
            <a:fld id="{A1F18E0C-2295-468E-BBE9-02E26CEE20A7}" type="slidenum">
              <a:rPr lang="en-US" altLang="zh-CN"/>
            </a:fld>
            <a:endParaRPr lang="zh-CN"/>
          </a:p>
        </p:txBody>
      </p:sp>
    </p:spTree>
  </p:cSld>
  <p:clrMapOvr>
    <a:masterClrMapping/>
  </p:clrMapOvr>
  <p:transition>
    <p:fade/>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5" name="矩形 4"/>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矩形 5"/>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矩形 6"/>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标题 1"/>
          <p:cNvSpPr>
            <a:spLocks noGrp="1"/>
          </p:cNvSpPr>
          <p:nvPr>
            <p:ph type="title"/>
          </p:nvPr>
        </p:nvSpPr>
        <p:spPr>
          <a:xfrm>
            <a:off x="914400" y="4900550"/>
            <a:ext cx="7315200" cy="522288"/>
          </a:xfrm>
        </p:spPr>
        <p:txBody>
          <a:bodyPr anchor="ctr">
            <a:noAutofit/>
          </a:bodyPr>
          <a:lstStyle>
            <a:lvl1pPr algn="l">
              <a:buNone/>
              <a:defRPr sz="2800" b="0"/>
            </a:lvl1pPr>
          </a:lstStyle>
          <a:p>
            <a:r>
              <a:rPr lang="zh-CN" altLang="en-US"/>
              <a:t>单击此处编辑母版标题样式</a:t>
            </a:r>
            <a:endParaRPr lang="en-US"/>
          </a:p>
        </p:txBody>
      </p:sp>
      <p:sp>
        <p:nvSpPr>
          <p:cNvPr id="4" name="文本占位符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zh-CN" altLang="en-US"/>
              <a:t>单击此处编辑母版文本样式</a:t>
            </a:r>
            <a:endParaRPr lang="zh-CN" altLang="en-US"/>
          </a:p>
        </p:txBody>
      </p:sp>
      <p:sp>
        <p:nvSpPr>
          <p:cNvPr id="3" name="图片占位符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zh-CN" altLang="en-US" noProof="0"/>
              <a:t>单击图标添加图片</a:t>
            </a:r>
            <a:endParaRPr lang="en-US" noProof="0" dirty="0"/>
          </a:p>
        </p:txBody>
      </p:sp>
      <p:sp>
        <p:nvSpPr>
          <p:cNvPr id="8" name="日期占位符 4"/>
          <p:cNvSpPr>
            <a:spLocks noGrp="1"/>
          </p:cNvSpPr>
          <p:nvPr>
            <p:ph type="dt" sz="half" idx="10"/>
          </p:nvPr>
        </p:nvSpPr>
        <p:spPr/>
        <p:txBody>
          <a:bodyPr/>
          <a:lstStyle>
            <a:lvl1pPr>
              <a:defRPr/>
            </a:lvl1pPr>
          </a:lstStyle>
          <a:p>
            <a:pPr>
              <a:defRPr/>
            </a:pPr>
            <a:fld id="{3D5B99B9-53F3-4E6D-83E3-1CF5D35BFFD2}" type="datetime1">
              <a:rPr lang="zh-CN" altLang="en-US" smtClean="0"/>
            </a:fld>
            <a:endParaRPr lang="zh-CN"/>
          </a:p>
        </p:txBody>
      </p:sp>
      <p:sp>
        <p:nvSpPr>
          <p:cNvPr id="9" name="页脚占位符 5"/>
          <p:cNvSpPr>
            <a:spLocks noGrp="1"/>
          </p:cNvSpPr>
          <p:nvPr>
            <p:ph type="ftr" sz="quarter" idx="11"/>
          </p:nvPr>
        </p:nvSpPr>
        <p:spPr>
          <a:xfrm>
            <a:off x="914400" y="6172200"/>
            <a:ext cx="3886200" cy="457200"/>
          </a:xfrm>
        </p:spPr>
        <p:txBody>
          <a:bodyPr/>
          <a:lstStyle>
            <a:lvl1pPr>
              <a:defRPr/>
            </a:lvl1pPr>
          </a:lstStyle>
          <a:p>
            <a:pPr>
              <a:defRPr/>
            </a:pPr>
            <a:endParaRPr lang="zh-CN" altLang="zh-CN"/>
          </a:p>
        </p:txBody>
      </p:sp>
      <p:sp>
        <p:nvSpPr>
          <p:cNvPr id="10" name="灯片编号占位符 6"/>
          <p:cNvSpPr>
            <a:spLocks noGrp="1"/>
          </p:cNvSpPr>
          <p:nvPr>
            <p:ph type="sldNum" sz="quarter" idx="12"/>
          </p:nvPr>
        </p:nvSpPr>
        <p:spPr>
          <a:xfrm>
            <a:off x="146050" y="6208713"/>
            <a:ext cx="457200" cy="457200"/>
          </a:xfrm>
        </p:spPr>
        <p:txBody>
          <a:bodyPr/>
          <a:lstStyle>
            <a:lvl1pPr>
              <a:defRPr/>
            </a:lvl1pPr>
          </a:lstStyle>
          <a:p>
            <a:pPr>
              <a:defRPr/>
            </a:pPr>
            <a:fld id="{540A61DF-7C3D-46AB-B1E6-1E3F5DAB5078}" type="slidenum">
              <a:rPr lang="en-US" altLang="zh-CN"/>
            </a:fld>
            <a:endParaRPr lang="zh-CN"/>
          </a:p>
        </p:txBody>
      </p:sp>
    </p:spTree>
  </p:cSld>
  <p:clrMapOvr>
    <a:masterClrMapping/>
  </p:clrMapOvr>
  <p:transition>
    <p:fad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日期占位符 13"/>
          <p:cNvSpPr>
            <a:spLocks noGrp="1"/>
          </p:cNvSpPr>
          <p:nvPr>
            <p:ph type="dt" sz="half" idx="10"/>
          </p:nvPr>
        </p:nvSpPr>
        <p:spPr/>
        <p:txBody>
          <a:bodyPr/>
          <a:lstStyle>
            <a:lvl1pPr>
              <a:defRPr/>
            </a:lvl1pPr>
          </a:lstStyle>
          <a:p>
            <a:pPr>
              <a:defRPr/>
            </a:pPr>
            <a:fld id="{71128A64-0F79-449C-BC94-CCB5BC31373C}" type="datetime1">
              <a:rPr lang="zh-CN" altLang="en-US" smtClean="0"/>
            </a:fld>
            <a:endParaRPr lang="zh-CN"/>
          </a:p>
        </p:txBody>
      </p:sp>
      <p:sp>
        <p:nvSpPr>
          <p:cNvPr id="5" name="页脚占位符 2"/>
          <p:cNvSpPr>
            <a:spLocks noGrp="1"/>
          </p:cNvSpPr>
          <p:nvPr>
            <p:ph type="ftr" sz="quarter" idx="11"/>
          </p:nvPr>
        </p:nvSpPr>
        <p:spPr/>
        <p:txBody>
          <a:bodyPr/>
          <a:lstStyle>
            <a:lvl1pPr>
              <a:defRPr/>
            </a:lvl1pPr>
          </a:lstStyle>
          <a:p>
            <a:pPr>
              <a:defRPr/>
            </a:pPr>
            <a:endParaRPr lang="zh-CN" altLang="zh-CN"/>
          </a:p>
        </p:txBody>
      </p:sp>
      <p:sp>
        <p:nvSpPr>
          <p:cNvPr id="6" name="灯片编号占位符 22"/>
          <p:cNvSpPr>
            <a:spLocks noGrp="1"/>
          </p:cNvSpPr>
          <p:nvPr>
            <p:ph type="sldNum" sz="quarter" idx="12"/>
          </p:nvPr>
        </p:nvSpPr>
        <p:spPr/>
        <p:txBody>
          <a:bodyPr/>
          <a:lstStyle>
            <a:lvl1pPr>
              <a:defRPr/>
            </a:lvl1pPr>
          </a:lstStyle>
          <a:p>
            <a:pPr>
              <a:defRPr/>
            </a:pPr>
            <a:fld id="{7D0A0233-DF11-4E31-B0C5-DC22FA291661}" type="slidenum">
              <a:rPr lang="en-US" altLang="zh-CN"/>
            </a:fld>
            <a:endParaRPr lang="zh-CN"/>
          </a:p>
        </p:txBody>
      </p:sp>
    </p:spTree>
  </p:cSld>
  <p:clrMapOvr>
    <a:masterClrMapping/>
  </p:clrMapOvr>
  <p:transition>
    <p:fade/>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1"/>
            <a:ext cx="2011680" cy="5851525"/>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914400" y="274640"/>
            <a:ext cx="55626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日期占位符 13"/>
          <p:cNvSpPr>
            <a:spLocks noGrp="1"/>
          </p:cNvSpPr>
          <p:nvPr>
            <p:ph type="dt" sz="half" idx="10"/>
          </p:nvPr>
        </p:nvSpPr>
        <p:spPr/>
        <p:txBody>
          <a:bodyPr/>
          <a:lstStyle>
            <a:lvl1pPr>
              <a:defRPr/>
            </a:lvl1pPr>
          </a:lstStyle>
          <a:p>
            <a:pPr>
              <a:defRPr/>
            </a:pPr>
            <a:fld id="{C2BC3556-739D-48CD-967B-CBB22A6D405E}" type="datetime1">
              <a:rPr lang="zh-CN" altLang="en-US" smtClean="0"/>
            </a:fld>
            <a:endParaRPr lang="zh-CN"/>
          </a:p>
        </p:txBody>
      </p:sp>
      <p:sp>
        <p:nvSpPr>
          <p:cNvPr id="5" name="页脚占位符 2"/>
          <p:cNvSpPr>
            <a:spLocks noGrp="1"/>
          </p:cNvSpPr>
          <p:nvPr>
            <p:ph type="ftr" sz="quarter" idx="11"/>
          </p:nvPr>
        </p:nvSpPr>
        <p:spPr/>
        <p:txBody>
          <a:bodyPr/>
          <a:lstStyle>
            <a:lvl1pPr>
              <a:defRPr/>
            </a:lvl1pPr>
          </a:lstStyle>
          <a:p>
            <a:pPr>
              <a:defRPr/>
            </a:pPr>
            <a:endParaRPr lang="zh-CN" altLang="zh-CN"/>
          </a:p>
        </p:txBody>
      </p:sp>
      <p:sp>
        <p:nvSpPr>
          <p:cNvPr id="6" name="灯片编号占位符 22"/>
          <p:cNvSpPr>
            <a:spLocks noGrp="1"/>
          </p:cNvSpPr>
          <p:nvPr>
            <p:ph type="sldNum" sz="quarter" idx="12"/>
          </p:nvPr>
        </p:nvSpPr>
        <p:spPr/>
        <p:txBody>
          <a:bodyPr/>
          <a:lstStyle>
            <a:lvl1pPr>
              <a:defRPr/>
            </a:lvl1pPr>
          </a:lstStyle>
          <a:p>
            <a:pPr>
              <a:defRPr/>
            </a:pPr>
            <a:fld id="{966BE7CF-0607-4998-84DE-E26DDD43AC1D}" type="slidenum">
              <a:rPr lang="en-US" altLang="zh-CN"/>
            </a:fld>
            <a:endParaRPr lang="zh-CN"/>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5" Type="http://schemas.openxmlformats.org/officeDocument/2006/relationships/theme" Target="../theme/theme3.xml"/><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5" Type="http://schemas.openxmlformats.org/officeDocument/2006/relationships/theme" Target="../theme/theme4.xml"/><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5" Type="http://schemas.openxmlformats.org/officeDocument/2006/relationships/theme" Target="../theme/theme5.xml"/><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5" Type="http://schemas.openxmlformats.org/officeDocument/2006/relationships/theme" Target="../theme/theme6.xml"/><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5" Type="http://schemas.openxmlformats.org/officeDocument/2006/relationships/theme" Target="../theme/theme7.xml"/><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6.xml"/><Relationship Id="rId8" Type="http://schemas.openxmlformats.org/officeDocument/2006/relationships/slideLayout" Target="../slideLayouts/slideLayout85.xml"/><Relationship Id="rId7" Type="http://schemas.openxmlformats.org/officeDocument/2006/relationships/slideLayout" Target="../slideLayouts/slideLayout84.xml"/><Relationship Id="rId6" Type="http://schemas.openxmlformats.org/officeDocument/2006/relationships/slideLayout" Target="../slideLayouts/slideLayout83.xml"/><Relationship Id="rId5" Type="http://schemas.openxmlformats.org/officeDocument/2006/relationships/slideLayout" Target="../slideLayouts/slideLayout82.xml"/><Relationship Id="rId4" Type="http://schemas.openxmlformats.org/officeDocument/2006/relationships/slideLayout" Target="../slideLayouts/slideLayout81.xml"/><Relationship Id="rId3" Type="http://schemas.openxmlformats.org/officeDocument/2006/relationships/slideLayout" Target="../slideLayouts/slideLayout80.xml"/><Relationship Id="rId2" Type="http://schemas.openxmlformats.org/officeDocument/2006/relationships/slideLayout" Target="../slideLayouts/slideLayout79.xml"/><Relationship Id="rId15" Type="http://schemas.openxmlformats.org/officeDocument/2006/relationships/theme" Target="../theme/theme8.xml"/><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88.xml"/><Relationship Id="rId10" Type="http://schemas.openxmlformats.org/officeDocument/2006/relationships/slideLayout" Target="../slideLayouts/slideLayout87.xml"/><Relationship Id="rId1" Type="http://schemas.openxmlformats.org/officeDocument/2006/relationships/slideLayout" Target="../slideLayouts/slideLayout78.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7.xml"/><Relationship Id="rId8" Type="http://schemas.openxmlformats.org/officeDocument/2006/relationships/slideLayout" Target="../slideLayouts/slideLayout96.xml"/><Relationship Id="rId7" Type="http://schemas.openxmlformats.org/officeDocument/2006/relationships/slideLayout" Target="../slideLayouts/slideLayout95.xml"/><Relationship Id="rId6" Type="http://schemas.openxmlformats.org/officeDocument/2006/relationships/slideLayout" Target="../slideLayouts/slideLayout94.xml"/><Relationship Id="rId5" Type="http://schemas.openxmlformats.org/officeDocument/2006/relationships/slideLayout" Target="../slideLayouts/slideLayout93.xml"/><Relationship Id="rId4" Type="http://schemas.openxmlformats.org/officeDocument/2006/relationships/slideLayout" Target="../slideLayouts/slideLayout92.xml"/><Relationship Id="rId3" Type="http://schemas.openxmlformats.org/officeDocument/2006/relationships/slideLayout" Target="../slideLayouts/slideLayout91.xml"/><Relationship Id="rId2" Type="http://schemas.openxmlformats.org/officeDocument/2006/relationships/slideLayout" Target="../slideLayouts/slideLayout90.xml"/><Relationship Id="rId15" Type="http://schemas.openxmlformats.org/officeDocument/2006/relationships/theme" Target="../theme/theme9.xml"/><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99.xml"/><Relationship Id="rId10" Type="http://schemas.openxmlformats.org/officeDocument/2006/relationships/slideLayout" Target="../slideLayouts/slideLayout98.xml"/><Relationship Id="rId1" Type="http://schemas.openxmlformats.org/officeDocument/2006/relationships/slideLayout" Target="../slideLayouts/slideLayout89.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08.xml"/><Relationship Id="rId8" Type="http://schemas.openxmlformats.org/officeDocument/2006/relationships/slideLayout" Target="../slideLayouts/slideLayout107.xml"/><Relationship Id="rId7" Type="http://schemas.openxmlformats.org/officeDocument/2006/relationships/slideLayout" Target="../slideLayouts/slideLayout106.xml"/><Relationship Id="rId6" Type="http://schemas.openxmlformats.org/officeDocument/2006/relationships/slideLayout" Target="../slideLayouts/slideLayout105.xml"/><Relationship Id="rId5" Type="http://schemas.openxmlformats.org/officeDocument/2006/relationships/slideLayout" Target="../slideLayouts/slideLayout104.xml"/><Relationship Id="rId4" Type="http://schemas.openxmlformats.org/officeDocument/2006/relationships/slideLayout" Target="../slideLayouts/slideLayout103.xml"/><Relationship Id="rId3" Type="http://schemas.openxmlformats.org/officeDocument/2006/relationships/slideLayout" Target="../slideLayouts/slideLayout102.xml"/><Relationship Id="rId2" Type="http://schemas.openxmlformats.org/officeDocument/2006/relationships/slideLayout" Target="../slideLayouts/slideLayout101.xml"/><Relationship Id="rId15" Type="http://schemas.openxmlformats.org/officeDocument/2006/relationships/theme" Target="../theme/theme10.xml"/><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0.xml"/><Relationship Id="rId10" Type="http://schemas.openxmlformats.org/officeDocument/2006/relationships/slideLayout" Target="../slideLayouts/slideLayout109.xml"/><Relationship Id="rId1" Type="http://schemas.openxmlformats.org/officeDocument/2006/relationships/slideLayout" Target="../slideLayouts/slideLayout100.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19.xml"/><Relationship Id="rId8" Type="http://schemas.openxmlformats.org/officeDocument/2006/relationships/slideLayout" Target="../slideLayouts/slideLayout118.xml"/><Relationship Id="rId7" Type="http://schemas.openxmlformats.org/officeDocument/2006/relationships/slideLayout" Target="../slideLayouts/slideLayout117.xml"/><Relationship Id="rId6" Type="http://schemas.openxmlformats.org/officeDocument/2006/relationships/slideLayout" Target="../slideLayouts/slideLayout116.xml"/><Relationship Id="rId5" Type="http://schemas.openxmlformats.org/officeDocument/2006/relationships/slideLayout" Target="../slideLayouts/slideLayout115.xml"/><Relationship Id="rId4" Type="http://schemas.openxmlformats.org/officeDocument/2006/relationships/slideLayout" Target="../slideLayouts/slideLayout114.xml"/><Relationship Id="rId3" Type="http://schemas.openxmlformats.org/officeDocument/2006/relationships/slideLayout" Target="../slideLayouts/slideLayout113.xml"/><Relationship Id="rId2" Type="http://schemas.openxmlformats.org/officeDocument/2006/relationships/slideLayout" Target="../slideLayouts/slideLayout112.xml"/><Relationship Id="rId12" Type="http://schemas.openxmlformats.org/officeDocument/2006/relationships/theme" Target="../theme/theme11.xml"/><Relationship Id="rId11" Type="http://schemas.openxmlformats.org/officeDocument/2006/relationships/slideLayout" Target="../slideLayouts/slideLayout121.xml"/><Relationship Id="rId10" Type="http://schemas.openxmlformats.org/officeDocument/2006/relationships/slideLayout" Target="../slideLayouts/slideLayout120.xml"/><Relationship Id="rId1" Type="http://schemas.openxmlformats.org/officeDocument/2006/relationships/slideLayout" Target="../slideLayouts/slideLayout1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1"/>
          <p:cNvSpPr>
            <a:spLocks noGrp="1"/>
          </p:cNvSpPr>
          <p:nvPr>
            <p:ph type="title"/>
          </p:nvPr>
        </p:nvSpPr>
        <p:spPr bwMode="auto">
          <a:xfrm>
            <a:off x="685800" y="142875"/>
            <a:ext cx="8001000" cy="111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t>单击此处编辑母版标题样式</a:t>
            </a:r>
            <a:endParaRPr lang="zh-CN"/>
          </a:p>
        </p:txBody>
      </p:sp>
      <p:sp>
        <p:nvSpPr>
          <p:cNvPr id="1027" name="Rectangle 2"/>
          <p:cNvSpPr>
            <a:spLocks noGrp="1"/>
          </p:cNvSpPr>
          <p:nvPr>
            <p:ph type="body" idx="1"/>
          </p:nvPr>
        </p:nvSpPr>
        <p:spPr bwMode="auto">
          <a:xfrm>
            <a:off x="685800" y="1295400"/>
            <a:ext cx="8001000" cy="483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t>单击此处编辑母版文本样式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grpSp>
        <p:nvGrpSpPr>
          <p:cNvPr id="1028" name="Group 6"/>
          <p:cNvGrpSpPr/>
          <p:nvPr/>
        </p:nvGrpSpPr>
        <p:grpSpPr bwMode="auto">
          <a:xfrm>
            <a:off x="0" y="0"/>
            <a:ext cx="9144000" cy="6858000"/>
            <a:chOff x="0" y="0"/>
            <a:chExt cx="9144000" cy="6858000"/>
          </a:xfrm>
        </p:grpSpPr>
        <p:pic>
          <p:nvPicPr>
            <p:cNvPr id="1032" name="Rectangle 7"/>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0" y="857"/>
              <a:ext cx="8139683" cy="6857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3" name="Rectangle 8"/>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3150349" y="0"/>
              <a:ext cx="5993651" cy="5244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 name="Rectangle 9"/>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293206" y="1042127"/>
              <a:ext cx="8850794" cy="5815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 name="Shape 3"/>
          <p:cNvSpPr>
            <a:spLocks noGrp="1"/>
          </p:cNvSpPr>
          <p:nvPr>
            <p:ph type="dt" sz="half" idx="2"/>
          </p:nvPr>
        </p:nvSpPr>
        <p:spPr>
          <a:xfrm>
            <a:off x="685800" y="6356350"/>
            <a:ext cx="2133600" cy="365125"/>
          </a:xfrm>
          <a:prstGeom prst="rect">
            <a:avLst/>
          </a:prstGeom>
        </p:spPr>
        <p:txBody>
          <a:bodyPr vert="horz" rtlCol="0" anchor="ctr"/>
          <a:lstStyle>
            <a:lvl1pPr fontAlgn="auto">
              <a:spcBef>
                <a:spcPts val="0"/>
              </a:spcBef>
              <a:spcAft>
                <a:spcPts val="0"/>
              </a:spcAft>
              <a:defRPr sz="1200">
                <a:latin typeface="+mn-lt"/>
                <a:ea typeface="+mn-ea"/>
              </a:defRPr>
            </a:lvl1pPr>
          </a:lstStyle>
          <a:p>
            <a:pPr>
              <a:defRPr/>
            </a:pPr>
            <a:fld id="{BA6EE7C1-FC41-40EB-9FBD-104AF5C2A624}" type="datetime1">
              <a:rPr lang="zh-CN" altLang="en-US" smtClean="0"/>
            </a:fld>
            <a:endParaRPr lang="zh-CN"/>
          </a:p>
        </p:txBody>
      </p:sp>
      <p:sp>
        <p:nvSpPr>
          <p:cNvPr id="12" name="Shape 4"/>
          <p:cNvSpPr>
            <a:spLocks noGrp="1"/>
          </p:cNvSpPr>
          <p:nvPr>
            <p:ph type="ftr" sz="quarter" idx="3"/>
          </p:nvPr>
        </p:nvSpPr>
        <p:spPr>
          <a:xfrm>
            <a:off x="3238500" y="6356350"/>
            <a:ext cx="2895600" cy="365125"/>
          </a:xfrm>
          <a:prstGeom prst="rect">
            <a:avLst/>
          </a:prstGeom>
        </p:spPr>
        <p:txBody>
          <a:bodyPr vert="horz" wrap="square" lIns="91440" tIns="45720" rIns="91440" bIns="45720" numCol="1" anchor="ctr" anchorCtr="0" compatLnSpc="1"/>
          <a:lstStyle>
            <a:lvl1pPr algn="ctr">
              <a:defRPr sz="1200">
                <a:latin typeface="+mn-lt"/>
              </a:defRPr>
            </a:lvl1pPr>
          </a:lstStyle>
          <a:p>
            <a:pPr>
              <a:defRPr/>
            </a:pPr>
            <a:endParaRPr lang="zh-CN" altLang="zh-CN"/>
          </a:p>
        </p:txBody>
      </p:sp>
      <p:sp>
        <p:nvSpPr>
          <p:cNvPr id="13" name="Shape 5"/>
          <p:cNvSpPr>
            <a:spLocks noGrp="1"/>
          </p:cNvSpPr>
          <p:nvPr>
            <p:ph type="sldNum" sz="quarter" idx="4"/>
          </p:nvPr>
        </p:nvSpPr>
        <p:spPr>
          <a:xfrm>
            <a:off x="6553200" y="6356350"/>
            <a:ext cx="2133600" cy="365125"/>
          </a:xfrm>
          <a:prstGeom prst="rect">
            <a:avLst/>
          </a:prstGeom>
        </p:spPr>
        <p:txBody>
          <a:bodyPr vert="horz" rtlCol="0" anchor="ctr"/>
          <a:lstStyle>
            <a:lvl1pPr algn="r" fontAlgn="auto">
              <a:spcBef>
                <a:spcPts val="0"/>
              </a:spcBef>
              <a:spcAft>
                <a:spcPts val="0"/>
              </a:spcAft>
              <a:defRPr sz="1200">
                <a:latin typeface="+mn-lt"/>
                <a:ea typeface="+mn-ea"/>
              </a:defRPr>
            </a:lvl1pPr>
          </a:lstStyle>
          <a:p>
            <a:pPr>
              <a:defRPr/>
            </a:pPr>
            <a:fld id="{CAEA1F37-A84A-4CE2-89F4-14F33E715B10}" type="slidenum">
              <a:rPr lang="en-US" altLang="zh-CN"/>
            </a:fld>
            <a:endParaRPr 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hf hdr="0" ftr="0" dt="0"/>
  <p:txStyles>
    <p:titleStyle>
      <a:lvl1pPr algn="l" rtl="0" eaLnBrk="0" fontAlgn="base" hangingPunct="0">
        <a:spcBef>
          <a:spcPct val="0"/>
        </a:spcBef>
        <a:spcAft>
          <a:spcPct val="0"/>
        </a:spcAft>
        <a:defRPr sz="4000">
          <a:solidFill>
            <a:schemeClr val="tx1"/>
          </a:solidFill>
          <a:latin typeface="+mj-lt"/>
          <a:ea typeface="+mj-ea"/>
          <a:cs typeface="+mj-cs"/>
        </a:defRPr>
      </a:lvl1pPr>
      <a:lvl2pPr algn="l" rtl="0" eaLnBrk="0" fontAlgn="base" hangingPunct="0">
        <a:spcBef>
          <a:spcPct val="0"/>
        </a:spcBef>
        <a:spcAft>
          <a:spcPct val="0"/>
        </a:spcAft>
        <a:defRPr sz="4000">
          <a:solidFill>
            <a:schemeClr val="tx1"/>
          </a:solidFill>
          <a:latin typeface="Tw Cen MT Condensed" panose="020B0606020104020203" pitchFamily="34" charset="0"/>
        </a:defRPr>
      </a:lvl2pPr>
      <a:lvl3pPr algn="l" rtl="0" eaLnBrk="0" fontAlgn="base" hangingPunct="0">
        <a:spcBef>
          <a:spcPct val="0"/>
        </a:spcBef>
        <a:spcAft>
          <a:spcPct val="0"/>
        </a:spcAft>
        <a:defRPr sz="4000">
          <a:solidFill>
            <a:schemeClr val="tx1"/>
          </a:solidFill>
          <a:latin typeface="Tw Cen MT Condensed" panose="020B0606020104020203" pitchFamily="34" charset="0"/>
        </a:defRPr>
      </a:lvl3pPr>
      <a:lvl4pPr algn="l" rtl="0" eaLnBrk="0" fontAlgn="base" hangingPunct="0">
        <a:spcBef>
          <a:spcPct val="0"/>
        </a:spcBef>
        <a:spcAft>
          <a:spcPct val="0"/>
        </a:spcAft>
        <a:defRPr sz="4000">
          <a:solidFill>
            <a:schemeClr val="tx1"/>
          </a:solidFill>
          <a:latin typeface="Tw Cen MT Condensed" panose="020B0606020104020203" pitchFamily="34" charset="0"/>
        </a:defRPr>
      </a:lvl4pPr>
      <a:lvl5pPr algn="l" rtl="0" eaLnBrk="0" fontAlgn="base" hangingPunct="0">
        <a:spcBef>
          <a:spcPct val="0"/>
        </a:spcBef>
        <a:spcAft>
          <a:spcPct val="0"/>
        </a:spcAft>
        <a:defRPr sz="4000">
          <a:solidFill>
            <a:schemeClr val="tx1"/>
          </a:solidFill>
          <a:latin typeface="Tw Cen MT Condensed" panose="020B0606020104020203" pitchFamily="34" charset="0"/>
        </a:defRPr>
      </a:lvl5pPr>
      <a:lvl6pPr marL="457200" algn="l" rtl="0" eaLnBrk="0" fontAlgn="base" hangingPunct="0">
        <a:spcBef>
          <a:spcPct val="0"/>
        </a:spcBef>
        <a:spcAft>
          <a:spcPct val="0"/>
        </a:spcAft>
        <a:defRPr sz="4000">
          <a:solidFill>
            <a:schemeClr val="tx1"/>
          </a:solidFill>
          <a:latin typeface="Tw Cen MT Condensed" panose="020B0606020104020203" pitchFamily="34" charset="0"/>
        </a:defRPr>
      </a:lvl6pPr>
      <a:lvl7pPr marL="914400" algn="l" rtl="0" eaLnBrk="0" fontAlgn="base" hangingPunct="0">
        <a:spcBef>
          <a:spcPct val="0"/>
        </a:spcBef>
        <a:spcAft>
          <a:spcPct val="0"/>
        </a:spcAft>
        <a:defRPr sz="4000">
          <a:solidFill>
            <a:schemeClr val="tx1"/>
          </a:solidFill>
          <a:latin typeface="Tw Cen MT Condensed" panose="020B0606020104020203" pitchFamily="34" charset="0"/>
        </a:defRPr>
      </a:lvl7pPr>
      <a:lvl8pPr marL="1371600" algn="l" rtl="0" eaLnBrk="0" fontAlgn="base" hangingPunct="0">
        <a:spcBef>
          <a:spcPct val="0"/>
        </a:spcBef>
        <a:spcAft>
          <a:spcPct val="0"/>
        </a:spcAft>
        <a:defRPr sz="4000">
          <a:solidFill>
            <a:schemeClr val="tx1"/>
          </a:solidFill>
          <a:latin typeface="Tw Cen MT Condensed" panose="020B0606020104020203" pitchFamily="34" charset="0"/>
        </a:defRPr>
      </a:lvl8pPr>
      <a:lvl9pPr marL="1828800" algn="l" rtl="0" eaLnBrk="0" fontAlgn="base" hangingPunct="0">
        <a:spcBef>
          <a:spcPct val="0"/>
        </a:spcBef>
        <a:spcAft>
          <a:spcPct val="0"/>
        </a:spcAft>
        <a:defRPr sz="4000">
          <a:solidFill>
            <a:schemeClr val="tx1"/>
          </a:solidFill>
          <a:latin typeface="Tw Cen MT Condensed" panose="020B0606020104020203" pitchFamily="34" charset="0"/>
        </a:defRPr>
      </a:lvl9pPr>
    </p:titleStyle>
    <p:bodyStyle>
      <a:lvl1pPr marL="342900" indent="-342900" algn="l" rtl="0" eaLnBrk="0" fontAlgn="base" hangingPunct="0">
        <a:spcBef>
          <a:spcPts val="600"/>
        </a:spcBef>
        <a:spcAft>
          <a:spcPts val="600"/>
        </a:spcAft>
        <a:buFont typeface="Arial" panose="020B0604020202020204" pitchFamily="34" charset="0"/>
        <a:buChar char="•"/>
        <a:defRPr sz="2800">
          <a:solidFill>
            <a:schemeClr val="tx1"/>
          </a:solidFill>
          <a:latin typeface="+mn-lt"/>
          <a:ea typeface="+mn-ea"/>
          <a:cs typeface="+mn-cs"/>
        </a:defRPr>
      </a:lvl1pPr>
      <a:lvl2pPr marL="742950" indent="-285750" algn="l" rtl="0" eaLnBrk="0" fontAlgn="base" hangingPunct="0">
        <a:spcBef>
          <a:spcPts val="600"/>
        </a:spcBef>
        <a:spcAft>
          <a:spcPts val="600"/>
        </a:spcAft>
        <a:buFont typeface="Arial" panose="020B0604020202020204" pitchFamily="34" charset="0"/>
        <a:buChar char="–"/>
        <a:defRPr sz="2400">
          <a:solidFill>
            <a:schemeClr val="tx1"/>
          </a:solidFill>
          <a:latin typeface="+mn-lt"/>
        </a:defRPr>
      </a:lvl2pPr>
      <a:lvl3pPr marL="1143000" indent="-228600" algn="l" rtl="0" eaLnBrk="0" fontAlgn="base" hangingPunct="0">
        <a:spcBef>
          <a:spcPts val="600"/>
        </a:spcBef>
        <a:spcAft>
          <a:spcPts val="600"/>
        </a:spcAft>
        <a:buFont typeface="Arial" panose="020B0604020202020204" pitchFamily="34" charset="0"/>
        <a:buChar char="•"/>
        <a:defRPr sz="2000">
          <a:solidFill>
            <a:schemeClr val="tx1"/>
          </a:solidFill>
          <a:latin typeface="+mn-lt"/>
        </a:defRPr>
      </a:lvl3pPr>
      <a:lvl4pPr marL="16002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4pPr>
      <a:lvl5pPr marL="20574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5pPr>
      <a:lvl6pPr marL="25146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6pPr>
      <a:lvl7pPr marL="29718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7pPr>
      <a:lvl8pPr marL="34290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8pPr>
      <a:lvl9pPr marL="38862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1"/>
          <p:cNvSpPr>
            <a:spLocks noGrp="1"/>
          </p:cNvSpPr>
          <p:nvPr>
            <p:ph type="title"/>
          </p:nvPr>
        </p:nvSpPr>
        <p:spPr bwMode="auto">
          <a:xfrm>
            <a:off x="685800" y="142875"/>
            <a:ext cx="8001000" cy="111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t>单击此处编辑母版标题样式</a:t>
            </a:r>
            <a:endParaRPr lang="zh-CN"/>
          </a:p>
        </p:txBody>
      </p:sp>
      <p:sp>
        <p:nvSpPr>
          <p:cNvPr id="2051" name="Rectangle 2"/>
          <p:cNvSpPr>
            <a:spLocks noGrp="1"/>
          </p:cNvSpPr>
          <p:nvPr>
            <p:ph type="body" idx="1"/>
          </p:nvPr>
        </p:nvSpPr>
        <p:spPr bwMode="auto">
          <a:xfrm>
            <a:off x="685800" y="1295400"/>
            <a:ext cx="8001000" cy="483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t>单击此处编辑母版文本样式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grpSp>
        <p:nvGrpSpPr>
          <p:cNvPr id="2052" name="Group 11"/>
          <p:cNvGrpSpPr/>
          <p:nvPr/>
        </p:nvGrpSpPr>
        <p:grpSpPr bwMode="auto">
          <a:xfrm>
            <a:off x="0" y="0"/>
            <a:ext cx="9144000" cy="6858000"/>
            <a:chOff x="0" y="0"/>
            <a:chExt cx="9144000" cy="6858000"/>
          </a:xfrm>
        </p:grpSpPr>
        <p:grpSp>
          <p:nvGrpSpPr>
            <p:cNvPr id="2053" name="Group 10"/>
            <p:cNvGrpSpPr/>
            <p:nvPr/>
          </p:nvGrpSpPr>
          <p:grpSpPr bwMode="auto">
            <a:xfrm>
              <a:off x="0" y="0"/>
              <a:ext cx="9144000" cy="6858000"/>
              <a:chOff x="0" y="0"/>
              <a:chExt cx="9144000" cy="6858000"/>
            </a:xfrm>
          </p:grpSpPr>
          <p:pic>
            <p:nvPicPr>
              <p:cNvPr id="2059" name="Rectangle 12"/>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0" y="857"/>
                <a:ext cx="8139683" cy="6857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0" name="Rectangle 14"/>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3150349" y="0"/>
                <a:ext cx="5993651" cy="5244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1" name="Rectangle 17"/>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293206" y="1042127"/>
                <a:ext cx="8850794" cy="5815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 name="Rectangle 7"/>
            <p:cNvSpPr/>
            <p:nvPr/>
          </p:nvSpPr>
          <p:spPr>
            <a:xfrm>
              <a:off x="685800" y="0"/>
              <a:ext cx="8458200" cy="5715000"/>
            </a:xfrm>
            <a:prstGeom prst="rect">
              <a:avLst/>
            </a:prstGeom>
            <a:gradFill flip="none" rotWithShape="1">
              <a:gsLst>
                <a:gs pos="100000">
                  <a:schemeClr val="bg1">
                    <a:alpha val="40000"/>
                  </a:schemeClr>
                </a:gs>
                <a:gs pos="40000">
                  <a:schemeClr val="bg1">
                    <a:alpha val="40000"/>
                  </a:schemeClr>
                </a:gs>
                <a:gs pos="0">
                  <a:schemeClr val="bg1">
                    <a:alpha val="0"/>
                  </a:schemeClr>
                </a:gs>
              </a:gsLst>
              <a:lin ang="18900000" scaled="1"/>
              <a:tileRect/>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p>
          </p:txBody>
        </p:sp>
        <p:pic>
          <p:nvPicPr>
            <p:cNvPr id="2057" name="Rectangle 9"/>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0" y="857"/>
              <a:ext cx="8139683" cy="6857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6"/>
            <p:cNvCxnSpPr/>
            <p:nvPr/>
          </p:nvCxnSpPr>
          <p:spPr>
            <a:xfrm>
              <a:off x="685800" y="5713413"/>
              <a:ext cx="8458200" cy="1587"/>
            </a:xfrm>
            <a:prstGeom prst="line">
              <a:avLst/>
            </a:prstGeom>
            <a:ln w="6350" cap="rnd" cmpd="sng" algn="ctr">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fade/>
  </p:transition>
  <p:hf hdr="0" ftr="0" dt="0"/>
  <p:txStyles>
    <p:titleStyle>
      <a:lvl1pPr algn="l" rtl="0" eaLnBrk="0" fontAlgn="base" hangingPunct="0">
        <a:spcBef>
          <a:spcPct val="0"/>
        </a:spcBef>
        <a:spcAft>
          <a:spcPct val="0"/>
        </a:spcAft>
        <a:defRPr sz="4000">
          <a:solidFill>
            <a:schemeClr val="tx1"/>
          </a:solidFill>
          <a:latin typeface="+mj-lt"/>
          <a:ea typeface="+mj-ea"/>
          <a:cs typeface="+mj-cs"/>
        </a:defRPr>
      </a:lvl1pPr>
      <a:lvl2pPr algn="l" rtl="0" eaLnBrk="0" fontAlgn="base" hangingPunct="0">
        <a:spcBef>
          <a:spcPct val="0"/>
        </a:spcBef>
        <a:spcAft>
          <a:spcPct val="0"/>
        </a:spcAft>
        <a:defRPr sz="4000">
          <a:solidFill>
            <a:schemeClr val="tx1"/>
          </a:solidFill>
          <a:latin typeface="Tw Cen MT Condensed" panose="020B0606020104020203" pitchFamily="34" charset="0"/>
        </a:defRPr>
      </a:lvl2pPr>
      <a:lvl3pPr algn="l" rtl="0" eaLnBrk="0" fontAlgn="base" hangingPunct="0">
        <a:spcBef>
          <a:spcPct val="0"/>
        </a:spcBef>
        <a:spcAft>
          <a:spcPct val="0"/>
        </a:spcAft>
        <a:defRPr sz="4000">
          <a:solidFill>
            <a:schemeClr val="tx1"/>
          </a:solidFill>
          <a:latin typeface="Tw Cen MT Condensed" panose="020B0606020104020203" pitchFamily="34" charset="0"/>
        </a:defRPr>
      </a:lvl3pPr>
      <a:lvl4pPr algn="l" rtl="0" eaLnBrk="0" fontAlgn="base" hangingPunct="0">
        <a:spcBef>
          <a:spcPct val="0"/>
        </a:spcBef>
        <a:spcAft>
          <a:spcPct val="0"/>
        </a:spcAft>
        <a:defRPr sz="4000">
          <a:solidFill>
            <a:schemeClr val="tx1"/>
          </a:solidFill>
          <a:latin typeface="Tw Cen MT Condensed" panose="020B0606020104020203" pitchFamily="34" charset="0"/>
        </a:defRPr>
      </a:lvl4pPr>
      <a:lvl5pPr algn="l" rtl="0" eaLnBrk="0" fontAlgn="base" hangingPunct="0">
        <a:spcBef>
          <a:spcPct val="0"/>
        </a:spcBef>
        <a:spcAft>
          <a:spcPct val="0"/>
        </a:spcAft>
        <a:defRPr sz="4000">
          <a:solidFill>
            <a:schemeClr val="tx1"/>
          </a:solidFill>
          <a:latin typeface="Tw Cen MT Condensed" panose="020B0606020104020203" pitchFamily="34" charset="0"/>
        </a:defRPr>
      </a:lvl5pPr>
      <a:lvl6pPr marL="457200" algn="l" rtl="0" eaLnBrk="0" fontAlgn="base" hangingPunct="0">
        <a:spcBef>
          <a:spcPct val="0"/>
        </a:spcBef>
        <a:spcAft>
          <a:spcPct val="0"/>
        </a:spcAft>
        <a:defRPr sz="4000">
          <a:solidFill>
            <a:schemeClr val="tx1"/>
          </a:solidFill>
          <a:latin typeface="Tw Cen MT Condensed" panose="020B0606020104020203" pitchFamily="34" charset="0"/>
        </a:defRPr>
      </a:lvl6pPr>
      <a:lvl7pPr marL="914400" algn="l" rtl="0" eaLnBrk="0" fontAlgn="base" hangingPunct="0">
        <a:spcBef>
          <a:spcPct val="0"/>
        </a:spcBef>
        <a:spcAft>
          <a:spcPct val="0"/>
        </a:spcAft>
        <a:defRPr sz="4000">
          <a:solidFill>
            <a:schemeClr val="tx1"/>
          </a:solidFill>
          <a:latin typeface="Tw Cen MT Condensed" panose="020B0606020104020203" pitchFamily="34" charset="0"/>
        </a:defRPr>
      </a:lvl7pPr>
      <a:lvl8pPr marL="1371600" algn="l" rtl="0" eaLnBrk="0" fontAlgn="base" hangingPunct="0">
        <a:spcBef>
          <a:spcPct val="0"/>
        </a:spcBef>
        <a:spcAft>
          <a:spcPct val="0"/>
        </a:spcAft>
        <a:defRPr sz="4000">
          <a:solidFill>
            <a:schemeClr val="tx1"/>
          </a:solidFill>
          <a:latin typeface="Tw Cen MT Condensed" panose="020B0606020104020203" pitchFamily="34" charset="0"/>
        </a:defRPr>
      </a:lvl8pPr>
      <a:lvl9pPr marL="1828800" algn="l" rtl="0" eaLnBrk="0" fontAlgn="base" hangingPunct="0">
        <a:spcBef>
          <a:spcPct val="0"/>
        </a:spcBef>
        <a:spcAft>
          <a:spcPct val="0"/>
        </a:spcAft>
        <a:defRPr sz="4000">
          <a:solidFill>
            <a:schemeClr val="tx1"/>
          </a:solidFill>
          <a:latin typeface="Tw Cen MT Condensed" panose="020B0606020104020203" pitchFamily="34" charset="0"/>
        </a:defRPr>
      </a:lvl9pPr>
    </p:titleStyle>
    <p:bodyStyle>
      <a:lvl1pPr marL="342900" indent="-342900" algn="l" rtl="0" eaLnBrk="0" fontAlgn="base" hangingPunct="0">
        <a:spcBef>
          <a:spcPts val="600"/>
        </a:spcBef>
        <a:spcAft>
          <a:spcPts val="600"/>
        </a:spcAft>
        <a:buFont typeface="Arial" panose="020B0604020202020204" pitchFamily="34" charset="0"/>
        <a:buChar char="•"/>
        <a:defRPr sz="2800">
          <a:solidFill>
            <a:schemeClr val="tx1"/>
          </a:solidFill>
          <a:latin typeface="+mn-lt"/>
          <a:ea typeface="+mn-ea"/>
          <a:cs typeface="+mn-cs"/>
        </a:defRPr>
      </a:lvl1pPr>
      <a:lvl2pPr marL="742950" indent="-285750" algn="l" rtl="0" eaLnBrk="0" fontAlgn="base" hangingPunct="0">
        <a:spcBef>
          <a:spcPts val="600"/>
        </a:spcBef>
        <a:spcAft>
          <a:spcPts val="600"/>
        </a:spcAft>
        <a:buFont typeface="Arial" panose="020B0604020202020204" pitchFamily="34" charset="0"/>
        <a:buChar char="–"/>
        <a:defRPr sz="2400">
          <a:solidFill>
            <a:schemeClr val="tx1"/>
          </a:solidFill>
          <a:latin typeface="+mn-lt"/>
        </a:defRPr>
      </a:lvl2pPr>
      <a:lvl3pPr marL="1143000" indent="-228600" algn="l" rtl="0" eaLnBrk="0" fontAlgn="base" hangingPunct="0">
        <a:spcBef>
          <a:spcPts val="600"/>
        </a:spcBef>
        <a:spcAft>
          <a:spcPts val="600"/>
        </a:spcAft>
        <a:buFont typeface="Arial" panose="020B0604020202020204" pitchFamily="34" charset="0"/>
        <a:buChar char="•"/>
        <a:defRPr sz="2000">
          <a:solidFill>
            <a:schemeClr val="tx1"/>
          </a:solidFill>
          <a:latin typeface="+mn-lt"/>
        </a:defRPr>
      </a:lvl3pPr>
      <a:lvl4pPr marL="16002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4pPr>
      <a:lvl5pPr marL="20574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5pPr>
      <a:lvl6pPr marL="25146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6pPr>
      <a:lvl7pPr marL="29718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7pPr>
      <a:lvl8pPr marL="34290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8pPr>
      <a:lvl9pPr marL="38862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3074" name="Group 13"/>
          <p:cNvGrpSpPr/>
          <p:nvPr/>
        </p:nvGrpSpPr>
        <p:grpSpPr bwMode="auto">
          <a:xfrm>
            <a:off x="0" y="0"/>
            <a:ext cx="9144000" cy="6867525"/>
            <a:chOff x="0" y="0"/>
            <a:chExt cx="9144000" cy="6867525"/>
          </a:xfrm>
        </p:grpSpPr>
        <p:grpSp>
          <p:nvGrpSpPr>
            <p:cNvPr id="3080" name="Group 10"/>
            <p:cNvGrpSpPr/>
            <p:nvPr/>
          </p:nvGrpSpPr>
          <p:grpSpPr bwMode="auto">
            <a:xfrm>
              <a:off x="0" y="0"/>
              <a:ext cx="9144000" cy="6858000"/>
              <a:chOff x="0" y="0"/>
              <a:chExt cx="9144000" cy="6858000"/>
            </a:xfrm>
          </p:grpSpPr>
          <p:pic>
            <p:nvPicPr>
              <p:cNvPr id="3085" name="Rectangle 6"/>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0" y="857"/>
                <a:ext cx="8139683" cy="6857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6" name="Rectangle 7"/>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3150349" y="0"/>
                <a:ext cx="5993651" cy="5244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7" name="Rectangle 8"/>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293206" y="1042127"/>
                <a:ext cx="8850794" cy="5815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 name="Rectangle 11"/>
            <p:cNvSpPr/>
            <p:nvPr/>
          </p:nvSpPr>
          <p:spPr>
            <a:xfrm flipV="1">
              <a:off x="685800" y="1152525"/>
              <a:ext cx="8458200" cy="5715000"/>
            </a:xfrm>
            <a:prstGeom prst="rect">
              <a:avLst/>
            </a:prstGeom>
            <a:gradFill flip="none" rotWithShape="1">
              <a:gsLst>
                <a:gs pos="100000">
                  <a:schemeClr val="bg1">
                    <a:alpha val="35000"/>
                  </a:schemeClr>
                </a:gs>
                <a:gs pos="40000">
                  <a:schemeClr val="bg1">
                    <a:alpha val="35000"/>
                  </a:schemeClr>
                </a:gs>
                <a:gs pos="21000">
                  <a:schemeClr val="bg1">
                    <a:alpha val="0"/>
                  </a:schemeClr>
                </a:gs>
              </a:gsLst>
              <a:lin ang="0" scaled="1"/>
              <a:tileRect/>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p>
          </p:txBody>
        </p:sp>
        <p:cxnSp>
          <p:nvCxnSpPr>
            <p:cNvPr id="13" name="Straight Connector 12"/>
            <p:cNvCxnSpPr/>
            <p:nvPr/>
          </p:nvCxnSpPr>
          <p:spPr>
            <a:xfrm>
              <a:off x="685800" y="1152525"/>
              <a:ext cx="8458200" cy="1588"/>
            </a:xfrm>
            <a:prstGeom prst="line">
              <a:avLst/>
            </a:prstGeom>
            <a:ln w="6350" cap="rnd" cmpd="sng" algn="ctr">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3075" name="Rectangle 1"/>
          <p:cNvSpPr>
            <a:spLocks noGrp="1"/>
          </p:cNvSpPr>
          <p:nvPr>
            <p:ph type="title"/>
          </p:nvPr>
        </p:nvSpPr>
        <p:spPr bwMode="auto">
          <a:xfrm>
            <a:off x="685800" y="142875"/>
            <a:ext cx="8001000" cy="111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t>单击此处编辑母版标题样式</a:t>
            </a:r>
            <a:endParaRPr lang="zh-CN"/>
          </a:p>
        </p:txBody>
      </p:sp>
      <p:sp>
        <p:nvSpPr>
          <p:cNvPr id="3076" name="Rectangle 2"/>
          <p:cNvSpPr>
            <a:spLocks noGrp="1"/>
          </p:cNvSpPr>
          <p:nvPr>
            <p:ph type="body" idx="1"/>
          </p:nvPr>
        </p:nvSpPr>
        <p:spPr bwMode="auto">
          <a:xfrm>
            <a:off x="685800" y="1295400"/>
            <a:ext cx="8001000" cy="483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t>单击此处编辑母版文本样式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
        <p:nvSpPr>
          <p:cNvPr id="4" name="Rectangle 3"/>
          <p:cNvSpPr>
            <a:spLocks noGrp="1"/>
          </p:cNvSpPr>
          <p:nvPr>
            <p:ph type="dt" sz="half" idx="2"/>
          </p:nvPr>
        </p:nvSpPr>
        <p:spPr>
          <a:xfrm>
            <a:off x="685800" y="6356350"/>
            <a:ext cx="2133600" cy="365125"/>
          </a:xfrm>
          <a:prstGeom prst="rect">
            <a:avLst/>
          </a:prstGeom>
        </p:spPr>
        <p:txBody>
          <a:bodyPr vert="horz" rtlCol="0" anchor="ctr"/>
          <a:lstStyle>
            <a:lvl1pPr algn="l" fontAlgn="auto" latinLnBrk="0">
              <a:spcBef>
                <a:spcPts val="0"/>
              </a:spcBef>
              <a:spcAft>
                <a:spcPts val="0"/>
              </a:spcAft>
              <a:defRPr lang="zh-CN" sz="1200">
                <a:solidFill>
                  <a:schemeClr val="tx1"/>
                </a:solidFill>
                <a:latin typeface="+mn-lt"/>
                <a:ea typeface="+mn-ea"/>
              </a:defRPr>
            </a:lvl1pPr>
          </a:lstStyle>
          <a:p>
            <a:pPr>
              <a:defRPr/>
            </a:pPr>
            <a:fld id="{F71AC188-EDE1-416F-9AD6-61FB027947A2}" type="datetime1">
              <a:rPr lang="zh-CN" altLang="en-US" smtClean="0"/>
            </a:fld>
            <a:endParaRPr lang="zh-CN" altLang="en-US" smtClean="0"/>
          </a:p>
        </p:txBody>
      </p:sp>
      <p:sp>
        <p:nvSpPr>
          <p:cNvPr id="5" name="Rectangle 4"/>
          <p:cNvSpPr>
            <a:spLocks noGrp="1"/>
          </p:cNvSpPr>
          <p:nvPr>
            <p:ph type="ftr" sz="quarter" idx="3"/>
          </p:nvPr>
        </p:nvSpPr>
        <p:spPr>
          <a:xfrm>
            <a:off x="3238500" y="6356350"/>
            <a:ext cx="2895600" cy="365125"/>
          </a:xfrm>
          <a:prstGeom prst="rect">
            <a:avLst/>
          </a:prstGeom>
        </p:spPr>
        <p:txBody>
          <a:bodyPr vert="horz" wrap="square" lIns="91440" tIns="45720" rIns="91440" bIns="45720" numCol="1" anchor="ctr" anchorCtr="0" compatLnSpc="1"/>
          <a:lstStyle>
            <a:lvl1pPr algn="ctr">
              <a:defRPr sz="1200">
                <a:latin typeface="+mn-lt"/>
              </a:defRPr>
            </a:lvl1pPr>
          </a:lstStyle>
          <a:p>
            <a:pPr>
              <a:defRPr/>
            </a:pPr>
            <a:endParaRPr lang="zh-CN" altLang="zh-CN"/>
          </a:p>
        </p:txBody>
      </p:sp>
      <p:sp>
        <p:nvSpPr>
          <p:cNvPr id="6" name="Rectangle 5"/>
          <p:cNvSpPr>
            <a:spLocks noGrp="1"/>
          </p:cNvSpPr>
          <p:nvPr>
            <p:ph type="sldNum" sz="quarter" idx="4"/>
          </p:nvPr>
        </p:nvSpPr>
        <p:spPr>
          <a:xfrm>
            <a:off x="6553200" y="6356350"/>
            <a:ext cx="2133600" cy="365125"/>
          </a:xfrm>
          <a:prstGeom prst="rect">
            <a:avLst/>
          </a:prstGeom>
        </p:spPr>
        <p:txBody>
          <a:bodyPr vert="horz" rtlCol="0" anchor="ctr"/>
          <a:lstStyle>
            <a:lvl1pPr algn="r" fontAlgn="auto" latinLnBrk="0">
              <a:spcBef>
                <a:spcPts val="0"/>
              </a:spcBef>
              <a:spcAft>
                <a:spcPts val="0"/>
              </a:spcAft>
              <a:defRPr lang="zh-CN" sz="1200">
                <a:solidFill>
                  <a:schemeClr val="tx1"/>
                </a:solidFill>
                <a:latin typeface="+mn-lt"/>
                <a:ea typeface="+mn-ea"/>
              </a:defRPr>
            </a:lvl1pPr>
          </a:lstStyle>
          <a:p>
            <a:pPr>
              <a:defRPr/>
            </a:pPr>
            <a:fld id="{2D446DE1-788D-4BE0-A530-F3E4AD7D60DA}"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fade/>
  </p:transition>
  <p:hf hdr="0" ftr="0" dt="0"/>
  <p:txStyles>
    <p:titleStyle>
      <a:lvl1pPr algn="l" rtl="0" eaLnBrk="0" fontAlgn="base" hangingPunct="0">
        <a:spcBef>
          <a:spcPct val="0"/>
        </a:spcBef>
        <a:spcAft>
          <a:spcPct val="0"/>
        </a:spcAft>
        <a:defRPr sz="4000">
          <a:solidFill>
            <a:schemeClr val="tx1"/>
          </a:solidFill>
          <a:latin typeface="+mj-lt"/>
          <a:ea typeface="+mj-ea"/>
          <a:cs typeface="+mj-cs"/>
        </a:defRPr>
      </a:lvl1pPr>
      <a:lvl2pPr algn="l" rtl="0" eaLnBrk="0" fontAlgn="base" hangingPunct="0">
        <a:spcBef>
          <a:spcPct val="0"/>
        </a:spcBef>
        <a:spcAft>
          <a:spcPct val="0"/>
        </a:spcAft>
        <a:defRPr sz="4000">
          <a:solidFill>
            <a:schemeClr val="tx1"/>
          </a:solidFill>
          <a:latin typeface="Tw Cen MT Condensed" panose="020B0606020104020203" pitchFamily="34" charset="0"/>
        </a:defRPr>
      </a:lvl2pPr>
      <a:lvl3pPr algn="l" rtl="0" eaLnBrk="0" fontAlgn="base" hangingPunct="0">
        <a:spcBef>
          <a:spcPct val="0"/>
        </a:spcBef>
        <a:spcAft>
          <a:spcPct val="0"/>
        </a:spcAft>
        <a:defRPr sz="4000">
          <a:solidFill>
            <a:schemeClr val="tx1"/>
          </a:solidFill>
          <a:latin typeface="Tw Cen MT Condensed" panose="020B0606020104020203" pitchFamily="34" charset="0"/>
        </a:defRPr>
      </a:lvl3pPr>
      <a:lvl4pPr algn="l" rtl="0" eaLnBrk="0" fontAlgn="base" hangingPunct="0">
        <a:spcBef>
          <a:spcPct val="0"/>
        </a:spcBef>
        <a:spcAft>
          <a:spcPct val="0"/>
        </a:spcAft>
        <a:defRPr sz="4000">
          <a:solidFill>
            <a:schemeClr val="tx1"/>
          </a:solidFill>
          <a:latin typeface="Tw Cen MT Condensed" panose="020B0606020104020203" pitchFamily="34" charset="0"/>
        </a:defRPr>
      </a:lvl4pPr>
      <a:lvl5pPr algn="l" rtl="0" eaLnBrk="0" fontAlgn="base" hangingPunct="0">
        <a:spcBef>
          <a:spcPct val="0"/>
        </a:spcBef>
        <a:spcAft>
          <a:spcPct val="0"/>
        </a:spcAft>
        <a:defRPr sz="4000">
          <a:solidFill>
            <a:schemeClr val="tx1"/>
          </a:solidFill>
          <a:latin typeface="Tw Cen MT Condensed" panose="020B0606020104020203" pitchFamily="34" charset="0"/>
        </a:defRPr>
      </a:lvl5pPr>
      <a:lvl6pPr marL="457200" algn="l" rtl="0" eaLnBrk="0" fontAlgn="base" hangingPunct="0">
        <a:spcBef>
          <a:spcPct val="0"/>
        </a:spcBef>
        <a:spcAft>
          <a:spcPct val="0"/>
        </a:spcAft>
        <a:defRPr sz="4000">
          <a:solidFill>
            <a:schemeClr val="tx1"/>
          </a:solidFill>
          <a:latin typeface="Tw Cen MT Condensed" panose="020B0606020104020203" pitchFamily="34" charset="0"/>
        </a:defRPr>
      </a:lvl6pPr>
      <a:lvl7pPr marL="914400" algn="l" rtl="0" eaLnBrk="0" fontAlgn="base" hangingPunct="0">
        <a:spcBef>
          <a:spcPct val="0"/>
        </a:spcBef>
        <a:spcAft>
          <a:spcPct val="0"/>
        </a:spcAft>
        <a:defRPr sz="4000">
          <a:solidFill>
            <a:schemeClr val="tx1"/>
          </a:solidFill>
          <a:latin typeface="Tw Cen MT Condensed" panose="020B0606020104020203" pitchFamily="34" charset="0"/>
        </a:defRPr>
      </a:lvl7pPr>
      <a:lvl8pPr marL="1371600" algn="l" rtl="0" eaLnBrk="0" fontAlgn="base" hangingPunct="0">
        <a:spcBef>
          <a:spcPct val="0"/>
        </a:spcBef>
        <a:spcAft>
          <a:spcPct val="0"/>
        </a:spcAft>
        <a:defRPr sz="4000">
          <a:solidFill>
            <a:schemeClr val="tx1"/>
          </a:solidFill>
          <a:latin typeface="Tw Cen MT Condensed" panose="020B0606020104020203" pitchFamily="34" charset="0"/>
        </a:defRPr>
      </a:lvl8pPr>
      <a:lvl9pPr marL="1828800" algn="l" rtl="0" eaLnBrk="0" fontAlgn="base" hangingPunct="0">
        <a:spcBef>
          <a:spcPct val="0"/>
        </a:spcBef>
        <a:spcAft>
          <a:spcPct val="0"/>
        </a:spcAft>
        <a:defRPr sz="4000">
          <a:solidFill>
            <a:schemeClr val="tx1"/>
          </a:solidFill>
          <a:latin typeface="Tw Cen MT Condensed" panose="020B0606020104020203" pitchFamily="34" charset="0"/>
        </a:defRPr>
      </a:lvl9pPr>
    </p:titleStyle>
    <p:bodyStyle>
      <a:lvl1pPr marL="342900" indent="-342900" algn="l" rtl="0" eaLnBrk="0" fontAlgn="base" hangingPunct="0">
        <a:spcBef>
          <a:spcPts val="600"/>
        </a:spcBef>
        <a:spcAft>
          <a:spcPts val="600"/>
        </a:spcAft>
        <a:buFont typeface="Arial" panose="020B0604020202020204" pitchFamily="34" charset="0"/>
        <a:buChar char="•"/>
        <a:defRPr sz="2800">
          <a:solidFill>
            <a:schemeClr val="tx1"/>
          </a:solidFill>
          <a:latin typeface="+mn-lt"/>
          <a:ea typeface="+mn-ea"/>
          <a:cs typeface="+mn-cs"/>
        </a:defRPr>
      </a:lvl1pPr>
      <a:lvl2pPr marL="742950" indent="-285750" algn="l" rtl="0" eaLnBrk="0" fontAlgn="base" hangingPunct="0">
        <a:spcBef>
          <a:spcPts val="600"/>
        </a:spcBef>
        <a:spcAft>
          <a:spcPts val="600"/>
        </a:spcAft>
        <a:buFont typeface="Arial" panose="020B0604020202020204" pitchFamily="34" charset="0"/>
        <a:buChar char="–"/>
        <a:defRPr sz="2400">
          <a:solidFill>
            <a:schemeClr val="tx1"/>
          </a:solidFill>
          <a:latin typeface="+mn-lt"/>
        </a:defRPr>
      </a:lvl2pPr>
      <a:lvl3pPr marL="1143000" indent="-228600" algn="l" rtl="0" eaLnBrk="0" fontAlgn="base" hangingPunct="0">
        <a:spcBef>
          <a:spcPts val="600"/>
        </a:spcBef>
        <a:spcAft>
          <a:spcPts val="600"/>
        </a:spcAft>
        <a:buFont typeface="Arial" panose="020B0604020202020204" pitchFamily="34" charset="0"/>
        <a:buChar char="•"/>
        <a:defRPr sz="2000">
          <a:solidFill>
            <a:schemeClr val="tx1"/>
          </a:solidFill>
          <a:latin typeface="+mn-lt"/>
        </a:defRPr>
      </a:lvl3pPr>
      <a:lvl4pPr marL="16002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4pPr>
      <a:lvl5pPr marL="20574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5pPr>
      <a:lvl6pPr marL="25146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6pPr>
      <a:lvl7pPr marL="29718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7pPr>
      <a:lvl8pPr marL="34290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8pPr>
      <a:lvl9pPr marL="38862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4098" name="Group 13"/>
          <p:cNvGrpSpPr/>
          <p:nvPr/>
        </p:nvGrpSpPr>
        <p:grpSpPr bwMode="auto">
          <a:xfrm>
            <a:off x="0" y="0"/>
            <a:ext cx="9144000" cy="6867525"/>
            <a:chOff x="0" y="0"/>
            <a:chExt cx="9144000" cy="6867525"/>
          </a:xfrm>
        </p:grpSpPr>
        <p:grpSp>
          <p:nvGrpSpPr>
            <p:cNvPr id="4104" name="Group 10"/>
            <p:cNvGrpSpPr/>
            <p:nvPr/>
          </p:nvGrpSpPr>
          <p:grpSpPr bwMode="auto">
            <a:xfrm>
              <a:off x="0" y="0"/>
              <a:ext cx="9144000" cy="6858000"/>
              <a:chOff x="0" y="0"/>
              <a:chExt cx="9144000" cy="6858000"/>
            </a:xfrm>
          </p:grpSpPr>
          <p:pic>
            <p:nvPicPr>
              <p:cNvPr id="4109" name="Rectangle 6"/>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0" y="857"/>
                <a:ext cx="8139683" cy="6857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0" name="Rectangle 7"/>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3150349" y="0"/>
                <a:ext cx="5993651" cy="5244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1" name="Rectangle 8"/>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293206" y="1042127"/>
                <a:ext cx="8850794" cy="5815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 name="Rectangle 11"/>
            <p:cNvSpPr/>
            <p:nvPr/>
          </p:nvSpPr>
          <p:spPr>
            <a:xfrm flipV="1">
              <a:off x="685800" y="1152525"/>
              <a:ext cx="8458200" cy="5715000"/>
            </a:xfrm>
            <a:prstGeom prst="rect">
              <a:avLst/>
            </a:prstGeom>
            <a:gradFill flip="none" rotWithShape="1">
              <a:gsLst>
                <a:gs pos="100000">
                  <a:schemeClr val="bg1">
                    <a:alpha val="35000"/>
                  </a:schemeClr>
                </a:gs>
                <a:gs pos="40000">
                  <a:schemeClr val="bg1">
                    <a:alpha val="35000"/>
                  </a:schemeClr>
                </a:gs>
                <a:gs pos="21000">
                  <a:schemeClr val="bg1">
                    <a:alpha val="0"/>
                  </a:schemeClr>
                </a:gs>
              </a:gsLst>
              <a:lin ang="0" scaled="1"/>
              <a:tileRect/>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p>
          </p:txBody>
        </p:sp>
        <p:cxnSp>
          <p:nvCxnSpPr>
            <p:cNvPr id="13" name="Straight Connector 12"/>
            <p:cNvCxnSpPr/>
            <p:nvPr/>
          </p:nvCxnSpPr>
          <p:spPr>
            <a:xfrm>
              <a:off x="685800" y="1152525"/>
              <a:ext cx="8458200" cy="1588"/>
            </a:xfrm>
            <a:prstGeom prst="line">
              <a:avLst/>
            </a:prstGeom>
            <a:ln w="6350" cap="rnd" cmpd="sng" algn="ctr">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4099" name="Rectangle 1"/>
          <p:cNvSpPr>
            <a:spLocks noGrp="1"/>
          </p:cNvSpPr>
          <p:nvPr>
            <p:ph type="title"/>
          </p:nvPr>
        </p:nvSpPr>
        <p:spPr bwMode="auto">
          <a:xfrm>
            <a:off x="685800" y="142875"/>
            <a:ext cx="8001000" cy="111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t>单击此处编辑母版标题样式</a:t>
            </a:r>
            <a:endParaRPr lang="zh-CN"/>
          </a:p>
        </p:txBody>
      </p:sp>
      <p:sp>
        <p:nvSpPr>
          <p:cNvPr id="4100" name="Rectangle 2"/>
          <p:cNvSpPr>
            <a:spLocks noGrp="1"/>
          </p:cNvSpPr>
          <p:nvPr>
            <p:ph type="body" idx="1"/>
          </p:nvPr>
        </p:nvSpPr>
        <p:spPr bwMode="auto">
          <a:xfrm>
            <a:off x="685800" y="1295400"/>
            <a:ext cx="8001000" cy="483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t>单击此处编辑母版文本样式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
        <p:nvSpPr>
          <p:cNvPr id="14" name="Shape 3"/>
          <p:cNvSpPr>
            <a:spLocks noGrp="1"/>
          </p:cNvSpPr>
          <p:nvPr>
            <p:ph type="dt" sz="half" idx="2"/>
          </p:nvPr>
        </p:nvSpPr>
        <p:spPr>
          <a:xfrm>
            <a:off x="685800" y="6356350"/>
            <a:ext cx="2133600" cy="365125"/>
          </a:xfrm>
          <a:prstGeom prst="rect">
            <a:avLst/>
          </a:prstGeom>
        </p:spPr>
        <p:txBody>
          <a:bodyPr vert="horz" rtlCol="0" anchor="ctr"/>
          <a:lstStyle>
            <a:lvl1pPr fontAlgn="auto">
              <a:spcBef>
                <a:spcPts val="0"/>
              </a:spcBef>
              <a:spcAft>
                <a:spcPts val="0"/>
              </a:spcAft>
              <a:defRPr sz="1200">
                <a:latin typeface="+mn-lt"/>
                <a:ea typeface="+mn-ea"/>
              </a:defRPr>
            </a:lvl1pPr>
          </a:lstStyle>
          <a:p>
            <a:pPr>
              <a:defRPr/>
            </a:pPr>
            <a:fld id="{62AE0489-73F6-4EFC-82D0-28D314DF639B}" type="datetime1">
              <a:rPr lang="zh-CN" altLang="en-US" smtClean="0"/>
            </a:fld>
            <a:endParaRPr lang="zh-CN"/>
          </a:p>
        </p:txBody>
      </p:sp>
      <p:sp>
        <p:nvSpPr>
          <p:cNvPr id="15" name="Shape 4"/>
          <p:cNvSpPr>
            <a:spLocks noGrp="1"/>
          </p:cNvSpPr>
          <p:nvPr>
            <p:ph type="ftr" sz="quarter" idx="3"/>
          </p:nvPr>
        </p:nvSpPr>
        <p:spPr>
          <a:xfrm>
            <a:off x="3238500" y="6356350"/>
            <a:ext cx="2895600" cy="365125"/>
          </a:xfrm>
          <a:prstGeom prst="rect">
            <a:avLst/>
          </a:prstGeom>
        </p:spPr>
        <p:txBody>
          <a:bodyPr vert="horz" wrap="square" lIns="91440" tIns="45720" rIns="91440" bIns="45720" numCol="1" anchor="ctr" anchorCtr="0" compatLnSpc="1"/>
          <a:lstStyle>
            <a:lvl1pPr algn="ctr">
              <a:defRPr sz="1200">
                <a:latin typeface="+mn-lt"/>
              </a:defRPr>
            </a:lvl1pPr>
          </a:lstStyle>
          <a:p>
            <a:pPr>
              <a:defRPr/>
            </a:pPr>
            <a:endParaRPr lang="zh-CN" altLang="zh-CN"/>
          </a:p>
        </p:txBody>
      </p:sp>
      <p:sp>
        <p:nvSpPr>
          <p:cNvPr id="16" name="Shape 5"/>
          <p:cNvSpPr>
            <a:spLocks noGrp="1"/>
          </p:cNvSpPr>
          <p:nvPr>
            <p:ph type="sldNum" sz="quarter" idx="4"/>
          </p:nvPr>
        </p:nvSpPr>
        <p:spPr>
          <a:xfrm>
            <a:off x="6553200" y="6356350"/>
            <a:ext cx="2133600" cy="365125"/>
          </a:xfrm>
          <a:prstGeom prst="rect">
            <a:avLst/>
          </a:prstGeom>
        </p:spPr>
        <p:txBody>
          <a:bodyPr vert="horz" rtlCol="0" anchor="ctr"/>
          <a:lstStyle>
            <a:lvl1pPr algn="r" fontAlgn="auto">
              <a:spcBef>
                <a:spcPts val="0"/>
              </a:spcBef>
              <a:spcAft>
                <a:spcPts val="0"/>
              </a:spcAft>
              <a:defRPr sz="1200">
                <a:latin typeface="+mn-lt"/>
                <a:ea typeface="+mn-ea"/>
              </a:defRPr>
            </a:lvl1pPr>
          </a:lstStyle>
          <a:p>
            <a:pPr>
              <a:defRPr/>
            </a:pPr>
            <a:fld id="{6DF486C2-5240-4E83-B08A-58E99784F508}" type="slidenum">
              <a:rPr lang="en-US" altLang="zh-CN"/>
            </a:fld>
            <a:endParaRPr lang="zh-CN"/>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p:fade/>
  </p:transition>
  <p:hf hdr="0" ftr="0" dt="0"/>
  <p:txStyles>
    <p:titleStyle>
      <a:lvl1pPr algn="l" rtl="0" eaLnBrk="0" fontAlgn="base" hangingPunct="0">
        <a:spcBef>
          <a:spcPct val="0"/>
        </a:spcBef>
        <a:spcAft>
          <a:spcPct val="0"/>
        </a:spcAft>
        <a:defRPr sz="4000">
          <a:solidFill>
            <a:schemeClr val="tx1"/>
          </a:solidFill>
          <a:latin typeface="+mj-lt"/>
          <a:ea typeface="+mj-ea"/>
          <a:cs typeface="+mj-cs"/>
        </a:defRPr>
      </a:lvl1pPr>
      <a:lvl2pPr algn="l" rtl="0" eaLnBrk="0" fontAlgn="base" hangingPunct="0">
        <a:spcBef>
          <a:spcPct val="0"/>
        </a:spcBef>
        <a:spcAft>
          <a:spcPct val="0"/>
        </a:spcAft>
        <a:defRPr sz="4000">
          <a:solidFill>
            <a:schemeClr val="tx1"/>
          </a:solidFill>
          <a:latin typeface="Tw Cen MT Condensed" panose="020B0606020104020203" pitchFamily="34" charset="0"/>
        </a:defRPr>
      </a:lvl2pPr>
      <a:lvl3pPr algn="l" rtl="0" eaLnBrk="0" fontAlgn="base" hangingPunct="0">
        <a:spcBef>
          <a:spcPct val="0"/>
        </a:spcBef>
        <a:spcAft>
          <a:spcPct val="0"/>
        </a:spcAft>
        <a:defRPr sz="4000">
          <a:solidFill>
            <a:schemeClr val="tx1"/>
          </a:solidFill>
          <a:latin typeface="Tw Cen MT Condensed" panose="020B0606020104020203" pitchFamily="34" charset="0"/>
        </a:defRPr>
      </a:lvl3pPr>
      <a:lvl4pPr algn="l" rtl="0" eaLnBrk="0" fontAlgn="base" hangingPunct="0">
        <a:spcBef>
          <a:spcPct val="0"/>
        </a:spcBef>
        <a:spcAft>
          <a:spcPct val="0"/>
        </a:spcAft>
        <a:defRPr sz="4000">
          <a:solidFill>
            <a:schemeClr val="tx1"/>
          </a:solidFill>
          <a:latin typeface="Tw Cen MT Condensed" panose="020B0606020104020203" pitchFamily="34" charset="0"/>
        </a:defRPr>
      </a:lvl4pPr>
      <a:lvl5pPr algn="l" rtl="0" eaLnBrk="0" fontAlgn="base" hangingPunct="0">
        <a:spcBef>
          <a:spcPct val="0"/>
        </a:spcBef>
        <a:spcAft>
          <a:spcPct val="0"/>
        </a:spcAft>
        <a:defRPr sz="4000">
          <a:solidFill>
            <a:schemeClr val="tx1"/>
          </a:solidFill>
          <a:latin typeface="Tw Cen MT Condensed" panose="020B0606020104020203" pitchFamily="34" charset="0"/>
        </a:defRPr>
      </a:lvl5pPr>
      <a:lvl6pPr marL="457200" algn="l" rtl="0" eaLnBrk="0" fontAlgn="base" hangingPunct="0">
        <a:spcBef>
          <a:spcPct val="0"/>
        </a:spcBef>
        <a:spcAft>
          <a:spcPct val="0"/>
        </a:spcAft>
        <a:defRPr sz="4000">
          <a:solidFill>
            <a:schemeClr val="tx1"/>
          </a:solidFill>
          <a:latin typeface="Tw Cen MT Condensed" panose="020B0606020104020203" pitchFamily="34" charset="0"/>
        </a:defRPr>
      </a:lvl6pPr>
      <a:lvl7pPr marL="914400" algn="l" rtl="0" eaLnBrk="0" fontAlgn="base" hangingPunct="0">
        <a:spcBef>
          <a:spcPct val="0"/>
        </a:spcBef>
        <a:spcAft>
          <a:spcPct val="0"/>
        </a:spcAft>
        <a:defRPr sz="4000">
          <a:solidFill>
            <a:schemeClr val="tx1"/>
          </a:solidFill>
          <a:latin typeface="Tw Cen MT Condensed" panose="020B0606020104020203" pitchFamily="34" charset="0"/>
        </a:defRPr>
      </a:lvl7pPr>
      <a:lvl8pPr marL="1371600" algn="l" rtl="0" eaLnBrk="0" fontAlgn="base" hangingPunct="0">
        <a:spcBef>
          <a:spcPct val="0"/>
        </a:spcBef>
        <a:spcAft>
          <a:spcPct val="0"/>
        </a:spcAft>
        <a:defRPr sz="4000">
          <a:solidFill>
            <a:schemeClr val="tx1"/>
          </a:solidFill>
          <a:latin typeface="Tw Cen MT Condensed" panose="020B0606020104020203" pitchFamily="34" charset="0"/>
        </a:defRPr>
      </a:lvl8pPr>
      <a:lvl9pPr marL="1828800" algn="l" rtl="0" eaLnBrk="0" fontAlgn="base" hangingPunct="0">
        <a:spcBef>
          <a:spcPct val="0"/>
        </a:spcBef>
        <a:spcAft>
          <a:spcPct val="0"/>
        </a:spcAft>
        <a:defRPr sz="4000">
          <a:solidFill>
            <a:schemeClr val="tx1"/>
          </a:solidFill>
          <a:latin typeface="Tw Cen MT Condensed" panose="020B0606020104020203" pitchFamily="34" charset="0"/>
        </a:defRPr>
      </a:lvl9pPr>
    </p:titleStyle>
    <p:bodyStyle>
      <a:lvl1pPr marL="342900" indent="-342900" algn="l" rtl="0" eaLnBrk="0" fontAlgn="base" hangingPunct="0">
        <a:spcBef>
          <a:spcPts val="600"/>
        </a:spcBef>
        <a:spcAft>
          <a:spcPts val="600"/>
        </a:spcAft>
        <a:buFont typeface="Arial" panose="020B0604020202020204" pitchFamily="34" charset="0"/>
        <a:buChar char="•"/>
        <a:defRPr sz="2800">
          <a:solidFill>
            <a:schemeClr val="tx1"/>
          </a:solidFill>
          <a:latin typeface="+mn-lt"/>
          <a:ea typeface="+mn-ea"/>
          <a:cs typeface="+mn-cs"/>
        </a:defRPr>
      </a:lvl1pPr>
      <a:lvl2pPr marL="742950" indent="-285750" algn="l" rtl="0" eaLnBrk="0" fontAlgn="base" hangingPunct="0">
        <a:spcBef>
          <a:spcPts val="600"/>
        </a:spcBef>
        <a:spcAft>
          <a:spcPts val="600"/>
        </a:spcAft>
        <a:buFont typeface="Arial" panose="020B0604020202020204" pitchFamily="34" charset="0"/>
        <a:buChar char="–"/>
        <a:defRPr sz="2400">
          <a:solidFill>
            <a:schemeClr val="tx1"/>
          </a:solidFill>
          <a:latin typeface="+mn-lt"/>
        </a:defRPr>
      </a:lvl2pPr>
      <a:lvl3pPr marL="1143000" indent="-228600" algn="l" rtl="0" eaLnBrk="0" fontAlgn="base" hangingPunct="0">
        <a:spcBef>
          <a:spcPts val="600"/>
        </a:spcBef>
        <a:spcAft>
          <a:spcPts val="600"/>
        </a:spcAft>
        <a:buFont typeface="Arial" panose="020B0604020202020204" pitchFamily="34" charset="0"/>
        <a:buChar char="•"/>
        <a:defRPr sz="2000">
          <a:solidFill>
            <a:schemeClr val="tx1"/>
          </a:solidFill>
          <a:latin typeface="+mn-lt"/>
        </a:defRPr>
      </a:lvl3pPr>
      <a:lvl4pPr marL="16002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4pPr>
      <a:lvl5pPr marL="20574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5pPr>
      <a:lvl6pPr marL="25146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6pPr>
      <a:lvl7pPr marL="29718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7pPr>
      <a:lvl8pPr marL="34290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8pPr>
      <a:lvl9pPr marL="38862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5122" name="Group 13"/>
          <p:cNvGrpSpPr/>
          <p:nvPr/>
        </p:nvGrpSpPr>
        <p:grpSpPr bwMode="auto">
          <a:xfrm>
            <a:off x="0" y="0"/>
            <a:ext cx="9144000" cy="6867525"/>
            <a:chOff x="0" y="0"/>
            <a:chExt cx="9144000" cy="6867525"/>
          </a:xfrm>
        </p:grpSpPr>
        <p:grpSp>
          <p:nvGrpSpPr>
            <p:cNvPr id="5128" name="Group 10"/>
            <p:cNvGrpSpPr/>
            <p:nvPr/>
          </p:nvGrpSpPr>
          <p:grpSpPr bwMode="auto">
            <a:xfrm>
              <a:off x="0" y="0"/>
              <a:ext cx="9144000" cy="6858000"/>
              <a:chOff x="0" y="0"/>
              <a:chExt cx="9144000" cy="6858000"/>
            </a:xfrm>
          </p:grpSpPr>
          <p:pic>
            <p:nvPicPr>
              <p:cNvPr id="5133" name="Rectangle 6"/>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0" y="857"/>
                <a:ext cx="8139683" cy="6857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4" name="Rectangle 7"/>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3150349" y="0"/>
                <a:ext cx="5993651" cy="5244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5" name="Rectangle 8"/>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293206" y="1042127"/>
                <a:ext cx="8850794" cy="5815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 name="Rectangle 11"/>
            <p:cNvSpPr/>
            <p:nvPr/>
          </p:nvSpPr>
          <p:spPr>
            <a:xfrm flipV="1">
              <a:off x="685800" y="1152525"/>
              <a:ext cx="8458200" cy="5715000"/>
            </a:xfrm>
            <a:prstGeom prst="rect">
              <a:avLst/>
            </a:prstGeom>
            <a:gradFill flip="none" rotWithShape="1">
              <a:gsLst>
                <a:gs pos="100000">
                  <a:schemeClr val="bg1">
                    <a:alpha val="35000"/>
                  </a:schemeClr>
                </a:gs>
                <a:gs pos="40000">
                  <a:schemeClr val="bg1">
                    <a:alpha val="35000"/>
                  </a:schemeClr>
                </a:gs>
                <a:gs pos="21000">
                  <a:schemeClr val="bg1">
                    <a:alpha val="0"/>
                  </a:schemeClr>
                </a:gs>
              </a:gsLst>
              <a:lin ang="0" scaled="1"/>
              <a:tileRect/>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p>
          </p:txBody>
        </p:sp>
        <p:cxnSp>
          <p:nvCxnSpPr>
            <p:cNvPr id="13" name="Straight Connector 12"/>
            <p:cNvCxnSpPr/>
            <p:nvPr/>
          </p:nvCxnSpPr>
          <p:spPr>
            <a:xfrm>
              <a:off x="685800" y="1152525"/>
              <a:ext cx="8458200" cy="1588"/>
            </a:xfrm>
            <a:prstGeom prst="line">
              <a:avLst/>
            </a:prstGeom>
            <a:ln w="6350" cap="rnd" cmpd="sng" algn="ctr">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5123" name="Rectangle 1"/>
          <p:cNvSpPr>
            <a:spLocks noGrp="1"/>
          </p:cNvSpPr>
          <p:nvPr>
            <p:ph type="title"/>
          </p:nvPr>
        </p:nvSpPr>
        <p:spPr bwMode="auto">
          <a:xfrm>
            <a:off x="685800" y="142875"/>
            <a:ext cx="8001000" cy="111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t>单击此处编辑母版标题样式</a:t>
            </a:r>
            <a:endParaRPr lang="zh-CN"/>
          </a:p>
        </p:txBody>
      </p:sp>
      <p:sp>
        <p:nvSpPr>
          <p:cNvPr id="5124" name="Rectangle 2"/>
          <p:cNvSpPr>
            <a:spLocks noGrp="1"/>
          </p:cNvSpPr>
          <p:nvPr>
            <p:ph type="body" idx="1"/>
          </p:nvPr>
        </p:nvSpPr>
        <p:spPr bwMode="auto">
          <a:xfrm>
            <a:off x="685800" y="1295400"/>
            <a:ext cx="8001000" cy="483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t>单击此处编辑母版文本样式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
        <p:nvSpPr>
          <p:cNvPr id="14" name="Shape 4"/>
          <p:cNvSpPr>
            <a:spLocks noGrp="1"/>
          </p:cNvSpPr>
          <p:nvPr>
            <p:ph type="dt" sz="half" idx="2"/>
          </p:nvPr>
        </p:nvSpPr>
        <p:spPr>
          <a:xfrm>
            <a:off x="685800" y="6356350"/>
            <a:ext cx="2133600" cy="365125"/>
          </a:xfrm>
          <a:prstGeom prst="rect">
            <a:avLst/>
          </a:prstGeom>
        </p:spPr>
        <p:txBody>
          <a:bodyPr vert="horz" rtlCol="0" anchor="ctr"/>
          <a:lstStyle>
            <a:lvl1pPr fontAlgn="auto">
              <a:spcBef>
                <a:spcPts val="0"/>
              </a:spcBef>
              <a:spcAft>
                <a:spcPts val="0"/>
              </a:spcAft>
              <a:defRPr sz="1200">
                <a:latin typeface="+mn-lt"/>
                <a:ea typeface="+mn-ea"/>
              </a:defRPr>
            </a:lvl1pPr>
          </a:lstStyle>
          <a:p>
            <a:pPr>
              <a:defRPr/>
            </a:pPr>
            <a:fld id="{DE0300A3-7E81-41A4-9515-0C77429061B5}" type="datetime1">
              <a:rPr lang="zh-CN" altLang="en-US" smtClean="0"/>
            </a:fld>
            <a:endParaRPr lang="zh-CN"/>
          </a:p>
        </p:txBody>
      </p:sp>
      <p:sp>
        <p:nvSpPr>
          <p:cNvPr id="15" name="Shape 5"/>
          <p:cNvSpPr>
            <a:spLocks noGrp="1"/>
          </p:cNvSpPr>
          <p:nvPr>
            <p:ph type="ftr" sz="quarter" idx="3"/>
          </p:nvPr>
        </p:nvSpPr>
        <p:spPr>
          <a:xfrm>
            <a:off x="3238500" y="6356350"/>
            <a:ext cx="2895600" cy="365125"/>
          </a:xfrm>
          <a:prstGeom prst="rect">
            <a:avLst/>
          </a:prstGeom>
        </p:spPr>
        <p:txBody>
          <a:bodyPr vert="horz" wrap="square" lIns="91440" tIns="45720" rIns="91440" bIns="45720" numCol="1" anchor="ctr" anchorCtr="0" compatLnSpc="1"/>
          <a:lstStyle>
            <a:lvl1pPr algn="ctr">
              <a:defRPr sz="1200">
                <a:latin typeface="+mn-lt"/>
              </a:defRPr>
            </a:lvl1pPr>
          </a:lstStyle>
          <a:p>
            <a:pPr>
              <a:defRPr/>
            </a:pPr>
            <a:endParaRPr lang="zh-CN" altLang="zh-CN"/>
          </a:p>
        </p:txBody>
      </p:sp>
      <p:sp>
        <p:nvSpPr>
          <p:cNvPr id="16" name="Shape 6"/>
          <p:cNvSpPr>
            <a:spLocks noGrp="1"/>
          </p:cNvSpPr>
          <p:nvPr>
            <p:ph type="sldNum" sz="quarter" idx="4"/>
          </p:nvPr>
        </p:nvSpPr>
        <p:spPr>
          <a:xfrm>
            <a:off x="6553200" y="6356350"/>
            <a:ext cx="2133600" cy="365125"/>
          </a:xfrm>
          <a:prstGeom prst="rect">
            <a:avLst/>
          </a:prstGeom>
        </p:spPr>
        <p:txBody>
          <a:bodyPr vert="horz" rtlCol="0" anchor="ctr"/>
          <a:lstStyle>
            <a:lvl1pPr algn="r" fontAlgn="auto">
              <a:spcBef>
                <a:spcPts val="0"/>
              </a:spcBef>
              <a:spcAft>
                <a:spcPts val="0"/>
              </a:spcAft>
              <a:defRPr sz="1200">
                <a:latin typeface="+mn-lt"/>
                <a:ea typeface="+mn-ea"/>
              </a:defRPr>
            </a:lvl1pPr>
          </a:lstStyle>
          <a:p>
            <a:pPr>
              <a:defRPr/>
            </a:pPr>
            <a:fld id="{0D0D5183-D1DC-4D44-9186-CFF4C86763D6}" type="slidenum">
              <a:rPr lang="en-US" altLang="zh-CN"/>
            </a:fld>
            <a:endParaRPr lang="zh-CN"/>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ransition>
    <p:fade/>
  </p:transition>
  <p:hf hdr="0" ftr="0" dt="0"/>
  <p:txStyles>
    <p:titleStyle>
      <a:lvl1pPr algn="l" rtl="0" eaLnBrk="0" fontAlgn="base" hangingPunct="0">
        <a:spcBef>
          <a:spcPct val="0"/>
        </a:spcBef>
        <a:spcAft>
          <a:spcPct val="0"/>
        </a:spcAft>
        <a:defRPr sz="4000">
          <a:solidFill>
            <a:schemeClr val="tx1"/>
          </a:solidFill>
          <a:latin typeface="+mj-lt"/>
          <a:ea typeface="+mj-ea"/>
          <a:cs typeface="+mj-cs"/>
        </a:defRPr>
      </a:lvl1pPr>
      <a:lvl2pPr algn="l" rtl="0" eaLnBrk="0" fontAlgn="base" hangingPunct="0">
        <a:spcBef>
          <a:spcPct val="0"/>
        </a:spcBef>
        <a:spcAft>
          <a:spcPct val="0"/>
        </a:spcAft>
        <a:defRPr sz="4000">
          <a:solidFill>
            <a:schemeClr val="tx1"/>
          </a:solidFill>
          <a:latin typeface="Tw Cen MT Condensed" panose="020B0606020104020203" pitchFamily="34" charset="0"/>
        </a:defRPr>
      </a:lvl2pPr>
      <a:lvl3pPr algn="l" rtl="0" eaLnBrk="0" fontAlgn="base" hangingPunct="0">
        <a:spcBef>
          <a:spcPct val="0"/>
        </a:spcBef>
        <a:spcAft>
          <a:spcPct val="0"/>
        </a:spcAft>
        <a:defRPr sz="4000">
          <a:solidFill>
            <a:schemeClr val="tx1"/>
          </a:solidFill>
          <a:latin typeface="Tw Cen MT Condensed" panose="020B0606020104020203" pitchFamily="34" charset="0"/>
        </a:defRPr>
      </a:lvl3pPr>
      <a:lvl4pPr algn="l" rtl="0" eaLnBrk="0" fontAlgn="base" hangingPunct="0">
        <a:spcBef>
          <a:spcPct val="0"/>
        </a:spcBef>
        <a:spcAft>
          <a:spcPct val="0"/>
        </a:spcAft>
        <a:defRPr sz="4000">
          <a:solidFill>
            <a:schemeClr val="tx1"/>
          </a:solidFill>
          <a:latin typeface="Tw Cen MT Condensed" panose="020B0606020104020203" pitchFamily="34" charset="0"/>
        </a:defRPr>
      </a:lvl4pPr>
      <a:lvl5pPr algn="l" rtl="0" eaLnBrk="0" fontAlgn="base" hangingPunct="0">
        <a:spcBef>
          <a:spcPct val="0"/>
        </a:spcBef>
        <a:spcAft>
          <a:spcPct val="0"/>
        </a:spcAft>
        <a:defRPr sz="4000">
          <a:solidFill>
            <a:schemeClr val="tx1"/>
          </a:solidFill>
          <a:latin typeface="Tw Cen MT Condensed" panose="020B0606020104020203" pitchFamily="34" charset="0"/>
        </a:defRPr>
      </a:lvl5pPr>
      <a:lvl6pPr marL="457200" algn="l" rtl="0" eaLnBrk="0" fontAlgn="base" hangingPunct="0">
        <a:spcBef>
          <a:spcPct val="0"/>
        </a:spcBef>
        <a:spcAft>
          <a:spcPct val="0"/>
        </a:spcAft>
        <a:defRPr sz="4000">
          <a:solidFill>
            <a:schemeClr val="tx1"/>
          </a:solidFill>
          <a:latin typeface="Tw Cen MT Condensed" panose="020B0606020104020203" pitchFamily="34" charset="0"/>
        </a:defRPr>
      </a:lvl6pPr>
      <a:lvl7pPr marL="914400" algn="l" rtl="0" eaLnBrk="0" fontAlgn="base" hangingPunct="0">
        <a:spcBef>
          <a:spcPct val="0"/>
        </a:spcBef>
        <a:spcAft>
          <a:spcPct val="0"/>
        </a:spcAft>
        <a:defRPr sz="4000">
          <a:solidFill>
            <a:schemeClr val="tx1"/>
          </a:solidFill>
          <a:latin typeface="Tw Cen MT Condensed" panose="020B0606020104020203" pitchFamily="34" charset="0"/>
        </a:defRPr>
      </a:lvl7pPr>
      <a:lvl8pPr marL="1371600" algn="l" rtl="0" eaLnBrk="0" fontAlgn="base" hangingPunct="0">
        <a:spcBef>
          <a:spcPct val="0"/>
        </a:spcBef>
        <a:spcAft>
          <a:spcPct val="0"/>
        </a:spcAft>
        <a:defRPr sz="4000">
          <a:solidFill>
            <a:schemeClr val="tx1"/>
          </a:solidFill>
          <a:latin typeface="Tw Cen MT Condensed" panose="020B0606020104020203" pitchFamily="34" charset="0"/>
        </a:defRPr>
      </a:lvl8pPr>
      <a:lvl9pPr marL="1828800" algn="l" rtl="0" eaLnBrk="0" fontAlgn="base" hangingPunct="0">
        <a:spcBef>
          <a:spcPct val="0"/>
        </a:spcBef>
        <a:spcAft>
          <a:spcPct val="0"/>
        </a:spcAft>
        <a:defRPr sz="4000">
          <a:solidFill>
            <a:schemeClr val="tx1"/>
          </a:solidFill>
          <a:latin typeface="Tw Cen MT Condensed" panose="020B0606020104020203" pitchFamily="34" charset="0"/>
        </a:defRPr>
      </a:lvl9pPr>
    </p:titleStyle>
    <p:bodyStyle>
      <a:lvl1pPr marL="342900" indent="-342900" algn="l" rtl="0" eaLnBrk="0" fontAlgn="base" hangingPunct="0">
        <a:spcBef>
          <a:spcPts val="600"/>
        </a:spcBef>
        <a:spcAft>
          <a:spcPts val="600"/>
        </a:spcAft>
        <a:buFont typeface="Arial" panose="020B0604020202020204" pitchFamily="34" charset="0"/>
        <a:buChar char="•"/>
        <a:defRPr sz="2800">
          <a:solidFill>
            <a:schemeClr val="tx1"/>
          </a:solidFill>
          <a:latin typeface="+mn-lt"/>
          <a:ea typeface="+mn-ea"/>
          <a:cs typeface="+mn-cs"/>
        </a:defRPr>
      </a:lvl1pPr>
      <a:lvl2pPr marL="742950" indent="-285750" algn="l" rtl="0" eaLnBrk="0" fontAlgn="base" hangingPunct="0">
        <a:spcBef>
          <a:spcPts val="600"/>
        </a:spcBef>
        <a:spcAft>
          <a:spcPts val="600"/>
        </a:spcAft>
        <a:buFont typeface="Arial" panose="020B0604020202020204" pitchFamily="34" charset="0"/>
        <a:buChar char="–"/>
        <a:defRPr sz="2400">
          <a:solidFill>
            <a:schemeClr val="tx1"/>
          </a:solidFill>
          <a:latin typeface="+mn-lt"/>
        </a:defRPr>
      </a:lvl2pPr>
      <a:lvl3pPr marL="1143000" indent="-228600" algn="l" rtl="0" eaLnBrk="0" fontAlgn="base" hangingPunct="0">
        <a:spcBef>
          <a:spcPts val="600"/>
        </a:spcBef>
        <a:spcAft>
          <a:spcPts val="600"/>
        </a:spcAft>
        <a:buFont typeface="Arial" panose="020B0604020202020204" pitchFamily="34" charset="0"/>
        <a:buChar char="•"/>
        <a:defRPr sz="2000">
          <a:solidFill>
            <a:schemeClr val="tx1"/>
          </a:solidFill>
          <a:latin typeface="+mn-lt"/>
        </a:defRPr>
      </a:lvl3pPr>
      <a:lvl4pPr marL="16002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4pPr>
      <a:lvl5pPr marL="20574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5pPr>
      <a:lvl6pPr marL="25146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6pPr>
      <a:lvl7pPr marL="29718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7pPr>
      <a:lvl8pPr marL="34290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8pPr>
      <a:lvl9pPr marL="38862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6146" name="Group 13"/>
          <p:cNvGrpSpPr/>
          <p:nvPr/>
        </p:nvGrpSpPr>
        <p:grpSpPr bwMode="auto">
          <a:xfrm>
            <a:off x="0" y="0"/>
            <a:ext cx="9144000" cy="6867525"/>
            <a:chOff x="0" y="0"/>
            <a:chExt cx="9144000" cy="6867525"/>
          </a:xfrm>
        </p:grpSpPr>
        <p:grpSp>
          <p:nvGrpSpPr>
            <p:cNvPr id="6152" name="Group 10"/>
            <p:cNvGrpSpPr/>
            <p:nvPr/>
          </p:nvGrpSpPr>
          <p:grpSpPr bwMode="auto">
            <a:xfrm>
              <a:off x="0" y="0"/>
              <a:ext cx="9144000" cy="6858000"/>
              <a:chOff x="0" y="0"/>
              <a:chExt cx="9144000" cy="6858000"/>
            </a:xfrm>
          </p:grpSpPr>
          <p:pic>
            <p:nvPicPr>
              <p:cNvPr id="6157" name="Rectangle 6"/>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0" y="857"/>
                <a:ext cx="8139683" cy="6857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8" name="Rectangle 7"/>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3150349" y="0"/>
                <a:ext cx="5993651" cy="5244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9" name="Rectangle 8"/>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293206" y="1042127"/>
                <a:ext cx="8850794" cy="5815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 name="Rectangle 11"/>
            <p:cNvSpPr/>
            <p:nvPr/>
          </p:nvSpPr>
          <p:spPr>
            <a:xfrm flipV="1">
              <a:off x="685800" y="1152525"/>
              <a:ext cx="8458200" cy="5715000"/>
            </a:xfrm>
            <a:prstGeom prst="rect">
              <a:avLst/>
            </a:prstGeom>
            <a:gradFill flip="none" rotWithShape="1">
              <a:gsLst>
                <a:gs pos="100000">
                  <a:schemeClr val="bg1">
                    <a:alpha val="35000"/>
                  </a:schemeClr>
                </a:gs>
                <a:gs pos="40000">
                  <a:schemeClr val="bg1">
                    <a:alpha val="35000"/>
                  </a:schemeClr>
                </a:gs>
                <a:gs pos="21000">
                  <a:schemeClr val="bg1">
                    <a:alpha val="0"/>
                  </a:schemeClr>
                </a:gs>
              </a:gsLst>
              <a:lin ang="0" scaled="1"/>
              <a:tileRect/>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p>
          </p:txBody>
        </p:sp>
        <p:cxnSp>
          <p:nvCxnSpPr>
            <p:cNvPr id="13" name="Straight Connector 12"/>
            <p:cNvCxnSpPr/>
            <p:nvPr/>
          </p:nvCxnSpPr>
          <p:spPr>
            <a:xfrm>
              <a:off x="685800" y="1152525"/>
              <a:ext cx="8458200" cy="1588"/>
            </a:xfrm>
            <a:prstGeom prst="line">
              <a:avLst/>
            </a:prstGeom>
            <a:ln w="6350" cap="rnd" cmpd="sng" algn="ctr">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6147" name="Rectangle 1"/>
          <p:cNvSpPr>
            <a:spLocks noGrp="1"/>
          </p:cNvSpPr>
          <p:nvPr>
            <p:ph type="title"/>
          </p:nvPr>
        </p:nvSpPr>
        <p:spPr bwMode="auto">
          <a:xfrm>
            <a:off x="685800" y="142875"/>
            <a:ext cx="8001000" cy="111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t>单击此处编辑母版标题样式</a:t>
            </a:r>
            <a:endParaRPr lang="zh-CN"/>
          </a:p>
        </p:txBody>
      </p:sp>
      <p:sp>
        <p:nvSpPr>
          <p:cNvPr id="6148" name="Rectangle 2"/>
          <p:cNvSpPr>
            <a:spLocks noGrp="1"/>
          </p:cNvSpPr>
          <p:nvPr>
            <p:ph type="body" idx="1"/>
          </p:nvPr>
        </p:nvSpPr>
        <p:spPr bwMode="auto">
          <a:xfrm>
            <a:off x="685800" y="1295400"/>
            <a:ext cx="8001000" cy="483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t>单击此处编辑母版文本样式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
        <p:nvSpPr>
          <p:cNvPr id="14" name="Shape 6"/>
          <p:cNvSpPr>
            <a:spLocks noGrp="1"/>
          </p:cNvSpPr>
          <p:nvPr>
            <p:ph type="dt" sz="half" idx="2"/>
          </p:nvPr>
        </p:nvSpPr>
        <p:spPr>
          <a:xfrm>
            <a:off x="685800" y="6356350"/>
            <a:ext cx="2133600" cy="365125"/>
          </a:xfrm>
          <a:prstGeom prst="rect">
            <a:avLst/>
          </a:prstGeom>
        </p:spPr>
        <p:txBody>
          <a:bodyPr vert="horz" rtlCol="0" anchor="ctr"/>
          <a:lstStyle>
            <a:lvl1pPr fontAlgn="auto">
              <a:spcBef>
                <a:spcPts val="0"/>
              </a:spcBef>
              <a:spcAft>
                <a:spcPts val="0"/>
              </a:spcAft>
              <a:defRPr sz="1200">
                <a:latin typeface="+mn-lt"/>
                <a:ea typeface="+mn-ea"/>
              </a:defRPr>
            </a:lvl1pPr>
          </a:lstStyle>
          <a:p>
            <a:pPr>
              <a:defRPr/>
            </a:pPr>
            <a:fld id="{B70C1B81-BEB1-40D1-840A-691D6D2AF22A}" type="datetime1">
              <a:rPr lang="zh-CN" altLang="en-US" smtClean="0"/>
            </a:fld>
            <a:endParaRPr lang="zh-CN"/>
          </a:p>
        </p:txBody>
      </p:sp>
      <p:sp>
        <p:nvSpPr>
          <p:cNvPr id="15" name="Shape 7"/>
          <p:cNvSpPr>
            <a:spLocks noGrp="1"/>
          </p:cNvSpPr>
          <p:nvPr>
            <p:ph type="ftr" sz="quarter" idx="3"/>
          </p:nvPr>
        </p:nvSpPr>
        <p:spPr>
          <a:xfrm>
            <a:off x="3238500" y="6356350"/>
            <a:ext cx="2895600" cy="365125"/>
          </a:xfrm>
          <a:prstGeom prst="rect">
            <a:avLst/>
          </a:prstGeom>
        </p:spPr>
        <p:txBody>
          <a:bodyPr vert="horz" wrap="square" lIns="91440" tIns="45720" rIns="91440" bIns="45720" numCol="1" anchor="ctr" anchorCtr="0" compatLnSpc="1"/>
          <a:lstStyle>
            <a:lvl1pPr algn="ctr">
              <a:defRPr sz="1200">
                <a:latin typeface="+mn-lt"/>
              </a:defRPr>
            </a:lvl1pPr>
          </a:lstStyle>
          <a:p>
            <a:pPr>
              <a:defRPr/>
            </a:pPr>
            <a:endParaRPr lang="zh-CN" altLang="zh-CN"/>
          </a:p>
        </p:txBody>
      </p:sp>
      <p:sp>
        <p:nvSpPr>
          <p:cNvPr id="16" name="Shape 8"/>
          <p:cNvSpPr>
            <a:spLocks noGrp="1"/>
          </p:cNvSpPr>
          <p:nvPr>
            <p:ph type="sldNum" sz="quarter" idx="4"/>
          </p:nvPr>
        </p:nvSpPr>
        <p:spPr>
          <a:xfrm>
            <a:off x="6553200" y="6356350"/>
            <a:ext cx="2133600" cy="365125"/>
          </a:xfrm>
          <a:prstGeom prst="rect">
            <a:avLst/>
          </a:prstGeom>
        </p:spPr>
        <p:txBody>
          <a:bodyPr vert="horz" rtlCol="0" anchor="ctr"/>
          <a:lstStyle>
            <a:lvl1pPr algn="r" fontAlgn="auto">
              <a:spcBef>
                <a:spcPts val="0"/>
              </a:spcBef>
              <a:spcAft>
                <a:spcPts val="0"/>
              </a:spcAft>
              <a:defRPr sz="1200">
                <a:latin typeface="+mn-lt"/>
                <a:ea typeface="+mn-ea"/>
              </a:defRPr>
            </a:lvl1pPr>
          </a:lstStyle>
          <a:p>
            <a:pPr>
              <a:defRPr/>
            </a:pPr>
            <a:fld id="{247CA7BC-F605-4D4C-B0CE-8F0BFFFD145E}" type="slidenum">
              <a:rPr lang="en-US" altLang="zh-CN"/>
            </a:fld>
            <a:endParaRPr lang="zh-CN"/>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p:fade/>
  </p:transition>
  <p:hf hdr="0" ftr="0" dt="0"/>
  <p:txStyles>
    <p:titleStyle>
      <a:lvl1pPr algn="l" rtl="0" eaLnBrk="0" fontAlgn="base" hangingPunct="0">
        <a:spcBef>
          <a:spcPct val="0"/>
        </a:spcBef>
        <a:spcAft>
          <a:spcPct val="0"/>
        </a:spcAft>
        <a:defRPr sz="4000">
          <a:solidFill>
            <a:schemeClr val="tx1"/>
          </a:solidFill>
          <a:latin typeface="+mj-lt"/>
          <a:ea typeface="+mj-ea"/>
          <a:cs typeface="+mj-cs"/>
        </a:defRPr>
      </a:lvl1pPr>
      <a:lvl2pPr algn="l" rtl="0" eaLnBrk="0" fontAlgn="base" hangingPunct="0">
        <a:spcBef>
          <a:spcPct val="0"/>
        </a:spcBef>
        <a:spcAft>
          <a:spcPct val="0"/>
        </a:spcAft>
        <a:defRPr sz="4000">
          <a:solidFill>
            <a:schemeClr val="tx1"/>
          </a:solidFill>
          <a:latin typeface="Tw Cen MT Condensed" panose="020B0606020104020203" pitchFamily="34" charset="0"/>
        </a:defRPr>
      </a:lvl2pPr>
      <a:lvl3pPr algn="l" rtl="0" eaLnBrk="0" fontAlgn="base" hangingPunct="0">
        <a:spcBef>
          <a:spcPct val="0"/>
        </a:spcBef>
        <a:spcAft>
          <a:spcPct val="0"/>
        </a:spcAft>
        <a:defRPr sz="4000">
          <a:solidFill>
            <a:schemeClr val="tx1"/>
          </a:solidFill>
          <a:latin typeface="Tw Cen MT Condensed" panose="020B0606020104020203" pitchFamily="34" charset="0"/>
        </a:defRPr>
      </a:lvl3pPr>
      <a:lvl4pPr algn="l" rtl="0" eaLnBrk="0" fontAlgn="base" hangingPunct="0">
        <a:spcBef>
          <a:spcPct val="0"/>
        </a:spcBef>
        <a:spcAft>
          <a:spcPct val="0"/>
        </a:spcAft>
        <a:defRPr sz="4000">
          <a:solidFill>
            <a:schemeClr val="tx1"/>
          </a:solidFill>
          <a:latin typeface="Tw Cen MT Condensed" panose="020B0606020104020203" pitchFamily="34" charset="0"/>
        </a:defRPr>
      </a:lvl4pPr>
      <a:lvl5pPr algn="l" rtl="0" eaLnBrk="0" fontAlgn="base" hangingPunct="0">
        <a:spcBef>
          <a:spcPct val="0"/>
        </a:spcBef>
        <a:spcAft>
          <a:spcPct val="0"/>
        </a:spcAft>
        <a:defRPr sz="4000">
          <a:solidFill>
            <a:schemeClr val="tx1"/>
          </a:solidFill>
          <a:latin typeface="Tw Cen MT Condensed" panose="020B0606020104020203" pitchFamily="34" charset="0"/>
        </a:defRPr>
      </a:lvl5pPr>
      <a:lvl6pPr marL="457200" algn="l" rtl="0" eaLnBrk="0" fontAlgn="base" hangingPunct="0">
        <a:spcBef>
          <a:spcPct val="0"/>
        </a:spcBef>
        <a:spcAft>
          <a:spcPct val="0"/>
        </a:spcAft>
        <a:defRPr sz="4000">
          <a:solidFill>
            <a:schemeClr val="tx1"/>
          </a:solidFill>
          <a:latin typeface="Tw Cen MT Condensed" panose="020B0606020104020203" pitchFamily="34" charset="0"/>
        </a:defRPr>
      </a:lvl6pPr>
      <a:lvl7pPr marL="914400" algn="l" rtl="0" eaLnBrk="0" fontAlgn="base" hangingPunct="0">
        <a:spcBef>
          <a:spcPct val="0"/>
        </a:spcBef>
        <a:spcAft>
          <a:spcPct val="0"/>
        </a:spcAft>
        <a:defRPr sz="4000">
          <a:solidFill>
            <a:schemeClr val="tx1"/>
          </a:solidFill>
          <a:latin typeface="Tw Cen MT Condensed" panose="020B0606020104020203" pitchFamily="34" charset="0"/>
        </a:defRPr>
      </a:lvl7pPr>
      <a:lvl8pPr marL="1371600" algn="l" rtl="0" eaLnBrk="0" fontAlgn="base" hangingPunct="0">
        <a:spcBef>
          <a:spcPct val="0"/>
        </a:spcBef>
        <a:spcAft>
          <a:spcPct val="0"/>
        </a:spcAft>
        <a:defRPr sz="4000">
          <a:solidFill>
            <a:schemeClr val="tx1"/>
          </a:solidFill>
          <a:latin typeface="Tw Cen MT Condensed" panose="020B0606020104020203" pitchFamily="34" charset="0"/>
        </a:defRPr>
      </a:lvl8pPr>
      <a:lvl9pPr marL="1828800" algn="l" rtl="0" eaLnBrk="0" fontAlgn="base" hangingPunct="0">
        <a:spcBef>
          <a:spcPct val="0"/>
        </a:spcBef>
        <a:spcAft>
          <a:spcPct val="0"/>
        </a:spcAft>
        <a:defRPr sz="4000">
          <a:solidFill>
            <a:schemeClr val="tx1"/>
          </a:solidFill>
          <a:latin typeface="Tw Cen MT Condensed" panose="020B0606020104020203" pitchFamily="34" charset="0"/>
        </a:defRPr>
      </a:lvl9pPr>
    </p:titleStyle>
    <p:bodyStyle>
      <a:lvl1pPr marL="342900" indent="-342900" algn="l" rtl="0" eaLnBrk="0" fontAlgn="base" hangingPunct="0">
        <a:spcBef>
          <a:spcPts val="600"/>
        </a:spcBef>
        <a:spcAft>
          <a:spcPts val="600"/>
        </a:spcAft>
        <a:buFont typeface="Arial" panose="020B0604020202020204" pitchFamily="34" charset="0"/>
        <a:buChar char="•"/>
        <a:defRPr sz="2800">
          <a:solidFill>
            <a:schemeClr val="tx1"/>
          </a:solidFill>
          <a:latin typeface="+mn-lt"/>
          <a:ea typeface="+mn-ea"/>
          <a:cs typeface="+mn-cs"/>
        </a:defRPr>
      </a:lvl1pPr>
      <a:lvl2pPr marL="742950" indent="-285750" algn="l" rtl="0" eaLnBrk="0" fontAlgn="base" hangingPunct="0">
        <a:spcBef>
          <a:spcPts val="600"/>
        </a:spcBef>
        <a:spcAft>
          <a:spcPts val="600"/>
        </a:spcAft>
        <a:buFont typeface="Arial" panose="020B0604020202020204" pitchFamily="34" charset="0"/>
        <a:buChar char="–"/>
        <a:defRPr sz="2400">
          <a:solidFill>
            <a:schemeClr val="tx1"/>
          </a:solidFill>
          <a:latin typeface="+mn-lt"/>
        </a:defRPr>
      </a:lvl2pPr>
      <a:lvl3pPr marL="1143000" indent="-228600" algn="l" rtl="0" eaLnBrk="0" fontAlgn="base" hangingPunct="0">
        <a:spcBef>
          <a:spcPts val="600"/>
        </a:spcBef>
        <a:spcAft>
          <a:spcPts val="600"/>
        </a:spcAft>
        <a:buFont typeface="Arial" panose="020B0604020202020204" pitchFamily="34" charset="0"/>
        <a:buChar char="•"/>
        <a:defRPr sz="2000">
          <a:solidFill>
            <a:schemeClr val="tx1"/>
          </a:solidFill>
          <a:latin typeface="+mn-lt"/>
        </a:defRPr>
      </a:lvl3pPr>
      <a:lvl4pPr marL="16002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4pPr>
      <a:lvl5pPr marL="20574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5pPr>
      <a:lvl6pPr marL="25146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6pPr>
      <a:lvl7pPr marL="29718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7pPr>
      <a:lvl8pPr marL="34290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8pPr>
      <a:lvl9pPr marL="38862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7170" name="Group 13"/>
          <p:cNvGrpSpPr/>
          <p:nvPr/>
        </p:nvGrpSpPr>
        <p:grpSpPr bwMode="auto">
          <a:xfrm>
            <a:off x="0" y="0"/>
            <a:ext cx="9144000" cy="6867525"/>
            <a:chOff x="0" y="0"/>
            <a:chExt cx="9144000" cy="6867525"/>
          </a:xfrm>
        </p:grpSpPr>
        <p:grpSp>
          <p:nvGrpSpPr>
            <p:cNvPr id="7176" name="Group 10"/>
            <p:cNvGrpSpPr/>
            <p:nvPr/>
          </p:nvGrpSpPr>
          <p:grpSpPr bwMode="auto">
            <a:xfrm>
              <a:off x="0" y="0"/>
              <a:ext cx="9144000" cy="6858000"/>
              <a:chOff x="0" y="0"/>
              <a:chExt cx="9144000" cy="6858000"/>
            </a:xfrm>
          </p:grpSpPr>
          <p:pic>
            <p:nvPicPr>
              <p:cNvPr id="7181" name="Rectangle 6"/>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0" y="857"/>
                <a:ext cx="8139683" cy="6857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82" name="Rectangle 7"/>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3150349" y="0"/>
                <a:ext cx="5993651" cy="5244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83" name="Rectangle 8"/>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293206" y="1042127"/>
                <a:ext cx="8850794" cy="5815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 name="Rectangle 11"/>
            <p:cNvSpPr/>
            <p:nvPr/>
          </p:nvSpPr>
          <p:spPr>
            <a:xfrm flipV="1">
              <a:off x="685800" y="1152525"/>
              <a:ext cx="8458200" cy="5715000"/>
            </a:xfrm>
            <a:prstGeom prst="rect">
              <a:avLst/>
            </a:prstGeom>
            <a:gradFill flip="none" rotWithShape="1">
              <a:gsLst>
                <a:gs pos="100000">
                  <a:schemeClr val="bg1">
                    <a:alpha val="35000"/>
                  </a:schemeClr>
                </a:gs>
                <a:gs pos="40000">
                  <a:schemeClr val="bg1">
                    <a:alpha val="35000"/>
                  </a:schemeClr>
                </a:gs>
                <a:gs pos="21000">
                  <a:schemeClr val="bg1">
                    <a:alpha val="0"/>
                  </a:schemeClr>
                </a:gs>
              </a:gsLst>
              <a:lin ang="0" scaled="1"/>
              <a:tileRect/>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p>
          </p:txBody>
        </p:sp>
        <p:cxnSp>
          <p:nvCxnSpPr>
            <p:cNvPr id="13" name="Straight Connector 12"/>
            <p:cNvCxnSpPr/>
            <p:nvPr/>
          </p:nvCxnSpPr>
          <p:spPr>
            <a:xfrm>
              <a:off x="685800" y="1152525"/>
              <a:ext cx="8458200" cy="1588"/>
            </a:xfrm>
            <a:prstGeom prst="line">
              <a:avLst/>
            </a:prstGeom>
            <a:ln w="6350" cap="rnd" cmpd="sng" algn="ctr">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7171" name="Rectangle 1"/>
          <p:cNvSpPr>
            <a:spLocks noGrp="1"/>
          </p:cNvSpPr>
          <p:nvPr>
            <p:ph type="title"/>
          </p:nvPr>
        </p:nvSpPr>
        <p:spPr bwMode="auto">
          <a:xfrm>
            <a:off x="685800" y="142875"/>
            <a:ext cx="8001000" cy="111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t>单击此处编辑母版标题样式</a:t>
            </a:r>
            <a:endParaRPr lang="zh-CN"/>
          </a:p>
        </p:txBody>
      </p:sp>
      <p:sp>
        <p:nvSpPr>
          <p:cNvPr id="7172" name="Rectangle 2"/>
          <p:cNvSpPr>
            <a:spLocks noGrp="1"/>
          </p:cNvSpPr>
          <p:nvPr>
            <p:ph type="body" idx="1"/>
          </p:nvPr>
        </p:nvSpPr>
        <p:spPr bwMode="auto">
          <a:xfrm>
            <a:off x="685800" y="1295400"/>
            <a:ext cx="8001000" cy="483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t>单击此处编辑母版文本样式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
        <p:nvSpPr>
          <p:cNvPr id="14" name="Shape 2"/>
          <p:cNvSpPr>
            <a:spLocks noGrp="1"/>
          </p:cNvSpPr>
          <p:nvPr>
            <p:ph type="dt" sz="half" idx="2"/>
          </p:nvPr>
        </p:nvSpPr>
        <p:spPr>
          <a:xfrm>
            <a:off x="685800" y="6356350"/>
            <a:ext cx="2133600" cy="365125"/>
          </a:xfrm>
          <a:prstGeom prst="rect">
            <a:avLst/>
          </a:prstGeom>
        </p:spPr>
        <p:txBody>
          <a:bodyPr vert="horz" rtlCol="0" anchor="ctr"/>
          <a:lstStyle>
            <a:lvl1pPr fontAlgn="auto">
              <a:spcBef>
                <a:spcPts val="0"/>
              </a:spcBef>
              <a:spcAft>
                <a:spcPts val="0"/>
              </a:spcAft>
              <a:defRPr sz="1200">
                <a:latin typeface="+mn-lt"/>
                <a:ea typeface="+mn-ea"/>
              </a:defRPr>
            </a:lvl1pPr>
          </a:lstStyle>
          <a:p>
            <a:pPr>
              <a:defRPr/>
            </a:pPr>
            <a:fld id="{2DD1D741-8A60-4198-935A-1DCE023DF16B}" type="datetime1">
              <a:rPr lang="zh-CN" altLang="en-US" smtClean="0"/>
            </a:fld>
            <a:endParaRPr lang="zh-CN"/>
          </a:p>
        </p:txBody>
      </p:sp>
      <p:sp>
        <p:nvSpPr>
          <p:cNvPr id="15" name="Shape 3"/>
          <p:cNvSpPr>
            <a:spLocks noGrp="1"/>
          </p:cNvSpPr>
          <p:nvPr>
            <p:ph type="ftr" sz="quarter" idx="3"/>
          </p:nvPr>
        </p:nvSpPr>
        <p:spPr>
          <a:xfrm>
            <a:off x="3238500" y="6356350"/>
            <a:ext cx="2895600" cy="365125"/>
          </a:xfrm>
          <a:prstGeom prst="rect">
            <a:avLst/>
          </a:prstGeom>
        </p:spPr>
        <p:txBody>
          <a:bodyPr vert="horz" wrap="square" lIns="91440" tIns="45720" rIns="91440" bIns="45720" numCol="1" anchor="ctr" anchorCtr="0" compatLnSpc="1"/>
          <a:lstStyle>
            <a:lvl1pPr algn="ctr">
              <a:defRPr sz="1200">
                <a:latin typeface="+mn-lt"/>
              </a:defRPr>
            </a:lvl1pPr>
          </a:lstStyle>
          <a:p>
            <a:pPr>
              <a:defRPr/>
            </a:pPr>
            <a:endParaRPr lang="zh-CN" altLang="zh-CN"/>
          </a:p>
        </p:txBody>
      </p:sp>
      <p:sp>
        <p:nvSpPr>
          <p:cNvPr id="16" name="Shape 4"/>
          <p:cNvSpPr>
            <a:spLocks noGrp="1"/>
          </p:cNvSpPr>
          <p:nvPr>
            <p:ph type="sldNum" sz="quarter" idx="4"/>
          </p:nvPr>
        </p:nvSpPr>
        <p:spPr>
          <a:xfrm>
            <a:off x="6553200" y="6356350"/>
            <a:ext cx="2133600" cy="365125"/>
          </a:xfrm>
          <a:prstGeom prst="rect">
            <a:avLst/>
          </a:prstGeom>
        </p:spPr>
        <p:txBody>
          <a:bodyPr vert="horz" rtlCol="0" anchor="ctr"/>
          <a:lstStyle>
            <a:lvl1pPr algn="r" fontAlgn="auto">
              <a:spcBef>
                <a:spcPts val="0"/>
              </a:spcBef>
              <a:spcAft>
                <a:spcPts val="0"/>
              </a:spcAft>
              <a:defRPr sz="1200">
                <a:latin typeface="+mn-lt"/>
                <a:ea typeface="+mn-ea"/>
              </a:defRPr>
            </a:lvl1pPr>
          </a:lstStyle>
          <a:p>
            <a:pPr>
              <a:defRPr/>
            </a:pPr>
            <a:fld id="{ABD71844-559E-4CD5-B81E-33BE5553D787}" type="slidenum">
              <a:rPr lang="en-US" altLang="zh-CN"/>
            </a:fld>
            <a:endParaRPr lang="zh-CN"/>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ransition>
    <p:fade/>
  </p:transition>
  <p:hf hdr="0" ftr="0" dt="0"/>
  <p:txStyles>
    <p:titleStyle>
      <a:lvl1pPr algn="l" rtl="0" eaLnBrk="0" fontAlgn="base" hangingPunct="0">
        <a:spcBef>
          <a:spcPct val="0"/>
        </a:spcBef>
        <a:spcAft>
          <a:spcPct val="0"/>
        </a:spcAft>
        <a:defRPr sz="4000">
          <a:solidFill>
            <a:schemeClr val="tx1"/>
          </a:solidFill>
          <a:latin typeface="+mj-lt"/>
          <a:ea typeface="+mj-ea"/>
          <a:cs typeface="+mj-cs"/>
        </a:defRPr>
      </a:lvl1pPr>
      <a:lvl2pPr algn="l" rtl="0" eaLnBrk="0" fontAlgn="base" hangingPunct="0">
        <a:spcBef>
          <a:spcPct val="0"/>
        </a:spcBef>
        <a:spcAft>
          <a:spcPct val="0"/>
        </a:spcAft>
        <a:defRPr sz="4000">
          <a:solidFill>
            <a:schemeClr val="tx1"/>
          </a:solidFill>
          <a:latin typeface="Tw Cen MT Condensed" panose="020B0606020104020203" pitchFamily="34" charset="0"/>
        </a:defRPr>
      </a:lvl2pPr>
      <a:lvl3pPr algn="l" rtl="0" eaLnBrk="0" fontAlgn="base" hangingPunct="0">
        <a:spcBef>
          <a:spcPct val="0"/>
        </a:spcBef>
        <a:spcAft>
          <a:spcPct val="0"/>
        </a:spcAft>
        <a:defRPr sz="4000">
          <a:solidFill>
            <a:schemeClr val="tx1"/>
          </a:solidFill>
          <a:latin typeface="Tw Cen MT Condensed" panose="020B0606020104020203" pitchFamily="34" charset="0"/>
        </a:defRPr>
      </a:lvl3pPr>
      <a:lvl4pPr algn="l" rtl="0" eaLnBrk="0" fontAlgn="base" hangingPunct="0">
        <a:spcBef>
          <a:spcPct val="0"/>
        </a:spcBef>
        <a:spcAft>
          <a:spcPct val="0"/>
        </a:spcAft>
        <a:defRPr sz="4000">
          <a:solidFill>
            <a:schemeClr val="tx1"/>
          </a:solidFill>
          <a:latin typeface="Tw Cen MT Condensed" panose="020B0606020104020203" pitchFamily="34" charset="0"/>
        </a:defRPr>
      </a:lvl4pPr>
      <a:lvl5pPr algn="l" rtl="0" eaLnBrk="0" fontAlgn="base" hangingPunct="0">
        <a:spcBef>
          <a:spcPct val="0"/>
        </a:spcBef>
        <a:spcAft>
          <a:spcPct val="0"/>
        </a:spcAft>
        <a:defRPr sz="4000">
          <a:solidFill>
            <a:schemeClr val="tx1"/>
          </a:solidFill>
          <a:latin typeface="Tw Cen MT Condensed" panose="020B0606020104020203" pitchFamily="34" charset="0"/>
        </a:defRPr>
      </a:lvl5pPr>
      <a:lvl6pPr marL="457200" algn="l" rtl="0" eaLnBrk="0" fontAlgn="base" hangingPunct="0">
        <a:spcBef>
          <a:spcPct val="0"/>
        </a:spcBef>
        <a:spcAft>
          <a:spcPct val="0"/>
        </a:spcAft>
        <a:defRPr sz="4000">
          <a:solidFill>
            <a:schemeClr val="tx1"/>
          </a:solidFill>
          <a:latin typeface="Tw Cen MT Condensed" panose="020B0606020104020203" pitchFamily="34" charset="0"/>
        </a:defRPr>
      </a:lvl6pPr>
      <a:lvl7pPr marL="914400" algn="l" rtl="0" eaLnBrk="0" fontAlgn="base" hangingPunct="0">
        <a:spcBef>
          <a:spcPct val="0"/>
        </a:spcBef>
        <a:spcAft>
          <a:spcPct val="0"/>
        </a:spcAft>
        <a:defRPr sz="4000">
          <a:solidFill>
            <a:schemeClr val="tx1"/>
          </a:solidFill>
          <a:latin typeface="Tw Cen MT Condensed" panose="020B0606020104020203" pitchFamily="34" charset="0"/>
        </a:defRPr>
      </a:lvl7pPr>
      <a:lvl8pPr marL="1371600" algn="l" rtl="0" eaLnBrk="0" fontAlgn="base" hangingPunct="0">
        <a:spcBef>
          <a:spcPct val="0"/>
        </a:spcBef>
        <a:spcAft>
          <a:spcPct val="0"/>
        </a:spcAft>
        <a:defRPr sz="4000">
          <a:solidFill>
            <a:schemeClr val="tx1"/>
          </a:solidFill>
          <a:latin typeface="Tw Cen MT Condensed" panose="020B0606020104020203" pitchFamily="34" charset="0"/>
        </a:defRPr>
      </a:lvl8pPr>
      <a:lvl9pPr marL="1828800" algn="l" rtl="0" eaLnBrk="0" fontAlgn="base" hangingPunct="0">
        <a:spcBef>
          <a:spcPct val="0"/>
        </a:spcBef>
        <a:spcAft>
          <a:spcPct val="0"/>
        </a:spcAft>
        <a:defRPr sz="4000">
          <a:solidFill>
            <a:schemeClr val="tx1"/>
          </a:solidFill>
          <a:latin typeface="Tw Cen MT Condensed" panose="020B0606020104020203" pitchFamily="34" charset="0"/>
        </a:defRPr>
      </a:lvl9pPr>
    </p:titleStyle>
    <p:bodyStyle>
      <a:lvl1pPr marL="342900" indent="-342900" algn="l" rtl="0" eaLnBrk="0" fontAlgn="base" hangingPunct="0">
        <a:spcBef>
          <a:spcPts val="600"/>
        </a:spcBef>
        <a:spcAft>
          <a:spcPts val="600"/>
        </a:spcAft>
        <a:buFont typeface="Arial" panose="020B0604020202020204" pitchFamily="34" charset="0"/>
        <a:buChar char="•"/>
        <a:defRPr sz="2800">
          <a:solidFill>
            <a:schemeClr val="tx1"/>
          </a:solidFill>
          <a:latin typeface="+mn-lt"/>
          <a:ea typeface="+mn-ea"/>
          <a:cs typeface="+mn-cs"/>
        </a:defRPr>
      </a:lvl1pPr>
      <a:lvl2pPr marL="742950" indent="-285750" algn="l" rtl="0" eaLnBrk="0" fontAlgn="base" hangingPunct="0">
        <a:spcBef>
          <a:spcPts val="600"/>
        </a:spcBef>
        <a:spcAft>
          <a:spcPts val="600"/>
        </a:spcAft>
        <a:buFont typeface="Arial" panose="020B0604020202020204" pitchFamily="34" charset="0"/>
        <a:buChar char="–"/>
        <a:defRPr sz="2400">
          <a:solidFill>
            <a:schemeClr val="tx1"/>
          </a:solidFill>
          <a:latin typeface="+mn-lt"/>
        </a:defRPr>
      </a:lvl2pPr>
      <a:lvl3pPr marL="1143000" indent="-228600" algn="l" rtl="0" eaLnBrk="0" fontAlgn="base" hangingPunct="0">
        <a:spcBef>
          <a:spcPts val="600"/>
        </a:spcBef>
        <a:spcAft>
          <a:spcPts val="600"/>
        </a:spcAft>
        <a:buFont typeface="Arial" panose="020B0604020202020204" pitchFamily="34" charset="0"/>
        <a:buChar char="•"/>
        <a:defRPr sz="2000">
          <a:solidFill>
            <a:schemeClr val="tx1"/>
          </a:solidFill>
          <a:latin typeface="+mn-lt"/>
        </a:defRPr>
      </a:lvl3pPr>
      <a:lvl4pPr marL="16002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4pPr>
      <a:lvl5pPr marL="20574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5pPr>
      <a:lvl6pPr marL="25146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6pPr>
      <a:lvl7pPr marL="29718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7pPr>
      <a:lvl8pPr marL="34290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8pPr>
      <a:lvl9pPr marL="38862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8194" name="Group 13"/>
          <p:cNvGrpSpPr/>
          <p:nvPr/>
        </p:nvGrpSpPr>
        <p:grpSpPr bwMode="auto">
          <a:xfrm>
            <a:off x="0" y="0"/>
            <a:ext cx="9144000" cy="6867525"/>
            <a:chOff x="0" y="0"/>
            <a:chExt cx="9144000" cy="6867525"/>
          </a:xfrm>
        </p:grpSpPr>
        <p:grpSp>
          <p:nvGrpSpPr>
            <p:cNvPr id="8197" name="Group 10"/>
            <p:cNvGrpSpPr/>
            <p:nvPr/>
          </p:nvGrpSpPr>
          <p:grpSpPr bwMode="auto">
            <a:xfrm>
              <a:off x="0" y="0"/>
              <a:ext cx="9144000" cy="6858000"/>
              <a:chOff x="0" y="0"/>
              <a:chExt cx="9144000" cy="6858000"/>
            </a:xfrm>
          </p:grpSpPr>
          <p:pic>
            <p:nvPicPr>
              <p:cNvPr id="8202" name="Rectangle 6"/>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0" y="857"/>
                <a:ext cx="8139683" cy="6857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3" name="Rectangle 7"/>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3150349" y="0"/>
                <a:ext cx="5993651" cy="5244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4" name="Rectangle 8"/>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293206" y="1042127"/>
                <a:ext cx="8850794" cy="5815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 name="Rectangle 11"/>
            <p:cNvSpPr/>
            <p:nvPr/>
          </p:nvSpPr>
          <p:spPr>
            <a:xfrm flipV="1">
              <a:off x="685800" y="1152525"/>
              <a:ext cx="8458200" cy="5715000"/>
            </a:xfrm>
            <a:prstGeom prst="rect">
              <a:avLst/>
            </a:prstGeom>
            <a:gradFill flip="none" rotWithShape="1">
              <a:gsLst>
                <a:gs pos="100000">
                  <a:schemeClr val="bg1">
                    <a:alpha val="35000"/>
                  </a:schemeClr>
                </a:gs>
                <a:gs pos="40000">
                  <a:schemeClr val="bg1">
                    <a:alpha val="35000"/>
                  </a:schemeClr>
                </a:gs>
                <a:gs pos="21000">
                  <a:schemeClr val="bg1">
                    <a:alpha val="0"/>
                  </a:schemeClr>
                </a:gs>
              </a:gsLst>
              <a:lin ang="0" scaled="1"/>
              <a:tileRect/>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p>
          </p:txBody>
        </p:sp>
        <p:cxnSp>
          <p:nvCxnSpPr>
            <p:cNvPr id="13" name="Straight Connector 12"/>
            <p:cNvCxnSpPr/>
            <p:nvPr/>
          </p:nvCxnSpPr>
          <p:spPr>
            <a:xfrm>
              <a:off x="685800" y="1152525"/>
              <a:ext cx="8458200" cy="1588"/>
            </a:xfrm>
            <a:prstGeom prst="line">
              <a:avLst/>
            </a:prstGeom>
            <a:ln w="6350" cap="rnd" cmpd="sng" algn="ctr">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8195" name="Rectangle 1"/>
          <p:cNvSpPr>
            <a:spLocks noGrp="1"/>
          </p:cNvSpPr>
          <p:nvPr>
            <p:ph type="title"/>
          </p:nvPr>
        </p:nvSpPr>
        <p:spPr bwMode="auto">
          <a:xfrm>
            <a:off x="685800" y="142875"/>
            <a:ext cx="8001000" cy="111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t>单击此处编辑母版标题样式</a:t>
            </a:r>
            <a:endParaRPr lang="zh-CN"/>
          </a:p>
        </p:txBody>
      </p:sp>
      <p:sp>
        <p:nvSpPr>
          <p:cNvPr id="8196" name="Rectangle 2"/>
          <p:cNvSpPr>
            <a:spLocks noGrp="1"/>
          </p:cNvSpPr>
          <p:nvPr>
            <p:ph type="body" idx="1"/>
          </p:nvPr>
        </p:nvSpPr>
        <p:spPr bwMode="auto">
          <a:xfrm>
            <a:off x="685800" y="1295400"/>
            <a:ext cx="8001000" cy="483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t>单击此处编辑母版文本样式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ransition>
    <p:fade/>
  </p:transition>
  <p:hf hdr="0" ftr="0" dt="0"/>
  <p:txStyles>
    <p:titleStyle>
      <a:lvl1pPr algn="l" rtl="0" eaLnBrk="0" fontAlgn="base" hangingPunct="0">
        <a:spcBef>
          <a:spcPct val="0"/>
        </a:spcBef>
        <a:spcAft>
          <a:spcPct val="0"/>
        </a:spcAft>
        <a:defRPr sz="4000">
          <a:solidFill>
            <a:schemeClr val="tx1"/>
          </a:solidFill>
          <a:latin typeface="+mj-lt"/>
          <a:ea typeface="+mj-ea"/>
          <a:cs typeface="+mj-cs"/>
        </a:defRPr>
      </a:lvl1pPr>
      <a:lvl2pPr algn="l" rtl="0" eaLnBrk="0" fontAlgn="base" hangingPunct="0">
        <a:spcBef>
          <a:spcPct val="0"/>
        </a:spcBef>
        <a:spcAft>
          <a:spcPct val="0"/>
        </a:spcAft>
        <a:defRPr sz="4000">
          <a:solidFill>
            <a:schemeClr val="tx1"/>
          </a:solidFill>
          <a:latin typeface="Tw Cen MT Condensed" panose="020B0606020104020203" pitchFamily="34" charset="0"/>
        </a:defRPr>
      </a:lvl2pPr>
      <a:lvl3pPr algn="l" rtl="0" eaLnBrk="0" fontAlgn="base" hangingPunct="0">
        <a:spcBef>
          <a:spcPct val="0"/>
        </a:spcBef>
        <a:spcAft>
          <a:spcPct val="0"/>
        </a:spcAft>
        <a:defRPr sz="4000">
          <a:solidFill>
            <a:schemeClr val="tx1"/>
          </a:solidFill>
          <a:latin typeface="Tw Cen MT Condensed" panose="020B0606020104020203" pitchFamily="34" charset="0"/>
        </a:defRPr>
      </a:lvl3pPr>
      <a:lvl4pPr algn="l" rtl="0" eaLnBrk="0" fontAlgn="base" hangingPunct="0">
        <a:spcBef>
          <a:spcPct val="0"/>
        </a:spcBef>
        <a:spcAft>
          <a:spcPct val="0"/>
        </a:spcAft>
        <a:defRPr sz="4000">
          <a:solidFill>
            <a:schemeClr val="tx1"/>
          </a:solidFill>
          <a:latin typeface="Tw Cen MT Condensed" panose="020B0606020104020203" pitchFamily="34" charset="0"/>
        </a:defRPr>
      </a:lvl4pPr>
      <a:lvl5pPr algn="l" rtl="0" eaLnBrk="0" fontAlgn="base" hangingPunct="0">
        <a:spcBef>
          <a:spcPct val="0"/>
        </a:spcBef>
        <a:spcAft>
          <a:spcPct val="0"/>
        </a:spcAft>
        <a:defRPr sz="4000">
          <a:solidFill>
            <a:schemeClr val="tx1"/>
          </a:solidFill>
          <a:latin typeface="Tw Cen MT Condensed" panose="020B0606020104020203" pitchFamily="34" charset="0"/>
        </a:defRPr>
      </a:lvl5pPr>
      <a:lvl6pPr marL="457200" algn="l" rtl="0" eaLnBrk="0" fontAlgn="base" hangingPunct="0">
        <a:spcBef>
          <a:spcPct val="0"/>
        </a:spcBef>
        <a:spcAft>
          <a:spcPct val="0"/>
        </a:spcAft>
        <a:defRPr sz="4000">
          <a:solidFill>
            <a:schemeClr val="tx1"/>
          </a:solidFill>
          <a:latin typeface="Tw Cen MT Condensed" panose="020B0606020104020203" pitchFamily="34" charset="0"/>
        </a:defRPr>
      </a:lvl6pPr>
      <a:lvl7pPr marL="914400" algn="l" rtl="0" eaLnBrk="0" fontAlgn="base" hangingPunct="0">
        <a:spcBef>
          <a:spcPct val="0"/>
        </a:spcBef>
        <a:spcAft>
          <a:spcPct val="0"/>
        </a:spcAft>
        <a:defRPr sz="4000">
          <a:solidFill>
            <a:schemeClr val="tx1"/>
          </a:solidFill>
          <a:latin typeface="Tw Cen MT Condensed" panose="020B0606020104020203" pitchFamily="34" charset="0"/>
        </a:defRPr>
      </a:lvl7pPr>
      <a:lvl8pPr marL="1371600" algn="l" rtl="0" eaLnBrk="0" fontAlgn="base" hangingPunct="0">
        <a:spcBef>
          <a:spcPct val="0"/>
        </a:spcBef>
        <a:spcAft>
          <a:spcPct val="0"/>
        </a:spcAft>
        <a:defRPr sz="4000">
          <a:solidFill>
            <a:schemeClr val="tx1"/>
          </a:solidFill>
          <a:latin typeface="Tw Cen MT Condensed" panose="020B0606020104020203" pitchFamily="34" charset="0"/>
        </a:defRPr>
      </a:lvl8pPr>
      <a:lvl9pPr marL="1828800" algn="l" rtl="0" eaLnBrk="0" fontAlgn="base" hangingPunct="0">
        <a:spcBef>
          <a:spcPct val="0"/>
        </a:spcBef>
        <a:spcAft>
          <a:spcPct val="0"/>
        </a:spcAft>
        <a:defRPr sz="4000">
          <a:solidFill>
            <a:schemeClr val="tx1"/>
          </a:solidFill>
          <a:latin typeface="Tw Cen MT Condensed" panose="020B0606020104020203" pitchFamily="34" charset="0"/>
        </a:defRPr>
      </a:lvl9pPr>
    </p:titleStyle>
    <p:bodyStyle>
      <a:lvl1pPr marL="342900" indent="-342900" algn="l" rtl="0" eaLnBrk="0" fontAlgn="base" hangingPunct="0">
        <a:spcBef>
          <a:spcPts val="600"/>
        </a:spcBef>
        <a:spcAft>
          <a:spcPts val="600"/>
        </a:spcAft>
        <a:buFont typeface="Arial" panose="020B0604020202020204" pitchFamily="34" charset="0"/>
        <a:buChar char="•"/>
        <a:defRPr sz="2800">
          <a:solidFill>
            <a:schemeClr val="tx1"/>
          </a:solidFill>
          <a:latin typeface="+mn-lt"/>
          <a:ea typeface="+mn-ea"/>
          <a:cs typeface="+mn-cs"/>
        </a:defRPr>
      </a:lvl1pPr>
      <a:lvl2pPr marL="742950" indent="-285750" algn="l" rtl="0" eaLnBrk="0" fontAlgn="base" hangingPunct="0">
        <a:spcBef>
          <a:spcPts val="600"/>
        </a:spcBef>
        <a:spcAft>
          <a:spcPts val="600"/>
        </a:spcAft>
        <a:buFont typeface="Arial" panose="020B0604020202020204" pitchFamily="34" charset="0"/>
        <a:buChar char="–"/>
        <a:defRPr sz="2400">
          <a:solidFill>
            <a:schemeClr val="tx1"/>
          </a:solidFill>
          <a:latin typeface="+mn-lt"/>
        </a:defRPr>
      </a:lvl2pPr>
      <a:lvl3pPr marL="1143000" indent="-228600" algn="l" rtl="0" eaLnBrk="0" fontAlgn="base" hangingPunct="0">
        <a:spcBef>
          <a:spcPts val="600"/>
        </a:spcBef>
        <a:spcAft>
          <a:spcPts val="600"/>
        </a:spcAft>
        <a:buFont typeface="Arial" panose="020B0604020202020204" pitchFamily="34" charset="0"/>
        <a:buChar char="•"/>
        <a:defRPr sz="2000">
          <a:solidFill>
            <a:schemeClr val="tx1"/>
          </a:solidFill>
          <a:latin typeface="+mn-lt"/>
        </a:defRPr>
      </a:lvl3pPr>
      <a:lvl4pPr marL="16002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4pPr>
      <a:lvl5pPr marL="20574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5pPr>
      <a:lvl6pPr marL="25146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6pPr>
      <a:lvl7pPr marL="29718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7pPr>
      <a:lvl8pPr marL="34290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8pPr>
      <a:lvl9pPr marL="38862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218" name="Rectangle 1"/>
          <p:cNvSpPr>
            <a:spLocks noGrp="1"/>
          </p:cNvSpPr>
          <p:nvPr>
            <p:ph type="title"/>
          </p:nvPr>
        </p:nvSpPr>
        <p:spPr bwMode="auto">
          <a:xfrm>
            <a:off x="685800" y="142875"/>
            <a:ext cx="8001000" cy="111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t>单击此处编辑母版标题样式</a:t>
            </a:r>
            <a:endParaRPr lang="zh-CN"/>
          </a:p>
        </p:txBody>
      </p:sp>
      <p:sp>
        <p:nvSpPr>
          <p:cNvPr id="9219" name="Rectangle 2"/>
          <p:cNvSpPr>
            <a:spLocks noGrp="1"/>
          </p:cNvSpPr>
          <p:nvPr>
            <p:ph type="body" idx="1"/>
          </p:nvPr>
        </p:nvSpPr>
        <p:spPr bwMode="auto">
          <a:xfrm>
            <a:off x="685800" y="1295400"/>
            <a:ext cx="8001000" cy="483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t>单击此处编辑母版文本样式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grpSp>
        <p:nvGrpSpPr>
          <p:cNvPr id="9220" name="Group 7"/>
          <p:cNvGrpSpPr/>
          <p:nvPr/>
        </p:nvGrpSpPr>
        <p:grpSpPr bwMode="auto">
          <a:xfrm>
            <a:off x="0" y="0"/>
            <a:ext cx="9144000" cy="6858000"/>
            <a:chOff x="0" y="0"/>
            <a:chExt cx="9144000" cy="6858000"/>
          </a:xfrm>
        </p:grpSpPr>
        <p:pic>
          <p:nvPicPr>
            <p:cNvPr id="9224" name="Rectangle 8"/>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0" y="857"/>
              <a:ext cx="8139683" cy="6857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5" name="Rectangle 9"/>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3150349" y="0"/>
              <a:ext cx="5993651" cy="5244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6" name="Rectangle 10"/>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293206" y="1042127"/>
              <a:ext cx="8850794" cy="5815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 name="Shape 4"/>
          <p:cNvSpPr>
            <a:spLocks noGrp="1"/>
          </p:cNvSpPr>
          <p:nvPr>
            <p:ph type="dt" sz="half" idx="2"/>
          </p:nvPr>
        </p:nvSpPr>
        <p:spPr>
          <a:xfrm>
            <a:off x="685800" y="6356350"/>
            <a:ext cx="2133600" cy="365125"/>
          </a:xfrm>
          <a:prstGeom prst="rect">
            <a:avLst/>
          </a:prstGeom>
        </p:spPr>
        <p:txBody>
          <a:bodyPr vert="horz" rtlCol="0" anchor="ctr"/>
          <a:lstStyle>
            <a:lvl1pPr fontAlgn="auto">
              <a:spcBef>
                <a:spcPts val="0"/>
              </a:spcBef>
              <a:spcAft>
                <a:spcPts val="0"/>
              </a:spcAft>
              <a:defRPr sz="1200">
                <a:latin typeface="+mn-lt"/>
                <a:ea typeface="+mn-ea"/>
              </a:defRPr>
            </a:lvl1pPr>
          </a:lstStyle>
          <a:p>
            <a:pPr>
              <a:defRPr/>
            </a:pPr>
            <a:fld id="{1514078B-1F5B-477F-AD1B-44315122E44D}" type="datetime1">
              <a:rPr lang="zh-CN" altLang="en-US" smtClean="0"/>
            </a:fld>
            <a:endParaRPr lang="zh-CN"/>
          </a:p>
        </p:txBody>
      </p:sp>
      <p:sp>
        <p:nvSpPr>
          <p:cNvPr id="12" name="Shape 5"/>
          <p:cNvSpPr>
            <a:spLocks noGrp="1"/>
          </p:cNvSpPr>
          <p:nvPr>
            <p:ph type="ftr" sz="quarter" idx="3"/>
          </p:nvPr>
        </p:nvSpPr>
        <p:spPr>
          <a:xfrm>
            <a:off x="3238500" y="6356350"/>
            <a:ext cx="2895600" cy="365125"/>
          </a:xfrm>
          <a:prstGeom prst="rect">
            <a:avLst/>
          </a:prstGeom>
        </p:spPr>
        <p:txBody>
          <a:bodyPr vert="horz" wrap="square" lIns="91440" tIns="45720" rIns="91440" bIns="45720" numCol="1" anchor="ctr" anchorCtr="0" compatLnSpc="1"/>
          <a:lstStyle>
            <a:lvl1pPr algn="ctr">
              <a:defRPr sz="1200">
                <a:latin typeface="+mn-lt"/>
              </a:defRPr>
            </a:lvl1pPr>
          </a:lstStyle>
          <a:p>
            <a:pPr>
              <a:defRPr/>
            </a:pPr>
            <a:endParaRPr lang="zh-CN" altLang="zh-CN"/>
          </a:p>
        </p:txBody>
      </p:sp>
      <p:sp>
        <p:nvSpPr>
          <p:cNvPr id="13" name="Shape 6"/>
          <p:cNvSpPr>
            <a:spLocks noGrp="1"/>
          </p:cNvSpPr>
          <p:nvPr>
            <p:ph type="sldNum" sz="quarter" idx="4"/>
          </p:nvPr>
        </p:nvSpPr>
        <p:spPr>
          <a:xfrm>
            <a:off x="6553200" y="6356350"/>
            <a:ext cx="2133600" cy="365125"/>
          </a:xfrm>
          <a:prstGeom prst="rect">
            <a:avLst/>
          </a:prstGeom>
        </p:spPr>
        <p:txBody>
          <a:bodyPr vert="horz" rtlCol="0" anchor="ctr"/>
          <a:lstStyle>
            <a:lvl1pPr algn="r" fontAlgn="auto">
              <a:spcBef>
                <a:spcPts val="0"/>
              </a:spcBef>
              <a:spcAft>
                <a:spcPts val="0"/>
              </a:spcAft>
              <a:defRPr sz="1200">
                <a:latin typeface="+mn-lt"/>
                <a:ea typeface="+mn-ea"/>
              </a:defRPr>
            </a:lvl1pPr>
          </a:lstStyle>
          <a:p>
            <a:pPr>
              <a:defRPr/>
            </a:pPr>
            <a:fld id="{D0249759-D4F4-48DA-9938-B7024F21AB3F}" type="slidenum">
              <a:rPr lang="en-US" altLang="zh-CN"/>
            </a:fld>
            <a:endParaRPr lang="zh-CN"/>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ransition>
    <p:fade/>
  </p:transition>
  <p:hf hdr="0" ftr="0" dt="0"/>
  <p:txStyles>
    <p:titleStyle>
      <a:lvl1pPr algn="l" rtl="0" eaLnBrk="0" fontAlgn="base" hangingPunct="0">
        <a:spcBef>
          <a:spcPct val="0"/>
        </a:spcBef>
        <a:spcAft>
          <a:spcPct val="0"/>
        </a:spcAft>
        <a:defRPr sz="4000">
          <a:solidFill>
            <a:schemeClr val="tx1"/>
          </a:solidFill>
          <a:latin typeface="+mj-lt"/>
          <a:ea typeface="+mj-ea"/>
          <a:cs typeface="+mj-cs"/>
        </a:defRPr>
      </a:lvl1pPr>
      <a:lvl2pPr algn="l" rtl="0" eaLnBrk="0" fontAlgn="base" hangingPunct="0">
        <a:spcBef>
          <a:spcPct val="0"/>
        </a:spcBef>
        <a:spcAft>
          <a:spcPct val="0"/>
        </a:spcAft>
        <a:defRPr sz="4000">
          <a:solidFill>
            <a:schemeClr val="tx1"/>
          </a:solidFill>
          <a:latin typeface="Tw Cen MT Condensed" panose="020B0606020104020203" pitchFamily="34" charset="0"/>
        </a:defRPr>
      </a:lvl2pPr>
      <a:lvl3pPr algn="l" rtl="0" eaLnBrk="0" fontAlgn="base" hangingPunct="0">
        <a:spcBef>
          <a:spcPct val="0"/>
        </a:spcBef>
        <a:spcAft>
          <a:spcPct val="0"/>
        </a:spcAft>
        <a:defRPr sz="4000">
          <a:solidFill>
            <a:schemeClr val="tx1"/>
          </a:solidFill>
          <a:latin typeface="Tw Cen MT Condensed" panose="020B0606020104020203" pitchFamily="34" charset="0"/>
        </a:defRPr>
      </a:lvl3pPr>
      <a:lvl4pPr algn="l" rtl="0" eaLnBrk="0" fontAlgn="base" hangingPunct="0">
        <a:spcBef>
          <a:spcPct val="0"/>
        </a:spcBef>
        <a:spcAft>
          <a:spcPct val="0"/>
        </a:spcAft>
        <a:defRPr sz="4000">
          <a:solidFill>
            <a:schemeClr val="tx1"/>
          </a:solidFill>
          <a:latin typeface="Tw Cen MT Condensed" panose="020B0606020104020203" pitchFamily="34" charset="0"/>
        </a:defRPr>
      </a:lvl4pPr>
      <a:lvl5pPr algn="l" rtl="0" eaLnBrk="0" fontAlgn="base" hangingPunct="0">
        <a:spcBef>
          <a:spcPct val="0"/>
        </a:spcBef>
        <a:spcAft>
          <a:spcPct val="0"/>
        </a:spcAft>
        <a:defRPr sz="4000">
          <a:solidFill>
            <a:schemeClr val="tx1"/>
          </a:solidFill>
          <a:latin typeface="Tw Cen MT Condensed" panose="020B0606020104020203" pitchFamily="34" charset="0"/>
        </a:defRPr>
      </a:lvl5pPr>
      <a:lvl6pPr marL="457200" algn="l" rtl="0" eaLnBrk="0" fontAlgn="base" hangingPunct="0">
        <a:spcBef>
          <a:spcPct val="0"/>
        </a:spcBef>
        <a:spcAft>
          <a:spcPct val="0"/>
        </a:spcAft>
        <a:defRPr sz="4000">
          <a:solidFill>
            <a:schemeClr val="tx1"/>
          </a:solidFill>
          <a:latin typeface="Tw Cen MT Condensed" panose="020B0606020104020203" pitchFamily="34" charset="0"/>
        </a:defRPr>
      </a:lvl6pPr>
      <a:lvl7pPr marL="914400" algn="l" rtl="0" eaLnBrk="0" fontAlgn="base" hangingPunct="0">
        <a:spcBef>
          <a:spcPct val="0"/>
        </a:spcBef>
        <a:spcAft>
          <a:spcPct val="0"/>
        </a:spcAft>
        <a:defRPr sz="4000">
          <a:solidFill>
            <a:schemeClr val="tx1"/>
          </a:solidFill>
          <a:latin typeface="Tw Cen MT Condensed" panose="020B0606020104020203" pitchFamily="34" charset="0"/>
        </a:defRPr>
      </a:lvl7pPr>
      <a:lvl8pPr marL="1371600" algn="l" rtl="0" eaLnBrk="0" fontAlgn="base" hangingPunct="0">
        <a:spcBef>
          <a:spcPct val="0"/>
        </a:spcBef>
        <a:spcAft>
          <a:spcPct val="0"/>
        </a:spcAft>
        <a:defRPr sz="4000">
          <a:solidFill>
            <a:schemeClr val="tx1"/>
          </a:solidFill>
          <a:latin typeface="Tw Cen MT Condensed" panose="020B0606020104020203" pitchFamily="34" charset="0"/>
        </a:defRPr>
      </a:lvl8pPr>
      <a:lvl9pPr marL="1828800" algn="l" rtl="0" eaLnBrk="0" fontAlgn="base" hangingPunct="0">
        <a:spcBef>
          <a:spcPct val="0"/>
        </a:spcBef>
        <a:spcAft>
          <a:spcPct val="0"/>
        </a:spcAft>
        <a:defRPr sz="4000">
          <a:solidFill>
            <a:schemeClr val="tx1"/>
          </a:solidFill>
          <a:latin typeface="Tw Cen MT Condensed" panose="020B0606020104020203" pitchFamily="34" charset="0"/>
        </a:defRPr>
      </a:lvl9pPr>
    </p:titleStyle>
    <p:bodyStyle>
      <a:lvl1pPr marL="342900" indent="-342900" algn="l" rtl="0" eaLnBrk="0" fontAlgn="base" hangingPunct="0">
        <a:spcBef>
          <a:spcPts val="600"/>
        </a:spcBef>
        <a:spcAft>
          <a:spcPts val="600"/>
        </a:spcAft>
        <a:buFont typeface="Arial" panose="020B0604020202020204" pitchFamily="34" charset="0"/>
        <a:buChar char="•"/>
        <a:defRPr sz="2800">
          <a:solidFill>
            <a:schemeClr val="tx1"/>
          </a:solidFill>
          <a:latin typeface="+mn-lt"/>
          <a:ea typeface="+mn-ea"/>
          <a:cs typeface="+mn-cs"/>
        </a:defRPr>
      </a:lvl1pPr>
      <a:lvl2pPr marL="742950" indent="-285750" algn="l" rtl="0" eaLnBrk="0" fontAlgn="base" hangingPunct="0">
        <a:spcBef>
          <a:spcPts val="600"/>
        </a:spcBef>
        <a:spcAft>
          <a:spcPts val="600"/>
        </a:spcAft>
        <a:buFont typeface="Arial" panose="020B0604020202020204" pitchFamily="34" charset="0"/>
        <a:buChar char="–"/>
        <a:defRPr sz="2400">
          <a:solidFill>
            <a:schemeClr val="tx1"/>
          </a:solidFill>
          <a:latin typeface="+mn-lt"/>
        </a:defRPr>
      </a:lvl2pPr>
      <a:lvl3pPr marL="1143000" indent="-228600" algn="l" rtl="0" eaLnBrk="0" fontAlgn="base" hangingPunct="0">
        <a:spcBef>
          <a:spcPts val="600"/>
        </a:spcBef>
        <a:spcAft>
          <a:spcPts val="600"/>
        </a:spcAft>
        <a:buFont typeface="Arial" panose="020B0604020202020204" pitchFamily="34" charset="0"/>
        <a:buChar char="•"/>
        <a:defRPr sz="2000">
          <a:solidFill>
            <a:schemeClr val="tx1"/>
          </a:solidFill>
          <a:latin typeface="+mn-lt"/>
        </a:defRPr>
      </a:lvl3pPr>
      <a:lvl4pPr marL="16002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4pPr>
      <a:lvl5pPr marL="20574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5pPr>
      <a:lvl6pPr marL="25146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6pPr>
      <a:lvl7pPr marL="29718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7pPr>
      <a:lvl8pPr marL="34290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8pPr>
      <a:lvl9pPr marL="38862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42" name="Rectangle 1"/>
          <p:cNvSpPr>
            <a:spLocks noGrp="1"/>
          </p:cNvSpPr>
          <p:nvPr>
            <p:ph type="title"/>
          </p:nvPr>
        </p:nvSpPr>
        <p:spPr bwMode="auto">
          <a:xfrm>
            <a:off x="685800" y="142875"/>
            <a:ext cx="8001000" cy="111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t>单击此处编辑母版标题样式</a:t>
            </a:r>
            <a:endParaRPr lang="zh-CN"/>
          </a:p>
        </p:txBody>
      </p:sp>
      <p:sp>
        <p:nvSpPr>
          <p:cNvPr id="10243" name="Rectangle 2"/>
          <p:cNvSpPr>
            <a:spLocks noGrp="1"/>
          </p:cNvSpPr>
          <p:nvPr>
            <p:ph type="body" idx="1"/>
          </p:nvPr>
        </p:nvSpPr>
        <p:spPr bwMode="auto">
          <a:xfrm>
            <a:off x="685800" y="1295400"/>
            <a:ext cx="8001000" cy="483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t>单击此处编辑母版文本样式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grpSp>
        <p:nvGrpSpPr>
          <p:cNvPr id="10244" name="Group 7"/>
          <p:cNvGrpSpPr/>
          <p:nvPr/>
        </p:nvGrpSpPr>
        <p:grpSpPr bwMode="auto">
          <a:xfrm>
            <a:off x="0" y="0"/>
            <a:ext cx="9144000" cy="6858000"/>
            <a:chOff x="0" y="0"/>
            <a:chExt cx="9144000" cy="6858000"/>
          </a:xfrm>
        </p:grpSpPr>
        <p:pic>
          <p:nvPicPr>
            <p:cNvPr id="10248" name="Rectangle 8"/>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0" y="857"/>
              <a:ext cx="8139683" cy="6857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9" name="Rectangle 9"/>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3150349" y="0"/>
              <a:ext cx="5993651" cy="5244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0" name="Rectangle 10"/>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293206" y="1042127"/>
              <a:ext cx="8850794" cy="5815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 name="Shape 4"/>
          <p:cNvSpPr>
            <a:spLocks noGrp="1"/>
          </p:cNvSpPr>
          <p:nvPr>
            <p:ph type="dt" sz="half" idx="2"/>
          </p:nvPr>
        </p:nvSpPr>
        <p:spPr>
          <a:xfrm>
            <a:off x="685800" y="6356350"/>
            <a:ext cx="2133600" cy="365125"/>
          </a:xfrm>
          <a:prstGeom prst="rect">
            <a:avLst/>
          </a:prstGeom>
        </p:spPr>
        <p:txBody>
          <a:bodyPr vert="horz" rtlCol="0" anchor="ctr"/>
          <a:lstStyle>
            <a:lvl1pPr fontAlgn="auto">
              <a:spcBef>
                <a:spcPts val="0"/>
              </a:spcBef>
              <a:spcAft>
                <a:spcPts val="0"/>
              </a:spcAft>
              <a:defRPr sz="1200">
                <a:latin typeface="+mn-lt"/>
                <a:ea typeface="+mn-ea"/>
              </a:defRPr>
            </a:lvl1pPr>
          </a:lstStyle>
          <a:p>
            <a:pPr>
              <a:defRPr/>
            </a:pPr>
            <a:fld id="{7BD8E545-5D2C-4236-9D3C-13EEFE35D1D4}" type="datetime1">
              <a:rPr lang="zh-CN" altLang="en-US" smtClean="0"/>
            </a:fld>
            <a:endParaRPr lang="zh-CN"/>
          </a:p>
        </p:txBody>
      </p:sp>
      <p:sp>
        <p:nvSpPr>
          <p:cNvPr id="12" name="Shape 5"/>
          <p:cNvSpPr>
            <a:spLocks noGrp="1"/>
          </p:cNvSpPr>
          <p:nvPr>
            <p:ph type="ftr" sz="quarter" idx="3"/>
          </p:nvPr>
        </p:nvSpPr>
        <p:spPr>
          <a:xfrm>
            <a:off x="3238500" y="6356350"/>
            <a:ext cx="2895600" cy="365125"/>
          </a:xfrm>
          <a:prstGeom prst="rect">
            <a:avLst/>
          </a:prstGeom>
        </p:spPr>
        <p:txBody>
          <a:bodyPr vert="horz" wrap="square" lIns="91440" tIns="45720" rIns="91440" bIns="45720" numCol="1" anchor="ctr" anchorCtr="0" compatLnSpc="1"/>
          <a:lstStyle>
            <a:lvl1pPr algn="ctr">
              <a:defRPr sz="1200">
                <a:latin typeface="+mn-lt"/>
              </a:defRPr>
            </a:lvl1pPr>
          </a:lstStyle>
          <a:p>
            <a:pPr>
              <a:defRPr/>
            </a:pPr>
            <a:endParaRPr lang="zh-CN" altLang="zh-CN"/>
          </a:p>
        </p:txBody>
      </p:sp>
      <p:sp>
        <p:nvSpPr>
          <p:cNvPr id="13" name="Shape 6"/>
          <p:cNvSpPr>
            <a:spLocks noGrp="1"/>
          </p:cNvSpPr>
          <p:nvPr>
            <p:ph type="sldNum" sz="quarter" idx="4"/>
          </p:nvPr>
        </p:nvSpPr>
        <p:spPr>
          <a:xfrm>
            <a:off x="6553200" y="6356350"/>
            <a:ext cx="2133600" cy="365125"/>
          </a:xfrm>
          <a:prstGeom prst="rect">
            <a:avLst/>
          </a:prstGeom>
        </p:spPr>
        <p:txBody>
          <a:bodyPr vert="horz" rtlCol="0" anchor="ctr"/>
          <a:lstStyle>
            <a:lvl1pPr algn="r" fontAlgn="auto">
              <a:spcBef>
                <a:spcPts val="0"/>
              </a:spcBef>
              <a:spcAft>
                <a:spcPts val="0"/>
              </a:spcAft>
              <a:defRPr sz="1200">
                <a:latin typeface="+mn-lt"/>
                <a:ea typeface="+mn-ea"/>
              </a:defRPr>
            </a:lvl1pPr>
          </a:lstStyle>
          <a:p>
            <a:pPr>
              <a:defRPr/>
            </a:pPr>
            <a:fld id="{C9007475-1F41-41A5-A9D6-9539F3A0CAC8}" type="slidenum">
              <a:rPr lang="en-US" altLang="zh-CN"/>
            </a:fld>
            <a:endParaRPr lang="zh-CN"/>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ransition>
    <p:fade/>
  </p:transition>
  <p:hf hdr="0" ftr="0" dt="0"/>
  <p:txStyles>
    <p:titleStyle>
      <a:lvl1pPr algn="l" rtl="0" eaLnBrk="0" fontAlgn="base" hangingPunct="0">
        <a:spcBef>
          <a:spcPct val="0"/>
        </a:spcBef>
        <a:spcAft>
          <a:spcPct val="0"/>
        </a:spcAft>
        <a:defRPr sz="4000">
          <a:solidFill>
            <a:schemeClr val="tx1"/>
          </a:solidFill>
          <a:latin typeface="+mj-lt"/>
          <a:ea typeface="+mj-ea"/>
          <a:cs typeface="+mj-cs"/>
        </a:defRPr>
      </a:lvl1pPr>
      <a:lvl2pPr algn="l" rtl="0" eaLnBrk="0" fontAlgn="base" hangingPunct="0">
        <a:spcBef>
          <a:spcPct val="0"/>
        </a:spcBef>
        <a:spcAft>
          <a:spcPct val="0"/>
        </a:spcAft>
        <a:defRPr sz="4000">
          <a:solidFill>
            <a:schemeClr val="tx1"/>
          </a:solidFill>
          <a:latin typeface="Tw Cen MT Condensed" panose="020B0606020104020203" pitchFamily="34" charset="0"/>
        </a:defRPr>
      </a:lvl2pPr>
      <a:lvl3pPr algn="l" rtl="0" eaLnBrk="0" fontAlgn="base" hangingPunct="0">
        <a:spcBef>
          <a:spcPct val="0"/>
        </a:spcBef>
        <a:spcAft>
          <a:spcPct val="0"/>
        </a:spcAft>
        <a:defRPr sz="4000">
          <a:solidFill>
            <a:schemeClr val="tx1"/>
          </a:solidFill>
          <a:latin typeface="Tw Cen MT Condensed" panose="020B0606020104020203" pitchFamily="34" charset="0"/>
        </a:defRPr>
      </a:lvl3pPr>
      <a:lvl4pPr algn="l" rtl="0" eaLnBrk="0" fontAlgn="base" hangingPunct="0">
        <a:spcBef>
          <a:spcPct val="0"/>
        </a:spcBef>
        <a:spcAft>
          <a:spcPct val="0"/>
        </a:spcAft>
        <a:defRPr sz="4000">
          <a:solidFill>
            <a:schemeClr val="tx1"/>
          </a:solidFill>
          <a:latin typeface="Tw Cen MT Condensed" panose="020B0606020104020203" pitchFamily="34" charset="0"/>
        </a:defRPr>
      </a:lvl4pPr>
      <a:lvl5pPr algn="l" rtl="0" eaLnBrk="0" fontAlgn="base" hangingPunct="0">
        <a:spcBef>
          <a:spcPct val="0"/>
        </a:spcBef>
        <a:spcAft>
          <a:spcPct val="0"/>
        </a:spcAft>
        <a:defRPr sz="4000">
          <a:solidFill>
            <a:schemeClr val="tx1"/>
          </a:solidFill>
          <a:latin typeface="Tw Cen MT Condensed" panose="020B0606020104020203" pitchFamily="34" charset="0"/>
        </a:defRPr>
      </a:lvl5pPr>
      <a:lvl6pPr marL="457200" algn="l" rtl="0" eaLnBrk="0" fontAlgn="base" hangingPunct="0">
        <a:spcBef>
          <a:spcPct val="0"/>
        </a:spcBef>
        <a:spcAft>
          <a:spcPct val="0"/>
        </a:spcAft>
        <a:defRPr sz="4000">
          <a:solidFill>
            <a:schemeClr val="tx1"/>
          </a:solidFill>
          <a:latin typeface="Tw Cen MT Condensed" panose="020B0606020104020203" pitchFamily="34" charset="0"/>
        </a:defRPr>
      </a:lvl6pPr>
      <a:lvl7pPr marL="914400" algn="l" rtl="0" eaLnBrk="0" fontAlgn="base" hangingPunct="0">
        <a:spcBef>
          <a:spcPct val="0"/>
        </a:spcBef>
        <a:spcAft>
          <a:spcPct val="0"/>
        </a:spcAft>
        <a:defRPr sz="4000">
          <a:solidFill>
            <a:schemeClr val="tx1"/>
          </a:solidFill>
          <a:latin typeface="Tw Cen MT Condensed" panose="020B0606020104020203" pitchFamily="34" charset="0"/>
        </a:defRPr>
      </a:lvl7pPr>
      <a:lvl8pPr marL="1371600" algn="l" rtl="0" eaLnBrk="0" fontAlgn="base" hangingPunct="0">
        <a:spcBef>
          <a:spcPct val="0"/>
        </a:spcBef>
        <a:spcAft>
          <a:spcPct val="0"/>
        </a:spcAft>
        <a:defRPr sz="4000">
          <a:solidFill>
            <a:schemeClr val="tx1"/>
          </a:solidFill>
          <a:latin typeface="Tw Cen MT Condensed" panose="020B0606020104020203" pitchFamily="34" charset="0"/>
        </a:defRPr>
      </a:lvl8pPr>
      <a:lvl9pPr marL="1828800" algn="l" rtl="0" eaLnBrk="0" fontAlgn="base" hangingPunct="0">
        <a:spcBef>
          <a:spcPct val="0"/>
        </a:spcBef>
        <a:spcAft>
          <a:spcPct val="0"/>
        </a:spcAft>
        <a:defRPr sz="4000">
          <a:solidFill>
            <a:schemeClr val="tx1"/>
          </a:solidFill>
          <a:latin typeface="Tw Cen MT Condensed" panose="020B0606020104020203" pitchFamily="34" charset="0"/>
        </a:defRPr>
      </a:lvl9pPr>
    </p:titleStyle>
    <p:bodyStyle>
      <a:lvl1pPr marL="342900" indent="-342900" algn="l" rtl="0" eaLnBrk="0" fontAlgn="base" hangingPunct="0">
        <a:spcBef>
          <a:spcPts val="600"/>
        </a:spcBef>
        <a:spcAft>
          <a:spcPts val="600"/>
        </a:spcAft>
        <a:buFont typeface="Arial" panose="020B0604020202020204" pitchFamily="34" charset="0"/>
        <a:buChar char="•"/>
        <a:defRPr sz="2800">
          <a:solidFill>
            <a:schemeClr val="tx1"/>
          </a:solidFill>
          <a:latin typeface="+mn-lt"/>
          <a:ea typeface="+mn-ea"/>
          <a:cs typeface="+mn-cs"/>
        </a:defRPr>
      </a:lvl1pPr>
      <a:lvl2pPr marL="742950" indent="-285750" algn="l" rtl="0" eaLnBrk="0" fontAlgn="base" hangingPunct="0">
        <a:spcBef>
          <a:spcPts val="600"/>
        </a:spcBef>
        <a:spcAft>
          <a:spcPts val="600"/>
        </a:spcAft>
        <a:buFont typeface="Arial" panose="020B0604020202020204" pitchFamily="34" charset="0"/>
        <a:buChar char="–"/>
        <a:defRPr sz="2400">
          <a:solidFill>
            <a:schemeClr val="tx1"/>
          </a:solidFill>
          <a:latin typeface="+mn-lt"/>
        </a:defRPr>
      </a:lvl2pPr>
      <a:lvl3pPr marL="1143000" indent="-228600" algn="l" rtl="0" eaLnBrk="0" fontAlgn="base" hangingPunct="0">
        <a:spcBef>
          <a:spcPts val="600"/>
        </a:spcBef>
        <a:spcAft>
          <a:spcPts val="600"/>
        </a:spcAft>
        <a:buFont typeface="Arial" panose="020B0604020202020204" pitchFamily="34" charset="0"/>
        <a:buChar char="•"/>
        <a:defRPr sz="2000">
          <a:solidFill>
            <a:schemeClr val="tx1"/>
          </a:solidFill>
          <a:latin typeface="+mn-lt"/>
        </a:defRPr>
      </a:lvl3pPr>
      <a:lvl4pPr marL="16002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4pPr>
      <a:lvl5pPr marL="20574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5pPr>
      <a:lvl6pPr marL="25146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6pPr>
      <a:lvl7pPr marL="29718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7pPr>
      <a:lvl8pPr marL="34290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8pPr>
      <a:lvl9pPr marL="3886200" indent="-228600" algn="l" rtl="0" eaLnBrk="0" fontAlgn="base" hangingPunct="0">
        <a:spcBef>
          <a:spcPts val="600"/>
        </a:spcBef>
        <a:spcAft>
          <a:spcPts val="600"/>
        </a:spcAft>
        <a:buFont typeface="Arial" panose="020B0604020202020204" pitchFamily="34" charset="0"/>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矩形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useBgFill="1">
        <p:nvSpPr>
          <p:cNvPr id="8" name="圆角矩形 7"/>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defRPr/>
            </a:pPr>
            <a:endParaRPr lang="en-US"/>
          </a:p>
        </p:txBody>
      </p:sp>
      <p:sp>
        <p:nvSpPr>
          <p:cNvPr id="11268" name="标题占位符 21"/>
          <p:cNvSpPr>
            <a:spLocks noGrp="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lstStyle/>
          <a:p>
            <a:pPr lvl="0"/>
            <a:r>
              <a:rPr lang="zh-CN" altLang="en-US"/>
              <a:t>单击此处编辑母版标题样式</a:t>
            </a:r>
            <a:endParaRPr lang="zh-CN" altLang="en-US"/>
          </a:p>
        </p:txBody>
      </p:sp>
      <p:sp>
        <p:nvSpPr>
          <p:cNvPr id="11269" name="文本占位符 12"/>
          <p:cNvSpPr>
            <a:spLocks noGrp="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4" name="日期占位符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smtClean="0">
                <a:solidFill>
                  <a:schemeClr val="tx2"/>
                </a:solidFill>
              </a:defRPr>
            </a:lvl1pPr>
          </a:lstStyle>
          <a:p>
            <a:pPr>
              <a:defRPr/>
            </a:pPr>
            <a:fld id="{66632B87-CC7E-4860-B04E-F416C184B35E}" type="datetime1">
              <a:rPr lang="zh-CN" altLang="en-US" smtClean="0"/>
            </a:fld>
            <a:endParaRPr lang="zh-CN"/>
          </a:p>
        </p:txBody>
      </p:sp>
      <p:sp>
        <p:nvSpPr>
          <p:cNvPr id="3" name="页脚占位符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pPr>
              <a:defRPr/>
            </a:pPr>
            <a:endParaRPr lang="zh-CN" altLang="zh-CN"/>
          </a:p>
        </p:txBody>
      </p:sp>
      <p:sp>
        <p:nvSpPr>
          <p:cNvPr id="23" name="灯片编号占位符 22"/>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smtClean="0">
                <a:solidFill>
                  <a:srgbClr val="FFFFFF"/>
                </a:solidFill>
                <a:latin typeface="+mj-lt"/>
                <a:ea typeface="+mj-ea"/>
                <a:cs typeface="+mj-cs"/>
              </a:defRPr>
            </a:lvl1pPr>
          </a:lstStyle>
          <a:p>
            <a:pPr>
              <a:defRPr/>
            </a:pPr>
            <a:fld id="{AD9CD0C7-2765-42C6-B26A-6BC4CACBF616}" type="slidenum">
              <a:rPr lang="en-US" altLang="zh-CN"/>
            </a:fld>
            <a:endParaRPr lang="zh-CN"/>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ransition>
    <p:fade/>
  </p:transition>
  <p:hf hdr="0" ftr="0" dt="0"/>
  <p:txStyles>
    <p:titleStyle>
      <a:lvl1pPr algn="l" rtl="0" fontAlgn="base">
        <a:spcBef>
          <a:spcPct val="0"/>
        </a:spcBef>
        <a:spcAft>
          <a:spcPct val="0"/>
        </a:spcAft>
        <a:defRPr sz="4000" kern="1200">
          <a:solidFill>
            <a:schemeClr val="tx2"/>
          </a:solidFill>
          <a:latin typeface="+mj-lt"/>
          <a:ea typeface="+mj-ea"/>
          <a:cs typeface="+mj-cs"/>
        </a:defRPr>
      </a:lvl1pPr>
      <a:lvl2pPr algn="l" rtl="0" fontAlgn="base">
        <a:spcBef>
          <a:spcPct val="0"/>
        </a:spcBef>
        <a:spcAft>
          <a:spcPct val="0"/>
        </a:spcAft>
        <a:defRPr sz="4000">
          <a:solidFill>
            <a:schemeClr val="tx2"/>
          </a:solidFill>
          <a:latin typeface="Franklin Gothic Book" panose="020B0503020102020204" pitchFamily="34" charset="0"/>
        </a:defRPr>
      </a:lvl2pPr>
      <a:lvl3pPr algn="l" rtl="0" fontAlgn="base">
        <a:spcBef>
          <a:spcPct val="0"/>
        </a:spcBef>
        <a:spcAft>
          <a:spcPct val="0"/>
        </a:spcAft>
        <a:defRPr sz="4000">
          <a:solidFill>
            <a:schemeClr val="tx2"/>
          </a:solidFill>
          <a:latin typeface="Franklin Gothic Book" panose="020B0503020102020204" pitchFamily="34" charset="0"/>
        </a:defRPr>
      </a:lvl3pPr>
      <a:lvl4pPr algn="l" rtl="0" fontAlgn="base">
        <a:spcBef>
          <a:spcPct val="0"/>
        </a:spcBef>
        <a:spcAft>
          <a:spcPct val="0"/>
        </a:spcAft>
        <a:defRPr sz="4000">
          <a:solidFill>
            <a:schemeClr val="tx2"/>
          </a:solidFill>
          <a:latin typeface="Franklin Gothic Book" panose="020B0503020102020204" pitchFamily="34" charset="0"/>
        </a:defRPr>
      </a:lvl4pPr>
      <a:lvl5pPr algn="l" rtl="0" fontAlgn="base">
        <a:spcBef>
          <a:spcPct val="0"/>
        </a:spcBef>
        <a:spcAft>
          <a:spcPct val="0"/>
        </a:spcAft>
        <a:defRPr sz="4000">
          <a:solidFill>
            <a:schemeClr val="tx2"/>
          </a:solidFill>
          <a:latin typeface="Franklin Gothic Book" panose="020B0503020102020204" pitchFamily="34" charset="0"/>
        </a:defRPr>
      </a:lvl5pPr>
      <a:lvl6pPr marL="457200" algn="l" rtl="0" fontAlgn="base">
        <a:spcBef>
          <a:spcPct val="0"/>
        </a:spcBef>
        <a:spcAft>
          <a:spcPct val="0"/>
        </a:spcAft>
        <a:defRPr sz="4000">
          <a:solidFill>
            <a:schemeClr val="tx2"/>
          </a:solidFill>
          <a:latin typeface="Franklin Gothic Book" panose="020B0503020102020204" pitchFamily="34" charset="0"/>
        </a:defRPr>
      </a:lvl6pPr>
      <a:lvl7pPr marL="914400" algn="l" rtl="0" fontAlgn="base">
        <a:spcBef>
          <a:spcPct val="0"/>
        </a:spcBef>
        <a:spcAft>
          <a:spcPct val="0"/>
        </a:spcAft>
        <a:defRPr sz="4000">
          <a:solidFill>
            <a:schemeClr val="tx2"/>
          </a:solidFill>
          <a:latin typeface="Franklin Gothic Book" panose="020B0503020102020204" pitchFamily="34" charset="0"/>
        </a:defRPr>
      </a:lvl7pPr>
      <a:lvl8pPr marL="1371600" algn="l" rtl="0" fontAlgn="base">
        <a:spcBef>
          <a:spcPct val="0"/>
        </a:spcBef>
        <a:spcAft>
          <a:spcPct val="0"/>
        </a:spcAft>
        <a:defRPr sz="4000">
          <a:solidFill>
            <a:schemeClr val="tx2"/>
          </a:solidFill>
          <a:latin typeface="Franklin Gothic Book" panose="020B0503020102020204" pitchFamily="34" charset="0"/>
        </a:defRPr>
      </a:lvl8pPr>
      <a:lvl9pPr marL="1828800" algn="l" rtl="0" fontAlgn="base">
        <a:spcBef>
          <a:spcPct val="0"/>
        </a:spcBef>
        <a:spcAft>
          <a:spcPct val="0"/>
        </a:spcAft>
        <a:defRPr sz="4000">
          <a:solidFill>
            <a:schemeClr val="tx2"/>
          </a:solidFill>
          <a:latin typeface="Franklin Gothic Book" panose="020B0503020102020204" pitchFamily="34" charset="0"/>
        </a:defRPr>
      </a:lvl9pPr>
    </p:titleStyle>
    <p:bodyStyle>
      <a:lvl1pPr marL="273050" indent="-273050" algn="l" rtl="0" fontAlgn="base">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fontAlgn="base">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fontAlgn="base">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fontAlgn="base">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fontAlgn="base">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12.xml"/><Relationship Id="rId2" Type="http://schemas.openxmlformats.org/officeDocument/2006/relationships/slide" Target="slide30.xml"/><Relationship Id="rId1" Type="http://schemas.openxmlformats.org/officeDocument/2006/relationships/slide" Target="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12.xml"/><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17.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17.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17.xml"/><Relationship Id="rId2" Type="http://schemas.openxmlformats.org/officeDocument/2006/relationships/image" Target="../media/image8.emf"/><Relationship Id="rId1"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12.xml"/><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12.xml"/><Relationship Id="rId1" Type="http://schemas.openxmlformats.org/officeDocument/2006/relationships/image" Target="../media/image9.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12.xml"/><Relationship Id="rId1" Type="http://schemas.openxmlformats.org/officeDocument/2006/relationships/image" Target="../media/image9.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12.xml"/><Relationship Id="rId1"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12.xml"/><Relationship Id="rId1" Type="http://schemas.openxmlformats.org/officeDocument/2006/relationships/slide" Target="slide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12.xml"/><Relationship Id="rId1" Type="http://schemas.openxmlformats.org/officeDocument/2006/relationships/image" Target="../media/image10.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112.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hyperlink" Target="https://mp.weixin.qq.com/s/xJQQzF6p7Wfa27Y1PYmacA"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ext Box 2"/>
          <p:cNvSpPr txBox="1">
            <a:spLocks noChangeArrowheads="1"/>
          </p:cNvSpPr>
          <p:nvPr/>
        </p:nvSpPr>
        <p:spPr bwMode="auto">
          <a:xfrm>
            <a:off x="450850" y="2017713"/>
            <a:ext cx="8153400"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9600" b="1">
                <a:solidFill>
                  <a:srgbClr val="642257"/>
                </a:solidFill>
                <a:latin typeface="华文新魏" panose="02010800040101010101" pitchFamily="2" charset="-122"/>
                <a:ea typeface="华文新魏" panose="02010800040101010101" pitchFamily="2" charset="-122"/>
              </a:rPr>
              <a:t>DNA</a:t>
            </a:r>
            <a:r>
              <a:rPr kumimoji="1" lang="zh-CN" altLang="en-US" sz="9600" b="1">
                <a:solidFill>
                  <a:srgbClr val="642257"/>
                </a:solidFill>
                <a:latin typeface="华文新魏" panose="02010800040101010101" pitchFamily="2" charset="-122"/>
                <a:ea typeface="华文新魏" panose="02010800040101010101" pitchFamily="2" charset="-122"/>
              </a:rPr>
              <a:t>计算</a:t>
            </a:r>
            <a:endParaRPr kumimoji="1" lang="en-US" altLang="zh-CN" sz="9600" b="1">
              <a:solidFill>
                <a:srgbClr val="642257"/>
              </a:solidFill>
              <a:latin typeface="华文新魏" panose="02010800040101010101" pitchFamily="2" charset="-122"/>
              <a:ea typeface="华文新魏" panose="02010800040101010101" pitchFamily="2" charset="-122"/>
            </a:endParaRPr>
          </a:p>
        </p:txBody>
      </p:sp>
      <p:sp>
        <p:nvSpPr>
          <p:cNvPr id="2" name="灯片编号占位符 1"/>
          <p:cNvSpPr>
            <a:spLocks noGrp="1"/>
          </p:cNvSpPr>
          <p:nvPr>
            <p:ph type="sldNum" sz="quarter" idx="12"/>
          </p:nvPr>
        </p:nvSpPr>
        <p:spPr/>
        <p:txBody>
          <a:bodyPr/>
          <a:lstStyle/>
          <a:p>
            <a:pPr>
              <a:defRPr/>
            </a:pPr>
            <a:fld id="{3D2E9D7C-6AAD-4F23-ADB2-4D09F17E9996}" type="slidenum">
              <a:rPr lang="en-US" altLang="zh-CN" smtClean="0"/>
            </a:fld>
            <a:endParaRPr lang="zh-CN"/>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p:cNvSpPr>
            <a:spLocks noGrp="1"/>
          </p:cNvSpPr>
          <p:nvPr>
            <p:ph sz="quarter" idx="1"/>
          </p:nvPr>
        </p:nvSpPr>
        <p:spPr/>
        <p:txBody>
          <a:bodyPr/>
          <a:lstStyle/>
          <a:p>
            <a:pPr eaLnBrk="1" hangingPunct="1"/>
            <a:endParaRPr lang="en-US" altLang="zh-CN" sz="3600" b="1">
              <a:solidFill>
                <a:schemeClr val="hlink"/>
              </a:solidFill>
            </a:endParaRPr>
          </a:p>
          <a:p>
            <a:pPr eaLnBrk="1" hangingPunct="1"/>
            <a:r>
              <a:rPr lang="en-US" altLang="zh-CN" sz="3600" b="1">
                <a:solidFill>
                  <a:schemeClr val="hlink"/>
                </a:solidFill>
                <a:hlinkClick r:id="rId1" action="ppaction://hlinksldjump"/>
              </a:rPr>
              <a:t>DNA</a:t>
            </a:r>
            <a:r>
              <a:rPr lang="zh-CN" altLang="en-US" sz="3600" b="1">
                <a:solidFill>
                  <a:schemeClr val="hlink"/>
                </a:solidFill>
                <a:hlinkClick r:id="rId1" action="ppaction://hlinksldjump"/>
              </a:rPr>
              <a:t>计算介绍</a:t>
            </a:r>
            <a:endParaRPr lang="zh-CN" altLang="en-US" sz="3600" b="1">
              <a:solidFill>
                <a:schemeClr val="hlink"/>
              </a:solidFill>
            </a:endParaRPr>
          </a:p>
          <a:p>
            <a:pPr eaLnBrk="1" hangingPunct="1"/>
            <a:r>
              <a:rPr lang="en-US" altLang="zh-CN" sz="3600" b="1">
                <a:solidFill>
                  <a:schemeClr val="hlink"/>
                </a:solidFill>
                <a:hlinkClick r:id="rId2" action="ppaction://hlinksldjump"/>
              </a:rPr>
              <a:t>DHP</a:t>
            </a:r>
            <a:r>
              <a:rPr lang="zh-CN" altLang="en-US" sz="3600" b="1">
                <a:solidFill>
                  <a:schemeClr val="hlink"/>
                </a:solidFill>
                <a:hlinkClick r:id="rId2" action="ppaction://hlinksldjump"/>
              </a:rPr>
              <a:t>问题的</a:t>
            </a:r>
            <a:r>
              <a:rPr lang="en-US" altLang="zh-CN" sz="3600" b="1">
                <a:solidFill>
                  <a:schemeClr val="hlink"/>
                </a:solidFill>
                <a:hlinkClick r:id="rId2" action="ppaction://hlinksldjump"/>
              </a:rPr>
              <a:t>DNA</a:t>
            </a:r>
            <a:r>
              <a:rPr lang="zh-CN" altLang="en-US" sz="3600" b="1">
                <a:solidFill>
                  <a:schemeClr val="hlink"/>
                </a:solidFill>
                <a:hlinkClick r:id="rId2" action="ppaction://hlinksldjump"/>
              </a:rPr>
              <a:t>计算模型</a:t>
            </a:r>
            <a:endParaRPr lang="zh-CN" altLang="en-US" sz="3600" b="1">
              <a:solidFill>
                <a:schemeClr val="hlink"/>
              </a:solidFill>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ChangeArrowheads="1"/>
          </p:cNvSpPr>
          <p:nvPr/>
        </p:nvSpPr>
        <p:spPr bwMode="auto">
          <a:xfrm>
            <a:off x="611188" y="2204864"/>
            <a:ext cx="80645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Font typeface="Wingdings" panose="05000000000000000000" pitchFamily="2" charset="2"/>
              <a:buChar char="Ø"/>
            </a:pPr>
            <a:r>
              <a:rPr lang="zh-CN" altLang="en-US" sz="2400" dirty="0">
                <a:latin typeface="Tahoma" panose="020B0604030504040204" pitchFamily="34" charset="0"/>
              </a:rPr>
              <a:t>利用</a:t>
            </a:r>
            <a:r>
              <a:rPr lang="en-US" altLang="zh-CN" sz="2400" dirty="0">
                <a:latin typeface="Tahoma" panose="020B0604030504040204" pitchFamily="34" charset="0"/>
              </a:rPr>
              <a:t>DNA</a:t>
            </a:r>
            <a:r>
              <a:rPr lang="zh-CN" altLang="en-US" sz="2400" dirty="0">
                <a:latin typeface="Tahoma" panose="020B0604030504040204" pitchFamily="34" charset="0"/>
              </a:rPr>
              <a:t>特殊的双螺旋结构和碱基互补配对原则对问题进行编码，运算对象映射成</a:t>
            </a:r>
            <a:r>
              <a:rPr lang="en-US" altLang="zh-CN" sz="2400" dirty="0">
                <a:latin typeface="Tahoma" panose="020B0604030504040204" pitchFamily="34" charset="0"/>
              </a:rPr>
              <a:t>DNA</a:t>
            </a:r>
            <a:r>
              <a:rPr lang="zh-CN" altLang="en-US" sz="2400" dirty="0">
                <a:latin typeface="Tahoma" panose="020B0604030504040204" pitchFamily="34" charset="0"/>
              </a:rPr>
              <a:t>分子链；在</a:t>
            </a:r>
            <a:r>
              <a:rPr lang="en-US" altLang="zh-CN" sz="2400" dirty="0">
                <a:latin typeface="Tahoma" panose="020B0604030504040204" pitchFamily="34" charset="0"/>
              </a:rPr>
              <a:t>DNA</a:t>
            </a:r>
            <a:r>
              <a:rPr lang="zh-CN" altLang="en-US" sz="2400" dirty="0">
                <a:latin typeface="Tahoma" panose="020B0604030504040204" pitchFamily="34" charset="0"/>
              </a:rPr>
              <a:t>溶液的试管里，在生物酶的作用下，大量随机的</a:t>
            </a:r>
            <a:r>
              <a:rPr lang="en-US" altLang="zh-CN" sz="2400" dirty="0">
                <a:latin typeface="Tahoma" panose="020B0604030504040204" pitchFamily="34" charset="0"/>
              </a:rPr>
              <a:t>DNA</a:t>
            </a:r>
            <a:r>
              <a:rPr lang="zh-CN" altLang="en-US" sz="2400" dirty="0">
                <a:latin typeface="Tahoma" panose="020B0604030504040204" pitchFamily="34" charset="0"/>
              </a:rPr>
              <a:t>分子相互杂交，每个</a:t>
            </a:r>
            <a:r>
              <a:rPr lang="en-US" altLang="zh-CN" sz="2400" dirty="0">
                <a:latin typeface="Tahoma" panose="020B0604030504040204" pitchFamily="34" charset="0"/>
              </a:rPr>
              <a:t>DNA</a:t>
            </a:r>
            <a:r>
              <a:rPr lang="zh-CN" altLang="en-US" sz="2400" dirty="0">
                <a:latin typeface="Tahoma" panose="020B0604030504040204" pitchFamily="34" charset="0"/>
              </a:rPr>
              <a:t>分子链所携带的信息与其他</a:t>
            </a:r>
            <a:r>
              <a:rPr lang="en-US" altLang="zh-CN" sz="2400" dirty="0">
                <a:latin typeface="Tahoma" panose="020B0604030504040204" pitchFamily="34" charset="0"/>
              </a:rPr>
              <a:t>DNA</a:t>
            </a:r>
            <a:r>
              <a:rPr lang="zh-CN" altLang="en-US" sz="2400" dirty="0">
                <a:latin typeface="Tahoma" panose="020B0604030504040204" pitchFamily="34" charset="0"/>
              </a:rPr>
              <a:t>分子链携带的信息重新组合，生成各种数据池</a:t>
            </a:r>
            <a:endParaRPr lang="zh-CN" altLang="en-US" sz="2400" dirty="0">
              <a:latin typeface="Tahoma" panose="020B0604030504040204" pitchFamily="34" charset="0"/>
            </a:endParaRPr>
          </a:p>
          <a:p>
            <a:pPr>
              <a:buFont typeface="Wingdings" panose="05000000000000000000" pitchFamily="2" charset="2"/>
              <a:buChar char="Ø"/>
            </a:pPr>
            <a:endParaRPr lang="zh-CN" altLang="en-US" sz="2400" dirty="0">
              <a:latin typeface="Tahoma" panose="020B0604030504040204" pitchFamily="34" charset="0"/>
            </a:endParaRPr>
          </a:p>
          <a:p>
            <a:pPr>
              <a:buFont typeface="Wingdings" panose="05000000000000000000" pitchFamily="2" charset="2"/>
              <a:buChar char="Ø"/>
            </a:pPr>
            <a:r>
              <a:rPr lang="zh-CN" altLang="en-US" sz="2400" dirty="0">
                <a:latin typeface="Tahoma" panose="020B0604030504040204" pitchFamily="34" charset="0"/>
              </a:rPr>
              <a:t>然后按照一定的规则将原始问题的数据运算高度并行地映射成</a:t>
            </a:r>
            <a:r>
              <a:rPr lang="en-US" altLang="zh-CN" sz="2400" dirty="0">
                <a:latin typeface="Tahoma" panose="020B0604030504040204" pitchFamily="34" charset="0"/>
              </a:rPr>
              <a:t>DNA</a:t>
            </a:r>
            <a:r>
              <a:rPr lang="zh-CN" altLang="en-US" sz="2400" dirty="0">
                <a:latin typeface="Tahoma" panose="020B0604030504040204" pitchFamily="34" charset="0"/>
              </a:rPr>
              <a:t>分子链的可控的生化过程</a:t>
            </a:r>
            <a:endParaRPr lang="zh-CN" altLang="en-US" sz="2400" dirty="0">
              <a:latin typeface="Tahoma" panose="020B0604030504040204" pitchFamily="34" charset="0"/>
            </a:endParaRPr>
          </a:p>
          <a:p>
            <a:pPr>
              <a:buFont typeface="Wingdings" panose="05000000000000000000" pitchFamily="2" charset="2"/>
              <a:buChar char="Ø"/>
            </a:pPr>
            <a:endParaRPr lang="zh-CN" altLang="en-US" sz="2400" dirty="0">
              <a:latin typeface="Tahoma" panose="020B0604030504040204" pitchFamily="34" charset="0"/>
            </a:endParaRPr>
          </a:p>
          <a:p>
            <a:pPr>
              <a:buFont typeface="Wingdings" panose="05000000000000000000" pitchFamily="2" charset="2"/>
              <a:buChar char="Ø"/>
            </a:pPr>
            <a:r>
              <a:rPr lang="zh-CN" altLang="en-US" sz="2400" dirty="0">
                <a:latin typeface="Tahoma" panose="020B0604030504040204" pitchFamily="34" charset="0"/>
              </a:rPr>
              <a:t>最后，利用分子生物技术如聚合酶链式反应</a:t>
            </a:r>
            <a:r>
              <a:rPr lang="en-US" altLang="zh-CN" sz="2400" dirty="0">
                <a:latin typeface="Tahoma" panose="020B0604030504040204" pitchFamily="34" charset="0"/>
              </a:rPr>
              <a:t>PCR</a:t>
            </a:r>
            <a:r>
              <a:rPr lang="zh-CN" altLang="en-US" sz="2400" dirty="0">
                <a:latin typeface="Tahoma" panose="020B0604030504040204" pitchFamily="34" charset="0"/>
              </a:rPr>
              <a:t>、聚合重叠放大技术</a:t>
            </a:r>
            <a:r>
              <a:rPr lang="en-US" altLang="zh-CN" sz="2400" dirty="0">
                <a:latin typeface="Tahoma" panose="020B0604030504040204" pitchFamily="34" charset="0"/>
              </a:rPr>
              <a:t>POA</a:t>
            </a:r>
            <a:r>
              <a:rPr lang="zh-CN" altLang="en-US" sz="2400" dirty="0">
                <a:latin typeface="Tahoma" panose="020B0604030504040204" pitchFamily="34" charset="0"/>
              </a:rPr>
              <a:t>、超声波降解、亲和层析、克隆、诱变、分子纯化、电泳、磁珠分离等，破获运算结果。</a:t>
            </a:r>
            <a:endParaRPr lang="zh-CN" altLang="en-US" sz="2400" dirty="0">
              <a:latin typeface="Tahoma" panose="020B0604030504040204" pitchFamily="34" charset="0"/>
            </a:endParaRPr>
          </a:p>
        </p:txBody>
      </p:sp>
      <p:sp>
        <p:nvSpPr>
          <p:cNvPr id="60419" name="Rectangle 3"/>
          <p:cNvSpPr>
            <a:spLocks noGrp="1"/>
          </p:cNvSpPr>
          <p:nvPr>
            <p:ph type="title"/>
          </p:nvPr>
        </p:nvSpPr>
        <p:spPr>
          <a:xfrm>
            <a:off x="914400" y="44624"/>
            <a:ext cx="7772400" cy="1143000"/>
          </a:xfrm>
        </p:spPr>
        <p:txBody>
          <a:bodyPr bIns="45720"/>
          <a:lstStyle/>
          <a:p>
            <a:pPr eaLnBrk="1" hangingPunct="1"/>
            <a:r>
              <a:rPr lang="en-US" altLang="zh-CN" dirty="0">
                <a:ea typeface="宋体" panose="02010600030101010101" pitchFamily="2" charset="-122"/>
              </a:rPr>
              <a:t>DNA</a:t>
            </a:r>
            <a:r>
              <a:rPr lang="zh-CN" altLang="en-US" dirty="0">
                <a:ea typeface="宋体" panose="02010600030101010101" pitchFamily="2" charset="-122"/>
              </a:rPr>
              <a:t>计算的基本原理</a:t>
            </a:r>
            <a:endParaRPr lang="zh-CN" altLang="en-US" dirty="0">
              <a:ea typeface="宋体" panose="02010600030101010101" pitchFamily="2" charset="-122"/>
            </a:endParaRPr>
          </a:p>
        </p:txBody>
      </p:sp>
      <p:grpSp>
        <p:nvGrpSpPr>
          <p:cNvPr id="60420" name="Group 4"/>
          <p:cNvGrpSpPr/>
          <p:nvPr/>
        </p:nvGrpSpPr>
        <p:grpSpPr bwMode="auto">
          <a:xfrm>
            <a:off x="827088" y="1196752"/>
            <a:ext cx="7872412" cy="847725"/>
            <a:chOff x="576" y="1866"/>
            <a:chExt cx="4959" cy="534"/>
          </a:xfrm>
        </p:grpSpPr>
        <p:sp>
          <p:nvSpPr>
            <p:cNvPr id="60422" name="Text Box 5"/>
            <p:cNvSpPr txBox="1">
              <a:spLocks noChangeArrowheads="1"/>
            </p:cNvSpPr>
            <p:nvPr/>
          </p:nvSpPr>
          <p:spPr bwMode="auto">
            <a:xfrm>
              <a:off x="576" y="2106"/>
              <a:ext cx="506" cy="294"/>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latin typeface="Tahoma" panose="020B0604030504040204" pitchFamily="34" charset="0"/>
                </a:rPr>
                <a:t>问题</a:t>
              </a:r>
              <a:endParaRPr kumimoji="1" lang="zh-CN" altLang="en-US" sz="2400">
                <a:latin typeface="Tahoma" panose="020B0604030504040204" pitchFamily="34" charset="0"/>
              </a:endParaRPr>
            </a:p>
          </p:txBody>
        </p:sp>
        <p:sp>
          <p:nvSpPr>
            <p:cNvPr id="60423" name="Line 6"/>
            <p:cNvSpPr>
              <a:spLocks noChangeShapeType="1"/>
            </p:cNvSpPr>
            <p:nvPr/>
          </p:nvSpPr>
          <p:spPr bwMode="auto">
            <a:xfrm>
              <a:off x="1104" y="2250"/>
              <a:ext cx="768"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0424" name="Text Box 7"/>
            <p:cNvSpPr txBox="1">
              <a:spLocks noChangeArrowheads="1"/>
            </p:cNvSpPr>
            <p:nvPr/>
          </p:nvSpPr>
          <p:spPr bwMode="auto">
            <a:xfrm>
              <a:off x="1200" y="1866"/>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a:latin typeface="Tahoma" panose="020B0604030504040204" pitchFamily="34" charset="0"/>
                </a:rPr>
                <a:t>编码</a:t>
              </a:r>
              <a:endParaRPr kumimoji="1" lang="zh-CN" altLang="en-US" sz="2400">
                <a:latin typeface="Tahoma" panose="020B0604030504040204" pitchFamily="34" charset="0"/>
              </a:endParaRPr>
            </a:p>
          </p:txBody>
        </p:sp>
        <p:sp>
          <p:nvSpPr>
            <p:cNvPr id="60425" name="Text Box 8"/>
            <p:cNvSpPr txBox="1">
              <a:spLocks noChangeArrowheads="1"/>
            </p:cNvSpPr>
            <p:nvPr/>
          </p:nvSpPr>
          <p:spPr bwMode="auto">
            <a:xfrm>
              <a:off x="1920" y="2100"/>
              <a:ext cx="1104"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latin typeface="Tahoma" panose="020B0604030504040204" pitchFamily="34" charset="0"/>
                </a:rPr>
                <a:t>DNA</a:t>
              </a:r>
              <a:r>
                <a:rPr kumimoji="1" lang="zh-CN" altLang="en-US" sz="2400">
                  <a:latin typeface="Tahoma" panose="020B0604030504040204" pitchFamily="34" charset="0"/>
                </a:rPr>
                <a:t>分子链</a:t>
              </a:r>
              <a:endParaRPr kumimoji="1" lang="zh-CN" altLang="en-US" sz="2400">
                <a:latin typeface="Tahoma" panose="020B0604030504040204" pitchFamily="34" charset="0"/>
              </a:endParaRPr>
            </a:p>
          </p:txBody>
        </p:sp>
        <p:sp>
          <p:nvSpPr>
            <p:cNvPr id="60426" name="Line 9"/>
            <p:cNvSpPr>
              <a:spLocks noChangeShapeType="1"/>
            </p:cNvSpPr>
            <p:nvPr/>
          </p:nvSpPr>
          <p:spPr bwMode="auto">
            <a:xfrm>
              <a:off x="3072" y="2250"/>
              <a:ext cx="624"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0427" name="Text Box 10"/>
            <p:cNvSpPr txBox="1">
              <a:spLocks noChangeArrowheads="1"/>
            </p:cNvSpPr>
            <p:nvPr/>
          </p:nvSpPr>
          <p:spPr bwMode="auto">
            <a:xfrm>
              <a:off x="3168" y="1866"/>
              <a:ext cx="5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latin typeface="Tahoma" panose="020B0604030504040204" pitchFamily="34" charset="0"/>
                </a:rPr>
                <a:t>操作</a:t>
              </a:r>
              <a:endParaRPr kumimoji="1" lang="zh-CN" altLang="en-US" sz="2400">
                <a:latin typeface="Tahoma" panose="020B0604030504040204" pitchFamily="34" charset="0"/>
              </a:endParaRPr>
            </a:p>
          </p:txBody>
        </p:sp>
        <p:sp>
          <p:nvSpPr>
            <p:cNvPr id="60428" name="Text Box 11"/>
            <p:cNvSpPr txBox="1">
              <a:spLocks noChangeArrowheads="1"/>
            </p:cNvSpPr>
            <p:nvPr/>
          </p:nvSpPr>
          <p:spPr bwMode="auto">
            <a:xfrm>
              <a:off x="3696" y="2106"/>
              <a:ext cx="1839"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latin typeface="Tahoma" panose="020B0604030504040204" pitchFamily="34" charset="0"/>
                </a:rPr>
                <a:t>结果（</a:t>
              </a:r>
              <a:r>
                <a:rPr kumimoji="1" lang="en-US" altLang="zh-CN" sz="2400">
                  <a:latin typeface="Tahoma" panose="020B0604030504040204" pitchFamily="34" charset="0"/>
                </a:rPr>
                <a:t>DNA</a:t>
              </a:r>
              <a:r>
                <a:rPr kumimoji="1" lang="zh-CN" altLang="en-US" sz="2400">
                  <a:latin typeface="Tahoma" panose="020B0604030504040204" pitchFamily="34" charset="0"/>
                </a:rPr>
                <a:t>分子链）</a:t>
              </a:r>
              <a:endParaRPr kumimoji="1" lang="zh-CN" altLang="en-US" sz="2400">
                <a:latin typeface="Tahoma" panose="020B0604030504040204" pitchFamily="34" charset="0"/>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0418">
                                            <p:txEl>
                                              <p:pRg st="0" end="0"/>
                                            </p:txEl>
                                          </p:spTgt>
                                        </p:tgtEl>
                                        <p:attrNameLst>
                                          <p:attrName>style.visibility</p:attrName>
                                        </p:attrNameLst>
                                      </p:cBhvr>
                                      <p:to>
                                        <p:strVal val="visible"/>
                                      </p:to>
                                    </p:set>
                                    <p:animEffect transition="in" filter="fade">
                                      <p:cBhvr>
                                        <p:cTn id="7" dur="500"/>
                                        <p:tgtEl>
                                          <p:spTgt spid="604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0418">
                                            <p:txEl>
                                              <p:pRg st="2" end="2"/>
                                            </p:txEl>
                                          </p:spTgt>
                                        </p:tgtEl>
                                        <p:attrNameLst>
                                          <p:attrName>style.visibility</p:attrName>
                                        </p:attrNameLst>
                                      </p:cBhvr>
                                      <p:to>
                                        <p:strVal val="visible"/>
                                      </p:to>
                                    </p:set>
                                    <p:animEffect transition="in" filter="fade">
                                      <p:cBhvr>
                                        <p:cTn id="12" dur="500"/>
                                        <p:tgtEl>
                                          <p:spTgt spid="6041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0418">
                                            <p:txEl>
                                              <p:pRg st="4" end="4"/>
                                            </p:txEl>
                                          </p:spTgt>
                                        </p:tgtEl>
                                        <p:attrNameLst>
                                          <p:attrName>style.visibility</p:attrName>
                                        </p:attrNameLst>
                                      </p:cBhvr>
                                      <p:to>
                                        <p:strVal val="visible"/>
                                      </p:to>
                                    </p:set>
                                    <p:animEffect transition="in" filter="fade">
                                      <p:cBhvr>
                                        <p:cTn id="17" dur="500"/>
                                        <p:tgtEl>
                                          <p:spTgt spid="6041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8"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p:cNvSpPr>
          <p:nvPr>
            <p:ph type="title"/>
          </p:nvPr>
        </p:nvSpPr>
        <p:spPr/>
        <p:txBody>
          <a:bodyPr/>
          <a:lstStyle/>
          <a:p>
            <a:r>
              <a:rPr lang="en-US" altLang="zh-CN"/>
              <a:t>DNA</a:t>
            </a:r>
            <a:r>
              <a:rPr lang="zh-CN" altLang="en-US"/>
              <a:t>计算</a:t>
            </a:r>
            <a:endParaRPr lang="zh-CN" altLang="en-US"/>
          </a:p>
        </p:txBody>
      </p:sp>
      <p:sp>
        <p:nvSpPr>
          <p:cNvPr id="68611" name="内容占位符 2"/>
          <p:cNvSpPr>
            <a:spLocks noGrp="1"/>
          </p:cNvSpPr>
          <p:nvPr>
            <p:ph sz="quarter" idx="1"/>
          </p:nvPr>
        </p:nvSpPr>
        <p:spPr/>
        <p:txBody>
          <a:bodyPr/>
          <a:lstStyle/>
          <a:p>
            <a:r>
              <a:rPr lang="zh-CN" altLang="en-US"/>
              <a:t>无论哪一种</a:t>
            </a:r>
            <a:r>
              <a:rPr lang="en-US" altLang="zh-CN"/>
              <a:t>DNA</a:t>
            </a:r>
            <a:r>
              <a:rPr lang="zh-CN" altLang="en-US"/>
              <a:t>计算模型</a:t>
            </a:r>
            <a:r>
              <a:rPr lang="en-US" altLang="zh-CN"/>
              <a:t>, </a:t>
            </a:r>
            <a:r>
              <a:rPr lang="zh-CN" altLang="en-US"/>
              <a:t>都需要考虑以下两个问题</a:t>
            </a:r>
            <a:r>
              <a:rPr lang="en-US" altLang="zh-CN"/>
              <a:t>: </a:t>
            </a:r>
            <a:endParaRPr lang="en-US" altLang="zh-CN"/>
          </a:p>
          <a:p>
            <a:pPr lvl="1"/>
            <a:r>
              <a:rPr lang="en-US" altLang="zh-CN"/>
              <a:t>(1) </a:t>
            </a:r>
            <a:r>
              <a:rPr lang="zh-CN" altLang="en-US"/>
              <a:t>模型中用到的</a:t>
            </a:r>
            <a:r>
              <a:rPr lang="en-US" altLang="zh-CN"/>
              <a:t>DNA</a:t>
            </a:r>
            <a:r>
              <a:rPr lang="zh-CN" altLang="en-US"/>
              <a:t>序列应该如何设计</a:t>
            </a:r>
            <a:r>
              <a:rPr lang="en-US" altLang="zh-CN"/>
              <a:t>, </a:t>
            </a:r>
            <a:r>
              <a:rPr lang="zh-CN" altLang="en-US"/>
              <a:t>才能降低序列匹配的错误率</a:t>
            </a:r>
            <a:r>
              <a:rPr lang="en-US" altLang="zh-CN"/>
              <a:t>, </a:t>
            </a:r>
            <a:r>
              <a:rPr lang="zh-CN" altLang="en-US"/>
              <a:t>保证实验按照预期的方式进行</a:t>
            </a:r>
            <a:r>
              <a:rPr lang="en-US" altLang="zh-CN"/>
              <a:t>; </a:t>
            </a:r>
            <a:endParaRPr lang="en-US" altLang="zh-CN"/>
          </a:p>
          <a:p>
            <a:pPr lvl="1"/>
            <a:r>
              <a:rPr lang="en-US" altLang="zh-CN"/>
              <a:t>(2) </a:t>
            </a:r>
            <a:r>
              <a:rPr lang="zh-CN" altLang="en-US"/>
              <a:t>模型的复杂度和通用计算能力的评估。</a:t>
            </a:r>
            <a:endParaRPr lang="en-US" altLang="zh-CN"/>
          </a:p>
          <a:p>
            <a:pPr lvl="1"/>
            <a:endParaRPr lang="zh-CN" altLang="en-US"/>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p:txBody>
          <a:bodyPr/>
          <a:lstStyle/>
          <a:p>
            <a:r>
              <a:rPr lang="en-US" altLang="zh-CN"/>
              <a:t>DNA</a:t>
            </a:r>
            <a:r>
              <a:rPr lang="zh-CN" altLang="en-US"/>
              <a:t>计算模型解决的数学问题</a:t>
            </a:r>
            <a:endParaRPr lang="zh-CN" altLang="en-US"/>
          </a:p>
        </p:txBody>
      </p:sp>
      <p:sp>
        <p:nvSpPr>
          <p:cNvPr id="69635" name="内容占位符 2"/>
          <p:cNvSpPr>
            <a:spLocks noGrp="1"/>
          </p:cNvSpPr>
          <p:nvPr>
            <p:ph sz="quarter" idx="1"/>
          </p:nvPr>
        </p:nvSpPr>
        <p:spPr/>
        <p:txBody>
          <a:bodyPr/>
          <a:lstStyle/>
          <a:p>
            <a:r>
              <a:rPr lang="zh-CN" altLang="en-US"/>
              <a:t>二十年来</a:t>
            </a:r>
            <a:r>
              <a:rPr lang="en-US" altLang="zh-CN"/>
              <a:t>, DNA</a:t>
            </a:r>
            <a:r>
              <a:rPr lang="zh-CN" altLang="en-US"/>
              <a:t>计算的研究呈现井喷式的增长</a:t>
            </a:r>
            <a:r>
              <a:rPr lang="en-US" altLang="zh-CN"/>
              <a:t>, </a:t>
            </a:r>
            <a:r>
              <a:rPr lang="zh-CN" altLang="en-US"/>
              <a:t>各种模型纷呈迭至</a:t>
            </a:r>
            <a:r>
              <a:rPr lang="en-US" altLang="zh-CN"/>
              <a:t>, </a:t>
            </a:r>
            <a:r>
              <a:rPr lang="zh-CN" altLang="en-US"/>
              <a:t>前面提到已知的模型就有十种</a:t>
            </a:r>
            <a:r>
              <a:rPr lang="en-US" altLang="zh-CN"/>
              <a:t>, </a:t>
            </a:r>
            <a:r>
              <a:rPr lang="zh-CN" altLang="en-US"/>
              <a:t>解决的数学问题也各不相同</a:t>
            </a:r>
            <a:r>
              <a:rPr lang="en-US" altLang="zh-CN"/>
              <a:t>, </a:t>
            </a:r>
            <a:r>
              <a:rPr lang="zh-CN" altLang="en-US"/>
              <a:t>包括哈密尔顿路径问题、可满足性问题、图的最大团问题、图的最小支配集问题、图着色问题、</a:t>
            </a:r>
            <a:r>
              <a:rPr lang="en-US" altLang="zh-CN"/>
              <a:t>0-1</a:t>
            </a:r>
            <a:r>
              <a:rPr lang="zh-CN" altLang="en-US"/>
              <a:t>背包规划问题、旅行商问题、分子逻辑门问题、电梯调度问题、四则运算问题等。</a:t>
            </a:r>
            <a:endParaRPr lang="zh-CN" altLang="en-US"/>
          </a:p>
        </p:txBody>
      </p:sp>
      <p:pic>
        <p:nvPicPr>
          <p:cNvPr id="69636"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95288" y="4292600"/>
            <a:ext cx="8455025"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7" name="矩形 4"/>
          <p:cNvSpPr>
            <a:spLocks noChangeArrowheads="1"/>
          </p:cNvSpPr>
          <p:nvPr/>
        </p:nvSpPr>
        <p:spPr bwMode="auto">
          <a:xfrm>
            <a:off x="2700338" y="5865813"/>
            <a:ext cx="4572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dirty="0"/>
              <a:t>五种</a:t>
            </a:r>
            <a:r>
              <a:rPr lang="en-US" altLang="zh-CN" dirty="0"/>
              <a:t>DNA</a:t>
            </a:r>
            <a:r>
              <a:rPr lang="zh-CN" altLang="en-US" dirty="0"/>
              <a:t>计算模型的分类依据</a:t>
            </a:r>
            <a:endParaRPr lang="zh-CN" altLang="en-US"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p:cNvSpPr>
          <p:nvPr>
            <p:ph type="title"/>
          </p:nvPr>
        </p:nvSpPr>
        <p:spPr>
          <a:xfrm>
            <a:off x="684213" y="260350"/>
            <a:ext cx="8181975" cy="1143000"/>
          </a:xfrm>
        </p:spPr>
        <p:txBody>
          <a:bodyPr bIns="45720"/>
          <a:lstStyle/>
          <a:p>
            <a:pPr eaLnBrk="1" hangingPunct="1"/>
            <a:r>
              <a:rPr lang="en-US" altLang="zh-CN" sz="4800" b="1">
                <a:solidFill>
                  <a:schemeClr val="hlink"/>
                </a:solidFill>
                <a:ea typeface="宋体" panose="02010600030101010101" pitchFamily="2" charset="-122"/>
              </a:rPr>
              <a:t>DHP</a:t>
            </a:r>
            <a:r>
              <a:rPr lang="zh-CN" altLang="en-US" sz="4800" b="1">
                <a:solidFill>
                  <a:schemeClr val="hlink"/>
                </a:solidFill>
                <a:ea typeface="宋体" panose="02010600030101010101" pitchFamily="2" charset="-122"/>
              </a:rPr>
              <a:t>问题的</a:t>
            </a:r>
            <a:r>
              <a:rPr lang="en-US" altLang="zh-CN" sz="4800" b="1">
                <a:solidFill>
                  <a:schemeClr val="hlink"/>
                </a:solidFill>
                <a:ea typeface="宋体" panose="02010600030101010101" pitchFamily="2" charset="-122"/>
              </a:rPr>
              <a:t>DNA</a:t>
            </a:r>
            <a:r>
              <a:rPr lang="zh-CN" altLang="en-US" sz="4800" b="1">
                <a:solidFill>
                  <a:schemeClr val="hlink"/>
                </a:solidFill>
                <a:ea typeface="宋体" panose="02010600030101010101" pitchFamily="2" charset="-122"/>
              </a:rPr>
              <a:t>计算模型</a:t>
            </a:r>
            <a:endParaRPr lang="zh-CN" altLang="en-US" sz="4800" b="1">
              <a:solidFill>
                <a:schemeClr val="hlink"/>
              </a:solidFill>
              <a:ea typeface="宋体" panose="02010600030101010101" pitchFamily="2" charset="-122"/>
            </a:endParaRPr>
          </a:p>
        </p:txBody>
      </p:sp>
      <p:sp>
        <p:nvSpPr>
          <p:cNvPr id="65539" name="Rectangle 3"/>
          <p:cNvSpPr>
            <a:spLocks noGrp="1"/>
          </p:cNvSpPr>
          <p:nvPr>
            <p:ph sz="quarter" idx="1"/>
          </p:nvPr>
        </p:nvSpPr>
        <p:spPr>
          <a:xfrm>
            <a:off x="684213" y="1484313"/>
            <a:ext cx="8208962" cy="4830762"/>
          </a:xfrm>
        </p:spPr>
        <p:txBody>
          <a:bodyPr/>
          <a:lstStyle/>
          <a:p>
            <a:pPr eaLnBrk="1" hangingPunct="1">
              <a:buFont typeface="Arial" panose="020B0604020202020204" pitchFamily="34" charset="0"/>
              <a:buNone/>
            </a:pPr>
            <a:r>
              <a:rPr lang="en-US" altLang="zh-CN" sz="3600" b="1" dirty="0" err="1"/>
              <a:t>Adleman</a:t>
            </a:r>
            <a:r>
              <a:rPr lang="zh-CN" altLang="en-US" sz="3600" b="1" dirty="0"/>
              <a:t>实验</a:t>
            </a:r>
            <a:r>
              <a:rPr lang="zh-CN" altLang="en-US" sz="3600" dirty="0"/>
              <a:t> </a:t>
            </a:r>
            <a:r>
              <a:rPr lang="en-US" altLang="zh-CN" sz="3600" dirty="0" err="1"/>
              <a:t>dhp</a:t>
            </a:r>
            <a:r>
              <a:rPr lang="en-US" altLang="zh-CN" sz="3600" dirty="0"/>
              <a:t>, directed Hamiltonian Path </a:t>
            </a:r>
            <a:endParaRPr lang="en-US" altLang="zh-CN" sz="3600" b="1" dirty="0"/>
          </a:p>
          <a:p>
            <a:pPr eaLnBrk="1" hangingPunct="1"/>
            <a:r>
              <a:rPr lang="zh-CN" altLang="en-US" sz="2800" b="1" dirty="0"/>
              <a:t>问题描述</a:t>
            </a:r>
            <a:endParaRPr lang="zh-CN" altLang="en-US" sz="2800" b="1" dirty="0"/>
          </a:p>
          <a:p>
            <a:pPr eaLnBrk="1" hangingPunct="1"/>
            <a:r>
              <a:rPr lang="zh-CN" altLang="en-US" sz="2800" b="1" dirty="0"/>
              <a:t>算法设计</a:t>
            </a:r>
            <a:endParaRPr lang="zh-CN" altLang="en-US" sz="2800" b="1" dirty="0"/>
          </a:p>
          <a:p>
            <a:pPr eaLnBrk="1" hangingPunct="1"/>
            <a:r>
              <a:rPr lang="en-US" altLang="zh-CN" sz="2800" b="1" dirty="0"/>
              <a:t>DNA</a:t>
            </a:r>
            <a:r>
              <a:rPr lang="zh-CN" altLang="en-US" sz="2800" b="1" dirty="0"/>
              <a:t>计算的实现</a:t>
            </a:r>
            <a:endParaRPr lang="zh-CN" altLang="en-US" sz="2800" b="1" dirty="0"/>
          </a:p>
          <a:p>
            <a:pPr eaLnBrk="1" hangingPunct="1"/>
            <a:r>
              <a:rPr lang="en-US" altLang="zh-CN" sz="2800" b="1" dirty="0" err="1"/>
              <a:t>Adleman</a:t>
            </a:r>
            <a:r>
              <a:rPr lang="zh-CN" altLang="en-US" sz="2800" b="1" dirty="0"/>
              <a:t>实验的意义</a:t>
            </a:r>
            <a:endParaRPr lang="zh-CN" altLang="en-US" sz="2800" b="1" dirty="0"/>
          </a:p>
          <a:p>
            <a:pPr eaLnBrk="1" hangingPunct="1"/>
            <a:endParaRPr lang="en-US" altLang="zh-CN" sz="4000" b="1"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828404" y="764704"/>
            <a:ext cx="6912768" cy="584775"/>
          </a:xfrm>
          <a:prstGeom prst="rect">
            <a:avLst/>
          </a:prstGeom>
          <a:noFill/>
        </p:spPr>
        <p:txBody>
          <a:bodyPr wrap="square" rtlCol="0">
            <a:spAutoFit/>
          </a:bodyPr>
          <a:lstStyle/>
          <a:p>
            <a:r>
              <a:rPr lang="zh-CN" altLang="en-US" sz="3200" b="1" dirty="0">
                <a:solidFill>
                  <a:srgbClr val="92D050"/>
                </a:solidFill>
              </a:rPr>
              <a:t>引言：一笔画问题</a:t>
            </a:r>
            <a:endParaRPr lang="zh-CN" altLang="en-US" sz="3200" b="1" dirty="0">
              <a:solidFill>
                <a:srgbClr val="92D050"/>
              </a:solidFill>
            </a:endParaRPr>
          </a:p>
        </p:txBody>
      </p:sp>
      <p:pic>
        <p:nvPicPr>
          <p:cNvPr id="5" name="图片 4"/>
          <p:cNvPicPr>
            <a:picLocks noChangeAspect="1"/>
          </p:cNvPicPr>
          <p:nvPr/>
        </p:nvPicPr>
        <p:blipFill>
          <a:blip r:embed="rId1"/>
          <a:stretch>
            <a:fillRect/>
          </a:stretch>
        </p:blipFill>
        <p:spPr>
          <a:xfrm>
            <a:off x="1187624" y="1904399"/>
            <a:ext cx="3857625" cy="3333750"/>
          </a:xfrm>
          <a:prstGeom prst="rect">
            <a:avLst/>
          </a:prstGeom>
        </p:spPr>
      </p:pic>
      <p:sp>
        <p:nvSpPr>
          <p:cNvPr id="6" name="文本框 5"/>
          <p:cNvSpPr txBox="1"/>
          <p:nvPr/>
        </p:nvSpPr>
        <p:spPr>
          <a:xfrm>
            <a:off x="5796136" y="2909555"/>
            <a:ext cx="2592288" cy="1323439"/>
          </a:xfrm>
          <a:prstGeom prst="rect">
            <a:avLst/>
          </a:prstGeom>
          <a:noFill/>
        </p:spPr>
        <p:txBody>
          <a:bodyPr wrap="square" rtlCol="0">
            <a:spAutoFit/>
          </a:bodyPr>
          <a:lstStyle/>
          <a:p>
            <a:r>
              <a:rPr lang="zh-CN" altLang="en-US" sz="2000" dirty="0"/>
              <a:t>（</a:t>
            </a:r>
            <a:r>
              <a:rPr lang="en-US" altLang="zh-CN" sz="2000" dirty="0"/>
              <a:t>1</a:t>
            </a:r>
            <a:r>
              <a:rPr lang="zh-CN" altLang="en-US" sz="2000" dirty="0"/>
              <a:t>）（</a:t>
            </a:r>
            <a:r>
              <a:rPr lang="en-US" altLang="zh-CN" sz="2000" dirty="0"/>
              <a:t>3</a:t>
            </a:r>
            <a:r>
              <a:rPr lang="zh-CN" altLang="en-US" sz="2000" dirty="0"/>
              <a:t>）（</a:t>
            </a:r>
            <a:r>
              <a:rPr lang="en-US" altLang="zh-CN" sz="2000" dirty="0"/>
              <a:t>5</a:t>
            </a:r>
            <a:r>
              <a:rPr lang="zh-CN" altLang="en-US" sz="2000" dirty="0"/>
              <a:t>）</a:t>
            </a:r>
            <a:endParaRPr lang="en-US" altLang="zh-CN" sz="2000" dirty="0"/>
          </a:p>
          <a:p>
            <a:r>
              <a:rPr lang="en-US" altLang="zh-CN" sz="2000" dirty="0"/>
              <a:t>     </a:t>
            </a:r>
            <a:r>
              <a:rPr lang="zh-CN" altLang="en-US" sz="2000" dirty="0"/>
              <a:t>能一笔画成</a:t>
            </a:r>
            <a:endParaRPr lang="en-US" altLang="zh-CN" sz="2000" dirty="0"/>
          </a:p>
          <a:p>
            <a:r>
              <a:rPr lang="zh-CN" altLang="en-US" sz="2000" dirty="0"/>
              <a:t>（</a:t>
            </a:r>
            <a:r>
              <a:rPr lang="en-US" altLang="zh-CN" sz="2000" dirty="0"/>
              <a:t>2</a:t>
            </a:r>
            <a:r>
              <a:rPr lang="zh-CN" altLang="en-US" sz="2000" dirty="0"/>
              <a:t>）（</a:t>
            </a:r>
            <a:r>
              <a:rPr lang="en-US" altLang="zh-CN" sz="2000" dirty="0"/>
              <a:t>4</a:t>
            </a:r>
            <a:r>
              <a:rPr lang="zh-CN" altLang="en-US" sz="2000" dirty="0"/>
              <a:t>）（</a:t>
            </a:r>
            <a:r>
              <a:rPr lang="en-US" altLang="zh-CN" sz="2000" dirty="0"/>
              <a:t>6</a:t>
            </a:r>
            <a:r>
              <a:rPr lang="zh-CN" altLang="en-US" sz="2000" dirty="0"/>
              <a:t>）</a:t>
            </a:r>
            <a:endParaRPr lang="en-US" altLang="zh-CN" sz="2000" dirty="0"/>
          </a:p>
          <a:p>
            <a:r>
              <a:rPr lang="en-US" altLang="zh-CN" sz="2000" dirty="0"/>
              <a:t>    </a:t>
            </a:r>
            <a:r>
              <a:rPr lang="zh-CN" altLang="en-US" sz="2000" dirty="0"/>
              <a:t>不能一笔画成</a:t>
            </a:r>
            <a:endParaRPr lang="zh-CN" altLang="en-US" sz="20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051720" y="419100"/>
            <a:ext cx="6912768" cy="584775"/>
          </a:xfrm>
          <a:prstGeom prst="rect">
            <a:avLst/>
          </a:prstGeom>
          <a:noFill/>
        </p:spPr>
        <p:txBody>
          <a:bodyPr wrap="square" rtlCol="0">
            <a:spAutoFit/>
          </a:bodyPr>
          <a:lstStyle/>
          <a:p>
            <a:r>
              <a:rPr lang="zh-CN" altLang="en-US" sz="3200" b="1" dirty="0">
                <a:solidFill>
                  <a:srgbClr val="92D050"/>
                </a:solidFill>
              </a:rPr>
              <a:t>引言：哥尼斯堡七桥问题</a:t>
            </a:r>
            <a:endParaRPr lang="zh-CN" altLang="en-US" sz="3200" b="1" dirty="0">
              <a:solidFill>
                <a:srgbClr val="92D050"/>
              </a:solidFill>
            </a:endParaRPr>
          </a:p>
        </p:txBody>
      </p:sp>
      <p:pic>
        <p:nvPicPr>
          <p:cNvPr id="4"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67744" y="3386680"/>
            <a:ext cx="4975225"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p:nvSpPr>
        <p:spPr>
          <a:xfrm>
            <a:off x="719572" y="1124744"/>
            <a:ext cx="7704856" cy="2677656"/>
          </a:xfrm>
          <a:prstGeom prst="rect">
            <a:avLst/>
          </a:prstGeom>
        </p:spPr>
        <p:txBody>
          <a:bodyPr wrap="square">
            <a:spAutoFit/>
          </a:bodyPr>
          <a:lstStyle/>
          <a:p>
            <a:r>
              <a:rPr lang="en-US" altLang="zh-CN" sz="2800" b="1" dirty="0">
                <a:latin typeface="黑体" panose="02010609060101010101" charset="-122"/>
                <a:ea typeface="黑体" panose="02010609060101010101" charset="-122"/>
              </a:rPr>
              <a:t>	</a:t>
            </a:r>
            <a:r>
              <a:rPr lang="zh-CN" altLang="en-US" sz="2800" dirty="0">
                <a:latin typeface="黑体" panose="02010609060101010101" charset="-122"/>
                <a:ea typeface="黑体" panose="02010609060101010101" charset="-122"/>
              </a:rPr>
              <a:t>哥尼斯堡城市有一条横贯全城的普雷格尔</a:t>
            </a:r>
            <a:r>
              <a:rPr lang="en-US" altLang="zh-CN" sz="2800" dirty="0">
                <a:latin typeface="黑体" panose="02010609060101010101" charset="-122"/>
                <a:ea typeface="黑体" panose="02010609060101010101" charset="-122"/>
              </a:rPr>
              <a:t>(Pregel)</a:t>
            </a:r>
            <a:r>
              <a:rPr lang="zh-CN" altLang="en-US" sz="2800" dirty="0">
                <a:latin typeface="黑体" panose="02010609060101010101" charset="-122"/>
                <a:ea typeface="黑体" panose="02010609060101010101" charset="-122"/>
              </a:rPr>
              <a:t>河，城的各部分用七座桥联接，每逢假日，城中居民进行环城逛游，这样就产生了一个问题：</a:t>
            </a:r>
            <a:r>
              <a:rPr lang="zh-CN" altLang="en-US" sz="2800" b="1" u="sng" dirty="0">
                <a:latin typeface="黑体" panose="02010609060101010101" charset="-122"/>
                <a:ea typeface="黑体" panose="02010609060101010101" charset="-122"/>
              </a:rPr>
              <a:t>能不能设计一次</a:t>
            </a:r>
            <a:r>
              <a:rPr lang="zh-CN" altLang="en-US" sz="2800" b="1" u="sng" dirty="0">
                <a:ea typeface="黑体" panose="02010609060101010101" charset="-122"/>
              </a:rPr>
              <a:t>“</a:t>
            </a:r>
            <a:r>
              <a:rPr lang="zh-CN" altLang="en-US" sz="2800" b="1" u="sng" dirty="0">
                <a:latin typeface="黑体" panose="02010609060101010101" charset="-122"/>
                <a:ea typeface="黑体" panose="02010609060101010101" charset="-122"/>
              </a:rPr>
              <a:t>遍游</a:t>
            </a:r>
            <a:r>
              <a:rPr lang="zh-CN" altLang="en-US" sz="2800" b="1" u="sng" dirty="0">
                <a:ea typeface="黑体" panose="02010609060101010101" charset="-122"/>
              </a:rPr>
              <a:t>”</a:t>
            </a:r>
            <a:r>
              <a:rPr lang="zh-CN" altLang="en-US" sz="2800" b="1" u="sng" dirty="0">
                <a:latin typeface="黑体" panose="02010609060101010101" charset="-122"/>
                <a:ea typeface="黑体" panose="02010609060101010101" charset="-122"/>
              </a:rPr>
              <a:t>，使得从某地出发对每座跨河桥只走一次，而在遍历了七桥之后却又能回到原地？</a:t>
            </a:r>
            <a:r>
              <a:rPr lang="zh-CN" altLang="en-US" sz="2800" dirty="0">
                <a:latin typeface="黑体" panose="02010609060101010101" charset="-122"/>
                <a:ea typeface="黑体" panose="02010609060101010101" charset="-122"/>
              </a:rPr>
              <a:t> </a:t>
            </a:r>
            <a:endParaRPr lang="zh-CN" altLang="en-US" sz="28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915816" y="562747"/>
            <a:ext cx="6912768" cy="584775"/>
          </a:xfrm>
          <a:prstGeom prst="rect">
            <a:avLst/>
          </a:prstGeom>
          <a:noFill/>
        </p:spPr>
        <p:txBody>
          <a:bodyPr wrap="square" rtlCol="0">
            <a:spAutoFit/>
          </a:bodyPr>
          <a:lstStyle/>
          <a:p>
            <a:r>
              <a:rPr lang="zh-CN" altLang="en-US" sz="3200" b="1" dirty="0">
                <a:solidFill>
                  <a:srgbClr val="92D050"/>
                </a:solidFill>
              </a:rPr>
              <a:t>引言：</a:t>
            </a:r>
            <a:r>
              <a:rPr lang="en-US" altLang="zh-CN" sz="3200" b="1" dirty="0">
                <a:solidFill>
                  <a:srgbClr val="92D050"/>
                </a:solidFill>
              </a:rPr>
              <a:t>Euler</a:t>
            </a:r>
            <a:r>
              <a:rPr lang="zh-CN" altLang="en-US" sz="3200" b="1" dirty="0">
                <a:solidFill>
                  <a:srgbClr val="92D050"/>
                </a:solidFill>
              </a:rPr>
              <a:t>图</a:t>
            </a:r>
            <a:endParaRPr lang="zh-CN" altLang="en-US" sz="3200" b="1" dirty="0">
              <a:solidFill>
                <a:srgbClr val="92D050"/>
              </a:solidFill>
            </a:endParaRPr>
          </a:p>
        </p:txBody>
      </p:sp>
      <p:sp>
        <p:nvSpPr>
          <p:cNvPr id="4" name="文本框 3"/>
          <p:cNvSpPr txBox="1"/>
          <p:nvPr/>
        </p:nvSpPr>
        <p:spPr>
          <a:xfrm>
            <a:off x="603250" y="1556792"/>
            <a:ext cx="8028384" cy="3120854"/>
          </a:xfrm>
          <a:prstGeom prst="rect">
            <a:avLst/>
          </a:prstGeom>
          <a:noFill/>
        </p:spPr>
        <p:txBody>
          <a:bodyPr wrap="square" rtlCol="0">
            <a:spAutoFit/>
          </a:bodyPr>
          <a:lstStyle/>
          <a:p>
            <a:pPr eaLnBrk="1" hangingPunct="1"/>
            <a:r>
              <a:rPr lang="zh-CN" altLang="en-US" sz="2400" dirty="0">
                <a:solidFill>
                  <a:srgbClr val="CC00CC"/>
                </a:solidFill>
                <a:latin typeface="+mj-ea"/>
                <a:ea typeface="+mj-ea"/>
              </a:rPr>
              <a:t>定义</a:t>
            </a:r>
            <a:r>
              <a:rPr lang="en-US" altLang="zh-CN" sz="2400" dirty="0">
                <a:solidFill>
                  <a:srgbClr val="CC00CC"/>
                </a:solidFill>
                <a:latin typeface="+mj-ea"/>
                <a:ea typeface="+mj-ea"/>
              </a:rPr>
              <a:t>1</a:t>
            </a:r>
            <a:r>
              <a:rPr lang="zh-CN" altLang="en-US" sz="2400" dirty="0">
                <a:latin typeface="+mj-ea"/>
                <a:ea typeface="+mj-ea"/>
              </a:rPr>
              <a:t>　设</a:t>
            </a:r>
            <a:r>
              <a:rPr lang="en-US" altLang="zh-CN" sz="2400" dirty="0">
                <a:latin typeface="+mj-ea"/>
                <a:ea typeface="+mj-ea"/>
              </a:rPr>
              <a:t>G</a:t>
            </a:r>
            <a:r>
              <a:rPr lang="zh-CN" altLang="en-US" sz="2400" dirty="0">
                <a:latin typeface="+mj-ea"/>
                <a:ea typeface="+mj-ea"/>
              </a:rPr>
              <a:t>是一个无孤立结点的图，包含</a:t>
            </a:r>
            <a:r>
              <a:rPr lang="en-US" altLang="zh-CN" sz="2400" dirty="0">
                <a:latin typeface="+mj-ea"/>
                <a:ea typeface="+mj-ea"/>
              </a:rPr>
              <a:t>G</a:t>
            </a:r>
            <a:r>
              <a:rPr lang="zh-CN" altLang="en-US" sz="2400" dirty="0">
                <a:latin typeface="+mj-ea"/>
                <a:ea typeface="+mj-ea"/>
              </a:rPr>
              <a:t>的每条边的</a:t>
            </a:r>
            <a:r>
              <a:rPr lang="zh-CN" altLang="en-US" sz="2400" dirty="0">
                <a:solidFill>
                  <a:srgbClr val="0000FF"/>
                </a:solidFill>
                <a:latin typeface="+mj-ea"/>
                <a:ea typeface="+mj-ea"/>
              </a:rPr>
              <a:t>回路</a:t>
            </a:r>
            <a:r>
              <a:rPr lang="zh-CN" altLang="en-US" sz="2400" dirty="0">
                <a:latin typeface="+mj-ea"/>
                <a:ea typeface="+mj-ea"/>
              </a:rPr>
              <a:t>称为该图的一条</a:t>
            </a:r>
            <a:r>
              <a:rPr lang="zh-CN" altLang="en-US" sz="2400" dirty="0">
                <a:solidFill>
                  <a:srgbClr val="0000FF"/>
                </a:solidFill>
                <a:latin typeface="+mj-ea"/>
                <a:ea typeface="+mj-ea"/>
              </a:rPr>
              <a:t>欧拉回路</a:t>
            </a:r>
            <a:r>
              <a:rPr lang="zh-CN" altLang="en-US" sz="2400" dirty="0">
                <a:latin typeface="+mj-ea"/>
                <a:ea typeface="+mj-ea"/>
              </a:rPr>
              <a:t>。具有欧拉回路的图称为</a:t>
            </a:r>
            <a:r>
              <a:rPr lang="zh-CN" altLang="en-US" sz="2400" dirty="0">
                <a:solidFill>
                  <a:srgbClr val="FF0000"/>
                </a:solidFill>
                <a:latin typeface="+mj-ea"/>
                <a:ea typeface="+mj-ea"/>
              </a:rPr>
              <a:t>欧拉图</a:t>
            </a:r>
            <a:r>
              <a:rPr lang="zh-CN" altLang="en-US" sz="2400" dirty="0">
                <a:latin typeface="+mj-ea"/>
                <a:ea typeface="+mj-ea"/>
              </a:rPr>
              <a:t>。</a:t>
            </a:r>
            <a:endParaRPr lang="zh-CN" altLang="en-US" sz="2400" dirty="0">
              <a:latin typeface="+mj-ea"/>
              <a:ea typeface="+mj-ea"/>
            </a:endParaRPr>
          </a:p>
          <a:p>
            <a:pPr algn="just" eaLnBrk="1" hangingPunct="1">
              <a:lnSpc>
                <a:spcPct val="130000"/>
              </a:lnSpc>
              <a:buClr>
                <a:srgbClr val="00FF00"/>
              </a:buClr>
              <a:buFont typeface="Wingdings" panose="05000000000000000000" pitchFamily="2" charset="2"/>
              <a:buNone/>
            </a:pPr>
            <a:r>
              <a:rPr lang="zh-CN" altLang="en-US" sz="2400" dirty="0">
                <a:latin typeface="+mj-ea"/>
                <a:ea typeface="+mj-ea"/>
              </a:rPr>
              <a:t>　　规定</a:t>
            </a:r>
            <a:r>
              <a:rPr lang="zh-CN" altLang="en-US" sz="2400" dirty="0">
                <a:solidFill>
                  <a:srgbClr val="CC00CC"/>
                </a:solidFill>
                <a:latin typeface="+mj-ea"/>
                <a:ea typeface="+mj-ea"/>
              </a:rPr>
              <a:t>平凡图为欧拉图</a:t>
            </a:r>
            <a:r>
              <a:rPr lang="zh-CN" altLang="en-US" sz="2400" dirty="0">
                <a:latin typeface="+mj-ea"/>
                <a:ea typeface="+mj-ea"/>
              </a:rPr>
              <a:t>。</a:t>
            </a:r>
            <a:endParaRPr lang="zh-CN" altLang="en-US" sz="2400" dirty="0">
              <a:latin typeface="+mj-ea"/>
              <a:ea typeface="+mj-ea"/>
            </a:endParaRPr>
          </a:p>
          <a:p>
            <a:pPr algn="just" eaLnBrk="1" hangingPunct="1">
              <a:lnSpc>
                <a:spcPct val="130000"/>
              </a:lnSpc>
              <a:buClr>
                <a:srgbClr val="00FF00"/>
              </a:buClr>
              <a:buFont typeface="Wingdings" panose="05000000000000000000" pitchFamily="2" charset="2"/>
              <a:buNone/>
            </a:pPr>
            <a:r>
              <a:rPr lang="zh-CN" altLang="en-US" sz="2400" dirty="0">
                <a:latin typeface="+mj-ea"/>
                <a:ea typeface="+mj-ea"/>
              </a:rPr>
              <a:t>    显然，每个</a:t>
            </a:r>
            <a:r>
              <a:rPr lang="zh-CN" altLang="en-US" sz="2400" dirty="0">
                <a:solidFill>
                  <a:srgbClr val="FF0000"/>
                </a:solidFill>
                <a:latin typeface="+mj-ea"/>
                <a:ea typeface="+mj-ea"/>
              </a:rPr>
              <a:t>欧拉图</a:t>
            </a:r>
            <a:r>
              <a:rPr lang="zh-CN" altLang="en-US" sz="2400" dirty="0">
                <a:latin typeface="+mj-ea"/>
                <a:ea typeface="+mj-ea"/>
              </a:rPr>
              <a:t>必然是连通图。</a:t>
            </a:r>
            <a:endParaRPr lang="en-US" altLang="zh-CN" sz="2400" dirty="0">
              <a:latin typeface="+mj-ea"/>
              <a:ea typeface="+mj-ea"/>
            </a:endParaRPr>
          </a:p>
          <a:p>
            <a:pPr algn="just" eaLnBrk="1" hangingPunct="1">
              <a:lnSpc>
                <a:spcPct val="130000"/>
              </a:lnSpc>
              <a:buClr>
                <a:srgbClr val="00FF00"/>
              </a:buClr>
              <a:buFont typeface="Wingdings" panose="05000000000000000000" pitchFamily="2" charset="2"/>
              <a:buNone/>
            </a:pPr>
            <a:endParaRPr lang="en-US" altLang="zh-CN" sz="2400" dirty="0">
              <a:latin typeface="+mj-ea"/>
              <a:ea typeface="+mj-ea"/>
            </a:endParaRPr>
          </a:p>
          <a:p>
            <a:pPr algn="just" eaLnBrk="1" hangingPunct="1">
              <a:lnSpc>
                <a:spcPct val="130000"/>
              </a:lnSpc>
              <a:buClr>
                <a:srgbClr val="00FF00"/>
              </a:buClr>
              <a:buFont typeface="Wingdings" panose="05000000000000000000" pitchFamily="2" charset="2"/>
              <a:buNone/>
            </a:pPr>
            <a:r>
              <a:rPr lang="zh-CN" altLang="en-US" sz="2400" dirty="0">
                <a:latin typeface="+mj-ea"/>
                <a:ea typeface="+mj-ea"/>
              </a:rPr>
              <a:t>因此，一条</a:t>
            </a:r>
            <a:r>
              <a:rPr lang="zh-CN" altLang="en-US" sz="2400" dirty="0">
                <a:solidFill>
                  <a:srgbClr val="0000FF"/>
                </a:solidFill>
                <a:latin typeface="+mj-ea"/>
                <a:ea typeface="+mj-ea"/>
              </a:rPr>
              <a:t>欧拉回路</a:t>
            </a:r>
            <a:r>
              <a:rPr lang="zh-CN" altLang="en-US" sz="2400" dirty="0">
                <a:latin typeface="+mj-ea"/>
                <a:ea typeface="+mj-ea"/>
              </a:rPr>
              <a:t>是经过图中每边一次且仅一次的</a:t>
            </a:r>
            <a:r>
              <a:rPr lang="zh-CN" altLang="en-US" sz="2400" dirty="0">
                <a:solidFill>
                  <a:srgbClr val="0000FF"/>
                </a:solidFill>
                <a:latin typeface="+mj-ea"/>
                <a:ea typeface="+mj-ea"/>
              </a:rPr>
              <a:t>回路</a:t>
            </a:r>
            <a:r>
              <a:rPr lang="zh-CN" altLang="en-US" sz="2400" dirty="0">
                <a:latin typeface="+mj-ea"/>
                <a:ea typeface="+mj-ea"/>
              </a:rPr>
              <a:t>。</a:t>
            </a:r>
            <a:endParaRPr lang="zh-CN" altLang="en-US" sz="2400" dirty="0">
              <a:latin typeface="+mj-ea"/>
              <a:ea typeface="+mj-ea"/>
            </a:endParaRPr>
          </a:p>
          <a:p>
            <a:endParaRPr lang="zh-CN" altLang="en-US" sz="2400" dirty="0">
              <a:latin typeface="+mj-ea"/>
              <a:ea typeface="+mj-ea"/>
            </a:endParaRPr>
          </a:p>
        </p:txBody>
      </p:sp>
      <p:sp>
        <p:nvSpPr>
          <p:cNvPr id="5" name="文本框 4"/>
          <p:cNvSpPr txBox="1"/>
          <p:nvPr/>
        </p:nvSpPr>
        <p:spPr>
          <a:xfrm>
            <a:off x="603250" y="4677646"/>
            <a:ext cx="8145214" cy="830997"/>
          </a:xfrm>
          <a:prstGeom prst="rect">
            <a:avLst/>
          </a:prstGeom>
          <a:noFill/>
        </p:spPr>
        <p:txBody>
          <a:bodyPr wrap="square" rtlCol="0">
            <a:spAutoFit/>
          </a:bodyPr>
          <a:lstStyle/>
          <a:p>
            <a:r>
              <a:rPr lang="zh-CN" altLang="en-US" sz="2400" dirty="0">
                <a:solidFill>
                  <a:srgbClr val="CC00CC"/>
                </a:solidFill>
                <a:latin typeface="+mj-ea"/>
                <a:ea typeface="+mj-ea"/>
              </a:rPr>
              <a:t>定理</a:t>
            </a:r>
            <a:r>
              <a:rPr lang="en-US" altLang="zh-CN" sz="2400" dirty="0">
                <a:solidFill>
                  <a:srgbClr val="CC00CC"/>
                </a:solidFill>
                <a:latin typeface="+mj-ea"/>
                <a:ea typeface="+mj-ea"/>
              </a:rPr>
              <a:t>1 </a:t>
            </a:r>
            <a:r>
              <a:rPr lang="zh-CN" altLang="en-US" sz="2400" dirty="0">
                <a:solidFill>
                  <a:srgbClr val="CC00CC"/>
                </a:solidFill>
                <a:latin typeface="+mj-ea"/>
                <a:ea typeface="+mj-ea"/>
              </a:rPr>
              <a:t>　</a:t>
            </a:r>
            <a:r>
              <a:rPr lang="zh-CN" altLang="en-US" sz="2400" dirty="0">
                <a:solidFill>
                  <a:srgbClr val="0000FF"/>
                </a:solidFill>
                <a:latin typeface="+mj-ea"/>
                <a:ea typeface="+mj-ea"/>
              </a:rPr>
              <a:t>无向连通图</a:t>
            </a:r>
            <a:r>
              <a:rPr lang="en-US" altLang="zh-CN" sz="2400" dirty="0">
                <a:solidFill>
                  <a:srgbClr val="0000FF"/>
                </a:solidFill>
                <a:latin typeface="+mj-ea"/>
                <a:ea typeface="+mj-ea"/>
              </a:rPr>
              <a:t>G</a:t>
            </a:r>
            <a:r>
              <a:rPr lang="zh-CN" altLang="en-US" sz="2400" dirty="0">
                <a:solidFill>
                  <a:srgbClr val="0000FF"/>
                </a:solidFill>
                <a:latin typeface="+mj-ea"/>
                <a:ea typeface="+mj-ea"/>
              </a:rPr>
              <a:t>＝</a:t>
            </a:r>
            <a:r>
              <a:rPr lang="en-US" altLang="zh-CN" sz="2400" dirty="0">
                <a:solidFill>
                  <a:srgbClr val="0000FF"/>
                </a:solidFill>
                <a:latin typeface="+mj-ea"/>
                <a:ea typeface="+mj-ea"/>
              </a:rPr>
              <a:t>&lt;V</a:t>
            </a:r>
            <a:r>
              <a:rPr lang="zh-CN" altLang="en-US" sz="2400" dirty="0">
                <a:solidFill>
                  <a:srgbClr val="0000FF"/>
                </a:solidFill>
                <a:latin typeface="+mj-ea"/>
                <a:ea typeface="+mj-ea"/>
              </a:rPr>
              <a:t>，</a:t>
            </a:r>
            <a:r>
              <a:rPr lang="en-US" altLang="zh-CN" sz="2400" dirty="0">
                <a:solidFill>
                  <a:srgbClr val="0000FF"/>
                </a:solidFill>
                <a:latin typeface="+mj-ea"/>
                <a:ea typeface="+mj-ea"/>
              </a:rPr>
              <a:t>E&gt;</a:t>
            </a:r>
            <a:r>
              <a:rPr lang="zh-CN" altLang="en-US" sz="2400" dirty="0">
                <a:solidFill>
                  <a:srgbClr val="0000FF"/>
                </a:solidFill>
                <a:latin typeface="+mj-ea"/>
                <a:ea typeface="+mj-ea"/>
              </a:rPr>
              <a:t>是欧拉图当且仅当</a:t>
            </a:r>
            <a:r>
              <a:rPr lang="en-US" altLang="zh-CN" sz="2400" dirty="0">
                <a:solidFill>
                  <a:srgbClr val="0000FF"/>
                </a:solidFill>
                <a:latin typeface="+mj-ea"/>
                <a:ea typeface="+mj-ea"/>
              </a:rPr>
              <a:t>G</a:t>
            </a:r>
            <a:r>
              <a:rPr lang="zh-CN" altLang="en-US" sz="2400" dirty="0">
                <a:solidFill>
                  <a:srgbClr val="0000FF"/>
                </a:solidFill>
                <a:latin typeface="+mj-ea"/>
                <a:ea typeface="+mj-ea"/>
              </a:rPr>
              <a:t>的</a:t>
            </a:r>
            <a:r>
              <a:rPr lang="zh-CN" altLang="en-US" sz="2400" dirty="0">
                <a:solidFill>
                  <a:srgbClr val="FF0000"/>
                </a:solidFill>
                <a:latin typeface="+mj-ea"/>
                <a:ea typeface="+mj-ea"/>
              </a:rPr>
              <a:t>所有结点的度数都为偶数</a:t>
            </a:r>
            <a:endParaRPr lang="zh-CN" altLang="en-US" sz="2400" dirty="0">
              <a:latin typeface="+mj-ea"/>
              <a:ea typeface="+mj-ea"/>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386335" y="1052736"/>
            <a:ext cx="4371330" cy="584775"/>
          </a:xfrm>
          <a:prstGeom prst="rect">
            <a:avLst/>
          </a:prstGeom>
          <a:noFill/>
        </p:spPr>
        <p:txBody>
          <a:bodyPr wrap="square" rtlCol="0">
            <a:spAutoFit/>
          </a:bodyPr>
          <a:lstStyle/>
          <a:p>
            <a:r>
              <a:rPr lang="zh-CN" altLang="en-US" sz="3200" b="1" dirty="0">
                <a:solidFill>
                  <a:srgbClr val="FFC000"/>
                </a:solidFill>
              </a:rPr>
              <a:t>中国邮递员问题：提出</a:t>
            </a:r>
            <a:endParaRPr lang="zh-CN" altLang="en-US" sz="3200" b="1" dirty="0">
              <a:solidFill>
                <a:srgbClr val="FFC000"/>
              </a:solidFill>
            </a:endParaRPr>
          </a:p>
        </p:txBody>
      </p:sp>
      <p:sp>
        <p:nvSpPr>
          <p:cNvPr id="9" name="Rectangle 3"/>
          <p:cNvSpPr txBox="1">
            <a:spLocks noChangeArrowheads="1"/>
          </p:cNvSpPr>
          <p:nvPr/>
        </p:nvSpPr>
        <p:spPr>
          <a:xfrm>
            <a:off x="4211960" y="2420887"/>
            <a:ext cx="4371330" cy="2646809"/>
          </a:xfrm>
          <a:prstGeom prst="rect">
            <a:avLst/>
          </a:prstGeom>
        </p:spPr>
        <p:txBody>
          <a:bodyPr/>
          <a:lstStyle>
            <a:lvl1pPr marL="273050" indent="-273050" algn="l" rtl="0" fontAlgn="base">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fontAlgn="base">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fontAlgn="base">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fontAlgn="base">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fontAlgn="base">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a:buFont typeface="Wingdings" panose="05000000000000000000" pitchFamily="2" charset="2"/>
              <a:buNone/>
            </a:pPr>
            <a:r>
              <a:rPr lang="en-US" altLang="zh-CN" sz="2400" dirty="0">
                <a:latin typeface="+mj-ea"/>
                <a:ea typeface="+mj-ea"/>
              </a:rPr>
              <a:t>	  </a:t>
            </a:r>
            <a:r>
              <a:rPr lang="zh-CN" altLang="en-US" sz="2400" dirty="0">
                <a:latin typeface="+mj-ea"/>
                <a:ea typeface="+mj-ea"/>
              </a:rPr>
              <a:t>管梅谷先生</a:t>
            </a:r>
            <a:r>
              <a:rPr lang="en-US" altLang="zh-CN" sz="2400" dirty="0">
                <a:latin typeface="+mj-ea"/>
                <a:ea typeface="+mj-ea"/>
              </a:rPr>
              <a:t>1962</a:t>
            </a:r>
            <a:r>
              <a:rPr lang="zh-CN" altLang="en-US" sz="2400" dirty="0">
                <a:latin typeface="+mj-ea"/>
                <a:ea typeface="+mj-ea"/>
              </a:rPr>
              <a:t>年提出。</a:t>
            </a:r>
            <a:endParaRPr lang="en-US" altLang="zh-CN" sz="2400" dirty="0">
              <a:latin typeface="+mj-ea"/>
              <a:ea typeface="+mj-ea"/>
            </a:endParaRPr>
          </a:p>
          <a:p>
            <a:pPr>
              <a:buFont typeface="Wingdings" panose="05000000000000000000" pitchFamily="2" charset="2"/>
              <a:buNone/>
            </a:pPr>
            <a:r>
              <a:rPr lang="en-US" altLang="zh-CN" sz="2400" dirty="0">
                <a:latin typeface="+mj-ea"/>
                <a:ea typeface="+mj-ea"/>
              </a:rPr>
              <a:t>    </a:t>
            </a:r>
            <a:r>
              <a:rPr lang="zh-CN" altLang="en-US" sz="2400" dirty="0">
                <a:latin typeface="+mj-ea"/>
                <a:ea typeface="+mj-ea"/>
              </a:rPr>
              <a:t>一个邮递员从邮局出发在其分管的投递区域内走遍所有的街道把邮件送到每个收件人手中，最后又回到邮局，要走怎样的线路使全程最短。 </a:t>
            </a:r>
            <a:endParaRPr lang="zh-CN" altLang="en-US" sz="2400" dirty="0">
              <a:latin typeface="+mj-ea"/>
              <a:ea typeface="+mj-ea"/>
            </a:endParaRPr>
          </a:p>
        </p:txBody>
      </p:sp>
      <p:graphicFrame>
        <p:nvGraphicFramePr>
          <p:cNvPr id="10" name="Object 6"/>
          <p:cNvGraphicFramePr>
            <a:graphicFrameLocks noChangeAspect="1"/>
          </p:cNvGraphicFramePr>
          <p:nvPr/>
        </p:nvGraphicFramePr>
        <p:xfrm>
          <a:off x="971600" y="2348880"/>
          <a:ext cx="2968625" cy="2790825"/>
        </p:xfrm>
        <a:graphic>
          <a:graphicData uri="http://schemas.openxmlformats.org/presentationml/2006/ole">
            <mc:AlternateContent xmlns:mc="http://schemas.openxmlformats.org/markup-compatibility/2006">
              <mc:Choice xmlns:v="urn:schemas-microsoft-com:vml" Requires="v">
                <p:oleObj spid="_x0000_s2084" name="Visio" r:id="rId1" imgW="6502400" imgH="6005830" progId="Visio.Drawing.11">
                  <p:embed/>
                </p:oleObj>
              </mc:Choice>
              <mc:Fallback>
                <p:oleObj name="Visio" r:id="rId1" imgW="6502400" imgH="6005830" progId="Visio.Drawing.11">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2348880"/>
                        <a:ext cx="2968625" cy="279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ppt_w</p:attrName>
                                        </p:attrNameLst>
                                      </p:cBhvr>
                                      <p:tavLst>
                                        <p:tav tm="0">
                                          <p:val>
                                            <p:fltVal val="0"/>
                                          </p:val>
                                        </p:tav>
                                        <p:tav tm="100000">
                                          <p:val>
                                            <p:strVal val="#ppt_w"/>
                                          </p:val>
                                        </p:tav>
                                      </p:tavLst>
                                    </p:anim>
                                    <p:anim calcmode="lin" valueType="num">
                                      <p:cBhvr>
                                        <p:cTn id="8" dur="1000" fill="hold"/>
                                        <p:tgtEl>
                                          <p:spTgt spid="10"/>
                                        </p:tgtEl>
                                        <p:attrNameLst>
                                          <p:attrName>ppt_h</p:attrName>
                                        </p:attrNameLst>
                                      </p:cBhvr>
                                      <p:tavLst>
                                        <p:tav tm="0">
                                          <p:val>
                                            <p:fltVal val="0"/>
                                          </p:val>
                                        </p:tav>
                                        <p:tav tm="100000">
                                          <p:val>
                                            <p:strVal val="#ppt_h"/>
                                          </p:val>
                                        </p:tav>
                                      </p:tavLst>
                                    </p:anim>
                                    <p:anim calcmode="lin" valueType="num">
                                      <p:cBhvr>
                                        <p:cTn id="9" dur="1000" fill="hold"/>
                                        <p:tgtEl>
                                          <p:spTgt spid="10"/>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0"/>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66999" y="620688"/>
            <a:ext cx="5210001" cy="584775"/>
          </a:xfrm>
          <a:prstGeom prst="rect">
            <a:avLst/>
          </a:prstGeom>
          <a:noFill/>
        </p:spPr>
        <p:txBody>
          <a:bodyPr wrap="square" rtlCol="0">
            <a:spAutoFit/>
          </a:bodyPr>
          <a:lstStyle/>
          <a:p>
            <a:r>
              <a:rPr lang="zh-CN" altLang="en-US" sz="3200" b="1" dirty="0">
                <a:solidFill>
                  <a:srgbClr val="FFC000"/>
                </a:solidFill>
              </a:rPr>
              <a:t>中国邮递员问题：经典算法</a:t>
            </a:r>
            <a:endParaRPr lang="zh-CN" altLang="en-US" sz="3200" b="1" dirty="0">
              <a:solidFill>
                <a:srgbClr val="FFC000"/>
              </a:solidFill>
            </a:endParaRPr>
          </a:p>
        </p:txBody>
      </p:sp>
      <p:sp>
        <p:nvSpPr>
          <p:cNvPr id="4" name="矩形 3"/>
          <p:cNvSpPr/>
          <p:nvPr/>
        </p:nvSpPr>
        <p:spPr>
          <a:xfrm>
            <a:off x="3275856" y="1628800"/>
            <a:ext cx="2232248" cy="82140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5" name="文本框 4"/>
          <p:cNvSpPr txBox="1"/>
          <p:nvPr/>
        </p:nvSpPr>
        <p:spPr>
          <a:xfrm>
            <a:off x="3527884" y="1772816"/>
            <a:ext cx="1728192" cy="461665"/>
          </a:xfrm>
          <a:prstGeom prst="rect">
            <a:avLst/>
          </a:prstGeom>
          <a:noFill/>
        </p:spPr>
        <p:txBody>
          <a:bodyPr wrap="square" rtlCol="0">
            <a:spAutoFit/>
          </a:bodyPr>
          <a:lstStyle/>
          <a:p>
            <a:r>
              <a:rPr lang="zh-CN" altLang="en-US" sz="2400" dirty="0">
                <a:latin typeface="+mj-ea"/>
                <a:ea typeface="+mj-ea"/>
              </a:rPr>
              <a:t>是欧拉图嘛</a:t>
            </a:r>
            <a:endParaRPr lang="zh-CN" altLang="en-US" sz="2400" dirty="0">
              <a:latin typeface="+mj-ea"/>
              <a:ea typeface="+mj-ea"/>
            </a:endParaRPr>
          </a:p>
        </p:txBody>
      </p:sp>
      <p:sp>
        <p:nvSpPr>
          <p:cNvPr id="6" name="矩形 5"/>
          <p:cNvSpPr/>
          <p:nvPr/>
        </p:nvSpPr>
        <p:spPr>
          <a:xfrm>
            <a:off x="1619672" y="3018300"/>
            <a:ext cx="2232248" cy="82140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7" name="文本框 6"/>
          <p:cNvSpPr txBox="1"/>
          <p:nvPr/>
        </p:nvSpPr>
        <p:spPr>
          <a:xfrm>
            <a:off x="1745686" y="3221729"/>
            <a:ext cx="1980220" cy="400110"/>
          </a:xfrm>
          <a:prstGeom prst="rect">
            <a:avLst/>
          </a:prstGeom>
          <a:noFill/>
        </p:spPr>
        <p:txBody>
          <a:bodyPr wrap="square" rtlCol="0">
            <a:spAutoFit/>
          </a:bodyPr>
          <a:lstStyle/>
          <a:p>
            <a:r>
              <a:rPr lang="en-US" altLang="zh-CN" sz="2000" dirty="0">
                <a:latin typeface="+mj-ea"/>
                <a:ea typeface="+mj-ea"/>
              </a:rPr>
              <a:t>Fleury</a:t>
            </a:r>
            <a:r>
              <a:rPr lang="zh-CN" altLang="en-US" sz="2000" dirty="0">
                <a:latin typeface="+mj-ea"/>
                <a:ea typeface="+mj-ea"/>
              </a:rPr>
              <a:t>算法求解</a:t>
            </a:r>
            <a:endParaRPr lang="zh-CN" altLang="en-US" sz="2000" dirty="0">
              <a:latin typeface="+mj-ea"/>
              <a:ea typeface="+mj-ea"/>
            </a:endParaRPr>
          </a:p>
        </p:txBody>
      </p:sp>
      <p:sp>
        <p:nvSpPr>
          <p:cNvPr id="8" name="矩形 7"/>
          <p:cNvSpPr/>
          <p:nvPr/>
        </p:nvSpPr>
        <p:spPr>
          <a:xfrm>
            <a:off x="5256076" y="3011084"/>
            <a:ext cx="2268254" cy="95939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9" name="文本框 8"/>
          <p:cNvSpPr txBox="1"/>
          <p:nvPr/>
        </p:nvSpPr>
        <p:spPr>
          <a:xfrm>
            <a:off x="5457679" y="3159937"/>
            <a:ext cx="2016226" cy="707886"/>
          </a:xfrm>
          <a:prstGeom prst="rect">
            <a:avLst/>
          </a:prstGeom>
          <a:noFill/>
        </p:spPr>
        <p:txBody>
          <a:bodyPr wrap="square" rtlCol="0">
            <a:spAutoFit/>
          </a:bodyPr>
          <a:lstStyle/>
          <a:p>
            <a:r>
              <a:rPr lang="en-US" altLang="zh-CN" sz="2000" dirty="0">
                <a:latin typeface="+mj-ea"/>
                <a:ea typeface="+mj-ea"/>
              </a:rPr>
              <a:t>K</a:t>
            </a:r>
            <a:r>
              <a:rPr lang="zh-CN" altLang="en-US" sz="2000" dirty="0">
                <a:latin typeface="+mj-ea"/>
                <a:ea typeface="+mj-ea"/>
              </a:rPr>
              <a:t>个奇度数顶点求最短路径</a:t>
            </a:r>
            <a:endParaRPr lang="zh-CN" altLang="en-US" sz="2000" dirty="0">
              <a:latin typeface="+mj-ea"/>
              <a:ea typeface="+mj-ea"/>
            </a:endParaRPr>
          </a:p>
        </p:txBody>
      </p:sp>
      <p:sp>
        <p:nvSpPr>
          <p:cNvPr id="10" name="矩形 9"/>
          <p:cNvSpPr/>
          <p:nvPr/>
        </p:nvSpPr>
        <p:spPr>
          <a:xfrm>
            <a:off x="5292082" y="4818500"/>
            <a:ext cx="2232248" cy="95939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11" name="文本框 10"/>
          <p:cNvSpPr txBox="1"/>
          <p:nvPr/>
        </p:nvSpPr>
        <p:spPr>
          <a:xfrm>
            <a:off x="5457679" y="4944252"/>
            <a:ext cx="1944216" cy="707886"/>
          </a:xfrm>
          <a:prstGeom prst="rect">
            <a:avLst/>
          </a:prstGeom>
          <a:noFill/>
        </p:spPr>
        <p:txBody>
          <a:bodyPr wrap="square" rtlCol="0">
            <a:spAutoFit/>
          </a:bodyPr>
          <a:lstStyle/>
          <a:p>
            <a:r>
              <a:rPr lang="zh-CN" altLang="en-US" sz="2000" dirty="0">
                <a:latin typeface="+mj-ea"/>
                <a:ea typeface="+mj-ea"/>
              </a:rPr>
              <a:t>选取最短的</a:t>
            </a:r>
            <a:r>
              <a:rPr lang="en-US" altLang="zh-CN" sz="2000" dirty="0">
                <a:latin typeface="+mj-ea"/>
                <a:ea typeface="+mj-ea"/>
              </a:rPr>
              <a:t>k</a:t>
            </a:r>
            <a:r>
              <a:rPr lang="zh-CN" altLang="en-US" sz="2000" dirty="0">
                <a:latin typeface="+mj-ea"/>
                <a:ea typeface="+mj-ea"/>
              </a:rPr>
              <a:t>边加入欧拉图</a:t>
            </a:r>
            <a:endParaRPr lang="zh-CN" altLang="en-US" sz="2000" dirty="0">
              <a:latin typeface="+mj-ea"/>
              <a:ea typeface="+mj-ea"/>
            </a:endParaRPr>
          </a:p>
        </p:txBody>
      </p:sp>
      <p:sp>
        <p:nvSpPr>
          <p:cNvPr id="12" name="矩形 11"/>
          <p:cNvSpPr/>
          <p:nvPr/>
        </p:nvSpPr>
        <p:spPr>
          <a:xfrm>
            <a:off x="1637673" y="4533552"/>
            <a:ext cx="2232248" cy="82140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13" name="文本框 12"/>
          <p:cNvSpPr txBox="1"/>
          <p:nvPr/>
        </p:nvSpPr>
        <p:spPr>
          <a:xfrm>
            <a:off x="2051720" y="4642185"/>
            <a:ext cx="1728192" cy="461665"/>
          </a:xfrm>
          <a:prstGeom prst="rect">
            <a:avLst/>
          </a:prstGeom>
          <a:noFill/>
        </p:spPr>
        <p:txBody>
          <a:bodyPr wrap="square" rtlCol="0">
            <a:spAutoFit/>
          </a:bodyPr>
          <a:lstStyle/>
          <a:p>
            <a:r>
              <a:rPr lang="zh-CN" altLang="en-US" sz="2400" dirty="0">
                <a:latin typeface="+mj-ea"/>
                <a:ea typeface="+mj-ea"/>
              </a:rPr>
              <a:t>输出结果</a:t>
            </a:r>
            <a:endParaRPr lang="zh-CN" altLang="en-US" sz="2400" dirty="0">
              <a:latin typeface="+mj-ea"/>
              <a:ea typeface="+mj-ea"/>
            </a:endParaRPr>
          </a:p>
        </p:txBody>
      </p:sp>
      <p:cxnSp>
        <p:nvCxnSpPr>
          <p:cNvPr id="19" name="连接符: 肘形 18"/>
          <p:cNvCxnSpPr>
            <a:stCxn id="4" idx="1"/>
            <a:endCxn id="6" idx="0"/>
          </p:cNvCxnSpPr>
          <p:nvPr/>
        </p:nvCxnSpPr>
        <p:spPr>
          <a:xfrm rot="10800000" flipV="1">
            <a:off x="2735796" y="2039500"/>
            <a:ext cx="540060" cy="9788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连接符: 肘形 26"/>
          <p:cNvCxnSpPr>
            <a:stCxn id="4" idx="3"/>
            <a:endCxn id="8" idx="0"/>
          </p:cNvCxnSpPr>
          <p:nvPr/>
        </p:nvCxnSpPr>
        <p:spPr>
          <a:xfrm>
            <a:off x="5508104" y="2039500"/>
            <a:ext cx="882099" cy="97158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连接符: 肘形 29"/>
          <p:cNvCxnSpPr>
            <a:stCxn id="6" idx="2"/>
          </p:cNvCxnSpPr>
          <p:nvPr/>
        </p:nvCxnSpPr>
        <p:spPr>
          <a:xfrm rot="5400000">
            <a:off x="2401086" y="4174410"/>
            <a:ext cx="669420"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stCxn id="8" idx="2"/>
            <a:endCxn id="10" idx="0"/>
          </p:cNvCxnSpPr>
          <p:nvPr/>
        </p:nvCxnSpPr>
        <p:spPr>
          <a:xfrm>
            <a:off x="6390203" y="3970474"/>
            <a:ext cx="18003" cy="8480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2033717" y="2183940"/>
            <a:ext cx="720080" cy="461665"/>
          </a:xfrm>
          <a:prstGeom prst="rect">
            <a:avLst/>
          </a:prstGeom>
          <a:noFill/>
        </p:spPr>
        <p:txBody>
          <a:bodyPr wrap="square" rtlCol="0">
            <a:spAutoFit/>
          </a:bodyPr>
          <a:lstStyle/>
          <a:p>
            <a:r>
              <a:rPr lang="zh-CN" altLang="en-US" sz="2400" dirty="0">
                <a:latin typeface="+mj-ea"/>
                <a:ea typeface="+mj-ea"/>
              </a:rPr>
              <a:t>是</a:t>
            </a:r>
            <a:endParaRPr lang="zh-CN" altLang="en-US" sz="2400" dirty="0">
              <a:latin typeface="+mj-ea"/>
              <a:ea typeface="+mj-ea"/>
            </a:endParaRPr>
          </a:p>
        </p:txBody>
      </p:sp>
      <p:sp>
        <p:nvSpPr>
          <p:cNvPr id="36" name="文本框 35"/>
          <p:cNvSpPr txBox="1"/>
          <p:nvPr/>
        </p:nvSpPr>
        <p:spPr>
          <a:xfrm>
            <a:off x="6597226" y="2125406"/>
            <a:ext cx="720080" cy="461665"/>
          </a:xfrm>
          <a:prstGeom prst="rect">
            <a:avLst/>
          </a:prstGeom>
          <a:noFill/>
        </p:spPr>
        <p:txBody>
          <a:bodyPr wrap="square" rtlCol="0">
            <a:spAutoFit/>
          </a:bodyPr>
          <a:lstStyle/>
          <a:p>
            <a:r>
              <a:rPr lang="zh-CN" altLang="en-US" sz="2400" dirty="0">
                <a:latin typeface="+mj-ea"/>
                <a:ea typeface="+mj-ea"/>
              </a:rPr>
              <a:t>否</a:t>
            </a:r>
            <a:endParaRPr lang="zh-CN" altLang="en-US" sz="2400" dirty="0">
              <a:latin typeface="+mj-ea"/>
              <a:ea typeface="+mj-ea"/>
            </a:endParaRPr>
          </a:p>
        </p:txBody>
      </p:sp>
      <p:cxnSp>
        <p:nvCxnSpPr>
          <p:cNvPr id="38" name="连接符: 肘形 37"/>
          <p:cNvCxnSpPr>
            <a:stCxn id="10" idx="2"/>
            <a:endCxn id="4" idx="2"/>
          </p:cNvCxnSpPr>
          <p:nvPr/>
        </p:nvCxnSpPr>
        <p:spPr>
          <a:xfrm rot="5400000" flipH="1">
            <a:off x="3736248" y="3105932"/>
            <a:ext cx="3327690" cy="2016226"/>
          </a:xfrm>
          <a:prstGeom prst="bentConnector3">
            <a:avLst>
              <a:gd name="adj1" fmla="val -6870"/>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66998" y="419100"/>
            <a:ext cx="5210001" cy="584775"/>
          </a:xfrm>
          <a:prstGeom prst="rect">
            <a:avLst/>
          </a:prstGeom>
          <a:noFill/>
        </p:spPr>
        <p:txBody>
          <a:bodyPr wrap="square" rtlCol="0">
            <a:spAutoFit/>
          </a:bodyPr>
          <a:lstStyle/>
          <a:p>
            <a:r>
              <a:rPr lang="zh-CN" altLang="en-US" sz="3200" b="1" dirty="0">
                <a:solidFill>
                  <a:srgbClr val="FFC000"/>
                </a:solidFill>
              </a:rPr>
              <a:t>中国邮递员问题：经典算法</a:t>
            </a:r>
            <a:endParaRPr lang="zh-CN" altLang="en-US" sz="3200" b="1" dirty="0">
              <a:solidFill>
                <a:srgbClr val="FFC000"/>
              </a:solidFill>
            </a:endParaRPr>
          </a:p>
        </p:txBody>
      </p:sp>
      <p:sp>
        <p:nvSpPr>
          <p:cNvPr id="5" name="文本框 4"/>
          <p:cNvSpPr txBox="1"/>
          <p:nvPr/>
        </p:nvSpPr>
        <p:spPr>
          <a:xfrm>
            <a:off x="888050" y="1252457"/>
            <a:ext cx="7367896" cy="4955203"/>
          </a:xfrm>
          <a:prstGeom prst="rect">
            <a:avLst/>
          </a:prstGeom>
          <a:noFill/>
        </p:spPr>
        <p:txBody>
          <a:bodyPr wrap="square" rtlCol="0">
            <a:spAutoFit/>
          </a:bodyPr>
          <a:lstStyle/>
          <a:p>
            <a:r>
              <a:rPr lang="zh-CN" altLang="en-US" sz="2000" b="1" dirty="0">
                <a:latin typeface="+mj-ea"/>
                <a:ea typeface="+mj-ea"/>
              </a:rPr>
              <a:t>（</a:t>
            </a:r>
            <a:r>
              <a:rPr lang="en-US" altLang="zh-CN" sz="2000" b="1" dirty="0">
                <a:latin typeface="+mj-ea"/>
                <a:ea typeface="+mj-ea"/>
              </a:rPr>
              <a:t>1</a:t>
            </a:r>
            <a:r>
              <a:rPr lang="zh-CN" altLang="zh-CN" sz="2000" b="1" dirty="0">
                <a:latin typeface="+mj-ea"/>
                <a:ea typeface="+mj-ea"/>
              </a:rPr>
              <a:t>）判断一个图是否具有欧拉回路</a:t>
            </a:r>
            <a:endParaRPr lang="zh-CN" altLang="zh-CN" b="1" dirty="0">
              <a:latin typeface="+mj-ea"/>
              <a:ea typeface="+mj-ea"/>
            </a:endParaRPr>
          </a:p>
          <a:p>
            <a:r>
              <a:rPr lang="zh-CN" altLang="zh-CN" dirty="0">
                <a:latin typeface="+mj-ea"/>
                <a:ea typeface="+mj-ea"/>
              </a:rPr>
              <a:t>无向图中每个顶点的度数都是偶数，则存在欧拉回路。需遍历</a:t>
            </a:r>
            <a:r>
              <a:rPr lang="en-US" altLang="zh-CN" dirty="0">
                <a:latin typeface="+mj-ea"/>
                <a:ea typeface="+mj-ea"/>
              </a:rPr>
              <a:t>m</a:t>
            </a:r>
            <a:r>
              <a:rPr lang="zh-CN" altLang="zh-CN" dirty="0">
                <a:latin typeface="+mj-ea"/>
                <a:ea typeface="+mj-ea"/>
              </a:rPr>
              <a:t>条边计算每个顶点的度数，遍历</a:t>
            </a:r>
            <a:r>
              <a:rPr lang="en-US" altLang="zh-CN" dirty="0">
                <a:latin typeface="+mj-ea"/>
                <a:ea typeface="+mj-ea"/>
              </a:rPr>
              <a:t>n</a:t>
            </a:r>
            <a:r>
              <a:rPr lang="zh-CN" altLang="zh-CN" dirty="0">
                <a:latin typeface="+mj-ea"/>
                <a:ea typeface="+mj-ea"/>
              </a:rPr>
              <a:t>个点判断是否每个顶点的度数都为偶数。</a:t>
            </a:r>
            <a:endParaRPr lang="en-US" altLang="zh-CN" dirty="0">
              <a:latin typeface="+mj-ea"/>
              <a:ea typeface="+mj-ea"/>
            </a:endParaRPr>
          </a:p>
          <a:p>
            <a:r>
              <a:rPr lang="zh-CN" altLang="zh-CN" sz="2000" b="1" u="sng" dirty="0">
                <a:latin typeface="+mj-ea"/>
                <a:ea typeface="+mj-ea"/>
              </a:rPr>
              <a:t>时间复杂度为</a:t>
            </a:r>
            <a:r>
              <a:rPr lang="en-US" altLang="zh-CN" sz="2000" b="1" u="sng" dirty="0">
                <a:latin typeface="+mj-ea"/>
                <a:ea typeface="+mj-ea"/>
              </a:rPr>
              <a:t>O(max(m, n))</a:t>
            </a:r>
            <a:endParaRPr lang="zh-CN" altLang="zh-CN" b="1" u="sng" dirty="0">
              <a:latin typeface="+mj-ea"/>
              <a:ea typeface="+mj-ea"/>
            </a:endParaRPr>
          </a:p>
          <a:p>
            <a:endParaRPr lang="en-US" altLang="zh-CN" dirty="0">
              <a:latin typeface="+mj-ea"/>
              <a:ea typeface="+mj-ea"/>
            </a:endParaRPr>
          </a:p>
          <a:p>
            <a:r>
              <a:rPr lang="zh-CN" altLang="zh-CN" sz="2000" b="1" dirty="0">
                <a:latin typeface="+mj-ea"/>
                <a:ea typeface="+mj-ea"/>
              </a:rPr>
              <a:t>（</a:t>
            </a:r>
            <a:r>
              <a:rPr lang="en-US" altLang="zh-CN" sz="2000" b="1" dirty="0">
                <a:latin typeface="+mj-ea"/>
                <a:ea typeface="+mj-ea"/>
              </a:rPr>
              <a:t>2</a:t>
            </a:r>
            <a:r>
              <a:rPr lang="zh-CN" altLang="zh-CN" sz="2000" b="1" dirty="0">
                <a:latin typeface="+mj-ea"/>
                <a:ea typeface="+mj-ea"/>
              </a:rPr>
              <a:t>）欧拉图中求解欧拉回路：</a:t>
            </a:r>
            <a:r>
              <a:rPr lang="en-US" altLang="zh-CN" sz="2000" b="1" dirty="0">
                <a:latin typeface="+mj-ea"/>
                <a:ea typeface="+mj-ea"/>
              </a:rPr>
              <a:t>Fleury</a:t>
            </a:r>
            <a:r>
              <a:rPr lang="zh-CN" altLang="zh-CN" sz="2000" b="1" dirty="0">
                <a:latin typeface="+mj-ea"/>
                <a:ea typeface="+mj-ea"/>
              </a:rPr>
              <a:t>算法</a:t>
            </a:r>
            <a:endParaRPr lang="zh-CN" altLang="zh-CN" sz="2000" b="1" dirty="0">
              <a:latin typeface="+mj-ea"/>
              <a:ea typeface="+mj-ea"/>
            </a:endParaRPr>
          </a:p>
          <a:p>
            <a:r>
              <a:rPr lang="zh-CN" altLang="zh-CN" dirty="0">
                <a:latin typeface="+mj-ea"/>
                <a:ea typeface="+mj-ea"/>
              </a:rPr>
              <a:t>步骤</a:t>
            </a:r>
            <a:r>
              <a:rPr lang="en-US" altLang="zh-CN" dirty="0">
                <a:latin typeface="+mj-ea"/>
                <a:ea typeface="+mj-ea"/>
              </a:rPr>
              <a:t>1</a:t>
            </a:r>
            <a:r>
              <a:rPr lang="zh-CN" altLang="zh-CN" dirty="0">
                <a:latin typeface="+mj-ea"/>
                <a:ea typeface="+mj-ea"/>
              </a:rPr>
              <a:t>：任取</a:t>
            </a:r>
            <a:r>
              <a:rPr lang="en-US" altLang="zh-CN" dirty="0">
                <a:latin typeface="+mj-ea"/>
                <a:ea typeface="+mj-ea"/>
              </a:rPr>
              <a:t>v0∈V(G)</a:t>
            </a:r>
            <a:r>
              <a:rPr lang="zh-CN" altLang="zh-CN" dirty="0">
                <a:latin typeface="+mj-ea"/>
                <a:ea typeface="+mj-ea"/>
              </a:rPr>
              <a:t>，令</a:t>
            </a:r>
            <a:r>
              <a:rPr lang="en-US" altLang="zh-CN" dirty="0">
                <a:latin typeface="+mj-ea"/>
                <a:ea typeface="+mj-ea"/>
              </a:rPr>
              <a:t>P0=v0;</a:t>
            </a:r>
            <a:endParaRPr lang="zh-CN" altLang="zh-CN" dirty="0">
              <a:latin typeface="+mj-ea"/>
              <a:ea typeface="+mj-ea"/>
            </a:endParaRPr>
          </a:p>
          <a:p>
            <a:r>
              <a:rPr lang="zh-CN" altLang="zh-CN" dirty="0">
                <a:latin typeface="+mj-ea"/>
                <a:ea typeface="+mj-ea"/>
              </a:rPr>
              <a:t>步骤</a:t>
            </a:r>
            <a:r>
              <a:rPr lang="en-US" altLang="zh-CN" dirty="0">
                <a:latin typeface="+mj-ea"/>
                <a:ea typeface="+mj-ea"/>
              </a:rPr>
              <a:t>2</a:t>
            </a:r>
            <a:r>
              <a:rPr lang="zh-CN" altLang="zh-CN" dirty="0">
                <a:latin typeface="+mj-ea"/>
                <a:ea typeface="+mj-ea"/>
              </a:rPr>
              <a:t>：设</a:t>
            </a:r>
            <a:r>
              <a:rPr lang="en-US" altLang="zh-CN" dirty="0">
                <a:latin typeface="+mj-ea"/>
                <a:ea typeface="+mj-ea"/>
              </a:rPr>
              <a:t>pi = v0e1v1e2...</a:t>
            </a:r>
            <a:r>
              <a:rPr lang="en-US" altLang="zh-CN" dirty="0" err="1">
                <a:latin typeface="+mj-ea"/>
                <a:ea typeface="+mj-ea"/>
              </a:rPr>
              <a:t>eivi</a:t>
            </a:r>
            <a:r>
              <a:rPr lang="zh-CN" altLang="zh-CN" dirty="0">
                <a:latin typeface="+mj-ea"/>
                <a:ea typeface="+mj-ea"/>
              </a:rPr>
              <a:t>已经走遍，按下面方法从</a:t>
            </a:r>
            <a:r>
              <a:rPr lang="en-US" altLang="zh-CN" dirty="0">
                <a:latin typeface="+mj-ea"/>
                <a:ea typeface="+mj-ea"/>
              </a:rPr>
              <a:t>E(G)-{e1,e2,e3,...,</a:t>
            </a:r>
            <a:r>
              <a:rPr lang="en-US" altLang="zh-CN" dirty="0" err="1">
                <a:latin typeface="+mj-ea"/>
                <a:ea typeface="+mj-ea"/>
              </a:rPr>
              <a:t>ei</a:t>
            </a:r>
            <a:r>
              <a:rPr lang="en-US" altLang="zh-CN" dirty="0">
                <a:latin typeface="+mj-ea"/>
                <a:ea typeface="+mj-ea"/>
              </a:rPr>
              <a:t>}</a:t>
            </a:r>
            <a:r>
              <a:rPr lang="zh-CN" altLang="zh-CN" dirty="0">
                <a:latin typeface="+mj-ea"/>
                <a:ea typeface="+mj-ea"/>
              </a:rPr>
              <a:t>中选取</a:t>
            </a:r>
            <a:r>
              <a:rPr lang="en-US" altLang="zh-CN" dirty="0">
                <a:latin typeface="+mj-ea"/>
                <a:ea typeface="+mj-ea"/>
              </a:rPr>
              <a:t>e(i+1);</a:t>
            </a:r>
            <a:endParaRPr lang="zh-CN" altLang="zh-CN" dirty="0">
              <a:latin typeface="+mj-ea"/>
              <a:ea typeface="+mj-ea"/>
            </a:endParaRPr>
          </a:p>
          <a:p>
            <a:r>
              <a:rPr lang="zh-CN" altLang="zh-CN" dirty="0">
                <a:latin typeface="+mj-ea"/>
                <a:ea typeface="+mj-ea"/>
              </a:rPr>
              <a:t>① </a:t>
            </a:r>
            <a:r>
              <a:rPr lang="en-US" altLang="zh-CN" dirty="0">
                <a:latin typeface="+mj-ea"/>
                <a:ea typeface="+mj-ea"/>
              </a:rPr>
              <a:t>e(i+1)</a:t>
            </a:r>
            <a:r>
              <a:rPr lang="zh-CN" altLang="zh-CN" dirty="0">
                <a:latin typeface="+mj-ea"/>
                <a:ea typeface="+mj-ea"/>
              </a:rPr>
              <a:t>与</a:t>
            </a:r>
            <a:r>
              <a:rPr lang="en-US" altLang="zh-CN" dirty="0">
                <a:latin typeface="+mj-ea"/>
                <a:ea typeface="+mj-ea"/>
              </a:rPr>
              <a:t>vi</a:t>
            </a:r>
            <a:r>
              <a:rPr lang="zh-CN" altLang="zh-CN" dirty="0">
                <a:latin typeface="+mj-ea"/>
                <a:ea typeface="+mj-ea"/>
              </a:rPr>
              <a:t>相关联；</a:t>
            </a:r>
            <a:endParaRPr lang="zh-CN" altLang="zh-CN" dirty="0">
              <a:latin typeface="+mj-ea"/>
              <a:ea typeface="+mj-ea"/>
            </a:endParaRPr>
          </a:p>
          <a:p>
            <a:r>
              <a:rPr lang="zh-CN" altLang="zh-CN" dirty="0">
                <a:latin typeface="+mj-ea"/>
                <a:ea typeface="+mj-ea"/>
              </a:rPr>
              <a:t>② 除非没有别的边可以走，否则</a:t>
            </a:r>
            <a:r>
              <a:rPr lang="en-US" altLang="zh-CN" dirty="0">
                <a:latin typeface="+mj-ea"/>
                <a:ea typeface="+mj-ea"/>
              </a:rPr>
              <a:t>e(i+1)</a:t>
            </a:r>
            <a:r>
              <a:rPr lang="zh-CN" altLang="zh-CN" dirty="0">
                <a:latin typeface="+mj-ea"/>
                <a:ea typeface="+mj-ea"/>
              </a:rPr>
              <a:t>不应该为</a:t>
            </a:r>
            <a:r>
              <a:rPr lang="en-US" altLang="zh-CN" dirty="0">
                <a:latin typeface="+mj-ea"/>
                <a:ea typeface="+mj-ea"/>
              </a:rPr>
              <a:t>Gi = G-{e1,e2,e3,...,</a:t>
            </a:r>
            <a:r>
              <a:rPr lang="en-US" altLang="zh-CN" dirty="0" err="1">
                <a:latin typeface="+mj-ea"/>
                <a:ea typeface="+mj-ea"/>
              </a:rPr>
              <a:t>ei</a:t>
            </a:r>
            <a:r>
              <a:rPr lang="en-US" altLang="zh-CN" dirty="0">
                <a:latin typeface="+mj-ea"/>
                <a:ea typeface="+mj-ea"/>
              </a:rPr>
              <a:t>}</a:t>
            </a:r>
            <a:r>
              <a:rPr lang="zh-CN" altLang="zh-CN" dirty="0">
                <a:latin typeface="+mj-ea"/>
                <a:ea typeface="+mj-ea"/>
              </a:rPr>
              <a:t>中的桥</a:t>
            </a:r>
            <a:endParaRPr lang="zh-CN" altLang="zh-CN" dirty="0">
              <a:latin typeface="+mj-ea"/>
              <a:ea typeface="+mj-ea"/>
            </a:endParaRPr>
          </a:p>
          <a:p>
            <a:r>
              <a:rPr lang="zh-CN" altLang="zh-CN" dirty="0">
                <a:latin typeface="+mj-ea"/>
                <a:ea typeface="+mj-ea"/>
              </a:rPr>
              <a:t>步骤</a:t>
            </a:r>
            <a:r>
              <a:rPr lang="en-US" altLang="zh-CN" dirty="0">
                <a:latin typeface="+mj-ea"/>
                <a:ea typeface="+mj-ea"/>
              </a:rPr>
              <a:t>3</a:t>
            </a:r>
            <a:r>
              <a:rPr lang="zh-CN" altLang="zh-CN" dirty="0">
                <a:latin typeface="+mj-ea"/>
                <a:ea typeface="+mj-ea"/>
              </a:rPr>
              <a:t>：当</a:t>
            </a:r>
            <a:r>
              <a:rPr lang="en-US" altLang="zh-CN" dirty="0">
                <a:latin typeface="+mj-ea"/>
                <a:ea typeface="+mj-ea"/>
              </a:rPr>
              <a:t>(2)</a:t>
            </a:r>
            <a:r>
              <a:rPr lang="zh-CN" altLang="zh-CN" dirty="0">
                <a:latin typeface="+mj-ea"/>
                <a:ea typeface="+mj-ea"/>
              </a:rPr>
              <a:t>不能在进行时，算法停止</a:t>
            </a:r>
            <a:endParaRPr lang="zh-CN" altLang="zh-CN" dirty="0">
              <a:latin typeface="+mj-ea"/>
              <a:ea typeface="+mj-ea"/>
            </a:endParaRPr>
          </a:p>
          <a:p>
            <a:r>
              <a:rPr lang="zh-CN" altLang="zh-CN" sz="2000" b="1" u="sng" dirty="0">
                <a:latin typeface="+mj-ea"/>
                <a:ea typeface="+mj-ea"/>
              </a:rPr>
              <a:t>时间复杂度为</a:t>
            </a:r>
            <a:r>
              <a:rPr lang="en-US" altLang="zh-CN" sz="2000" b="1" u="sng" dirty="0">
                <a:latin typeface="+mj-ea"/>
                <a:ea typeface="+mj-ea"/>
              </a:rPr>
              <a:t>O(m</a:t>
            </a:r>
            <a:r>
              <a:rPr lang="en-US" altLang="zh-CN" sz="2000" b="1" u="sng" baseline="30000" dirty="0">
                <a:latin typeface="+mj-ea"/>
                <a:ea typeface="+mj-ea"/>
              </a:rPr>
              <a:t>2</a:t>
            </a:r>
            <a:r>
              <a:rPr lang="en-US" altLang="zh-CN" sz="2000" b="1" u="sng" dirty="0">
                <a:latin typeface="+mj-ea"/>
                <a:ea typeface="+mj-ea"/>
              </a:rPr>
              <a:t>)</a:t>
            </a:r>
            <a:endParaRPr lang="zh-CN" altLang="zh-CN" b="1" u="sng" dirty="0">
              <a:latin typeface="+mj-ea"/>
              <a:ea typeface="+mj-ea"/>
            </a:endParaRPr>
          </a:p>
          <a:p>
            <a:endParaRPr lang="en-US" altLang="zh-CN" dirty="0">
              <a:latin typeface="+mj-ea"/>
              <a:ea typeface="+mj-ea"/>
            </a:endParaRPr>
          </a:p>
          <a:p>
            <a:r>
              <a:rPr lang="zh-CN" altLang="zh-CN" sz="2000" b="1" dirty="0">
                <a:latin typeface="+mj-ea"/>
                <a:ea typeface="+mj-ea"/>
              </a:rPr>
              <a:t>（</a:t>
            </a:r>
            <a:r>
              <a:rPr lang="en-US" altLang="zh-CN" sz="2000" b="1" dirty="0">
                <a:latin typeface="+mj-ea"/>
                <a:ea typeface="+mj-ea"/>
              </a:rPr>
              <a:t>3</a:t>
            </a:r>
            <a:r>
              <a:rPr lang="zh-CN" altLang="zh-CN" sz="2000" b="1" dirty="0">
                <a:latin typeface="+mj-ea"/>
                <a:ea typeface="+mj-ea"/>
              </a:rPr>
              <a:t>）最短路径算法：</a:t>
            </a:r>
            <a:r>
              <a:rPr lang="en-US" altLang="zh-CN" sz="2000" b="1" dirty="0">
                <a:latin typeface="+mj-ea"/>
                <a:ea typeface="+mj-ea"/>
              </a:rPr>
              <a:t>Floyd</a:t>
            </a:r>
            <a:r>
              <a:rPr lang="zh-CN" altLang="zh-CN" sz="2000" b="1" dirty="0">
                <a:latin typeface="+mj-ea"/>
                <a:ea typeface="+mj-ea"/>
              </a:rPr>
              <a:t>算法，</a:t>
            </a:r>
            <a:r>
              <a:rPr lang="zh-CN" altLang="zh-CN" sz="2000" b="1" u="sng" dirty="0">
                <a:latin typeface="+mj-ea"/>
                <a:ea typeface="+mj-ea"/>
              </a:rPr>
              <a:t>时间复杂度为</a:t>
            </a:r>
            <a:r>
              <a:rPr lang="en-US" altLang="zh-CN" sz="2000" b="1" u="sng" dirty="0">
                <a:latin typeface="+mj-ea"/>
                <a:ea typeface="+mj-ea"/>
              </a:rPr>
              <a:t>O(n</a:t>
            </a:r>
            <a:r>
              <a:rPr lang="en-US" altLang="zh-CN" sz="2000" b="1" u="sng" baseline="30000" dirty="0">
                <a:latin typeface="+mj-ea"/>
                <a:ea typeface="+mj-ea"/>
              </a:rPr>
              <a:t>3</a:t>
            </a:r>
            <a:r>
              <a:rPr lang="en-US" altLang="zh-CN" sz="2000" b="1" u="sng" dirty="0">
                <a:latin typeface="+mj-ea"/>
                <a:ea typeface="+mj-ea"/>
              </a:rPr>
              <a:t>)</a:t>
            </a:r>
            <a:endParaRPr lang="zh-CN" altLang="zh-CN" sz="2000" b="1" u="sng" dirty="0">
              <a:latin typeface="+mj-ea"/>
              <a:ea typeface="+mj-ea"/>
            </a:endParaRPr>
          </a:p>
          <a:p>
            <a:endParaRPr lang="zh-CN" altLang="en-US" dirty="0">
              <a:latin typeface="+mj-ea"/>
              <a:ea typeface="+mj-ea"/>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66999" y="692696"/>
            <a:ext cx="5210001" cy="584775"/>
          </a:xfrm>
          <a:prstGeom prst="rect">
            <a:avLst/>
          </a:prstGeom>
          <a:noFill/>
        </p:spPr>
        <p:txBody>
          <a:bodyPr wrap="square" rtlCol="0">
            <a:spAutoFit/>
          </a:bodyPr>
          <a:lstStyle/>
          <a:p>
            <a:r>
              <a:rPr lang="zh-CN" altLang="en-US" sz="3200" b="1" dirty="0">
                <a:solidFill>
                  <a:srgbClr val="FFC000"/>
                </a:solidFill>
              </a:rPr>
              <a:t>中国邮递员问题：经典算法</a:t>
            </a:r>
            <a:endParaRPr lang="zh-CN" altLang="en-US" sz="3200" b="1" dirty="0">
              <a:solidFill>
                <a:srgbClr val="FFC000"/>
              </a:solidFill>
            </a:endParaRPr>
          </a:p>
        </p:txBody>
      </p:sp>
      <p:graphicFrame>
        <p:nvGraphicFramePr>
          <p:cNvPr id="5" name="表格 4"/>
          <p:cNvGraphicFramePr>
            <a:graphicFrameLocks noGrp="1"/>
          </p:cNvGraphicFramePr>
          <p:nvPr/>
        </p:nvGraphicFramePr>
        <p:xfrm>
          <a:off x="1103783" y="1628800"/>
          <a:ext cx="6936434" cy="3618990"/>
        </p:xfrm>
        <a:graphic>
          <a:graphicData uri="http://schemas.openxmlformats.org/drawingml/2006/table">
            <a:tbl>
              <a:tblPr firstRow="1" bandRow="1">
                <a:tableStyleId>{5C22544A-7EE6-4342-B048-85BDC9FD1C3A}</a:tableStyleId>
              </a:tblPr>
              <a:tblGrid>
                <a:gridCol w="3468217"/>
                <a:gridCol w="3468217"/>
              </a:tblGrid>
              <a:tr h="810090">
                <a:tc>
                  <a:txBody>
                    <a:bodyPr/>
                    <a:lstStyle/>
                    <a:p>
                      <a:pPr algn="ctr"/>
                      <a:r>
                        <a:rPr lang="zh-CN" altLang="en-US" sz="2400" dirty="0"/>
                        <a:t>算法</a:t>
                      </a:r>
                      <a:endParaRPr lang="zh-CN" altLang="en-US" sz="2400" dirty="0"/>
                    </a:p>
                  </a:txBody>
                  <a:tcPr/>
                </a:tc>
                <a:tc>
                  <a:txBody>
                    <a:bodyPr/>
                    <a:lstStyle/>
                    <a:p>
                      <a:pPr algn="ctr"/>
                      <a:r>
                        <a:rPr lang="zh-CN" altLang="en-US" sz="2400" dirty="0"/>
                        <a:t>时间复杂度</a:t>
                      </a:r>
                      <a:endParaRPr lang="zh-CN" altLang="en-US" sz="2400" dirty="0"/>
                    </a:p>
                  </a:txBody>
                  <a:tcPr/>
                </a:tc>
              </a:tr>
              <a:tr h="124838">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zh-CN" sz="2400" b="1" kern="1200" dirty="0">
                          <a:solidFill>
                            <a:schemeClr val="dk1"/>
                          </a:solidFill>
                          <a:latin typeface="+mj-ea"/>
                          <a:ea typeface="+mn-ea"/>
                          <a:cs typeface="+mn-cs"/>
                        </a:rPr>
                        <a:t>判断一个图是否具有欧拉回路</a:t>
                      </a:r>
                      <a:endParaRPr kumimoji="0" lang="zh-CN" altLang="zh-CN" sz="2400" b="1" kern="1200" dirty="0">
                        <a:solidFill>
                          <a:schemeClr val="dk1"/>
                        </a:solidFill>
                        <a:latin typeface="+mj-ea"/>
                        <a:ea typeface="+mn-ea"/>
                        <a:cs typeface="+mn-cs"/>
                      </a:endParaRPr>
                    </a:p>
                    <a:p>
                      <a:pPr algn="ctr"/>
                      <a:endParaRPr lang="zh-CN" altLang="en-US" sz="2400" dirty="0"/>
                    </a:p>
                  </a:txBody>
                  <a:tcPr/>
                </a:tc>
                <a:tc>
                  <a:txBody>
                    <a:bodyPr/>
                    <a:lstStyle/>
                    <a:p>
                      <a:pPr algn="ctr"/>
                      <a:r>
                        <a:rPr lang="en-US" altLang="zh-CN" sz="2400" dirty="0"/>
                        <a:t>O( m )</a:t>
                      </a:r>
                      <a:endParaRPr lang="zh-CN" altLang="en-US" sz="2400" dirty="0"/>
                    </a:p>
                  </a:txBody>
                  <a:tcPr/>
                </a:tc>
              </a:tr>
              <a:tr h="810090">
                <a:tc>
                  <a:txBody>
                    <a:bodyPr/>
                    <a:lstStyle/>
                    <a:p>
                      <a:pPr algn="ctr"/>
                      <a:r>
                        <a:rPr kumimoji="0" lang="en-US" altLang="zh-CN" sz="2400" b="1" kern="1200" dirty="0">
                          <a:solidFill>
                            <a:schemeClr val="dk1"/>
                          </a:solidFill>
                          <a:latin typeface="+mj-ea"/>
                          <a:ea typeface="+mn-ea"/>
                          <a:cs typeface="+mn-cs"/>
                        </a:rPr>
                        <a:t>Fleury</a:t>
                      </a:r>
                      <a:r>
                        <a:rPr kumimoji="0" lang="zh-CN" altLang="zh-CN" sz="2400" b="1" kern="1200" dirty="0">
                          <a:solidFill>
                            <a:schemeClr val="dk1"/>
                          </a:solidFill>
                          <a:latin typeface="+mj-ea"/>
                          <a:ea typeface="+mn-ea"/>
                          <a:cs typeface="+mn-cs"/>
                        </a:rPr>
                        <a:t>算法</a:t>
                      </a:r>
                      <a:endParaRPr lang="zh-CN" altLang="en-US" sz="2400" dirty="0"/>
                    </a:p>
                  </a:txBody>
                  <a:tcPr/>
                </a:tc>
                <a:tc>
                  <a:txBody>
                    <a:bodyPr/>
                    <a:lstStyle/>
                    <a:p>
                      <a:pPr algn="ctr"/>
                      <a:r>
                        <a:rPr lang="en-US" altLang="zh-CN" sz="2400" dirty="0"/>
                        <a:t>O( m</a:t>
                      </a:r>
                      <a:r>
                        <a:rPr lang="en-US" altLang="zh-CN" sz="2400" baseline="30000" dirty="0"/>
                        <a:t>2</a:t>
                      </a:r>
                      <a:r>
                        <a:rPr lang="en-US" altLang="zh-CN" sz="2400" dirty="0"/>
                        <a:t> )</a:t>
                      </a:r>
                      <a:endParaRPr lang="zh-CN" altLang="en-US" sz="2400" dirty="0"/>
                    </a:p>
                  </a:txBody>
                  <a:tcPr/>
                </a:tc>
              </a:tr>
              <a:tr h="810090">
                <a:tc>
                  <a:txBody>
                    <a:bodyPr/>
                    <a:lstStyle/>
                    <a:p>
                      <a:pPr algn="ctr"/>
                      <a:r>
                        <a:rPr kumimoji="0" lang="en-US" altLang="zh-CN" sz="2400" b="1" kern="1200" dirty="0">
                          <a:solidFill>
                            <a:schemeClr val="dk1"/>
                          </a:solidFill>
                          <a:latin typeface="+mj-ea"/>
                          <a:ea typeface="+mn-ea"/>
                          <a:cs typeface="+mn-cs"/>
                        </a:rPr>
                        <a:t>Floyd</a:t>
                      </a:r>
                      <a:r>
                        <a:rPr kumimoji="0" lang="zh-CN" altLang="zh-CN" sz="2400" b="1" kern="1200" dirty="0">
                          <a:solidFill>
                            <a:schemeClr val="dk1"/>
                          </a:solidFill>
                          <a:latin typeface="+mj-ea"/>
                          <a:ea typeface="+mn-ea"/>
                          <a:cs typeface="+mn-cs"/>
                        </a:rPr>
                        <a:t>算法</a:t>
                      </a:r>
                      <a:endParaRPr lang="zh-CN" altLang="en-US" sz="2400" dirty="0"/>
                    </a:p>
                  </a:txBody>
                  <a:tcPr/>
                </a:tc>
                <a:tc>
                  <a:txBody>
                    <a:bodyPr/>
                    <a:lstStyle/>
                    <a:p>
                      <a:pPr algn="ctr"/>
                      <a:r>
                        <a:rPr lang="en-US" altLang="zh-CN" sz="2400" dirty="0"/>
                        <a:t>O(n</a:t>
                      </a:r>
                      <a:r>
                        <a:rPr lang="en-US" altLang="zh-CN" sz="2400" baseline="30000" dirty="0"/>
                        <a:t>3</a:t>
                      </a:r>
                      <a:r>
                        <a:rPr lang="en-US" altLang="zh-CN" sz="2400" dirty="0"/>
                        <a:t>)</a:t>
                      </a:r>
                      <a:endParaRPr lang="zh-CN" altLang="en-US" sz="2400" dirty="0"/>
                    </a:p>
                  </a:txBody>
                  <a:tcPr/>
                </a:tc>
              </a:tr>
            </a:tbl>
          </a:graphicData>
        </a:graphic>
      </p:graphicFrame>
      <p:sp>
        <p:nvSpPr>
          <p:cNvPr id="6" name="文本框 5"/>
          <p:cNvSpPr txBox="1"/>
          <p:nvPr/>
        </p:nvSpPr>
        <p:spPr>
          <a:xfrm>
            <a:off x="3131840" y="5599119"/>
            <a:ext cx="3096344" cy="523220"/>
          </a:xfrm>
          <a:prstGeom prst="rect">
            <a:avLst/>
          </a:prstGeom>
          <a:noFill/>
        </p:spPr>
        <p:txBody>
          <a:bodyPr wrap="square" rtlCol="0">
            <a:spAutoFit/>
          </a:bodyPr>
          <a:lstStyle/>
          <a:p>
            <a:r>
              <a:rPr lang="en-US" altLang="zh-CN" sz="2800" b="1" dirty="0"/>
              <a:t>O( m + m</a:t>
            </a:r>
            <a:r>
              <a:rPr lang="en-US" altLang="zh-CN" sz="2800" b="1" baseline="30000" dirty="0"/>
              <a:t>2</a:t>
            </a:r>
            <a:r>
              <a:rPr lang="en-US" altLang="zh-CN" sz="2800" b="1" dirty="0"/>
              <a:t> + n</a:t>
            </a:r>
            <a:r>
              <a:rPr lang="en-US" altLang="zh-CN" sz="2800" b="1" baseline="30000" dirty="0"/>
              <a:t>3</a:t>
            </a:r>
            <a:r>
              <a:rPr lang="en-US" altLang="zh-CN" sz="2800" b="1" dirty="0"/>
              <a:t>)</a:t>
            </a:r>
            <a:endParaRPr lang="zh-CN" altLang="en-US" sz="2800" b="1"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p:cNvSpPr>
          <p:nvPr>
            <p:ph type="title"/>
          </p:nvPr>
        </p:nvSpPr>
        <p:spPr/>
        <p:txBody>
          <a:bodyPr bIns="45720"/>
          <a:lstStyle/>
          <a:p>
            <a:pPr eaLnBrk="1" hangingPunct="1"/>
            <a:r>
              <a:rPr lang="en-US" altLang="zh-CN">
                <a:ea typeface="宋体" panose="02010600030101010101" pitchFamily="2" charset="-122"/>
              </a:rPr>
              <a:t>DHP</a:t>
            </a:r>
            <a:r>
              <a:rPr lang="zh-CN" altLang="en-US">
                <a:ea typeface="宋体" panose="02010600030101010101" pitchFamily="2" charset="-122"/>
              </a:rPr>
              <a:t>问题的</a:t>
            </a:r>
            <a:r>
              <a:rPr lang="en-US" altLang="zh-CN">
                <a:ea typeface="宋体" panose="02010600030101010101" pitchFamily="2" charset="-122"/>
              </a:rPr>
              <a:t>DNA</a:t>
            </a:r>
            <a:r>
              <a:rPr lang="zh-CN" altLang="en-US">
                <a:ea typeface="宋体" panose="02010600030101010101" pitchFamily="2" charset="-122"/>
              </a:rPr>
              <a:t>计算模型</a:t>
            </a:r>
            <a:endParaRPr lang="zh-CN" altLang="en-US">
              <a:ea typeface="宋体" panose="02010600030101010101" pitchFamily="2" charset="-122"/>
            </a:endParaRPr>
          </a:p>
        </p:txBody>
      </p:sp>
      <p:sp>
        <p:nvSpPr>
          <p:cNvPr id="66563" name="Rectangle 3"/>
          <p:cNvSpPr>
            <a:spLocks noGrp="1"/>
          </p:cNvSpPr>
          <p:nvPr>
            <p:ph sz="quarter" idx="1"/>
          </p:nvPr>
        </p:nvSpPr>
        <p:spPr/>
        <p:txBody>
          <a:bodyPr/>
          <a:lstStyle/>
          <a:p>
            <a:pPr eaLnBrk="1" hangingPunct="1"/>
            <a:r>
              <a:rPr lang="en-US" altLang="zh-CN"/>
              <a:t>1994 </a:t>
            </a:r>
            <a:r>
              <a:rPr lang="zh-CN" altLang="en-US"/>
              <a:t>年，</a:t>
            </a:r>
            <a:r>
              <a:rPr lang="en-US" altLang="zh-CN"/>
              <a:t>L.Adleman </a:t>
            </a:r>
            <a:r>
              <a:rPr lang="zh-CN" altLang="en-US"/>
              <a:t>在</a:t>
            </a:r>
            <a:r>
              <a:rPr lang="en-US" altLang="zh-CN"/>
              <a:t>《Science》</a:t>
            </a:r>
            <a:r>
              <a:rPr lang="zh-CN" altLang="en-US"/>
              <a:t>杂志上发表开创性文章，提出了</a:t>
            </a:r>
            <a:r>
              <a:rPr lang="en-US" altLang="zh-CN"/>
              <a:t>DNA </a:t>
            </a:r>
            <a:r>
              <a:rPr lang="zh-CN" altLang="en-US"/>
              <a:t>计算概念，解决了七个节点的</a:t>
            </a:r>
            <a:r>
              <a:rPr lang="en-US" altLang="zh-CN"/>
              <a:t>DHP</a:t>
            </a:r>
            <a:r>
              <a:rPr lang="zh-CN" altLang="en-US"/>
              <a:t>，指出了</a:t>
            </a:r>
            <a:r>
              <a:rPr lang="en-US" altLang="zh-CN"/>
              <a:t>DNA </a:t>
            </a:r>
            <a:r>
              <a:rPr lang="zh-CN" altLang="en-US"/>
              <a:t>计算潜在的巨大并行性及待研究的问题。</a:t>
            </a:r>
            <a:endParaRPr lang="zh-CN" altLang="en-US"/>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p:cNvSpPr>
          <p:nvPr>
            <p:ph type="title"/>
          </p:nvPr>
        </p:nvSpPr>
        <p:spPr/>
        <p:txBody>
          <a:bodyPr bIns="45720"/>
          <a:lstStyle/>
          <a:p>
            <a:pPr eaLnBrk="1" hangingPunct="1"/>
            <a:r>
              <a:rPr lang="zh-CN" altLang="en-US">
                <a:ea typeface="宋体" panose="02010600030101010101" pitchFamily="2" charset="-122"/>
              </a:rPr>
              <a:t>问题描述</a:t>
            </a:r>
            <a:endParaRPr lang="zh-CN" altLang="en-US">
              <a:ea typeface="宋体" panose="02010600030101010101" pitchFamily="2" charset="-122"/>
            </a:endParaRPr>
          </a:p>
        </p:txBody>
      </p:sp>
      <p:sp>
        <p:nvSpPr>
          <p:cNvPr id="67587" name="Rectangle 3"/>
          <p:cNvSpPr>
            <a:spLocks noGrp="1"/>
          </p:cNvSpPr>
          <p:nvPr>
            <p:ph sz="quarter" idx="1"/>
          </p:nvPr>
        </p:nvSpPr>
        <p:spPr/>
        <p:txBody>
          <a:bodyPr/>
          <a:lstStyle/>
          <a:p>
            <a:pPr eaLnBrk="1" hangingPunct="1"/>
            <a:r>
              <a:rPr lang="zh-CN" altLang="en-US"/>
              <a:t>设</a:t>
            </a:r>
            <a:r>
              <a:rPr lang="en-US" altLang="zh-CN"/>
              <a:t>G </a:t>
            </a:r>
            <a:r>
              <a:rPr lang="zh-CN" altLang="en-US"/>
              <a:t>是一个有向图</a:t>
            </a:r>
            <a:r>
              <a:rPr lang="en-US" altLang="zh-CN"/>
              <a:t>, v1 , v2</a:t>
            </a:r>
            <a:r>
              <a:rPr lang="zh-CN" altLang="en-US"/>
              <a:t>是</a:t>
            </a:r>
            <a:r>
              <a:rPr lang="en-US" altLang="zh-CN"/>
              <a:t>G </a:t>
            </a:r>
            <a:r>
              <a:rPr lang="zh-CN" altLang="en-US"/>
              <a:t>的两个顶点</a:t>
            </a:r>
            <a:r>
              <a:rPr lang="en-US" altLang="zh-CN"/>
              <a:t>,</a:t>
            </a:r>
            <a:r>
              <a:rPr lang="zh-CN" altLang="en-US"/>
              <a:t>如果存在一条从</a:t>
            </a:r>
            <a:r>
              <a:rPr lang="en-US" altLang="zh-CN"/>
              <a:t>v1</a:t>
            </a:r>
            <a:r>
              <a:rPr lang="zh-CN" altLang="en-US"/>
              <a:t>出发到达</a:t>
            </a:r>
            <a:r>
              <a:rPr lang="en-US" altLang="zh-CN"/>
              <a:t>v2 , </a:t>
            </a:r>
            <a:r>
              <a:rPr lang="zh-CN" altLang="en-US"/>
              <a:t>且经过</a:t>
            </a:r>
            <a:r>
              <a:rPr lang="en-US" altLang="zh-CN"/>
              <a:t>G </a:t>
            </a:r>
            <a:r>
              <a:rPr lang="zh-CN" altLang="en-US"/>
              <a:t>中其它每个顶点一次且只有一次的有向路</a:t>
            </a:r>
            <a:r>
              <a:rPr lang="en-US" altLang="zh-CN"/>
              <a:t>P ,</a:t>
            </a:r>
            <a:r>
              <a:rPr lang="zh-CN" altLang="en-US"/>
              <a:t>则称</a:t>
            </a:r>
            <a:r>
              <a:rPr lang="en-US" altLang="zh-CN"/>
              <a:t>P </a:t>
            </a:r>
            <a:r>
              <a:rPr lang="zh-CN" altLang="en-US"/>
              <a:t>是</a:t>
            </a:r>
            <a:r>
              <a:rPr lang="en-US" altLang="zh-CN"/>
              <a:t>G</a:t>
            </a:r>
            <a:r>
              <a:rPr lang="zh-CN" altLang="en-US"/>
              <a:t>中从</a:t>
            </a:r>
            <a:r>
              <a:rPr lang="en-US" altLang="zh-CN"/>
              <a:t>v1</a:t>
            </a:r>
            <a:r>
              <a:rPr lang="zh-CN" altLang="en-US"/>
              <a:t>到</a:t>
            </a:r>
            <a:r>
              <a:rPr lang="en-US" altLang="zh-CN"/>
              <a:t>v2</a:t>
            </a:r>
            <a:r>
              <a:rPr lang="zh-CN" altLang="en-US"/>
              <a:t>的一条有向</a:t>
            </a:r>
            <a:r>
              <a:rPr lang="en-US" altLang="zh-CN"/>
              <a:t>Hamilton </a:t>
            </a:r>
            <a:r>
              <a:rPr lang="zh-CN" altLang="en-US"/>
              <a:t>路</a:t>
            </a:r>
            <a:r>
              <a:rPr lang="en-US" altLang="zh-CN"/>
              <a:t>. </a:t>
            </a:r>
            <a:r>
              <a:rPr lang="zh-CN" altLang="en-US"/>
              <a:t>寻找一个给定有向图的有向</a:t>
            </a:r>
            <a:r>
              <a:rPr lang="en-US" altLang="zh-CN"/>
              <a:t>Hamilton </a:t>
            </a:r>
            <a:r>
              <a:rPr lang="zh-CN" altLang="en-US"/>
              <a:t>路问题是所谓的有向</a:t>
            </a:r>
            <a:r>
              <a:rPr lang="en-US" altLang="zh-CN"/>
              <a:t>Hamilton </a:t>
            </a:r>
            <a:r>
              <a:rPr lang="zh-CN" altLang="en-US"/>
              <a:t>路问题</a:t>
            </a:r>
            <a:r>
              <a:rPr lang="en-US" altLang="zh-CN"/>
              <a:t>,</a:t>
            </a:r>
            <a:r>
              <a:rPr lang="zh-CN" altLang="en-US"/>
              <a:t>简记为</a:t>
            </a:r>
            <a:r>
              <a:rPr lang="en-US" altLang="zh-CN"/>
              <a:t>DHP </a:t>
            </a:r>
            <a:r>
              <a:rPr lang="zh-CN" altLang="en-US"/>
              <a:t>问题</a:t>
            </a:r>
            <a:r>
              <a:rPr lang="en-US" altLang="zh-CN"/>
              <a:t>.</a:t>
            </a:r>
            <a:endParaRPr lang="en-US" altLang="zh-CN"/>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p:cNvSpPr>
          <p:nvPr>
            <p:ph type="title"/>
          </p:nvPr>
        </p:nvSpPr>
        <p:spPr/>
        <p:txBody>
          <a:bodyPr bIns="45720"/>
          <a:lstStyle/>
          <a:p>
            <a:pPr eaLnBrk="1" hangingPunct="1"/>
            <a:r>
              <a:rPr lang="zh-CN" altLang="en-US">
                <a:ea typeface="宋体" panose="02010600030101010101" pitchFamily="2" charset="-122"/>
              </a:rPr>
              <a:t>问题描述</a:t>
            </a:r>
            <a:endParaRPr lang="zh-CN" altLang="en-US">
              <a:ea typeface="宋体" panose="02010600030101010101" pitchFamily="2" charset="-122"/>
            </a:endParaRPr>
          </a:p>
        </p:txBody>
      </p:sp>
      <p:pic>
        <p:nvPicPr>
          <p:cNvPr id="68611"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47800" y="1981200"/>
            <a:ext cx="6553200" cy="4052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p:cNvSpPr>
          <p:nvPr>
            <p:ph type="title"/>
          </p:nvPr>
        </p:nvSpPr>
        <p:spPr>
          <a:xfrm>
            <a:off x="755650" y="115888"/>
            <a:ext cx="7772400" cy="1143000"/>
          </a:xfrm>
        </p:spPr>
        <p:txBody>
          <a:bodyPr bIns="45720"/>
          <a:lstStyle/>
          <a:p>
            <a:pPr eaLnBrk="1" hangingPunct="1"/>
            <a:r>
              <a:rPr lang="zh-CN" altLang="en-US">
                <a:ea typeface="宋体" panose="02010600030101010101" pitchFamily="2" charset="-122"/>
              </a:rPr>
              <a:t>算法设计</a:t>
            </a:r>
            <a:endParaRPr lang="zh-CN" altLang="en-US">
              <a:ea typeface="宋体" panose="02010600030101010101" pitchFamily="2" charset="-122"/>
            </a:endParaRPr>
          </a:p>
        </p:txBody>
      </p:sp>
      <p:sp>
        <p:nvSpPr>
          <p:cNvPr id="56323" name="Rectangle 3"/>
          <p:cNvSpPr>
            <a:spLocks noGrp="1"/>
          </p:cNvSpPr>
          <p:nvPr>
            <p:ph sz="quarter" idx="1"/>
          </p:nvPr>
        </p:nvSpPr>
        <p:spPr>
          <a:xfrm>
            <a:off x="684213" y="1665288"/>
            <a:ext cx="7772400" cy="4572000"/>
          </a:xfrm>
        </p:spPr>
        <p:txBody>
          <a:bodyPr/>
          <a:lstStyle/>
          <a:p>
            <a:pPr marL="609600" indent="-609600" eaLnBrk="1" hangingPunct="1">
              <a:lnSpc>
                <a:spcPct val="90000"/>
              </a:lnSpc>
              <a:buFont typeface="Wingdings" panose="05000000000000000000" pitchFamily="2" charset="2"/>
              <a:buAutoNum type="arabicPeriod"/>
            </a:pPr>
            <a:r>
              <a:rPr lang="zh-CN" altLang="en-US"/>
              <a:t>随机生成图中的各条路径</a:t>
            </a:r>
            <a:endParaRPr lang="zh-CN" altLang="en-US"/>
          </a:p>
          <a:p>
            <a:pPr marL="609600" indent="-609600" eaLnBrk="1" hangingPunct="1">
              <a:lnSpc>
                <a:spcPct val="90000"/>
              </a:lnSpc>
              <a:buFont typeface="Wingdings" panose="05000000000000000000" pitchFamily="2" charset="2"/>
              <a:buAutoNum type="arabicPeriod"/>
            </a:pPr>
            <a:r>
              <a:rPr lang="zh-CN" altLang="en-US"/>
              <a:t>只保留那些由起始节点开始并且由终止节点结束的那些路径</a:t>
            </a:r>
            <a:endParaRPr lang="zh-CN" altLang="en-US"/>
          </a:p>
          <a:p>
            <a:pPr marL="609600" indent="-609600" eaLnBrk="1" hangingPunct="1">
              <a:lnSpc>
                <a:spcPct val="90000"/>
              </a:lnSpc>
              <a:buFont typeface="Wingdings" panose="05000000000000000000" pitchFamily="2" charset="2"/>
              <a:buAutoNum type="arabicPeriod"/>
            </a:pPr>
            <a:r>
              <a:rPr lang="zh-CN" altLang="en-US"/>
              <a:t>只保留那些只经过</a:t>
            </a:r>
            <a:r>
              <a:rPr lang="en-US" altLang="zh-CN"/>
              <a:t>n</a:t>
            </a:r>
            <a:r>
              <a:rPr lang="zh-CN" altLang="en-US"/>
              <a:t>个节点路径（假设图有</a:t>
            </a:r>
            <a:r>
              <a:rPr lang="en-US" altLang="zh-CN"/>
              <a:t>n</a:t>
            </a:r>
            <a:r>
              <a:rPr lang="zh-CN" altLang="en-US"/>
              <a:t>个节点）</a:t>
            </a:r>
            <a:endParaRPr lang="zh-CN" altLang="en-US"/>
          </a:p>
          <a:p>
            <a:pPr marL="609600" indent="-609600" eaLnBrk="1" hangingPunct="1">
              <a:lnSpc>
                <a:spcPct val="90000"/>
              </a:lnSpc>
              <a:buFont typeface="Wingdings" panose="05000000000000000000" pitchFamily="2" charset="2"/>
              <a:buAutoNum type="arabicPeriod"/>
            </a:pPr>
            <a:r>
              <a:rPr lang="zh-CN" altLang="en-US"/>
              <a:t>只保留那些每个节点只进入一次的那些路径</a:t>
            </a:r>
            <a:endParaRPr lang="zh-CN" altLang="en-US"/>
          </a:p>
          <a:p>
            <a:pPr marL="609600" indent="-609600" eaLnBrk="1" hangingPunct="1">
              <a:lnSpc>
                <a:spcPct val="90000"/>
              </a:lnSpc>
              <a:buFont typeface="Wingdings" panose="05000000000000000000" pitchFamily="2" charset="2"/>
              <a:buAutoNum type="arabicPeriod"/>
            </a:pPr>
            <a:r>
              <a:rPr lang="zh-CN" altLang="en-US"/>
              <a:t>如果存在这样的路径，输出</a:t>
            </a:r>
            <a:endParaRPr lang="zh-CN" altLang="en-US"/>
          </a:p>
          <a:p>
            <a:pPr marL="609600" indent="-609600" eaLnBrk="1" hangingPunct="1">
              <a:lnSpc>
                <a:spcPct val="90000"/>
              </a:lnSpc>
              <a:buFont typeface="Wingdings" panose="05000000000000000000" pitchFamily="2" charset="2"/>
              <a:buAutoNum type="arabicPeriod"/>
            </a:pPr>
            <a:endParaRPr lang="zh-CN" altLang="en-US"/>
          </a:p>
          <a:p>
            <a:pPr marL="609600" indent="-609600" eaLnBrk="1" hangingPunct="1">
              <a:lnSpc>
                <a:spcPct val="90000"/>
              </a:lnSpc>
              <a:buFont typeface="Wingdings" panose="05000000000000000000" pitchFamily="2" charset="2"/>
              <a:buNone/>
            </a:pPr>
            <a:r>
              <a:rPr lang="zh-CN" altLang="en-US"/>
              <a:t>算法关键：大规模的并行计算和碱基互补原则</a:t>
            </a: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6323">
                                            <p:txEl>
                                              <p:pRg st="0" end="0"/>
                                            </p:txEl>
                                          </p:spTgt>
                                        </p:tgtEl>
                                        <p:attrNameLst>
                                          <p:attrName>style.visibility</p:attrName>
                                        </p:attrNameLst>
                                      </p:cBhvr>
                                      <p:to>
                                        <p:strVal val="visible"/>
                                      </p:to>
                                    </p:set>
                                    <p:animEffect transition="in" filter="fade">
                                      <p:cBhvr>
                                        <p:cTn id="7" dur="500"/>
                                        <p:tgtEl>
                                          <p:spTgt spid="563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6323">
                                            <p:txEl>
                                              <p:pRg st="1" end="1"/>
                                            </p:txEl>
                                          </p:spTgt>
                                        </p:tgtEl>
                                        <p:attrNameLst>
                                          <p:attrName>style.visibility</p:attrName>
                                        </p:attrNameLst>
                                      </p:cBhvr>
                                      <p:to>
                                        <p:strVal val="visible"/>
                                      </p:to>
                                    </p:set>
                                    <p:animEffect transition="in" filter="fade">
                                      <p:cBhvr>
                                        <p:cTn id="12" dur="500"/>
                                        <p:tgtEl>
                                          <p:spTgt spid="563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6323">
                                            <p:txEl>
                                              <p:pRg st="2" end="2"/>
                                            </p:txEl>
                                          </p:spTgt>
                                        </p:tgtEl>
                                        <p:attrNameLst>
                                          <p:attrName>style.visibility</p:attrName>
                                        </p:attrNameLst>
                                      </p:cBhvr>
                                      <p:to>
                                        <p:strVal val="visible"/>
                                      </p:to>
                                    </p:set>
                                    <p:animEffect transition="in" filter="fade">
                                      <p:cBhvr>
                                        <p:cTn id="17" dur="500"/>
                                        <p:tgtEl>
                                          <p:spTgt spid="563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6323">
                                            <p:txEl>
                                              <p:pRg st="3" end="3"/>
                                            </p:txEl>
                                          </p:spTgt>
                                        </p:tgtEl>
                                        <p:attrNameLst>
                                          <p:attrName>style.visibility</p:attrName>
                                        </p:attrNameLst>
                                      </p:cBhvr>
                                      <p:to>
                                        <p:strVal val="visible"/>
                                      </p:to>
                                    </p:set>
                                    <p:animEffect transition="in" filter="fade">
                                      <p:cBhvr>
                                        <p:cTn id="22" dur="500"/>
                                        <p:tgtEl>
                                          <p:spTgt spid="5632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6323">
                                            <p:txEl>
                                              <p:pRg st="4" end="4"/>
                                            </p:txEl>
                                          </p:spTgt>
                                        </p:tgtEl>
                                        <p:attrNameLst>
                                          <p:attrName>style.visibility</p:attrName>
                                        </p:attrNameLst>
                                      </p:cBhvr>
                                      <p:to>
                                        <p:strVal val="visible"/>
                                      </p:to>
                                    </p:set>
                                    <p:animEffect transition="in" filter="fade">
                                      <p:cBhvr>
                                        <p:cTn id="27" dur="500"/>
                                        <p:tgtEl>
                                          <p:spTgt spid="5632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6323">
                                            <p:txEl>
                                              <p:pRg st="6" end="6"/>
                                            </p:txEl>
                                          </p:spTgt>
                                        </p:tgtEl>
                                        <p:attrNameLst>
                                          <p:attrName>style.visibility</p:attrName>
                                        </p:attrNameLst>
                                      </p:cBhvr>
                                      <p:to>
                                        <p:strVal val="visible"/>
                                      </p:to>
                                    </p:set>
                                    <p:animEffect transition="in" filter="fade">
                                      <p:cBhvr>
                                        <p:cTn id="32" dur="500"/>
                                        <p:tgtEl>
                                          <p:spTgt spid="5632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p:cNvSpPr>
          <p:nvPr>
            <p:ph type="title"/>
          </p:nvPr>
        </p:nvSpPr>
        <p:spPr/>
        <p:txBody>
          <a:bodyPr bIns="45720"/>
          <a:lstStyle/>
          <a:p>
            <a:pPr eaLnBrk="1" hangingPunct="1"/>
            <a:r>
              <a:rPr lang="en-US" altLang="zh-CN">
                <a:ea typeface="宋体" panose="02010600030101010101" pitchFamily="2" charset="-122"/>
              </a:rPr>
              <a:t>DNA</a:t>
            </a:r>
            <a:r>
              <a:rPr lang="zh-CN" altLang="en-US">
                <a:ea typeface="宋体" panose="02010600030101010101" pitchFamily="2" charset="-122"/>
              </a:rPr>
              <a:t>实现</a:t>
            </a:r>
            <a:endParaRPr lang="zh-CN" altLang="en-US">
              <a:ea typeface="宋体" panose="02010600030101010101" pitchFamily="2" charset="-122"/>
            </a:endParaRPr>
          </a:p>
        </p:txBody>
      </p:sp>
      <p:sp>
        <p:nvSpPr>
          <p:cNvPr id="57347" name="Rectangle 3"/>
          <p:cNvSpPr>
            <a:spLocks noGrp="1"/>
          </p:cNvSpPr>
          <p:nvPr>
            <p:ph sz="quarter" idx="1"/>
          </p:nvPr>
        </p:nvSpPr>
        <p:spPr>
          <a:xfrm>
            <a:off x="423863" y="1700213"/>
            <a:ext cx="8540750" cy="4757737"/>
          </a:xfrm>
        </p:spPr>
        <p:txBody>
          <a:bodyPr/>
          <a:lstStyle/>
          <a:p>
            <a:pPr marL="609600" indent="-609600" eaLnBrk="1" hangingPunct="1">
              <a:lnSpc>
                <a:spcPct val="80000"/>
              </a:lnSpc>
              <a:buFont typeface="Arial" panose="020B0604020202020204" pitchFamily="34" charset="0"/>
              <a:buNone/>
            </a:pPr>
            <a:r>
              <a:rPr lang="zh-CN" altLang="en-US" sz="2800"/>
              <a:t>编码：</a:t>
            </a:r>
            <a:endParaRPr lang="en-US" altLang="zh-CN" sz="2800"/>
          </a:p>
          <a:p>
            <a:pPr marL="609600" indent="-609600" eaLnBrk="1" hangingPunct="1">
              <a:lnSpc>
                <a:spcPct val="80000"/>
              </a:lnSpc>
              <a:buFont typeface="Arial" panose="020B0604020202020204" pitchFamily="34" charset="0"/>
              <a:buNone/>
            </a:pPr>
            <a:endParaRPr lang="zh-CN" altLang="en-US" sz="2800"/>
          </a:p>
          <a:p>
            <a:pPr marL="609600" indent="-609600" eaLnBrk="1" hangingPunct="1">
              <a:lnSpc>
                <a:spcPct val="80000"/>
              </a:lnSpc>
              <a:buFont typeface="Wingdings" panose="05000000000000000000" pitchFamily="2" charset="2"/>
              <a:buChar char="§"/>
            </a:pPr>
            <a:r>
              <a:rPr lang="zh-CN" altLang="en-US" sz="1800"/>
              <a:t>节点： 随机生成一个</a:t>
            </a:r>
            <a:r>
              <a:rPr lang="en-US" altLang="zh-CN" sz="1800"/>
              <a:t>20</a:t>
            </a:r>
            <a:r>
              <a:rPr lang="zh-CN" altLang="en-US" sz="1800"/>
              <a:t>个核苷酸的字母链</a:t>
            </a:r>
            <a:r>
              <a:rPr lang="en-US" altLang="zh-CN" sz="1800"/>
              <a:t>,</a:t>
            </a:r>
            <a:r>
              <a:rPr lang="zh-CN" altLang="en-US" sz="1800"/>
              <a:t>并且保证每一个节点的编码是唯一的和可识别的</a:t>
            </a:r>
            <a:endParaRPr lang="zh-CN" altLang="en-US" sz="1800"/>
          </a:p>
          <a:p>
            <a:pPr marL="990600" lvl="1" indent="-533400" eaLnBrk="1" hangingPunct="1">
              <a:lnSpc>
                <a:spcPct val="80000"/>
              </a:lnSpc>
            </a:pPr>
            <a:r>
              <a:rPr lang="en-US" altLang="zh-CN" sz="1600"/>
              <a:t>S2=TATCGGATCG GTATATCCGA</a:t>
            </a:r>
            <a:endParaRPr lang="en-US" altLang="zh-CN" sz="1600"/>
          </a:p>
          <a:p>
            <a:pPr marL="990600" lvl="1" indent="-533400" eaLnBrk="1" hangingPunct="1">
              <a:lnSpc>
                <a:spcPct val="80000"/>
              </a:lnSpc>
            </a:pPr>
            <a:r>
              <a:rPr lang="en-US" altLang="zh-CN" sz="1600"/>
              <a:t>S3=GCTATTCGAG CTTAAAGCTA</a:t>
            </a:r>
            <a:endParaRPr lang="en-US" altLang="zh-CN" sz="1600"/>
          </a:p>
          <a:p>
            <a:pPr marL="990600" lvl="1" indent="-533400" eaLnBrk="1" hangingPunct="1">
              <a:lnSpc>
                <a:spcPct val="80000"/>
              </a:lnSpc>
            </a:pPr>
            <a:r>
              <a:rPr lang="en-US" altLang="zh-CN" sz="1600"/>
              <a:t>S4=GGCTAGGTAC CAGCATGCTT</a:t>
            </a:r>
            <a:endParaRPr lang="en-US" altLang="zh-CN" sz="1600"/>
          </a:p>
          <a:p>
            <a:pPr marL="609600" indent="-609600" eaLnBrk="1" hangingPunct="1">
              <a:lnSpc>
                <a:spcPct val="80000"/>
              </a:lnSpc>
              <a:buFont typeface="Wingdings" panose="05000000000000000000" pitchFamily="2" charset="2"/>
              <a:buChar char="§"/>
            </a:pPr>
            <a:r>
              <a:rPr lang="en-US" altLang="zh-CN" sz="1800"/>
              <a:t>Watson-Crick</a:t>
            </a:r>
            <a:r>
              <a:rPr lang="zh-CN" altLang="en-US" sz="1800"/>
              <a:t>态射</a:t>
            </a:r>
            <a:r>
              <a:rPr lang="en-US" altLang="zh-CN" sz="1800"/>
              <a:t>h()</a:t>
            </a:r>
            <a:endParaRPr lang="en-US" altLang="zh-CN" sz="1800"/>
          </a:p>
          <a:p>
            <a:pPr marL="609600" indent="-609600" eaLnBrk="1" hangingPunct="1">
              <a:lnSpc>
                <a:spcPct val="80000"/>
              </a:lnSpc>
              <a:buFont typeface="Wingdings" panose="05000000000000000000" pitchFamily="2" charset="2"/>
              <a:buChar char="§"/>
            </a:pPr>
            <a:r>
              <a:rPr lang="zh-CN" altLang="en-US" sz="1800"/>
              <a:t>边：</a:t>
            </a:r>
            <a:r>
              <a:rPr lang="en-US" altLang="zh-CN" sz="1800"/>
              <a:t>e</a:t>
            </a:r>
            <a:r>
              <a:rPr lang="en-US" altLang="zh-CN" sz="1800" baseline="-25000"/>
              <a:t>i-&gt;j</a:t>
            </a:r>
            <a:r>
              <a:rPr lang="zh-CN" altLang="en-US" sz="1800"/>
              <a:t>前</a:t>
            </a:r>
            <a:r>
              <a:rPr lang="en-US" altLang="zh-CN" sz="1800"/>
              <a:t>10</a:t>
            </a:r>
            <a:r>
              <a:rPr lang="zh-CN" altLang="en-US" sz="1800"/>
              <a:t>个核苷酸是</a:t>
            </a:r>
            <a:r>
              <a:rPr lang="en-US" altLang="zh-CN" sz="1800"/>
              <a:t>e</a:t>
            </a:r>
            <a:r>
              <a:rPr lang="en-US" altLang="zh-CN" sz="1800" baseline="-25000"/>
              <a:t>i</a:t>
            </a:r>
            <a:r>
              <a:rPr lang="en-US" altLang="zh-CN" sz="1800"/>
              <a:t>(i=0</a:t>
            </a:r>
            <a:r>
              <a:rPr lang="zh-CN" altLang="en-US" sz="1800"/>
              <a:t>除外</a:t>
            </a:r>
            <a:r>
              <a:rPr lang="en-US" altLang="zh-CN" sz="1800"/>
              <a:t>,</a:t>
            </a:r>
            <a:r>
              <a:rPr lang="zh-CN" altLang="en-US" sz="1800"/>
              <a:t>当</a:t>
            </a:r>
            <a:r>
              <a:rPr lang="en-US" altLang="zh-CN" sz="1800"/>
              <a:t>i=0</a:t>
            </a:r>
            <a:r>
              <a:rPr lang="zh-CN" altLang="en-US" sz="1800"/>
              <a:t>时</a:t>
            </a:r>
            <a:r>
              <a:rPr lang="en-US" altLang="zh-CN" sz="1800"/>
              <a:t>,</a:t>
            </a:r>
            <a:r>
              <a:rPr lang="zh-CN" altLang="en-US" sz="1800"/>
              <a:t>取</a:t>
            </a:r>
            <a:r>
              <a:rPr lang="en-US" altLang="zh-CN" sz="1800"/>
              <a:t>e</a:t>
            </a:r>
            <a:r>
              <a:rPr lang="en-US" altLang="zh-CN" sz="1800" baseline="-25000"/>
              <a:t>0</a:t>
            </a:r>
            <a:r>
              <a:rPr lang="zh-CN" altLang="en-US" sz="1800"/>
              <a:t>的全部编码</a:t>
            </a:r>
            <a:r>
              <a:rPr lang="en-US" altLang="zh-CN" sz="1800"/>
              <a:t>)</a:t>
            </a:r>
            <a:r>
              <a:rPr lang="zh-CN" altLang="en-US" sz="1800"/>
              <a:t>的</a:t>
            </a:r>
            <a:r>
              <a:rPr lang="en-US" altLang="zh-CN" sz="1800"/>
              <a:t>3′</a:t>
            </a:r>
            <a:r>
              <a:rPr lang="zh-CN" altLang="en-US" sz="1800"/>
              <a:t>端的</a:t>
            </a:r>
            <a:r>
              <a:rPr lang="en-US" altLang="zh-CN" sz="1800"/>
              <a:t>10</a:t>
            </a:r>
            <a:r>
              <a:rPr lang="zh-CN" altLang="en-US" sz="1800"/>
              <a:t>个核苷酸</a:t>
            </a:r>
            <a:r>
              <a:rPr lang="en-US" altLang="zh-CN" sz="1800"/>
              <a:t>,</a:t>
            </a:r>
            <a:r>
              <a:rPr lang="zh-CN" altLang="en-US" sz="1800"/>
              <a:t>边</a:t>
            </a:r>
            <a:r>
              <a:rPr lang="en-US" altLang="zh-CN" sz="1800"/>
              <a:t>e </a:t>
            </a:r>
            <a:r>
              <a:rPr lang="en-US" altLang="zh-CN" sz="1800" baseline="-25000"/>
              <a:t>i→j</a:t>
            </a:r>
            <a:r>
              <a:rPr lang="zh-CN" altLang="en-US" sz="1800"/>
              <a:t>的后</a:t>
            </a:r>
            <a:r>
              <a:rPr lang="en-US" altLang="zh-CN" sz="1800"/>
              <a:t>10</a:t>
            </a:r>
            <a:r>
              <a:rPr lang="zh-CN" altLang="en-US" sz="1800"/>
              <a:t>个核苷酸是</a:t>
            </a:r>
            <a:r>
              <a:rPr lang="en-US" altLang="zh-CN" sz="1800"/>
              <a:t>e</a:t>
            </a:r>
            <a:r>
              <a:rPr lang="en-US" altLang="zh-CN" sz="1800" baseline="-25000"/>
              <a:t>j</a:t>
            </a:r>
            <a:r>
              <a:rPr lang="en-US" altLang="zh-CN" sz="1800"/>
              <a:t>(</a:t>
            </a:r>
            <a:r>
              <a:rPr lang="zh-CN" altLang="en-US" sz="1800"/>
              <a:t>当</a:t>
            </a:r>
            <a:r>
              <a:rPr lang="en-US" altLang="zh-CN" sz="1800"/>
              <a:t>j=6</a:t>
            </a:r>
            <a:r>
              <a:rPr lang="zh-CN" altLang="en-US" sz="1800"/>
              <a:t>时</a:t>
            </a:r>
            <a:r>
              <a:rPr lang="en-US" altLang="zh-CN" sz="1800"/>
              <a:t>,</a:t>
            </a:r>
            <a:r>
              <a:rPr lang="zh-CN" altLang="en-US" sz="1800"/>
              <a:t>取</a:t>
            </a:r>
            <a:r>
              <a:rPr lang="en-US" altLang="zh-CN" sz="1800"/>
              <a:t>e</a:t>
            </a:r>
            <a:r>
              <a:rPr lang="en-US" altLang="zh-CN" sz="1800" baseline="-25000"/>
              <a:t>6</a:t>
            </a:r>
            <a:r>
              <a:rPr lang="zh-CN" altLang="en-US" sz="1800"/>
              <a:t>的全部编码</a:t>
            </a:r>
            <a:r>
              <a:rPr lang="en-US" altLang="zh-CN" sz="1800"/>
              <a:t>)</a:t>
            </a:r>
            <a:r>
              <a:rPr lang="zh-CN" altLang="en-US" sz="1800"/>
              <a:t>的</a:t>
            </a:r>
            <a:r>
              <a:rPr lang="en-US" altLang="zh-CN" sz="1800"/>
              <a:t>5′</a:t>
            </a:r>
            <a:r>
              <a:rPr lang="zh-CN" altLang="en-US" sz="1800"/>
              <a:t>端的</a:t>
            </a:r>
            <a:r>
              <a:rPr lang="en-US" altLang="zh-CN" sz="1800"/>
              <a:t>10</a:t>
            </a:r>
            <a:r>
              <a:rPr lang="zh-CN" altLang="en-US" sz="1800"/>
              <a:t>个核苷酸</a:t>
            </a:r>
            <a:endParaRPr lang="zh-CN" altLang="en-US" sz="1800"/>
          </a:p>
          <a:p>
            <a:pPr marL="609600" indent="-609600" eaLnBrk="1" hangingPunct="1">
              <a:lnSpc>
                <a:spcPct val="80000"/>
              </a:lnSpc>
              <a:buFont typeface="Wingdings" panose="05000000000000000000" pitchFamily="2" charset="2"/>
              <a:buChar char="§"/>
            </a:pPr>
            <a:r>
              <a:rPr lang="en-US" altLang="zh-CN" sz="1800"/>
              <a:t>e</a:t>
            </a:r>
            <a:r>
              <a:rPr lang="en-US" altLang="zh-CN" sz="1800" baseline="-25000"/>
              <a:t>i-&gt;j</a:t>
            </a:r>
            <a:r>
              <a:rPr lang="en-US" altLang="zh-CN" sz="1800"/>
              <a:t>=h(s</a:t>
            </a:r>
            <a:r>
              <a:rPr lang="en-US" altLang="zh-CN" sz="1000"/>
              <a:t>i</a:t>
            </a:r>
            <a:r>
              <a:rPr lang="en-US" altLang="zh-CN" sz="1800"/>
              <a:t>’’s</a:t>
            </a:r>
            <a:r>
              <a:rPr lang="en-US" altLang="zh-CN" sz="1000"/>
              <a:t>j</a:t>
            </a:r>
            <a:r>
              <a:rPr lang="en-US" altLang="zh-CN" sz="1800"/>
              <a:t>’)</a:t>
            </a:r>
            <a:endParaRPr lang="en-US" altLang="zh-CN" sz="1800"/>
          </a:p>
          <a:p>
            <a:pPr marL="990600" lvl="1" indent="-533400" eaLnBrk="1" hangingPunct="1">
              <a:lnSpc>
                <a:spcPct val="80000"/>
              </a:lnSpc>
            </a:pPr>
            <a:r>
              <a:rPr lang="en-US" altLang="zh-CN" sz="1600"/>
              <a:t>e</a:t>
            </a:r>
            <a:r>
              <a:rPr lang="en-US" altLang="zh-CN" sz="800"/>
              <a:t>2-&gt;3</a:t>
            </a:r>
            <a:r>
              <a:rPr lang="en-US" altLang="zh-CN" sz="1600"/>
              <a:t>=CATATAGGCT CGATAAGCTC</a:t>
            </a:r>
            <a:endParaRPr lang="en-US" altLang="zh-CN" sz="1600"/>
          </a:p>
          <a:p>
            <a:pPr marL="990600" lvl="1" indent="-533400" eaLnBrk="1" hangingPunct="1">
              <a:lnSpc>
                <a:spcPct val="80000"/>
              </a:lnSpc>
            </a:pPr>
            <a:r>
              <a:rPr lang="en-US" altLang="zh-CN" sz="1600"/>
              <a:t>e</a:t>
            </a:r>
            <a:r>
              <a:rPr lang="en-US" altLang="zh-CN" sz="800"/>
              <a:t>3-&gt;2</a:t>
            </a:r>
            <a:r>
              <a:rPr lang="en-US" altLang="zh-CN" sz="1600"/>
              <a:t>=GAATTTCGAT ATAGCCTAGC</a:t>
            </a:r>
            <a:endParaRPr lang="en-US" altLang="zh-CN" sz="1600"/>
          </a:p>
          <a:p>
            <a:pPr marL="609600" indent="-609600" eaLnBrk="1" hangingPunct="1">
              <a:lnSpc>
                <a:spcPct val="80000"/>
              </a:lnSpc>
              <a:buFont typeface="Wingdings" panose="05000000000000000000" pitchFamily="2" charset="2"/>
              <a:buChar char="§"/>
            </a:pPr>
            <a:r>
              <a:rPr lang="zh-CN" altLang="en-US" sz="1800"/>
              <a:t>保持了边的有向性。</a:t>
            </a:r>
            <a:endParaRPr lang="zh-CN" altLang="en-US" sz="180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7347">
                                            <p:txEl>
                                              <p:pRg st="0" end="0"/>
                                            </p:txEl>
                                          </p:spTgt>
                                        </p:tgtEl>
                                        <p:attrNameLst>
                                          <p:attrName>style.visibility</p:attrName>
                                        </p:attrNameLst>
                                      </p:cBhvr>
                                      <p:to>
                                        <p:strVal val="visible"/>
                                      </p:to>
                                    </p:set>
                                    <p:animEffect transition="in" filter="fade">
                                      <p:cBhvr>
                                        <p:cTn id="7" dur="500"/>
                                        <p:tgtEl>
                                          <p:spTgt spid="573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7347">
                                            <p:txEl>
                                              <p:pRg st="2" end="2"/>
                                            </p:txEl>
                                          </p:spTgt>
                                        </p:tgtEl>
                                        <p:attrNameLst>
                                          <p:attrName>style.visibility</p:attrName>
                                        </p:attrNameLst>
                                      </p:cBhvr>
                                      <p:to>
                                        <p:strVal val="visible"/>
                                      </p:to>
                                    </p:set>
                                    <p:animEffect transition="in" filter="fade">
                                      <p:cBhvr>
                                        <p:cTn id="12" dur="500"/>
                                        <p:tgtEl>
                                          <p:spTgt spid="57347">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7347">
                                            <p:txEl>
                                              <p:pRg st="3" end="3"/>
                                            </p:txEl>
                                          </p:spTgt>
                                        </p:tgtEl>
                                        <p:attrNameLst>
                                          <p:attrName>style.visibility</p:attrName>
                                        </p:attrNameLst>
                                      </p:cBhvr>
                                      <p:to>
                                        <p:strVal val="visible"/>
                                      </p:to>
                                    </p:set>
                                    <p:animEffect transition="in" filter="fade">
                                      <p:cBhvr>
                                        <p:cTn id="15" dur="500"/>
                                        <p:tgtEl>
                                          <p:spTgt spid="57347">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7347">
                                            <p:txEl>
                                              <p:pRg st="4" end="4"/>
                                            </p:txEl>
                                          </p:spTgt>
                                        </p:tgtEl>
                                        <p:attrNameLst>
                                          <p:attrName>style.visibility</p:attrName>
                                        </p:attrNameLst>
                                      </p:cBhvr>
                                      <p:to>
                                        <p:strVal val="visible"/>
                                      </p:to>
                                    </p:set>
                                    <p:animEffect transition="in" filter="fade">
                                      <p:cBhvr>
                                        <p:cTn id="18" dur="500"/>
                                        <p:tgtEl>
                                          <p:spTgt spid="57347">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7347">
                                            <p:txEl>
                                              <p:pRg st="5" end="5"/>
                                            </p:txEl>
                                          </p:spTgt>
                                        </p:tgtEl>
                                        <p:attrNameLst>
                                          <p:attrName>style.visibility</p:attrName>
                                        </p:attrNameLst>
                                      </p:cBhvr>
                                      <p:to>
                                        <p:strVal val="visible"/>
                                      </p:to>
                                    </p:set>
                                    <p:animEffect transition="in" filter="fade">
                                      <p:cBhvr>
                                        <p:cTn id="21" dur="500"/>
                                        <p:tgtEl>
                                          <p:spTgt spid="57347">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57347">
                                            <p:txEl>
                                              <p:pRg st="6" end="6"/>
                                            </p:txEl>
                                          </p:spTgt>
                                        </p:tgtEl>
                                        <p:attrNameLst>
                                          <p:attrName>style.visibility</p:attrName>
                                        </p:attrNameLst>
                                      </p:cBhvr>
                                      <p:to>
                                        <p:strVal val="visible"/>
                                      </p:to>
                                    </p:set>
                                    <p:animEffect transition="in" filter="fade">
                                      <p:cBhvr>
                                        <p:cTn id="26" dur="500"/>
                                        <p:tgtEl>
                                          <p:spTgt spid="57347">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57347">
                                            <p:txEl>
                                              <p:pRg st="7" end="7"/>
                                            </p:txEl>
                                          </p:spTgt>
                                        </p:tgtEl>
                                        <p:attrNameLst>
                                          <p:attrName>style.visibility</p:attrName>
                                        </p:attrNameLst>
                                      </p:cBhvr>
                                      <p:to>
                                        <p:strVal val="visible"/>
                                      </p:to>
                                    </p:set>
                                    <p:animEffect transition="in" filter="fade">
                                      <p:cBhvr>
                                        <p:cTn id="31" dur="500"/>
                                        <p:tgtEl>
                                          <p:spTgt spid="57347">
                                            <p:txEl>
                                              <p:pRg st="7" end="7"/>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57347">
                                            <p:txEl>
                                              <p:pRg st="8" end="8"/>
                                            </p:txEl>
                                          </p:spTgt>
                                        </p:tgtEl>
                                        <p:attrNameLst>
                                          <p:attrName>style.visibility</p:attrName>
                                        </p:attrNameLst>
                                      </p:cBhvr>
                                      <p:to>
                                        <p:strVal val="visible"/>
                                      </p:to>
                                    </p:set>
                                    <p:animEffect transition="in" filter="fade">
                                      <p:cBhvr>
                                        <p:cTn id="36" dur="500"/>
                                        <p:tgtEl>
                                          <p:spTgt spid="57347">
                                            <p:txEl>
                                              <p:pRg st="8" end="8"/>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57347">
                                            <p:txEl>
                                              <p:pRg st="9" end="9"/>
                                            </p:txEl>
                                          </p:spTgt>
                                        </p:tgtEl>
                                        <p:attrNameLst>
                                          <p:attrName>style.visibility</p:attrName>
                                        </p:attrNameLst>
                                      </p:cBhvr>
                                      <p:to>
                                        <p:strVal val="visible"/>
                                      </p:to>
                                    </p:set>
                                    <p:animEffect transition="in" filter="fade">
                                      <p:cBhvr>
                                        <p:cTn id="39" dur="500"/>
                                        <p:tgtEl>
                                          <p:spTgt spid="57347">
                                            <p:txEl>
                                              <p:pRg st="9" end="9"/>
                                            </p:tx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57347">
                                            <p:txEl>
                                              <p:pRg st="10" end="10"/>
                                            </p:txEl>
                                          </p:spTgt>
                                        </p:tgtEl>
                                        <p:attrNameLst>
                                          <p:attrName>style.visibility</p:attrName>
                                        </p:attrNameLst>
                                      </p:cBhvr>
                                      <p:to>
                                        <p:strVal val="visible"/>
                                      </p:to>
                                    </p:set>
                                    <p:animEffect transition="in" filter="fade">
                                      <p:cBhvr>
                                        <p:cTn id="42" dur="500"/>
                                        <p:tgtEl>
                                          <p:spTgt spid="57347">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7347">
                                            <p:txEl>
                                              <p:pRg st="11" end="11"/>
                                            </p:txEl>
                                          </p:spTgt>
                                        </p:tgtEl>
                                        <p:attrNameLst>
                                          <p:attrName>style.visibility</p:attrName>
                                        </p:attrNameLst>
                                      </p:cBhvr>
                                      <p:to>
                                        <p:strVal val="visible"/>
                                      </p:to>
                                    </p:set>
                                    <p:animEffect transition="in" filter="fade">
                                      <p:cBhvr>
                                        <p:cTn id="47" dur="500"/>
                                        <p:tgtEl>
                                          <p:spTgt spid="5734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p:cNvSpPr>
          <p:nvPr>
            <p:ph type="title"/>
          </p:nvPr>
        </p:nvSpPr>
        <p:spPr/>
        <p:txBody>
          <a:bodyPr bIns="45720"/>
          <a:lstStyle/>
          <a:p>
            <a:pPr eaLnBrk="1" hangingPunct="1"/>
            <a:r>
              <a:rPr lang="en-US" altLang="zh-CN">
                <a:ea typeface="宋体" panose="02010600030101010101" pitchFamily="2" charset="-122"/>
              </a:rPr>
              <a:t>DNA</a:t>
            </a:r>
            <a:r>
              <a:rPr lang="zh-CN" altLang="en-US">
                <a:ea typeface="宋体" panose="02010600030101010101" pitchFamily="2" charset="-122"/>
              </a:rPr>
              <a:t>实现</a:t>
            </a:r>
            <a:endParaRPr lang="zh-CN" altLang="en-US">
              <a:ea typeface="宋体" panose="02010600030101010101" pitchFamily="2" charset="-122"/>
            </a:endParaRPr>
          </a:p>
        </p:txBody>
      </p:sp>
      <p:sp>
        <p:nvSpPr>
          <p:cNvPr id="71683" name="Oval 3"/>
          <p:cNvSpPr>
            <a:spLocks noChangeArrowheads="1"/>
          </p:cNvSpPr>
          <p:nvPr/>
        </p:nvSpPr>
        <p:spPr bwMode="auto">
          <a:xfrm>
            <a:off x="5334000" y="3124200"/>
            <a:ext cx="381000" cy="3048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a:spcBef>
                <a:spcPct val="0"/>
              </a:spcBef>
              <a:buClrTx/>
              <a:buSzTx/>
              <a:buFontTx/>
              <a:buNone/>
            </a:pPr>
            <a:r>
              <a:rPr kumimoji="1" lang="ko-KR" altLang="en-US" sz="2400">
                <a:solidFill>
                  <a:schemeClr val="bg2"/>
                </a:solidFill>
                <a:latin typeface="Times New Roman" panose="02020603050405020304" pitchFamily="18" charset="0"/>
                <a:ea typeface="굴림" pitchFamily="34" charset="-127"/>
              </a:rPr>
              <a:t>1</a:t>
            </a:r>
            <a:endParaRPr kumimoji="1" lang="ko-KR" altLang="en-US" sz="2400">
              <a:solidFill>
                <a:schemeClr val="bg2"/>
              </a:solidFill>
              <a:latin typeface="Times New Roman" panose="02020603050405020304" pitchFamily="18" charset="0"/>
              <a:ea typeface="굴림" pitchFamily="34" charset="-127"/>
            </a:endParaRPr>
          </a:p>
        </p:txBody>
      </p:sp>
      <p:sp>
        <p:nvSpPr>
          <p:cNvPr id="71684" name="Oval 4"/>
          <p:cNvSpPr>
            <a:spLocks noChangeArrowheads="1"/>
          </p:cNvSpPr>
          <p:nvPr/>
        </p:nvSpPr>
        <p:spPr bwMode="auto">
          <a:xfrm>
            <a:off x="7696200" y="5181600"/>
            <a:ext cx="381000" cy="3048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a:spcBef>
                <a:spcPct val="0"/>
              </a:spcBef>
              <a:buClrTx/>
              <a:buSzTx/>
              <a:buFontTx/>
              <a:buNone/>
            </a:pPr>
            <a:r>
              <a:rPr kumimoji="1" lang="ko-KR" altLang="en-US" sz="2400">
                <a:solidFill>
                  <a:schemeClr val="bg2"/>
                </a:solidFill>
                <a:latin typeface="Times New Roman" panose="02020603050405020304" pitchFamily="18" charset="0"/>
                <a:ea typeface="굴림" pitchFamily="34" charset="-127"/>
              </a:rPr>
              <a:t>3</a:t>
            </a:r>
            <a:endParaRPr kumimoji="1" lang="ko-KR" altLang="en-US" sz="2400">
              <a:solidFill>
                <a:schemeClr val="bg2"/>
              </a:solidFill>
              <a:latin typeface="Times New Roman" panose="02020603050405020304" pitchFamily="18" charset="0"/>
              <a:ea typeface="굴림" pitchFamily="34" charset="-127"/>
            </a:endParaRPr>
          </a:p>
        </p:txBody>
      </p:sp>
      <p:sp>
        <p:nvSpPr>
          <p:cNvPr id="71685" name="Oval 5"/>
          <p:cNvSpPr>
            <a:spLocks noChangeArrowheads="1"/>
          </p:cNvSpPr>
          <p:nvPr/>
        </p:nvSpPr>
        <p:spPr bwMode="auto">
          <a:xfrm>
            <a:off x="2895600" y="5257800"/>
            <a:ext cx="381000" cy="3048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a:spcBef>
                <a:spcPct val="0"/>
              </a:spcBef>
              <a:buClrTx/>
              <a:buSzTx/>
              <a:buFontTx/>
              <a:buNone/>
            </a:pPr>
            <a:r>
              <a:rPr kumimoji="1" lang="ko-KR" altLang="en-US" sz="2400">
                <a:solidFill>
                  <a:schemeClr val="bg2"/>
                </a:solidFill>
                <a:latin typeface="Times New Roman" panose="02020603050405020304" pitchFamily="18" charset="0"/>
                <a:ea typeface="굴림" pitchFamily="34" charset="-127"/>
              </a:rPr>
              <a:t>2</a:t>
            </a:r>
            <a:endParaRPr kumimoji="1" lang="ko-KR" altLang="en-US" sz="2400">
              <a:solidFill>
                <a:schemeClr val="bg2"/>
              </a:solidFill>
              <a:latin typeface="Times New Roman" panose="02020603050405020304" pitchFamily="18" charset="0"/>
              <a:ea typeface="굴림" pitchFamily="34" charset="-127"/>
            </a:endParaRPr>
          </a:p>
        </p:txBody>
      </p:sp>
      <p:sp>
        <p:nvSpPr>
          <p:cNvPr id="71686" name="Text Box 6"/>
          <p:cNvSpPr txBox="1">
            <a:spLocks noChangeArrowheads="1"/>
          </p:cNvSpPr>
          <p:nvPr/>
        </p:nvSpPr>
        <p:spPr bwMode="auto">
          <a:xfrm>
            <a:off x="4648200" y="2209800"/>
            <a:ext cx="15255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000">
                <a:latin typeface="Tahoma" panose="020B0604030504040204" pitchFamily="34" charset="0"/>
                <a:ea typeface="굴림" pitchFamily="34" charset="-127"/>
              </a:rPr>
              <a:t>AGCT TAGG</a:t>
            </a:r>
            <a:endParaRPr kumimoji="1" lang="en-US" altLang="ko-KR" sz="2000">
              <a:latin typeface="Tahoma" panose="020B0604030504040204" pitchFamily="34" charset="0"/>
              <a:ea typeface="굴림" pitchFamily="34" charset="-127"/>
            </a:endParaRPr>
          </a:p>
        </p:txBody>
      </p:sp>
      <p:sp>
        <p:nvSpPr>
          <p:cNvPr id="71687" name="Text Box 7"/>
          <p:cNvSpPr txBox="1">
            <a:spLocks noChangeArrowheads="1"/>
          </p:cNvSpPr>
          <p:nvPr/>
        </p:nvSpPr>
        <p:spPr bwMode="auto">
          <a:xfrm>
            <a:off x="4808538" y="2514600"/>
            <a:ext cx="6016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400">
                <a:latin typeface="Times New Roman" panose="02020603050405020304" pitchFamily="18" charset="0"/>
                <a:ea typeface="굴림" pitchFamily="34" charset="-127"/>
              </a:rPr>
              <a:t>P</a:t>
            </a:r>
            <a:r>
              <a:rPr kumimoji="1" lang="en-US" altLang="ko-KR" sz="2400" baseline="-25000">
                <a:latin typeface="Times New Roman" panose="02020603050405020304" pitchFamily="18" charset="0"/>
                <a:ea typeface="굴림" pitchFamily="34" charset="-127"/>
              </a:rPr>
              <a:t>1A</a:t>
            </a:r>
            <a:endParaRPr kumimoji="1" lang="en-US" altLang="ko-KR" sz="2400">
              <a:latin typeface="Times New Roman" panose="02020603050405020304" pitchFamily="18" charset="0"/>
              <a:ea typeface="굴림" pitchFamily="34" charset="-127"/>
            </a:endParaRPr>
          </a:p>
        </p:txBody>
      </p:sp>
      <p:sp>
        <p:nvSpPr>
          <p:cNvPr id="71688" name="Text Box 8"/>
          <p:cNvSpPr txBox="1">
            <a:spLocks noChangeArrowheads="1"/>
          </p:cNvSpPr>
          <p:nvPr/>
        </p:nvSpPr>
        <p:spPr bwMode="auto">
          <a:xfrm>
            <a:off x="5562600" y="2514600"/>
            <a:ext cx="590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400">
                <a:latin typeface="Times New Roman" panose="02020603050405020304" pitchFamily="18" charset="0"/>
                <a:ea typeface="굴림" pitchFamily="34" charset="-127"/>
              </a:rPr>
              <a:t>P</a:t>
            </a:r>
            <a:r>
              <a:rPr kumimoji="1" lang="en-US" altLang="ko-KR" sz="2400" baseline="-25000">
                <a:latin typeface="Times New Roman" panose="02020603050405020304" pitchFamily="18" charset="0"/>
                <a:ea typeface="굴림" pitchFamily="34" charset="-127"/>
              </a:rPr>
              <a:t>1B</a:t>
            </a:r>
            <a:endParaRPr kumimoji="1" lang="en-US" altLang="ko-KR" sz="2400">
              <a:latin typeface="Times New Roman" panose="02020603050405020304" pitchFamily="18" charset="0"/>
              <a:ea typeface="굴림" pitchFamily="34" charset="-127"/>
            </a:endParaRPr>
          </a:p>
        </p:txBody>
      </p:sp>
      <p:sp>
        <p:nvSpPr>
          <p:cNvPr id="71689" name="Line 9"/>
          <p:cNvSpPr>
            <a:spLocks noChangeShapeType="1"/>
          </p:cNvSpPr>
          <p:nvPr/>
        </p:nvSpPr>
        <p:spPr bwMode="auto">
          <a:xfrm>
            <a:off x="5410200" y="2209800"/>
            <a:ext cx="0" cy="762000"/>
          </a:xfrm>
          <a:prstGeom prst="line">
            <a:avLst/>
          </a:prstGeom>
          <a:noFill/>
          <a:ln w="12700" cap="rnd">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690" name="Text Box 10"/>
          <p:cNvSpPr txBox="1">
            <a:spLocks noChangeArrowheads="1"/>
          </p:cNvSpPr>
          <p:nvPr/>
        </p:nvSpPr>
        <p:spPr bwMode="auto">
          <a:xfrm>
            <a:off x="2324100" y="5867400"/>
            <a:ext cx="15621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000">
                <a:latin typeface="Tahoma" panose="020B0604030504040204" pitchFamily="34" charset="0"/>
                <a:ea typeface="굴림" pitchFamily="34" charset="-127"/>
              </a:rPr>
              <a:t>ATGG CATG</a:t>
            </a:r>
            <a:endParaRPr kumimoji="1" lang="en-US" altLang="ko-KR" sz="2000">
              <a:latin typeface="Tahoma" panose="020B0604030504040204" pitchFamily="34" charset="0"/>
              <a:ea typeface="굴림" pitchFamily="34" charset="-127"/>
            </a:endParaRPr>
          </a:p>
        </p:txBody>
      </p:sp>
      <p:sp>
        <p:nvSpPr>
          <p:cNvPr id="71691" name="Text Box 11"/>
          <p:cNvSpPr txBox="1">
            <a:spLocks noChangeArrowheads="1"/>
          </p:cNvSpPr>
          <p:nvPr/>
        </p:nvSpPr>
        <p:spPr bwMode="auto">
          <a:xfrm>
            <a:off x="2457450" y="6172200"/>
            <a:ext cx="6016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400">
                <a:latin typeface="Times New Roman" panose="02020603050405020304" pitchFamily="18" charset="0"/>
                <a:ea typeface="굴림" pitchFamily="34" charset="-127"/>
              </a:rPr>
              <a:t>P</a:t>
            </a:r>
            <a:r>
              <a:rPr kumimoji="1" lang="en-US" altLang="ko-KR" sz="2400" baseline="-25000">
                <a:latin typeface="Times New Roman" panose="02020603050405020304" pitchFamily="18" charset="0"/>
                <a:ea typeface="굴림" pitchFamily="34" charset="-127"/>
              </a:rPr>
              <a:t>2A</a:t>
            </a:r>
            <a:endParaRPr kumimoji="1" lang="en-US" altLang="ko-KR" sz="2400">
              <a:latin typeface="Times New Roman" panose="02020603050405020304" pitchFamily="18" charset="0"/>
              <a:ea typeface="굴림" pitchFamily="34" charset="-127"/>
            </a:endParaRPr>
          </a:p>
        </p:txBody>
      </p:sp>
      <p:sp>
        <p:nvSpPr>
          <p:cNvPr id="71692" name="Text Box 12"/>
          <p:cNvSpPr txBox="1">
            <a:spLocks noChangeArrowheads="1"/>
          </p:cNvSpPr>
          <p:nvPr/>
        </p:nvSpPr>
        <p:spPr bwMode="auto">
          <a:xfrm>
            <a:off x="3200400" y="6172200"/>
            <a:ext cx="590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400">
                <a:latin typeface="Times New Roman" panose="02020603050405020304" pitchFamily="18" charset="0"/>
                <a:ea typeface="굴림" pitchFamily="34" charset="-127"/>
              </a:rPr>
              <a:t>P</a:t>
            </a:r>
            <a:r>
              <a:rPr kumimoji="1" lang="en-US" altLang="ko-KR" sz="2400" baseline="-25000">
                <a:latin typeface="Times New Roman" panose="02020603050405020304" pitchFamily="18" charset="0"/>
                <a:ea typeface="굴림" pitchFamily="34" charset="-127"/>
              </a:rPr>
              <a:t>2B</a:t>
            </a:r>
            <a:endParaRPr kumimoji="1" lang="en-US" altLang="ko-KR" sz="2400">
              <a:latin typeface="Times New Roman" panose="02020603050405020304" pitchFamily="18" charset="0"/>
              <a:ea typeface="굴림" pitchFamily="34" charset="-127"/>
            </a:endParaRPr>
          </a:p>
        </p:txBody>
      </p:sp>
      <p:sp>
        <p:nvSpPr>
          <p:cNvPr id="71693" name="Line 13"/>
          <p:cNvSpPr>
            <a:spLocks noChangeShapeType="1"/>
          </p:cNvSpPr>
          <p:nvPr/>
        </p:nvSpPr>
        <p:spPr bwMode="auto">
          <a:xfrm>
            <a:off x="3063875" y="5826125"/>
            <a:ext cx="0" cy="762000"/>
          </a:xfrm>
          <a:prstGeom prst="line">
            <a:avLst/>
          </a:prstGeom>
          <a:noFill/>
          <a:ln w="12700" cap="rnd">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694" name="Text Box 14"/>
          <p:cNvSpPr txBox="1">
            <a:spLocks noChangeArrowheads="1"/>
          </p:cNvSpPr>
          <p:nvPr/>
        </p:nvSpPr>
        <p:spPr bwMode="auto">
          <a:xfrm>
            <a:off x="7173913" y="5908675"/>
            <a:ext cx="15128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000">
                <a:latin typeface="Tahoma" panose="020B0604030504040204" pitchFamily="34" charset="0"/>
                <a:ea typeface="굴림" pitchFamily="34" charset="-127"/>
              </a:rPr>
              <a:t>CGAT CGAA</a:t>
            </a:r>
            <a:endParaRPr kumimoji="1" lang="en-US" altLang="ko-KR" sz="2000">
              <a:latin typeface="Tahoma" panose="020B0604030504040204" pitchFamily="34" charset="0"/>
              <a:ea typeface="굴림" pitchFamily="34" charset="-127"/>
            </a:endParaRPr>
          </a:p>
        </p:txBody>
      </p:sp>
      <p:sp>
        <p:nvSpPr>
          <p:cNvPr id="71695" name="Text Box 15"/>
          <p:cNvSpPr txBox="1">
            <a:spLocks noChangeArrowheads="1"/>
          </p:cNvSpPr>
          <p:nvPr/>
        </p:nvSpPr>
        <p:spPr bwMode="auto">
          <a:xfrm>
            <a:off x="7334250" y="6213475"/>
            <a:ext cx="6016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400">
                <a:latin typeface="Times New Roman" panose="02020603050405020304" pitchFamily="18" charset="0"/>
                <a:ea typeface="굴림" pitchFamily="34" charset="-127"/>
              </a:rPr>
              <a:t>P</a:t>
            </a:r>
            <a:r>
              <a:rPr kumimoji="1" lang="en-US" altLang="ko-KR" sz="2400" baseline="-25000">
                <a:latin typeface="Times New Roman" panose="02020603050405020304" pitchFamily="18" charset="0"/>
                <a:ea typeface="굴림" pitchFamily="34" charset="-127"/>
              </a:rPr>
              <a:t>3A</a:t>
            </a:r>
            <a:endParaRPr kumimoji="1" lang="en-US" altLang="ko-KR" sz="2400">
              <a:latin typeface="Times New Roman" panose="02020603050405020304" pitchFamily="18" charset="0"/>
              <a:ea typeface="굴림" pitchFamily="34" charset="-127"/>
            </a:endParaRPr>
          </a:p>
        </p:txBody>
      </p:sp>
      <p:sp>
        <p:nvSpPr>
          <p:cNvPr id="71696" name="Text Box 16"/>
          <p:cNvSpPr txBox="1">
            <a:spLocks noChangeArrowheads="1"/>
          </p:cNvSpPr>
          <p:nvPr/>
        </p:nvSpPr>
        <p:spPr bwMode="auto">
          <a:xfrm>
            <a:off x="8077200" y="6248400"/>
            <a:ext cx="590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400">
                <a:latin typeface="Times New Roman" panose="02020603050405020304" pitchFamily="18" charset="0"/>
                <a:ea typeface="굴림" pitchFamily="34" charset="-127"/>
              </a:rPr>
              <a:t>P</a:t>
            </a:r>
            <a:r>
              <a:rPr kumimoji="1" lang="en-US" altLang="ko-KR" sz="2400" baseline="-25000">
                <a:latin typeface="Times New Roman" panose="02020603050405020304" pitchFamily="18" charset="0"/>
                <a:ea typeface="굴림" pitchFamily="34" charset="-127"/>
              </a:rPr>
              <a:t>3B</a:t>
            </a:r>
            <a:endParaRPr kumimoji="1" lang="en-US" altLang="ko-KR" sz="2400">
              <a:latin typeface="Times New Roman" panose="02020603050405020304" pitchFamily="18" charset="0"/>
              <a:ea typeface="굴림" pitchFamily="34" charset="-127"/>
            </a:endParaRPr>
          </a:p>
        </p:txBody>
      </p:sp>
      <p:sp>
        <p:nvSpPr>
          <p:cNvPr id="71697" name="Line 17"/>
          <p:cNvSpPr>
            <a:spLocks noChangeShapeType="1"/>
          </p:cNvSpPr>
          <p:nvPr/>
        </p:nvSpPr>
        <p:spPr bwMode="auto">
          <a:xfrm>
            <a:off x="7924800" y="5867400"/>
            <a:ext cx="0" cy="762000"/>
          </a:xfrm>
          <a:prstGeom prst="line">
            <a:avLst/>
          </a:prstGeom>
          <a:noFill/>
          <a:ln w="12700" cap="rnd">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698" name="Line 18"/>
          <p:cNvSpPr>
            <a:spLocks noChangeShapeType="1"/>
          </p:cNvSpPr>
          <p:nvPr/>
        </p:nvSpPr>
        <p:spPr bwMode="auto">
          <a:xfrm flipH="1">
            <a:off x="3200400" y="3429000"/>
            <a:ext cx="2133600" cy="1828800"/>
          </a:xfrm>
          <a:prstGeom prst="line">
            <a:avLst/>
          </a:prstGeom>
          <a:noFill/>
          <a:ln w="19050" cap="sq">
            <a:solidFill>
              <a:srgbClr val="FF99CC"/>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699" name="Line 19"/>
          <p:cNvSpPr>
            <a:spLocks noChangeShapeType="1"/>
          </p:cNvSpPr>
          <p:nvPr/>
        </p:nvSpPr>
        <p:spPr bwMode="auto">
          <a:xfrm>
            <a:off x="5715000" y="3429000"/>
            <a:ext cx="2057400" cy="1752600"/>
          </a:xfrm>
          <a:prstGeom prst="line">
            <a:avLst/>
          </a:prstGeom>
          <a:noFill/>
          <a:ln w="19050" cap="sq">
            <a:solidFill>
              <a:srgbClr val="FF99CC"/>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700" name="Text Box 20"/>
          <p:cNvSpPr txBox="1">
            <a:spLocks noChangeArrowheads="1"/>
          </p:cNvSpPr>
          <p:nvPr/>
        </p:nvSpPr>
        <p:spPr bwMode="auto">
          <a:xfrm>
            <a:off x="6865938" y="3962400"/>
            <a:ext cx="590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400">
                <a:latin typeface="Times New Roman" panose="02020603050405020304" pitchFamily="18" charset="0"/>
                <a:ea typeface="굴림" pitchFamily="34" charset="-127"/>
              </a:rPr>
              <a:t>P</a:t>
            </a:r>
            <a:r>
              <a:rPr kumimoji="1" lang="en-US" altLang="ko-KR" sz="2400" baseline="-25000">
                <a:latin typeface="Times New Roman" panose="02020603050405020304" pitchFamily="18" charset="0"/>
                <a:ea typeface="굴림" pitchFamily="34" charset="-127"/>
              </a:rPr>
              <a:t>1B</a:t>
            </a:r>
            <a:endParaRPr kumimoji="1" lang="en-US" altLang="ko-KR" sz="2400">
              <a:latin typeface="Times New Roman" panose="02020603050405020304" pitchFamily="18" charset="0"/>
              <a:ea typeface="굴림" pitchFamily="34" charset="-127"/>
            </a:endParaRPr>
          </a:p>
        </p:txBody>
      </p:sp>
      <p:sp>
        <p:nvSpPr>
          <p:cNvPr id="71701" name="Text Box 21"/>
          <p:cNvSpPr txBox="1">
            <a:spLocks noChangeArrowheads="1"/>
          </p:cNvSpPr>
          <p:nvPr/>
        </p:nvSpPr>
        <p:spPr bwMode="auto">
          <a:xfrm>
            <a:off x="7639050" y="3962400"/>
            <a:ext cx="6016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400">
                <a:latin typeface="Times New Roman" panose="02020603050405020304" pitchFamily="18" charset="0"/>
                <a:ea typeface="굴림" pitchFamily="34" charset="-127"/>
              </a:rPr>
              <a:t>P</a:t>
            </a:r>
            <a:r>
              <a:rPr kumimoji="1" lang="en-US" altLang="ko-KR" sz="2400" baseline="-25000">
                <a:latin typeface="Times New Roman" panose="02020603050405020304" pitchFamily="18" charset="0"/>
                <a:ea typeface="굴림" pitchFamily="34" charset="-127"/>
              </a:rPr>
              <a:t>3A</a:t>
            </a:r>
            <a:endParaRPr kumimoji="1" lang="en-US" altLang="ko-KR" sz="2400">
              <a:latin typeface="Times New Roman" panose="02020603050405020304" pitchFamily="18" charset="0"/>
              <a:ea typeface="굴림" pitchFamily="34" charset="-127"/>
            </a:endParaRPr>
          </a:p>
        </p:txBody>
      </p:sp>
      <p:sp>
        <p:nvSpPr>
          <p:cNvPr id="71702" name="Line 22"/>
          <p:cNvSpPr>
            <a:spLocks noChangeShapeType="1"/>
          </p:cNvSpPr>
          <p:nvPr/>
        </p:nvSpPr>
        <p:spPr bwMode="auto">
          <a:xfrm>
            <a:off x="7543800" y="3505200"/>
            <a:ext cx="0" cy="762000"/>
          </a:xfrm>
          <a:prstGeom prst="line">
            <a:avLst/>
          </a:prstGeom>
          <a:noFill/>
          <a:ln w="12700" cap="rnd">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703" name="Text Box 23"/>
          <p:cNvSpPr txBox="1">
            <a:spLocks noChangeArrowheads="1"/>
          </p:cNvSpPr>
          <p:nvPr/>
        </p:nvSpPr>
        <p:spPr bwMode="auto">
          <a:xfrm>
            <a:off x="2751138" y="3810000"/>
            <a:ext cx="590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400">
                <a:latin typeface="Times New Roman" panose="02020603050405020304" pitchFamily="18" charset="0"/>
                <a:ea typeface="굴림" pitchFamily="34" charset="-127"/>
              </a:rPr>
              <a:t>P</a:t>
            </a:r>
            <a:r>
              <a:rPr kumimoji="1" lang="en-US" altLang="ko-KR" sz="2400" baseline="-25000">
                <a:latin typeface="Times New Roman" panose="02020603050405020304" pitchFamily="18" charset="0"/>
                <a:ea typeface="굴림" pitchFamily="34" charset="-127"/>
              </a:rPr>
              <a:t>1B</a:t>
            </a:r>
            <a:endParaRPr kumimoji="1" lang="en-US" altLang="ko-KR" sz="2400">
              <a:latin typeface="Times New Roman" panose="02020603050405020304" pitchFamily="18" charset="0"/>
              <a:ea typeface="굴림" pitchFamily="34" charset="-127"/>
            </a:endParaRPr>
          </a:p>
        </p:txBody>
      </p:sp>
      <p:sp>
        <p:nvSpPr>
          <p:cNvPr id="71704" name="Text Box 24"/>
          <p:cNvSpPr txBox="1">
            <a:spLocks noChangeArrowheads="1"/>
          </p:cNvSpPr>
          <p:nvPr/>
        </p:nvSpPr>
        <p:spPr bwMode="auto">
          <a:xfrm>
            <a:off x="3429000" y="3810000"/>
            <a:ext cx="6016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400">
                <a:latin typeface="Times New Roman" panose="02020603050405020304" pitchFamily="18" charset="0"/>
                <a:ea typeface="굴림" pitchFamily="34" charset="-127"/>
              </a:rPr>
              <a:t>P</a:t>
            </a:r>
            <a:r>
              <a:rPr kumimoji="1" lang="en-US" altLang="ko-KR" sz="2400" baseline="-25000">
                <a:latin typeface="Times New Roman" panose="02020603050405020304" pitchFamily="18" charset="0"/>
                <a:ea typeface="굴림" pitchFamily="34" charset="-127"/>
              </a:rPr>
              <a:t>2A</a:t>
            </a:r>
            <a:endParaRPr kumimoji="1" lang="en-US" altLang="ko-KR" sz="2400">
              <a:latin typeface="Times New Roman" panose="02020603050405020304" pitchFamily="18" charset="0"/>
              <a:ea typeface="굴림" pitchFamily="34" charset="-127"/>
            </a:endParaRPr>
          </a:p>
        </p:txBody>
      </p:sp>
      <p:sp>
        <p:nvSpPr>
          <p:cNvPr id="71705" name="Line 25"/>
          <p:cNvSpPr>
            <a:spLocks noChangeShapeType="1"/>
          </p:cNvSpPr>
          <p:nvPr/>
        </p:nvSpPr>
        <p:spPr bwMode="auto">
          <a:xfrm>
            <a:off x="3352800" y="3505200"/>
            <a:ext cx="0" cy="762000"/>
          </a:xfrm>
          <a:prstGeom prst="line">
            <a:avLst/>
          </a:prstGeom>
          <a:noFill/>
          <a:ln w="12700" cap="rnd">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706" name="Oval 26"/>
          <p:cNvSpPr>
            <a:spLocks noChangeAspect="1" noChangeArrowheads="1"/>
          </p:cNvSpPr>
          <p:nvPr/>
        </p:nvSpPr>
        <p:spPr bwMode="ltGray">
          <a:xfrm>
            <a:off x="2365375" y="1981200"/>
            <a:ext cx="228600" cy="190500"/>
          </a:xfrm>
          <a:prstGeom prst="ellipse">
            <a:avLst/>
          </a:prstGeom>
          <a:solidFill>
            <a:schemeClr val="accent1"/>
          </a:solidFill>
          <a:ln w="9525" cap="rnd">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latinLnBrk="1" hangingPunct="1">
              <a:spcBef>
                <a:spcPct val="0"/>
              </a:spcBef>
              <a:buClrTx/>
              <a:buSzTx/>
              <a:buFontTx/>
              <a:buNone/>
            </a:pPr>
            <a:r>
              <a:rPr kumimoji="1" lang="ko-KR" altLang="en-US" sz="2400">
                <a:solidFill>
                  <a:schemeClr val="bg2"/>
                </a:solidFill>
                <a:latin typeface="Times New Roman" panose="02020603050405020304" pitchFamily="18" charset="0"/>
                <a:ea typeface="굴림" pitchFamily="34" charset="-127"/>
              </a:rPr>
              <a:t>1</a:t>
            </a:r>
            <a:endParaRPr kumimoji="1" lang="ko-KR" altLang="en-US" sz="2400">
              <a:latin typeface="Times New Roman" panose="02020603050405020304" pitchFamily="18" charset="0"/>
              <a:ea typeface="굴림" pitchFamily="34" charset="-127"/>
            </a:endParaRPr>
          </a:p>
        </p:txBody>
      </p:sp>
      <p:sp>
        <p:nvSpPr>
          <p:cNvPr id="71707" name="Line 27"/>
          <p:cNvSpPr>
            <a:spLocks noChangeAspect="1" noChangeShapeType="1"/>
          </p:cNvSpPr>
          <p:nvPr/>
        </p:nvSpPr>
        <p:spPr bwMode="ltGray">
          <a:xfrm flipV="1">
            <a:off x="495300" y="1981200"/>
            <a:ext cx="381000" cy="228600"/>
          </a:xfrm>
          <a:prstGeom prst="line">
            <a:avLst/>
          </a:prstGeom>
          <a:noFill/>
          <a:ln w="9525" cap="rnd">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08" name="Line 28"/>
          <p:cNvSpPr>
            <a:spLocks noChangeAspect="1" noChangeShapeType="1"/>
          </p:cNvSpPr>
          <p:nvPr/>
        </p:nvSpPr>
        <p:spPr bwMode="ltGray">
          <a:xfrm flipV="1">
            <a:off x="1144588" y="1866900"/>
            <a:ext cx="457200" cy="38100"/>
          </a:xfrm>
          <a:prstGeom prst="line">
            <a:avLst/>
          </a:prstGeom>
          <a:noFill/>
          <a:ln w="12700" cap="rnd">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09" name="Line 29"/>
          <p:cNvSpPr>
            <a:spLocks noChangeAspect="1" noChangeShapeType="1"/>
          </p:cNvSpPr>
          <p:nvPr/>
        </p:nvSpPr>
        <p:spPr bwMode="ltGray">
          <a:xfrm>
            <a:off x="1830388" y="1828800"/>
            <a:ext cx="534987" cy="190500"/>
          </a:xfrm>
          <a:prstGeom prst="line">
            <a:avLst/>
          </a:prstGeom>
          <a:noFill/>
          <a:ln w="9525" cap="rnd">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10" name="Line 30"/>
          <p:cNvSpPr>
            <a:spLocks noChangeAspect="1" noChangeShapeType="1"/>
          </p:cNvSpPr>
          <p:nvPr/>
        </p:nvSpPr>
        <p:spPr bwMode="ltGray">
          <a:xfrm>
            <a:off x="1068388" y="2019300"/>
            <a:ext cx="76200" cy="839788"/>
          </a:xfrm>
          <a:prstGeom prst="line">
            <a:avLst/>
          </a:prstGeom>
          <a:noFill/>
          <a:ln w="9525" cap="rnd">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11" name="Line 31"/>
          <p:cNvSpPr>
            <a:spLocks noChangeAspect="1" noChangeShapeType="1"/>
          </p:cNvSpPr>
          <p:nvPr/>
        </p:nvSpPr>
        <p:spPr bwMode="ltGray">
          <a:xfrm flipV="1">
            <a:off x="533400" y="2095500"/>
            <a:ext cx="1831975" cy="190500"/>
          </a:xfrm>
          <a:prstGeom prst="line">
            <a:avLst/>
          </a:prstGeom>
          <a:noFill/>
          <a:ln w="12700" cap="rnd">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12" name="Line 32"/>
          <p:cNvSpPr>
            <a:spLocks noChangeAspect="1" noChangeShapeType="1"/>
          </p:cNvSpPr>
          <p:nvPr/>
        </p:nvSpPr>
        <p:spPr bwMode="ltGray">
          <a:xfrm>
            <a:off x="533400" y="2362200"/>
            <a:ext cx="2098675" cy="268288"/>
          </a:xfrm>
          <a:prstGeom prst="line">
            <a:avLst/>
          </a:prstGeom>
          <a:noFill/>
          <a:ln w="9525" cap="rnd">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13" name="Line 33"/>
          <p:cNvSpPr>
            <a:spLocks noChangeAspect="1" noChangeShapeType="1"/>
          </p:cNvSpPr>
          <p:nvPr/>
        </p:nvSpPr>
        <p:spPr bwMode="ltGray">
          <a:xfrm flipH="1" flipV="1">
            <a:off x="1030288" y="2057400"/>
            <a:ext cx="76200" cy="839788"/>
          </a:xfrm>
          <a:prstGeom prst="line">
            <a:avLst/>
          </a:prstGeom>
          <a:noFill/>
          <a:ln w="12700" cap="rnd">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14" name="Line 34"/>
          <p:cNvSpPr>
            <a:spLocks noChangeAspect="1" noChangeShapeType="1"/>
          </p:cNvSpPr>
          <p:nvPr/>
        </p:nvSpPr>
        <p:spPr bwMode="ltGray">
          <a:xfrm flipV="1">
            <a:off x="1258888" y="2171700"/>
            <a:ext cx="1144587" cy="801688"/>
          </a:xfrm>
          <a:prstGeom prst="line">
            <a:avLst/>
          </a:prstGeom>
          <a:noFill/>
          <a:ln w="9525" cap="rnd">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15" name="Line 35"/>
          <p:cNvSpPr>
            <a:spLocks noChangeAspect="1" noChangeShapeType="1"/>
          </p:cNvSpPr>
          <p:nvPr/>
        </p:nvSpPr>
        <p:spPr bwMode="ltGray">
          <a:xfrm>
            <a:off x="1754188" y="1943100"/>
            <a:ext cx="304800" cy="992188"/>
          </a:xfrm>
          <a:prstGeom prst="line">
            <a:avLst/>
          </a:prstGeom>
          <a:noFill/>
          <a:ln w="12700" cap="rnd">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16" name="Line 36"/>
          <p:cNvSpPr>
            <a:spLocks noChangeAspect="1" noChangeShapeType="1"/>
          </p:cNvSpPr>
          <p:nvPr/>
        </p:nvSpPr>
        <p:spPr bwMode="ltGray">
          <a:xfrm flipH="1" flipV="1">
            <a:off x="1106488" y="1981200"/>
            <a:ext cx="1258887" cy="76200"/>
          </a:xfrm>
          <a:prstGeom prst="line">
            <a:avLst/>
          </a:prstGeom>
          <a:noFill/>
          <a:ln w="25400">
            <a:solidFill>
              <a:srgbClr val="FF99CC"/>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17" name="Line 37"/>
          <p:cNvSpPr>
            <a:spLocks noChangeAspect="1" noChangeShapeType="1"/>
          </p:cNvSpPr>
          <p:nvPr/>
        </p:nvSpPr>
        <p:spPr bwMode="ltGray">
          <a:xfrm flipH="1">
            <a:off x="1258888" y="2133600"/>
            <a:ext cx="1106487" cy="801688"/>
          </a:xfrm>
          <a:prstGeom prst="line">
            <a:avLst/>
          </a:prstGeom>
          <a:noFill/>
          <a:ln w="25400">
            <a:solidFill>
              <a:srgbClr val="FF99CC"/>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18" name="Line 38"/>
          <p:cNvSpPr>
            <a:spLocks noChangeAspect="1" noChangeShapeType="1"/>
          </p:cNvSpPr>
          <p:nvPr/>
        </p:nvSpPr>
        <p:spPr bwMode="ltGray">
          <a:xfrm flipH="1" flipV="1">
            <a:off x="1258888" y="3011488"/>
            <a:ext cx="723900" cy="38100"/>
          </a:xfrm>
          <a:prstGeom prst="line">
            <a:avLst/>
          </a:prstGeom>
          <a:noFill/>
          <a:ln w="9525" cap="rnd">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19" name="Line 39"/>
          <p:cNvSpPr>
            <a:spLocks noChangeAspect="1" noChangeShapeType="1"/>
          </p:cNvSpPr>
          <p:nvPr/>
        </p:nvSpPr>
        <p:spPr bwMode="ltGray">
          <a:xfrm flipV="1">
            <a:off x="2211388" y="2706688"/>
            <a:ext cx="458787" cy="304800"/>
          </a:xfrm>
          <a:prstGeom prst="line">
            <a:avLst/>
          </a:prstGeom>
          <a:noFill/>
          <a:ln w="12700" cap="rnd">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20" name="Oval 40"/>
          <p:cNvSpPr>
            <a:spLocks noChangeAspect="1" noChangeArrowheads="1"/>
          </p:cNvSpPr>
          <p:nvPr/>
        </p:nvSpPr>
        <p:spPr bwMode="ltGray">
          <a:xfrm>
            <a:off x="304800" y="2209800"/>
            <a:ext cx="228600" cy="190500"/>
          </a:xfrm>
          <a:prstGeom prst="ellipse">
            <a:avLst/>
          </a:prstGeom>
          <a:solidFill>
            <a:schemeClr val="accent1"/>
          </a:solidFill>
          <a:ln w="9525" cap="rnd">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latinLnBrk="1" hangingPunct="1">
              <a:spcBef>
                <a:spcPct val="0"/>
              </a:spcBef>
              <a:buClrTx/>
              <a:buSzTx/>
              <a:buFontTx/>
              <a:buNone/>
            </a:pPr>
            <a:r>
              <a:rPr kumimoji="1" lang="ko-KR" altLang="en-US" sz="2400">
                <a:solidFill>
                  <a:schemeClr val="bg2"/>
                </a:solidFill>
                <a:latin typeface="Times New Roman" panose="02020603050405020304" pitchFamily="18" charset="0"/>
                <a:ea typeface="굴림" pitchFamily="34" charset="-127"/>
              </a:rPr>
              <a:t>0</a:t>
            </a:r>
            <a:endParaRPr kumimoji="1" lang="ko-KR" altLang="en-US" sz="2400">
              <a:latin typeface="Times New Roman" panose="02020603050405020304" pitchFamily="18" charset="0"/>
              <a:ea typeface="굴림" pitchFamily="34" charset="-127"/>
            </a:endParaRPr>
          </a:p>
        </p:txBody>
      </p:sp>
      <p:sp>
        <p:nvSpPr>
          <p:cNvPr id="71721" name="Oval 41"/>
          <p:cNvSpPr>
            <a:spLocks noChangeAspect="1" noChangeArrowheads="1"/>
          </p:cNvSpPr>
          <p:nvPr/>
        </p:nvSpPr>
        <p:spPr bwMode="ltGray">
          <a:xfrm>
            <a:off x="876300" y="1828800"/>
            <a:ext cx="230188" cy="190500"/>
          </a:xfrm>
          <a:prstGeom prst="ellipse">
            <a:avLst/>
          </a:prstGeom>
          <a:solidFill>
            <a:schemeClr val="accent1"/>
          </a:solidFill>
          <a:ln w="9525" cap="rnd">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latinLnBrk="1" hangingPunct="1">
              <a:spcBef>
                <a:spcPct val="0"/>
              </a:spcBef>
              <a:buClrTx/>
              <a:buSzTx/>
              <a:buFontTx/>
              <a:buNone/>
            </a:pPr>
            <a:r>
              <a:rPr kumimoji="1" lang="ko-KR" altLang="en-US" sz="2400">
                <a:solidFill>
                  <a:schemeClr val="bg2"/>
                </a:solidFill>
                <a:latin typeface="Times New Roman" panose="02020603050405020304" pitchFamily="18" charset="0"/>
                <a:ea typeface="굴림" pitchFamily="34" charset="-127"/>
              </a:rPr>
              <a:t>3</a:t>
            </a:r>
            <a:endParaRPr kumimoji="1" lang="ko-KR" altLang="en-US" sz="2400">
              <a:latin typeface="Times New Roman" panose="02020603050405020304" pitchFamily="18" charset="0"/>
              <a:ea typeface="굴림" pitchFamily="34" charset="-127"/>
            </a:endParaRPr>
          </a:p>
        </p:txBody>
      </p:sp>
      <p:sp>
        <p:nvSpPr>
          <p:cNvPr id="71722" name="Oval 42"/>
          <p:cNvSpPr>
            <a:spLocks noChangeAspect="1" noChangeArrowheads="1"/>
          </p:cNvSpPr>
          <p:nvPr/>
        </p:nvSpPr>
        <p:spPr bwMode="ltGray">
          <a:xfrm>
            <a:off x="1030288" y="2897188"/>
            <a:ext cx="228600" cy="190500"/>
          </a:xfrm>
          <a:prstGeom prst="ellipse">
            <a:avLst/>
          </a:prstGeom>
          <a:solidFill>
            <a:schemeClr val="accent1"/>
          </a:solidFill>
          <a:ln w="9525" cap="rnd">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latinLnBrk="1" hangingPunct="1">
              <a:spcBef>
                <a:spcPct val="0"/>
              </a:spcBef>
              <a:buClrTx/>
              <a:buSzTx/>
              <a:buFontTx/>
              <a:buNone/>
            </a:pPr>
            <a:r>
              <a:rPr kumimoji="1" lang="ko-KR" altLang="en-US" sz="2400">
                <a:solidFill>
                  <a:schemeClr val="bg2"/>
                </a:solidFill>
                <a:latin typeface="Times New Roman" panose="02020603050405020304" pitchFamily="18" charset="0"/>
                <a:ea typeface="굴림" pitchFamily="34" charset="-127"/>
              </a:rPr>
              <a:t>2</a:t>
            </a:r>
            <a:endParaRPr kumimoji="1" lang="ko-KR" altLang="en-US" sz="2400">
              <a:latin typeface="Times New Roman" panose="02020603050405020304" pitchFamily="18" charset="0"/>
              <a:ea typeface="굴림" pitchFamily="34" charset="-127"/>
            </a:endParaRPr>
          </a:p>
        </p:txBody>
      </p:sp>
      <p:sp>
        <p:nvSpPr>
          <p:cNvPr id="71723" name="Oval 43"/>
          <p:cNvSpPr>
            <a:spLocks noChangeAspect="1" noChangeArrowheads="1"/>
          </p:cNvSpPr>
          <p:nvPr/>
        </p:nvSpPr>
        <p:spPr bwMode="ltGray">
          <a:xfrm>
            <a:off x="1982788" y="2935288"/>
            <a:ext cx="228600" cy="190500"/>
          </a:xfrm>
          <a:prstGeom prst="ellipse">
            <a:avLst/>
          </a:prstGeom>
          <a:solidFill>
            <a:schemeClr val="accent1"/>
          </a:solidFill>
          <a:ln w="9525" cap="rnd">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latinLnBrk="1" hangingPunct="1">
              <a:spcBef>
                <a:spcPct val="0"/>
              </a:spcBef>
              <a:buClrTx/>
              <a:buSzTx/>
              <a:buFontTx/>
              <a:buNone/>
            </a:pPr>
            <a:r>
              <a:rPr kumimoji="1" lang="ko-KR" altLang="en-US" sz="2400">
                <a:solidFill>
                  <a:schemeClr val="bg2"/>
                </a:solidFill>
                <a:latin typeface="Times New Roman" panose="02020603050405020304" pitchFamily="18" charset="0"/>
                <a:ea typeface="굴림" pitchFamily="34" charset="-127"/>
              </a:rPr>
              <a:t>5</a:t>
            </a:r>
            <a:endParaRPr kumimoji="1" lang="ko-KR" altLang="en-US" sz="2400">
              <a:latin typeface="Times New Roman" panose="02020603050405020304" pitchFamily="18" charset="0"/>
              <a:ea typeface="굴림" pitchFamily="34" charset="-127"/>
            </a:endParaRPr>
          </a:p>
        </p:txBody>
      </p:sp>
      <p:sp>
        <p:nvSpPr>
          <p:cNvPr id="71724" name="Oval 44"/>
          <p:cNvSpPr>
            <a:spLocks noChangeAspect="1" noChangeArrowheads="1"/>
          </p:cNvSpPr>
          <p:nvPr/>
        </p:nvSpPr>
        <p:spPr bwMode="ltGray">
          <a:xfrm>
            <a:off x="2632075" y="2554288"/>
            <a:ext cx="228600" cy="190500"/>
          </a:xfrm>
          <a:prstGeom prst="ellipse">
            <a:avLst/>
          </a:prstGeom>
          <a:solidFill>
            <a:schemeClr val="accent1"/>
          </a:solidFill>
          <a:ln w="9525" cap="rnd">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latinLnBrk="1" hangingPunct="1">
              <a:spcBef>
                <a:spcPct val="0"/>
              </a:spcBef>
              <a:buClrTx/>
              <a:buSzTx/>
              <a:buFontTx/>
              <a:buNone/>
            </a:pPr>
            <a:r>
              <a:rPr kumimoji="1" lang="ko-KR" altLang="en-US" sz="2400">
                <a:solidFill>
                  <a:schemeClr val="bg2"/>
                </a:solidFill>
                <a:latin typeface="Times New Roman" panose="02020603050405020304" pitchFamily="18" charset="0"/>
                <a:ea typeface="굴림" pitchFamily="34" charset="-127"/>
              </a:rPr>
              <a:t>6</a:t>
            </a:r>
            <a:endParaRPr kumimoji="1" lang="ko-KR" altLang="en-US" sz="2400">
              <a:latin typeface="Times New Roman" panose="02020603050405020304" pitchFamily="18" charset="0"/>
              <a:ea typeface="굴림" pitchFamily="34" charset="-127"/>
            </a:endParaRPr>
          </a:p>
        </p:txBody>
      </p:sp>
      <p:sp>
        <p:nvSpPr>
          <p:cNvPr id="71725" name="Oval 45"/>
          <p:cNvSpPr>
            <a:spLocks noChangeAspect="1" noChangeArrowheads="1"/>
          </p:cNvSpPr>
          <p:nvPr/>
        </p:nvSpPr>
        <p:spPr bwMode="ltGray">
          <a:xfrm>
            <a:off x="1601788" y="1752600"/>
            <a:ext cx="228600" cy="190500"/>
          </a:xfrm>
          <a:prstGeom prst="ellipse">
            <a:avLst/>
          </a:prstGeom>
          <a:solidFill>
            <a:schemeClr val="accent1"/>
          </a:solidFill>
          <a:ln w="9525" cap="rnd">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latinLnBrk="1" hangingPunct="1">
              <a:spcBef>
                <a:spcPct val="0"/>
              </a:spcBef>
              <a:buClrTx/>
              <a:buSzTx/>
              <a:buFontTx/>
              <a:buNone/>
            </a:pPr>
            <a:r>
              <a:rPr kumimoji="1" lang="ko-KR" altLang="en-US" sz="2400">
                <a:solidFill>
                  <a:schemeClr val="bg2"/>
                </a:solidFill>
                <a:latin typeface="Times New Roman" panose="02020603050405020304" pitchFamily="18" charset="0"/>
                <a:ea typeface="굴림" pitchFamily="34" charset="-127"/>
              </a:rPr>
              <a:t>4</a:t>
            </a:r>
            <a:endParaRPr kumimoji="1" lang="ko-KR" altLang="en-US" sz="2400">
              <a:latin typeface="Times New Roman" panose="02020603050405020304" pitchFamily="18" charset="0"/>
              <a:ea typeface="굴림" pitchFamily="34" charset="-127"/>
            </a:endParaRPr>
          </a:p>
        </p:txBody>
      </p:sp>
      <p:sp>
        <p:nvSpPr>
          <p:cNvPr id="71726" name="Text Box 46"/>
          <p:cNvSpPr txBox="1">
            <a:spLocks noChangeArrowheads="1"/>
          </p:cNvSpPr>
          <p:nvPr/>
        </p:nvSpPr>
        <p:spPr bwMode="auto">
          <a:xfrm>
            <a:off x="2514600" y="3505200"/>
            <a:ext cx="1622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eaLnBrk="1" latinLnBrk="1" hangingPunct="1">
              <a:spcBef>
                <a:spcPct val="0"/>
              </a:spcBef>
              <a:buClrTx/>
              <a:buSzTx/>
              <a:buFontTx/>
              <a:buNone/>
            </a:pPr>
            <a:r>
              <a:rPr kumimoji="1" lang="en-US" altLang="ko-KR" sz="2000">
                <a:latin typeface="Tahoma" panose="020B0604030504040204" pitchFamily="34" charset="0"/>
                <a:ea typeface="굴림" pitchFamily="34" charset="-127"/>
              </a:rPr>
              <a:t>TAGG  ATGG</a:t>
            </a:r>
            <a:endParaRPr kumimoji="1" lang="en-US" altLang="ko-KR" sz="2000">
              <a:latin typeface="Tahoma" panose="020B0604030504040204" pitchFamily="34" charset="0"/>
              <a:ea typeface="굴림" pitchFamily="34" charset="-127"/>
            </a:endParaRPr>
          </a:p>
        </p:txBody>
      </p:sp>
      <p:sp>
        <p:nvSpPr>
          <p:cNvPr id="71727" name="Text Box 47"/>
          <p:cNvSpPr txBox="1">
            <a:spLocks noChangeArrowheads="1"/>
          </p:cNvSpPr>
          <p:nvPr/>
        </p:nvSpPr>
        <p:spPr bwMode="auto">
          <a:xfrm>
            <a:off x="6705600" y="3657600"/>
            <a:ext cx="16049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000">
                <a:latin typeface="Tahoma" panose="020B0604030504040204" pitchFamily="34" charset="0"/>
                <a:ea typeface="굴림" pitchFamily="34" charset="-127"/>
              </a:rPr>
              <a:t>TAGG  CGAT</a:t>
            </a:r>
            <a:endParaRPr kumimoji="1" lang="en-US" altLang="ko-KR" sz="2000">
              <a:latin typeface="Tahoma" panose="020B0604030504040204" pitchFamily="34" charset="0"/>
              <a:ea typeface="굴림" pitchFamily="34" charset="-127"/>
            </a:endParaRPr>
          </a:p>
        </p:txBody>
      </p:sp>
      <p:sp>
        <p:nvSpPr>
          <p:cNvPr id="71728" name="AutoShape 48"/>
          <p:cNvSpPr>
            <a:spLocks noChangeArrowheads="1"/>
          </p:cNvSpPr>
          <p:nvPr/>
        </p:nvSpPr>
        <p:spPr bwMode="auto">
          <a:xfrm>
            <a:off x="1981200" y="1828800"/>
            <a:ext cx="990600" cy="533400"/>
          </a:xfrm>
          <a:prstGeom prst="roundRect">
            <a:avLst>
              <a:gd name="adj" fmla="val 16667"/>
            </a:avLst>
          </a:prstGeom>
          <a:solidFill>
            <a:srgbClr val="FFCC99">
              <a:alpha val="50195"/>
            </a:srgbClr>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71729" name="AutoShape 49"/>
          <p:cNvSpPr>
            <a:spLocks noChangeArrowheads="1"/>
          </p:cNvSpPr>
          <p:nvPr/>
        </p:nvSpPr>
        <p:spPr bwMode="auto">
          <a:xfrm rot="1829144">
            <a:off x="3200400" y="2438400"/>
            <a:ext cx="914400" cy="457200"/>
          </a:xfrm>
          <a:prstGeom prst="rightArrow">
            <a:avLst>
              <a:gd name="adj1" fmla="val 50000"/>
              <a:gd name="adj2" fmla="val 50000"/>
            </a:avLst>
          </a:prstGeom>
          <a:solidFill>
            <a:srgbClr val="FFFF99"/>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Oval 2"/>
          <p:cNvSpPr>
            <a:spLocks noChangeAspect="1" noChangeArrowheads="1"/>
          </p:cNvSpPr>
          <p:nvPr/>
        </p:nvSpPr>
        <p:spPr bwMode="ltGray">
          <a:xfrm>
            <a:off x="2365375" y="1981200"/>
            <a:ext cx="228600" cy="190500"/>
          </a:xfrm>
          <a:prstGeom prst="ellipse">
            <a:avLst/>
          </a:prstGeom>
          <a:solidFill>
            <a:schemeClr val="accent1"/>
          </a:solidFill>
          <a:ln w="9525" cap="rnd">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latinLnBrk="1" hangingPunct="1">
              <a:spcBef>
                <a:spcPct val="0"/>
              </a:spcBef>
              <a:buClrTx/>
              <a:buSzTx/>
              <a:buFontTx/>
              <a:buNone/>
            </a:pPr>
            <a:r>
              <a:rPr kumimoji="1" lang="ko-KR" altLang="en-US" sz="2400">
                <a:solidFill>
                  <a:schemeClr val="bg2"/>
                </a:solidFill>
                <a:latin typeface="Times New Roman" panose="02020603050405020304" pitchFamily="18" charset="0"/>
                <a:ea typeface="굴림" pitchFamily="34" charset="-127"/>
              </a:rPr>
              <a:t>1</a:t>
            </a:r>
            <a:endParaRPr kumimoji="1" lang="ko-KR" altLang="en-US" sz="2400">
              <a:latin typeface="Times New Roman" panose="02020603050405020304" pitchFamily="18" charset="0"/>
              <a:ea typeface="굴림" pitchFamily="34" charset="-127"/>
            </a:endParaRPr>
          </a:p>
        </p:txBody>
      </p:sp>
      <p:sp>
        <p:nvSpPr>
          <p:cNvPr id="72707" name="Line 3"/>
          <p:cNvSpPr>
            <a:spLocks noChangeAspect="1" noChangeShapeType="1"/>
          </p:cNvSpPr>
          <p:nvPr/>
        </p:nvSpPr>
        <p:spPr bwMode="ltGray">
          <a:xfrm flipV="1">
            <a:off x="495300" y="1981200"/>
            <a:ext cx="381000" cy="228600"/>
          </a:xfrm>
          <a:prstGeom prst="line">
            <a:avLst/>
          </a:prstGeom>
          <a:noFill/>
          <a:ln w="9525" cap="rnd">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08" name="Line 4"/>
          <p:cNvSpPr>
            <a:spLocks noChangeAspect="1" noChangeShapeType="1"/>
          </p:cNvSpPr>
          <p:nvPr/>
        </p:nvSpPr>
        <p:spPr bwMode="ltGray">
          <a:xfrm flipV="1">
            <a:off x="1144588" y="1866900"/>
            <a:ext cx="457200" cy="38100"/>
          </a:xfrm>
          <a:prstGeom prst="line">
            <a:avLst/>
          </a:prstGeom>
          <a:noFill/>
          <a:ln w="12700" cap="rnd">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09" name="Line 5"/>
          <p:cNvSpPr>
            <a:spLocks noChangeAspect="1" noChangeShapeType="1"/>
          </p:cNvSpPr>
          <p:nvPr/>
        </p:nvSpPr>
        <p:spPr bwMode="ltGray">
          <a:xfrm>
            <a:off x="1830388" y="1828800"/>
            <a:ext cx="534987" cy="190500"/>
          </a:xfrm>
          <a:prstGeom prst="line">
            <a:avLst/>
          </a:prstGeom>
          <a:noFill/>
          <a:ln w="9525" cap="rnd">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10" name="Line 6"/>
          <p:cNvSpPr>
            <a:spLocks noChangeAspect="1" noChangeShapeType="1"/>
          </p:cNvSpPr>
          <p:nvPr/>
        </p:nvSpPr>
        <p:spPr bwMode="ltGray">
          <a:xfrm>
            <a:off x="1068388" y="2019300"/>
            <a:ext cx="76200" cy="839788"/>
          </a:xfrm>
          <a:prstGeom prst="line">
            <a:avLst/>
          </a:prstGeom>
          <a:noFill/>
          <a:ln w="9525" cap="rnd">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11" name="Line 7"/>
          <p:cNvSpPr>
            <a:spLocks noChangeAspect="1" noChangeShapeType="1"/>
          </p:cNvSpPr>
          <p:nvPr/>
        </p:nvSpPr>
        <p:spPr bwMode="ltGray">
          <a:xfrm flipV="1">
            <a:off x="533400" y="2095500"/>
            <a:ext cx="1831975" cy="190500"/>
          </a:xfrm>
          <a:prstGeom prst="line">
            <a:avLst/>
          </a:prstGeom>
          <a:noFill/>
          <a:ln w="12700" cap="rnd">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12" name="Line 8"/>
          <p:cNvSpPr>
            <a:spLocks noChangeAspect="1" noChangeShapeType="1"/>
          </p:cNvSpPr>
          <p:nvPr/>
        </p:nvSpPr>
        <p:spPr bwMode="ltGray">
          <a:xfrm>
            <a:off x="533400" y="2362200"/>
            <a:ext cx="2098675" cy="268288"/>
          </a:xfrm>
          <a:prstGeom prst="line">
            <a:avLst/>
          </a:prstGeom>
          <a:noFill/>
          <a:ln w="9525" cap="rnd">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13" name="Line 9"/>
          <p:cNvSpPr>
            <a:spLocks noChangeAspect="1" noChangeShapeType="1"/>
          </p:cNvSpPr>
          <p:nvPr/>
        </p:nvSpPr>
        <p:spPr bwMode="ltGray">
          <a:xfrm flipH="1" flipV="1">
            <a:off x="1030288" y="2057400"/>
            <a:ext cx="76200" cy="839788"/>
          </a:xfrm>
          <a:prstGeom prst="line">
            <a:avLst/>
          </a:prstGeom>
          <a:noFill/>
          <a:ln w="12700" cap="rnd">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14" name="Line 10"/>
          <p:cNvSpPr>
            <a:spLocks noChangeAspect="1" noChangeShapeType="1"/>
          </p:cNvSpPr>
          <p:nvPr/>
        </p:nvSpPr>
        <p:spPr bwMode="ltGray">
          <a:xfrm flipV="1">
            <a:off x="1258888" y="2171700"/>
            <a:ext cx="1144587" cy="801688"/>
          </a:xfrm>
          <a:prstGeom prst="line">
            <a:avLst/>
          </a:prstGeom>
          <a:noFill/>
          <a:ln w="9525" cap="rnd">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15" name="Line 11"/>
          <p:cNvSpPr>
            <a:spLocks noChangeAspect="1" noChangeShapeType="1"/>
          </p:cNvSpPr>
          <p:nvPr/>
        </p:nvSpPr>
        <p:spPr bwMode="ltGray">
          <a:xfrm>
            <a:off x="1754188" y="1943100"/>
            <a:ext cx="304800" cy="992188"/>
          </a:xfrm>
          <a:prstGeom prst="line">
            <a:avLst/>
          </a:prstGeom>
          <a:noFill/>
          <a:ln w="12700" cap="rnd">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16" name="Line 12"/>
          <p:cNvSpPr>
            <a:spLocks noChangeAspect="1" noChangeShapeType="1"/>
          </p:cNvSpPr>
          <p:nvPr/>
        </p:nvSpPr>
        <p:spPr bwMode="ltGray">
          <a:xfrm flipH="1" flipV="1">
            <a:off x="1106488" y="1981200"/>
            <a:ext cx="1258887" cy="76200"/>
          </a:xfrm>
          <a:prstGeom prst="line">
            <a:avLst/>
          </a:prstGeom>
          <a:noFill/>
          <a:ln w="25400">
            <a:solidFill>
              <a:srgbClr val="FF99CC"/>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17" name="Line 13"/>
          <p:cNvSpPr>
            <a:spLocks noChangeAspect="1" noChangeShapeType="1"/>
          </p:cNvSpPr>
          <p:nvPr/>
        </p:nvSpPr>
        <p:spPr bwMode="ltGray">
          <a:xfrm flipH="1">
            <a:off x="1258888" y="2133600"/>
            <a:ext cx="1106487" cy="801688"/>
          </a:xfrm>
          <a:prstGeom prst="line">
            <a:avLst/>
          </a:prstGeom>
          <a:noFill/>
          <a:ln w="25400">
            <a:solidFill>
              <a:srgbClr val="FF99CC"/>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18" name="Line 14"/>
          <p:cNvSpPr>
            <a:spLocks noChangeAspect="1" noChangeShapeType="1"/>
          </p:cNvSpPr>
          <p:nvPr/>
        </p:nvSpPr>
        <p:spPr bwMode="ltGray">
          <a:xfrm flipH="1" flipV="1">
            <a:off x="1258888" y="3011488"/>
            <a:ext cx="723900" cy="38100"/>
          </a:xfrm>
          <a:prstGeom prst="line">
            <a:avLst/>
          </a:prstGeom>
          <a:noFill/>
          <a:ln w="9525" cap="rnd">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19" name="Line 15"/>
          <p:cNvSpPr>
            <a:spLocks noChangeAspect="1" noChangeShapeType="1"/>
          </p:cNvSpPr>
          <p:nvPr/>
        </p:nvSpPr>
        <p:spPr bwMode="ltGray">
          <a:xfrm flipV="1">
            <a:off x="2211388" y="2706688"/>
            <a:ext cx="458787" cy="304800"/>
          </a:xfrm>
          <a:prstGeom prst="line">
            <a:avLst/>
          </a:prstGeom>
          <a:noFill/>
          <a:ln w="12700" cap="rnd">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20" name="Oval 16"/>
          <p:cNvSpPr>
            <a:spLocks noChangeAspect="1" noChangeArrowheads="1"/>
          </p:cNvSpPr>
          <p:nvPr/>
        </p:nvSpPr>
        <p:spPr bwMode="ltGray">
          <a:xfrm>
            <a:off x="304800" y="2209800"/>
            <a:ext cx="228600" cy="190500"/>
          </a:xfrm>
          <a:prstGeom prst="ellipse">
            <a:avLst/>
          </a:prstGeom>
          <a:solidFill>
            <a:schemeClr val="accent1"/>
          </a:solidFill>
          <a:ln w="9525" cap="rnd">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latinLnBrk="1" hangingPunct="1">
              <a:spcBef>
                <a:spcPct val="0"/>
              </a:spcBef>
              <a:buClrTx/>
              <a:buSzTx/>
              <a:buFontTx/>
              <a:buNone/>
            </a:pPr>
            <a:r>
              <a:rPr kumimoji="1" lang="ko-KR" altLang="en-US" sz="2400">
                <a:solidFill>
                  <a:schemeClr val="bg2"/>
                </a:solidFill>
                <a:latin typeface="Times New Roman" panose="02020603050405020304" pitchFamily="18" charset="0"/>
                <a:ea typeface="굴림" pitchFamily="34" charset="-127"/>
              </a:rPr>
              <a:t>0</a:t>
            </a:r>
            <a:endParaRPr kumimoji="1" lang="ko-KR" altLang="en-US" sz="2400">
              <a:latin typeface="Times New Roman" panose="02020603050405020304" pitchFamily="18" charset="0"/>
              <a:ea typeface="굴림" pitchFamily="34" charset="-127"/>
            </a:endParaRPr>
          </a:p>
        </p:txBody>
      </p:sp>
      <p:sp>
        <p:nvSpPr>
          <p:cNvPr id="72721" name="Oval 17"/>
          <p:cNvSpPr>
            <a:spLocks noChangeAspect="1" noChangeArrowheads="1"/>
          </p:cNvSpPr>
          <p:nvPr/>
        </p:nvSpPr>
        <p:spPr bwMode="ltGray">
          <a:xfrm>
            <a:off x="876300" y="1828800"/>
            <a:ext cx="230188" cy="190500"/>
          </a:xfrm>
          <a:prstGeom prst="ellipse">
            <a:avLst/>
          </a:prstGeom>
          <a:solidFill>
            <a:schemeClr val="accent1"/>
          </a:solidFill>
          <a:ln w="9525" cap="rnd">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latinLnBrk="1" hangingPunct="1">
              <a:spcBef>
                <a:spcPct val="0"/>
              </a:spcBef>
              <a:buClrTx/>
              <a:buSzTx/>
              <a:buFontTx/>
              <a:buNone/>
            </a:pPr>
            <a:r>
              <a:rPr kumimoji="1" lang="ko-KR" altLang="en-US" sz="2400">
                <a:solidFill>
                  <a:schemeClr val="bg2"/>
                </a:solidFill>
                <a:latin typeface="Times New Roman" panose="02020603050405020304" pitchFamily="18" charset="0"/>
                <a:ea typeface="굴림" pitchFamily="34" charset="-127"/>
              </a:rPr>
              <a:t>3</a:t>
            </a:r>
            <a:endParaRPr kumimoji="1" lang="ko-KR" altLang="en-US" sz="2400">
              <a:latin typeface="Times New Roman" panose="02020603050405020304" pitchFamily="18" charset="0"/>
              <a:ea typeface="굴림" pitchFamily="34" charset="-127"/>
            </a:endParaRPr>
          </a:p>
        </p:txBody>
      </p:sp>
      <p:sp>
        <p:nvSpPr>
          <p:cNvPr id="72722" name="Oval 18"/>
          <p:cNvSpPr>
            <a:spLocks noChangeAspect="1" noChangeArrowheads="1"/>
          </p:cNvSpPr>
          <p:nvPr/>
        </p:nvSpPr>
        <p:spPr bwMode="ltGray">
          <a:xfrm>
            <a:off x="1030288" y="2897188"/>
            <a:ext cx="228600" cy="190500"/>
          </a:xfrm>
          <a:prstGeom prst="ellipse">
            <a:avLst/>
          </a:prstGeom>
          <a:solidFill>
            <a:schemeClr val="accent1"/>
          </a:solidFill>
          <a:ln w="9525" cap="rnd">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latinLnBrk="1" hangingPunct="1">
              <a:spcBef>
                <a:spcPct val="0"/>
              </a:spcBef>
              <a:buClrTx/>
              <a:buSzTx/>
              <a:buFontTx/>
              <a:buNone/>
            </a:pPr>
            <a:r>
              <a:rPr kumimoji="1" lang="ko-KR" altLang="en-US" sz="2400">
                <a:solidFill>
                  <a:schemeClr val="bg2"/>
                </a:solidFill>
                <a:latin typeface="Times New Roman" panose="02020603050405020304" pitchFamily="18" charset="0"/>
                <a:ea typeface="굴림" pitchFamily="34" charset="-127"/>
              </a:rPr>
              <a:t>2</a:t>
            </a:r>
            <a:endParaRPr kumimoji="1" lang="ko-KR" altLang="en-US" sz="2400">
              <a:latin typeface="Times New Roman" panose="02020603050405020304" pitchFamily="18" charset="0"/>
              <a:ea typeface="굴림" pitchFamily="34" charset="-127"/>
            </a:endParaRPr>
          </a:p>
        </p:txBody>
      </p:sp>
      <p:sp>
        <p:nvSpPr>
          <p:cNvPr id="72723" name="Oval 19"/>
          <p:cNvSpPr>
            <a:spLocks noChangeAspect="1" noChangeArrowheads="1"/>
          </p:cNvSpPr>
          <p:nvPr/>
        </p:nvSpPr>
        <p:spPr bwMode="ltGray">
          <a:xfrm>
            <a:off x="1982788" y="2935288"/>
            <a:ext cx="228600" cy="190500"/>
          </a:xfrm>
          <a:prstGeom prst="ellipse">
            <a:avLst/>
          </a:prstGeom>
          <a:solidFill>
            <a:schemeClr val="accent1"/>
          </a:solidFill>
          <a:ln w="9525" cap="rnd">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latinLnBrk="1" hangingPunct="1">
              <a:spcBef>
                <a:spcPct val="0"/>
              </a:spcBef>
              <a:buClrTx/>
              <a:buSzTx/>
              <a:buFontTx/>
              <a:buNone/>
            </a:pPr>
            <a:r>
              <a:rPr kumimoji="1" lang="ko-KR" altLang="en-US" sz="2400">
                <a:solidFill>
                  <a:schemeClr val="bg2"/>
                </a:solidFill>
                <a:latin typeface="Times New Roman" panose="02020603050405020304" pitchFamily="18" charset="0"/>
                <a:ea typeface="굴림" pitchFamily="34" charset="-127"/>
              </a:rPr>
              <a:t>5</a:t>
            </a:r>
            <a:endParaRPr kumimoji="1" lang="ko-KR" altLang="en-US" sz="2400">
              <a:latin typeface="Times New Roman" panose="02020603050405020304" pitchFamily="18" charset="0"/>
              <a:ea typeface="굴림" pitchFamily="34" charset="-127"/>
            </a:endParaRPr>
          </a:p>
        </p:txBody>
      </p:sp>
      <p:sp>
        <p:nvSpPr>
          <p:cNvPr id="72724" name="Oval 20"/>
          <p:cNvSpPr>
            <a:spLocks noChangeAspect="1" noChangeArrowheads="1"/>
          </p:cNvSpPr>
          <p:nvPr/>
        </p:nvSpPr>
        <p:spPr bwMode="ltGray">
          <a:xfrm>
            <a:off x="2632075" y="2554288"/>
            <a:ext cx="228600" cy="190500"/>
          </a:xfrm>
          <a:prstGeom prst="ellipse">
            <a:avLst/>
          </a:prstGeom>
          <a:solidFill>
            <a:schemeClr val="accent1"/>
          </a:solidFill>
          <a:ln w="9525" cap="rnd">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latinLnBrk="1" hangingPunct="1">
              <a:spcBef>
                <a:spcPct val="0"/>
              </a:spcBef>
              <a:buClrTx/>
              <a:buSzTx/>
              <a:buFontTx/>
              <a:buNone/>
            </a:pPr>
            <a:r>
              <a:rPr kumimoji="1" lang="ko-KR" altLang="en-US" sz="2400">
                <a:solidFill>
                  <a:schemeClr val="bg2"/>
                </a:solidFill>
                <a:latin typeface="Times New Roman" panose="02020603050405020304" pitchFamily="18" charset="0"/>
                <a:ea typeface="굴림" pitchFamily="34" charset="-127"/>
              </a:rPr>
              <a:t>6</a:t>
            </a:r>
            <a:endParaRPr kumimoji="1" lang="ko-KR" altLang="en-US" sz="2400">
              <a:latin typeface="Times New Roman" panose="02020603050405020304" pitchFamily="18" charset="0"/>
              <a:ea typeface="굴림" pitchFamily="34" charset="-127"/>
            </a:endParaRPr>
          </a:p>
        </p:txBody>
      </p:sp>
      <p:sp>
        <p:nvSpPr>
          <p:cNvPr id="72725" name="Oval 21"/>
          <p:cNvSpPr>
            <a:spLocks noChangeAspect="1" noChangeArrowheads="1"/>
          </p:cNvSpPr>
          <p:nvPr/>
        </p:nvSpPr>
        <p:spPr bwMode="ltGray">
          <a:xfrm>
            <a:off x="1601788" y="1752600"/>
            <a:ext cx="228600" cy="190500"/>
          </a:xfrm>
          <a:prstGeom prst="ellipse">
            <a:avLst/>
          </a:prstGeom>
          <a:solidFill>
            <a:schemeClr val="accent1"/>
          </a:solidFill>
          <a:ln w="9525" cap="rnd">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latinLnBrk="1" hangingPunct="1">
              <a:spcBef>
                <a:spcPct val="0"/>
              </a:spcBef>
              <a:buClrTx/>
              <a:buSzTx/>
              <a:buFontTx/>
              <a:buNone/>
            </a:pPr>
            <a:r>
              <a:rPr kumimoji="1" lang="ko-KR" altLang="en-US" sz="2400">
                <a:solidFill>
                  <a:schemeClr val="bg2"/>
                </a:solidFill>
                <a:latin typeface="Times New Roman" panose="02020603050405020304" pitchFamily="18" charset="0"/>
                <a:ea typeface="굴림" pitchFamily="34" charset="-127"/>
              </a:rPr>
              <a:t>4</a:t>
            </a:r>
            <a:endParaRPr kumimoji="1" lang="ko-KR" altLang="en-US" sz="2400">
              <a:latin typeface="Times New Roman" panose="02020603050405020304" pitchFamily="18" charset="0"/>
              <a:ea typeface="굴림" pitchFamily="34" charset="-127"/>
            </a:endParaRPr>
          </a:p>
        </p:txBody>
      </p:sp>
      <p:sp>
        <p:nvSpPr>
          <p:cNvPr id="72726" name="Oval 22"/>
          <p:cNvSpPr>
            <a:spLocks noChangeArrowheads="1"/>
          </p:cNvSpPr>
          <p:nvPr/>
        </p:nvSpPr>
        <p:spPr bwMode="auto">
          <a:xfrm>
            <a:off x="990600" y="4191000"/>
            <a:ext cx="457200" cy="3810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hangingPunct="1">
              <a:spcBef>
                <a:spcPct val="0"/>
              </a:spcBef>
              <a:buClrTx/>
              <a:buSzTx/>
              <a:buFontTx/>
              <a:buNone/>
            </a:pPr>
            <a:r>
              <a:rPr kumimoji="1" lang="en-US" altLang="zh-CN" sz="2400">
                <a:solidFill>
                  <a:schemeClr val="bg2"/>
                </a:solidFill>
                <a:latin typeface="Times New Roman" panose="02020603050405020304" pitchFamily="18" charset="0"/>
              </a:rPr>
              <a:t>0</a:t>
            </a:r>
            <a:endParaRPr kumimoji="1" lang="en-US" altLang="zh-CN" sz="2400">
              <a:solidFill>
                <a:schemeClr val="bg2"/>
              </a:solidFill>
              <a:latin typeface="Times New Roman" panose="02020603050405020304" pitchFamily="18" charset="0"/>
            </a:endParaRPr>
          </a:p>
        </p:txBody>
      </p:sp>
      <p:sp>
        <p:nvSpPr>
          <p:cNvPr id="72727" name="Oval 23"/>
          <p:cNvSpPr>
            <a:spLocks noChangeArrowheads="1"/>
          </p:cNvSpPr>
          <p:nvPr/>
        </p:nvSpPr>
        <p:spPr bwMode="auto">
          <a:xfrm>
            <a:off x="6705600" y="4191000"/>
            <a:ext cx="457200" cy="3810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hangingPunct="1">
              <a:spcBef>
                <a:spcPct val="0"/>
              </a:spcBef>
              <a:buClrTx/>
              <a:buSzTx/>
              <a:buFontTx/>
              <a:buNone/>
            </a:pPr>
            <a:r>
              <a:rPr kumimoji="1" lang="en-US" altLang="zh-CN" sz="2400">
                <a:solidFill>
                  <a:schemeClr val="bg2"/>
                </a:solidFill>
                <a:latin typeface="Times New Roman" panose="02020603050405020304" pitchFamily="18" charset="0"/>
              </a:rPr>
              <a:t>1</a:t>
            </a:r>
            <a:endParaRPr kumimoji="1" lang="en-US" altLang="zh-CN" sz="2400">
              <a:solidFill>
                <a:schemeClr val="bg2"/>
              </a:solidFill>
              <a:latin typeface="Times New Roman" panose="02020603050405020304" pitchFamily="18" charset="0"/>
            </a:endParaRPr>
          </a:p>
        </p:txBody>
      </p:sp>
      <p:sp>
        <p:nvSpPr>
          <p:cNvPr id="72728" name="Line 24"/>
          <p:cNvSpPr>
            <a:spLocks noChangeShapeType="1"/>
          </p:cNvSpPr>
          <p:nvPr/>
        </p:nvSpPr>
        <p:spPr bwMode="auto">
          <a:xfrm>
            <a:off x="1447800" y="4343400"/>
            <a:ext cx="5181600" cy="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29" name="Text Box 25"/>
          <p:cNvSpPr txBox="1">
            <a:spLocks noChangeArrowheads="1"/>
          </p:cNvSpPr>
          <p:nvPr/>
        </p:nvSpPr>
        <p:spPr bwMode="auto">
          <a:xfrm>
            <a:off x="6094413" y="3276600"/>
            <a:ext cx="15255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000">
                <a:latin typeface="Tahoma" panose="020B0604030504040204" pitchFamily="34" charset="0"/>
                <a:ea typeface="굴림" pitchFamily="34" charset="-127"/>
              </a:rPr>
              <a:t>AGCT TAGG</a:t>
            </a:r>
            <a:endParaRPr kumimoji="1" lang="en-US" altLang="ko-KR" sz="2000">
              <a:latin typeface="Tahoma" panose="020B0604030504040204" pitchFamily="34" charset="0"/>
              <a:ea typeface="굴림" pitchFamily="34" charset="-127"/>
            </a:endParaRPr>
          </a:p>
        </p:txBody>
      </p:sp>
      <p:sp>
        <p:nvSpPr>
          <p:cNvPr id="72730" name="Text Box 26"/>
          <p:cNvSpPr txBox="1">
            <a:spLocks noChangeArrowheads="1"/>
          </p:cNvSpPr>
          <p:nvPr/>
        </p:nvSpPr>
        <p:spPr bwMode="auto">
          <a:xfrm>
            <a:off x="6254750" y="3581400"/>
            <a:ext cx="6016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400">
                <a:latin typeface="Times New Roman" panose="02020603050405020304" pitchFamily="18" charset="0"/>
                <a:ea typeface="굴림" pitchFamily="34" charset="-127"/>
              </a:rPr>
              <a:t>P</a:t>
            </a:r>
            <a:r>
              <a:rPr kumimoji="1" lang="en-US" altLang="ko-KR" sz="2400" baseline="-25000">
                <a:latin typeface="Times New Roman" panose="02020603050405020304" pitchFamily="18" charset="0"/>
                <a:ea typeface="굴림" pitchFamily="34" charset="-127"/>
              </a:rPr>
              <a:t>1A</a:t>
            </a:r>
            <a:endParaRPr kumimoji="1" lang="en-US" altLang="ko-KR" sz="2400">
              <a:latin typeface="Times New Roman" panose="02020603050405020304" pitchFamily="18" charset="0"/>
              <a:ea typeface="굴림" pitchFamily="34" charset="-127"/>
            </a:endParaRPr>
          </a:p>
        </p:txBody>
      </p:sp>
      <p:sp>
        <p:nvSpPr>
          <p:cNvPr id="72731" name="Text Box 27"/>
          <p:cNvSpPr txBox="1">
            <a:spLocks noChangeArrowheads="1"/>
          </p:cNvSpPr>
          <p:nvPr/>
        </p:nvSpPr>
        <p:spPr bwMode="auto">
          <a:xfrm>
            <a:off x="7008813" y="3581400"/>
            <a:ext cx="590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400">
                <a:latin typeface="Times New Roman" panose="02020603050405020304" pitchFamily="18" charset="0"/>
                <a:ea typeface="굴림" pitchFamily="34" charset="-127"/>
              </a:rPr>
              <a:t>P</a:t>
            </a:r>
            <a:r>
              <a:rPr kumimoji="1" lang="en-US" altLang="ko-KR" sz="2400" baseline="-25000">
                <a:latin typeface="Times New Roman" panose="02020603050405020304" pitchFamily="18" charset="0"/>
                <a:ea typeface="굴림" pitchFamily="34" charset="-127"/>
              </a:rPr>
              <a:t>1B</a:t>
            </a:r>
            <a:endParaRPr kumimoji="1" lang="en-US" altLang="ko-KR" sz="2400">
              <a:latin typeface="Times New Roman" panose="02020603050405020304" pitchFamily="18" charset="0"/>
              <a:ea typeface="굴림" pitchFamily="34" charset="-127"/>
            </a:endParaRPr>
          </a:p>
        </p:txBody>
      </p:sp>
      <p:sp>
        <p:nvSpPr>
          <p:cNvPr id="72732" name="Line 28"/>
          <p:cNvSpPr>
            <a:spLocks noChangeShapeType="1"/>
          </p:cNvSpPr>
          <p:nvPr/>
        </p:nvSpPr>
        <p:spPr bwMode="auto">
          <a:xfrm>
            <a:off x="6856413" y="3276600"/>
            <a:ext cx="0" cy="762000"/>
          </a:xfrm>
          <a:prstGeom prst="line">
            <a:avLst/>
          </a:prstGeom>
          <a:noFill/>
          <a:ln w="12700" cap="rnd">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33" name="Text Box 29"/>
          <p:cNvSpPr txBox="1">
            <a:spLocks noChangeArrowheads="1"/>
          </p:cNvSpPr>
          <p:nvPr/>
        </p:nvSpPr>
        <p:spPr bwMode="auto">
          <a:xfrm>
            <a:off x="533400" y="3276600"/>
            <a:ext cx="15875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000">
                <a:latin typeface="Tahoma" panose="020B0604030504040204" pitchFamily="34" charset="0"/>
                <a:ea typeface="굴림" pitchFamily="34" charset="-127"/>
              </a:rPr>
              <a:t>ACTT  GCAG</a:t>
            </a:r>
            <a:endParaRPr kumimoji="1" lang="en-US" altLang="ko-KR" sz="2000">
              <a:latin typeface="Tahoma" panose="020B0604030504040204" pitchFamily="34" charset="0"/>
              <a:ea typeface="굴림" pitchFamily="34" charset="-127"/>
            </a:endParaRPr>
          </a:p>
        </p:txBody>
      </p:sp>
      <p:sp>
        <p:nvSpPr>
          <p:cNvPr id="72734" name="Text Box 30"/>
          <p:cNvSpPr txBox="1">
            <a:spLocks noChangeArrowheads="1"/>
          </p:cNvSpPr>
          <p:nvPr/>
        </p:nvSpPr>
        <p:spPr bwMode="auto">
          <a:xfrm>
            <a:off x="693738" y="3581400"/>
            <a:ext cx="6016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400">
                <a:latin typeface="Times New Roman" panose="02020603050405020304" pitchFamily="18" charset="0"/>
                <a:ea typeface="굴림" pitchFamily="34" charset="-127"/>
              </a:rPr>
              <a:t>P</a:t>
            </a:r>
            <a:r>
              <a:rPr kumimoji="1" lang="en-US" altLang="ko-KR" sz="2400" baseline="-25000">
                <a:latin typeface="Times New Roman" panose="02020603050405020304" pitchFamily="18" charset="0"/>
                <a:ea typeface="굴림" pitchFamily="34" charset="-127"/>
              </a:rPr>
              <a:t>0A</a:t>
            </a:r>
            <a:endParaRPr kumimoji="1" lang="en-US" altLang="ko-KR" sz="2400">
              <a:latin typeface="Times New Roman" panose="02020603050405020304" pitchFamily="18" charset="0"/>
              <a:ea typeface="굴림" pitchFamily="34" charset="-127"/>
            </a:endParaRPr>
          </a:p>
        </p:txBody>
      </p:sp>
      <p:sp>
        <p:nvSpPr>
          <p:cNvPr id="72735" name="Text Box 31"/>
          <p:cNvSpPr txBox="1">
            <a:spLocks noChangeArrowheads="1"/>
          </p:cNvSpPr>
          <p:nvPr/>
        </p:nvSpPr>
        <p:spPr bwMode="auto">
          <a:xfrm>
            <a:off x="1447800" y="3581400"/>
            <a:ext cx="590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400">
                <a:latin typeface="Times New Roman" panose="02020603050405020304" pitchFamily="18" charset="0"/>
                <a:ea typeface="굴림" pitchFamily="34" charset="-127"/>
              </a:rPr>
              <a:t>P</a:t>
            </a:r>
            <a:r>
              <a:rPr kumimoji="1" lang="en-US" altLang="ko-KR" sz="2400" baseline="-25000">
                <a:latin typeface="Times New Roman" panose="02020603050405020304" pitchFamily="18" charset="0"/>
                <a:ea typeface="굴림" pitchFamily="34" charset="-127"/>
              </a:rPr>
              <a:t>0B</a:t>
            </a:r>
            <a:endParaRPr kumimoji="1" lang="en-US" altLang="ko-KR" sz="2400">
              <a:latin typeface="Times New Roman" panose="02020603050405020304" pitchFamily="18" charset="0"/>
              <a:ea typeface="굴림" pitchFamily="34" charset="-127"/>
            </a:endParaRPr>
          </a:p>
        </p:txBody>
      </p:sp>
      <p:sp>
        <p:nvSpPr>
          <p:cNvPr id="72736" name="Line 32"/>
          <p:cNvSpPr>
            <a:spLocks noChangeShapeType="1"/>
          </p:cNvSpPr>
          <p:nvPr/>
        </p:nvSpPr>
        <p:spPr bwMode="auto">
          <a:xfrm>
            <a:off x="1295400" y="3276600"/>
            <a:ext cx="0" cy="762000"/>
          </a:xfrm>
          <a:prstGeom prst="line">
            <a:avLst/>
          </a:prstGeom>
          <a:noFill/>
          <a:ln w="12700" cap="rnd">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37" name="Text Box 33"/>
          <p:cNvSpPr txBox="1">
            <a:spLocks noChangeArrowheads="1"/>
          </p:cNvSpPr>
          <p:nvPr/>
        </p:nvSpPr>
        <p:spPr bwMode="auto">
          <a:xfrm>
            <a:off x="2590800" y="3276600"/>
            <a:ext cx="15875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000">
                <a:latin typeface="Tahoma" panose="020B0604030504040204" pitchFamily="34" charset="0"/>
                <a:ea typeface="굴림" pitchFamily="34" charset="-127"/>
              </a:rPr>
              <a:t>ACTT  GCAG</a:t>
            </a:r>
            <a:endParaRPr kumimoji="1" lang="en-US" altLang="ko-KR" sz="2000">
              <a:latin typeface="Tahoma" panose="020B0604030504040204" pitchFamily="34" charset="0"/>
              <a:ea typeface="굴림" pitchFamily="34" charset="-127"/>
            </a:endParaRPr>
          </a:p>
        </p:txBody>
      </p:sp>
      <p:sp>
        <p:nvSpPr>
          <p:cNvPr id="72738" name="Text Box 34"/>
          <p:cNvSpPr txBox="1">
            <a:spLocks noChangeArrowheads="1"/>
          </p:cNvSpPr>
          <p:nvPr/>
        </p:nvSpPr>
        <p:spPr bwMode="auto">
          <a:xfrm>
            <a:off x="2751138" y="3581400"/>
            <a:ext cx="6016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400">
                <a:latin typeface="Times New Roman" panose="02020603050405020304" pitchFamily="18" charset="0"/>
                <a:ea typeface="굴림" pitchFamily="34" charset="-127"/>
              </a:rPr>
              <a:t>P</a:t>
            </a:r>
            <a:r>
              <a:rPr kumimoji="1" lang="en-US" altLang="ko-KR" sz="2400" baseline="-25000">
                <a:latin typeface="Times New Roman" panose="02020603050405020304" pitchFamily="18" charset="0"/>
                <a:ea typeface="굴림" pitchFamily="34" charset="-127"/>
              </a:rPr>
              <a:t>0A</a:t>
            </a:r>
            <a:endParaRPr kumimoji="1" lang="en-US" altLang="ko-KR" sz="2400">
              <a:latin typeface="Times New Roman" panose="02020603050405020304" pitchFamily="18" charset="0"/>
              <a:ea typeface="굴림" pitchFamily="34" charset="-127"/>
            </a:endParaRPr>
          </a:p>
        </p:txBody>
      </p:sp>
      <p:sp>
        <p:nvSpPr>
          <p:cNvPr id="72739" name="Text Box 35"/>
          <p:cNvSpPr txBox="1">
            <a:spLocks noChangeArrowheads="1"/>
          </p:cNvSpPr>
          <p:nvPr/>
        </p:nvSpPr>
        <p:spPr bwMode="auto">
          <a:xfrm>
            <a:off x="3505200" y="3581400"/>
            <a:ext cx="590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400">
                <a:latin typeface="Times New Roman" panose="02020603050405020304" pitchFamily="18" charset="0"/>
                <a:ea typeface="굴림" pitchFamily="34" charset="-127"/>
              </a:rPr>
              <a:t>P</a:t>
            </a:r>
            <a:r>
              <a:rPr kumimoji="1" lang="en-US" altLang="ko-KR" sz="2400" baseline="-25000">
                <a:latin typeface="Times New Roman" panose="02020603050405020304" pitchFamily="18" charset="0"/>
                <a:ea typeface="굴림" pitchFamily="34" charset="-127"/>
              </a:rPr>
              <a:t>0B</a:t>
            </a:r>
            <a:endParaRPr kumimoji="1" lang="en-US" altLang="ko-KR" sz="2400">
              <a:latin typeface="Times New Roman" panose="02020603050405020304" pitchFamily="18" charset="0"/>
              <a:ea typeface="굴림" pitchFamily="34" charset="-127"/>
            </a:endParaRPr>
          </a:p>
        </p:txBody>
      </p:sp>
      <p:sp>
        <p:nvSpPr>
          <p:cNvPr id="72740" name="Line 36"/>
          <p:cNvSpPr>
            <a:spLocks noChangeShapeType="1"/>
          </p:cNvSpPr>
          <p:nvPr/>
        </p:nvSpPr>
        <p:spPr bwMode="auto">
          <a:xfrm>
            <a:off x="3352800" y="3276600"/>
            <a:ext cx="0" cy="762000"/>
          </a:xfrm>
          <a:prstGeom prst="line">
            <a:avLst/>
          </a:prstGeom>
          <a:noFill/>
          <a:ln w="12700" cap="rnd">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41" name="Text Box 37"/>
          <p:cNvSpPr txBox="1">
            <a:spLocks noChangeArrowheads="1"/>
          </p:cNvSpPr>
          <p:nvPr/>
        </p:nvSpPr>
        <p:spPr bwMode="auto">
          <a:xfrm>
            <a:off x="4183063" y="3276600"/>
            <a:ext cx="8064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000">
                <a:latin typeface="Tahoma" panose="020B0604030504040204" pitchFamily="34" charset="0"/>
                <a:ea typeface="굴림" pitchFamily="34" charset="-127"/>
              </a:rPr>
              <a:t>AGCT</a:t>
            </a:r>
            <a:endParaRPr kumimoji="1" lang="en-US" altLang="ko-KR" sz="2000">
              <a:latin typeface="Tahoma" panose="020B0604030504040204" pitchFamily="34" charset="0"/>
              <a:ea typeface="굴림" pitchFamily="34" charset="-127"/>
            </a:endParaRPr>
          </a:p>
        </p:txBody>
      </p:sp>
      <p:sp>
        <p:nvSpPr>
          <p:cNvPr id="72742" name="Text Box 38"/>
          <p:cNvSpPr txBox="1">
            <a:spLocks noChangeArrowheads="1"/>
          </p:cNvSpPr>
          <p:nvPr/>
        </p:nvSpPr>
        <p:spPr bwMode="auto">
          <a:xfrm>
            <a:off x="4343400" y="3581400"/>
            <a:ext cx="6016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400">
                <a:latin typeface="Times New Roman" panose="02020603050405020304" pitchFamily="18" charset="0"/>
                <a:ea typeface="굴림" pitchFamily="34" charset="-127"/>
              </a:rPr>
              <a:t>P</a:t>
            </a:r>
            <a:r>
              <a:rPr kumimoji="1" lang="en-US" altLang="ko-KR" sz="2400" baseline="-25000">
                <a:latin typeface="Times New Roman" panose="02020603050405020304" pitchFamily="18" charset="0"/>
                <a:ea typeface="굴림" pitchFamily="34" charset="-127"/>
              </a:rPr>
              <a:t>1A</a:t>
            </a:r>
            <a:endParaRPr kumimoji="1" lang="en-US" altLang="ko-KR" sz="2400">
              <a:latin typeface="Times New Roman" panose="02020603050405020304" pitchFamily="18" charset="0"/>
              <a:ea typeface="굴림" pitchFamily="34" charset="-127"/>
            </a:endParaRPr>
          </a:p>
        </p:txBody>
      </p:sp>
      <p:sp>
        <p:nvSpPr>
          <p:cNvPr id="72743" name="Line 39"/>
          <p:cNvSpPr>
            <a:spLocks noChangeShapeType="1"/>
          </p:cNvSpPr>
          <p:nvPr/>
        </p:nvSpPr>
        <p:spPr bwMode="auto">
          <a:xfrm>
            <a:off x="4191000" y="3276600"/>
            <a:ext cx="0" cy="762000"/>
          </a:xfrm>
          <a:prstGeom prst="line">
            <a:avLst/>
          </a:prstGeom>
          <a:noFill/>
          <a:ln w="12700" cap="rnd">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44" name="Oval 40"/>
          <p:cNvSpPr>
            <a:spLocks noChangeArrowheads="1"/>
          </p:cNvSpPr>
          <p:nvPr/>
        </p:nvSpPr>
        <p:spPr bwMode="auto">
          <a:xfrm>
            <a:off x="990600" y="6096000"/>
            <a:ext cx="457200" cy="3810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hangingPunct="1">
              <a:spcBef>
                <a:spcPct val="0"/>
              </a:spcBef>
              <a:buClrTx/>
              <a:buSzTx/>
              <a:buFontTx/>
              <a:buNone/>
            </a:pPr>
            <a:r>
              <a:rPr kumimoji="1" lang="en-US" altLang="zh-CN" sz="2400">
                <a:solidFill>
                  <a:schemeClr val="bg2"/>
                </a:solidFill>
                <a:latin typeface="Times New Roman" panose="02020603050405020304" pitchFamily="18" charset="0"/>
              </a:rPr>
              <a:t>5</a:t>
            </a:r>
            <a:endParaRPr kumimoji="1" lang="en-US" altLang="zh-CN" sz="2400">
              <a:solidFill>
                <a:schemeClr val="bg2"/>
              </a:solidFill>
              <a:latin typeface="Times New Roman" panose="02020603050405020304" pitchFamily="18" charset="0"/>
            </a:endParaRPr>
          </a:p>
        </p:txBody>
      </p:sp>
      <p:sp>
        <p:nvSpPr>
          <p:cNvPr id="72745" name="Oval 41"/>
          <p:cNvSpPr>
            <a:spLocks noChangeArrowheads="1"/>
          </p:cNvSpPr>
          <p:nvPr/>
        </p:nvSpPr>
        <p:spPr bwMode="auto">
          <a:xfrm>
            <a:off x="6705600" y="6096000"/>
            <a:ext cx="457200" cy="3810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hangingPunct="1">
              <a:spcBef>
                <a:spcPct val="0"/>
              </a:spcBef>
              <a:buClrTx/>
              <a:buSzTx/>
              <a:buFontTx/>
              <a:buNone/>
            </a:pPr>
            <a:r>
              <a:rPr kumimoji="1" lang="en-US" altLang="zh-CN" sz="2400">
                <a:solidFill>
                  <a:schemeClr val="bg2"/>
                </a:solidFill>
                <a:latin typeface="Times New Roman" panose="02020603050405020304" pitchFamily="18" charset="0"/>
              </a:rPr>
              <a:t>6</a:t>
            </a:r>
            <a:endParaRPr kumimoji="1" lang="en-US" altLang="zh-CN" sz="2400">
              <a:solidFill>
                <a:schemeClr val="bg2"/>
              </a:solidFill>
              <a:latin typeface="Times New Roman" panose="02020603050405020304" pitchFamily="18" charset="0"/>
            </a:endParaRPr>
          </a:p>
        </p:txBody>
      </p:sp>
      <p:sp>
        <p:nvSpPr>
          <p:cNvPr id="72746" name="Line 42"/>
          <p:cNvSpPr>
            <a:spLocks noChangeShapeType="1"/>
          </p:cNvSpPr>
          <p:nvPr/>
        </p:nvSpPr>
        <p:spPr bwMode="auto">
          <a:xfrm>
            <a:off x="1447800" y="6248400"/>
            <a:ext cx="5181600" cy="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47" name="Text Box 43"/>
          <p:cNvSpPr txBox="1">
            <a:spLocks noChangeArrowheads="1"/>
          </p:cNvSpPr>
          <p:nvPr/>
        </p:nvSpPr>
        <p:spPr bwMode="auto">
          <a:xfrm>
            <a:off x="6094413" y="5181600"/>
            <a:ext cx="15208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000">
                <a:latin typeface="Tahoma" panose="020B0604030504040204" pitchFamily="34" charset="0"/>
                <a:ea typeface="굴림" pitchFamily="34" charset="-127"/>
              </a:rPr>
              <a:t>GGCT ATGT</a:t>
            </a:r>
            <a:endParaRPr kumimoji="1" lang="en-US" altLang="ko-KR" sz="2000">
              <a:latin typeface="Tahoma" panose="020B0604030504040204" pitchFamily="34" charset="0"/>
              <a:ea typeface="굴림" pitchFamily="34" charset="-127"/>
            </a:endParaRPr>
          </a:p>
        </p:txBody>
      </p:sp>
      <p:sp>
        <p:nvSpPr>
          <p:cNvPr id="72748" name="Text Box 44"/>
          <p:cNvSpPr txBox="1">
            <a:spLocks noChangeArrowheads="1"/>
          </p:cNvSpPr>
          <p:nvPr/>
        </p:nvSpPr>
        <p:spPr bwMode="auto">
          <a:xfrm>
            <a:off x="6254750" y="5486400"/>
            <a:ext cx="6016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400">
                <a:latin typeface="Times New Roman" panose="02020603050405020304" pitchFamily="18" charset="0"/>
                <a:ea typeface="굴림" pitchFamily="34" charset="-127"/>
              </a:rPr>
              <a:t>P</a:t>
            </a:r>
            <a:r>
              <a:rPr kumimoji="1" lang="en-US" altLang="ko-KR" sz="2400" baseline="-25000">
                <a:latin typeface="Times New Roman" panose="02020603050405020304" pitchFamily="18" charset="0"/>
                <a:ea typeface="굴림" pitchFamily="34" charset="-127"/>
              </a:rPr>
              <a:t>6A</a:t>
            </a:r>
            <a:endParaRPr kumimoji="1" lang="en-US" altLang="ko-KR" sz="2400">
              <a:latin typeface="Times New Roman" panose="02020603050405020304" pitchFamily="18" charset="0"/>
              <a:ea typeface="굴림" pitchFamily="34" charset="-127"/>
            </a:endParaRPr>
          </a:p>
        </p:txBody>
      </p:sp>
      <p:sp>
        <p:nvSpPr>
          <p:cNvPr id="72749" name="Text Box 45"/>
          <p:cNvSpPr txBox="1">
            <a:spLocks noChangeArrowheads="1"/>
          </p:cNvSpPr>
          <p:nvPr/>
        </p:nvSpPr>
        <p:spPr bwMode="auto">
          <a:xfrm>
            <a:off x="7008813" y="5486400"/>
            <a:ext cx="590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400">
                <a:latin typeface="Times New Roman" panose="02020603050405020304" pitchFamily="18" charset="0"/>
                <a:ea typeface="굴림" pitchFamily="34" charset="-127"/>
              </a:rPr>
              <a:t>P</a:t>
            </a:r>
            <a:r>
              <a:rPr kumimoji="1" lang="en-US" altLang="ko-KR" sz="2400" baseline="-25000">
                <a:latin typeface="Times New Roman" panose="02020603050405020304" pitchFamily="18" charset="0"/>
                <a:ea typeface="굴림" pitchFamily="34" charset="-127"/>
              </a:rPr>
              <a:t>6B</a:t>
            </a:r>
            <a:endParaRPr kumimoji="1" lang="en-US" altLang="ko-KR" sz="2400">
              <a:latin typeface="Times New Roman" panose="02020603050405020304" pitchFamily="18" charset="0"/>
              <a:ea typeface="굴림" pitchFamily="34" charset="-127"/>
            </a:endParaRPr>
          </a:p>
        </p:txBody>
      </p:sp>
      <p:sp>
        <p:nvSpPr>
          <p:cNvPr id="72750" name="Line 46"/>
          <p:cNvSpPr>
            <a:spLocks noChangeShapeType="1"/>
          </p:cNvSpPr>
          <p:nvPr/>
        </p:nvSpPr>
        <p:spPr bwMode="auto">
          <a:xfrm>
            <a:off x="6856413" y="5181600"/>
            <a:ext cx="0" cy="762000"/>
          </a:xfrm>
          <a:prstGeom prst="line">
            <a:avLst/>
          </a:prstGeom>
          <a:noFill/>
          <a:ln w="12700" cap="rnd">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51" name="Text Box 47"/>
          <p:cNvSpPr txBox="1">
            <a:spLocks noChangeArrowheads="1"/>
          </p:cNvSpPr>
          <p:nvPr/>
        </p:nvSpPr>
        <p:spPr bwMode="auto">
          <a:xfrm>
            <a:off x="457200" y="5181600"/>
            <a:ext cx="16049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000">
                <a:latin typeface="Tahoma" panose="020B0604030504040204" pitchFamily="34" charset="0"/>
                <a:ea typeface="굴림" pitchFamily="34" charset="-127"/>
              </a:rPr>
              <a:t>TCGG  ACTG</a:t>
            </a:r>
            <a:endParaRPr kumimoji="1" lang="en-US" altLang="ko-KR" sz="2000">
              <a:latin typeface="Tahoma" panose="020B0604030504040204" pitchFamily="34" charset="0"/>
              <a:ea typeface="굴림" pitchFamily="34" charset="-127"/>
            </a:endParaRPr>
          </a:p>
        </p:txBody>
      </p:sp>
      <p:sp>
        <p:nvSpPr>
          <p:cNvPr id="72752" name="Text Box 48"/>
          <p:cNvSpPr txBox="1">
            <a:spLocks noChangeArrowheads="1"/>
          </p:cNvSpPr>
          <p:nvPr/>
        </p:nvSpPr>
        <p:spPr bwMode="auto">
          <a:xfrm>
            <a:off x="693738" y="5486400"/>
            <a:ext cx="6016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400">
                <a:latin typeface="Times New Roman" panose="02020603050405020304" pitchFamily="18" charset="0"/>
                <a:ea typeface="굴림" pitchFamily="34" charset="-127"/>
              </a:rPr>
              <a:t>P</a:t>
            </a:r>
            <a:r>
              <a:rPr kumimoji="1" lang="en-US" altLang="ko-KR" sz="2400" baseline="-25000">
                <a:latin typeface="Times New Roman" panose="02020603050405020304" pitchFamily="18" charset="0"/>
                <a:ea typeface="굴림" pitchFamily="34" charset="-127"/>
              </a:rPr>
              <a:t>5A</a:t>
            </a:r>
            <a:endParaRPr kumimoji="1" lang="en-US" altLang="ko-KR" sz="2400">
              <a:latin typeface="Times New Roman" panose="02020603050405020304" pitchFamily="18" charset="0"/>
              <a:ea typeface="굴림" pitchFamily="34" charset="-127"/>
            </a:endParaRPr>
          </a:p>
        </p:txBody>
      </p:sp>
      <p:sp>
        <p:nvSpPr>
          <p:cNvPr id="72753" name="Text Box 49"/>
          <p:cNvSpPr txBox="1">
            <a:spLocks noChangeArrowheads="1"/>
          </p:cNvSpPr>
          <p:nvPr/>
        </p:nvSpPr>
        <p:spPr bwMode="auto">
          <a:xfrm>
            <a:off x="1447800" y="5486400"/>
            <a:ext cx="590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400">
                <a:latin typeface="Times New Roman" panose="02020603050405020304" pitchFamily="18" charset="0"/>
                <a:ea typeface="굴림" pitchFamily="34" charset="-127"/>
              </a:rPr>
              <a:t>P</a:t>
            </a:r>
            <a:r>
              <a:rPr kumimoji="1" lang="en-US" altLang="ko-KR" sz="2400" baseline="-25000">
                <a:latin typeface="Times New Roman" panose="02020603050405020304" pitchFamily="18" charset="0"/>
                <a:ea typeface="굴림" pitchFamily="34" charset="-127"/>
              </a:rPr>
              <a:t>5B</a:t>
            </a:r>
            <a:endParaRPr kumimoji="1" lang="en-US" altLang="ko-KR" sz="2400">
              <a:latin typeface="Times New Roman" panose="02020603050405020304" pitchFamily="18" charset="0"/>
              <a:ea typeface="굴림" pitchFamily="34" charset="-127"/>
            </a:endParaRPr>
          </a:p>
        </p:txBody>
      </p:sp>
      <p:sp>
        <p:nvSpPr>
          <p:cNvPr id="72754" name="Line 50"/>
          <p:cNvSpPr>
            <a:spLocks noChangeShapeType="1"/>
          </p:cNvSpPr>
          <p:nvPr/>
        </p:nvSpPr>
        <p:spPr bwMode="auto">
          <a:xfrm>
            <a:off x="1295400" y="5181600"/>
            <a:ext cx="0" cy="762000"/>
          </a:xfrm>
          <a:prstGeom prst="line">
            <a:avLst/>
          </a:prstGeom>
          <a:noFill/>
          <a:ln w="12700" cap="rnd">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55" name="Text Box 51"/>
          <p:cNvSpPr txBox="1">
            <a:spLocks noChangeArrowheads="1"/>
          </p:cNvSpPr>
          <p:nvPr/>
        </p:nvSpPr>
        <p:spPr bwMode="auto">
          <a:xfrm>
            <a:off x="2601913" y="5257800"/>
            <a:ext cx="8064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000">
                <a:latin typeface="Tahoma" panose="020B0604030504040204" pitchFamily="34" charset="0"/>
                <a:ea typeface="굴림" pitchFamily="34" charset="-127"/>
              </a:rPr>
              <a:t>ACTG</a:t>
            </a:r>
            <a:endParaRPr kumimoji="1" lang="en-US" altLang="ko-KR" sz="2000">
              <a:latin typeface="Tahoma" panose="020B0604030504040204" pitchFamily="34" charset="0"/>
              <a:ea typeface="굴림" pitchFamily="34" charset="-127"/>
            </a:endParaRPr>
          </a:p>
        </p:txBody>
      </p:sp>
      <p:sp>
        <p:nvSpPr>
          <p:cNvPr id="72756" name="Text Box 52"/>
          <p:cNvSpPr txBox="1">
            <a:spLocks noChangeArrowheads="1"/>
          </p:cNvSpPr>
          <p:nvPr/>
        </p:nvSpPr>
        <p:spPr bwMode="auto">
          <a:xfrm>
            <a:off x="2754313" y="5562600"/>
            <a:ext cx="590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400">
                <a:latin typeface="Times New Roman" panose="02020603050405020304" pitchFamily="18" charset="0"/>
                <a:ea typeface="굴림" pitchFamily="34" charset="-127"/>
              </a:rPr>
              <a:t>P</a:t>
            </a:r>
            <a:r>
              <a:rPr kumimoji="1" lang="en-US" altLang="ko-KR" sz="2400" baseline="-25000">
                <a:latin typeface="Times New Roman" panose="02020603050405020304" pitchFamily="18" charset="0"/>
                <a:ea typeface="굴림" pitchFamily="34" charset="-127"/>
              </a:rPr>
              <a:t>5B</a:t>
            </a:r>
            <a:endParaRPr kumimoji="1" lang="en-US" altLang="ko-KR" sz="2400">
              <a:latin typeface="Times New Roman" panose="02020603050405020304" pitchFamily="18" charset="0"/>
              <a:ea typeface="굴림" pitchFamily="34" charset="-127"/>
            </a:endParaRPr>
          </a:p>
        </p:txBody>
      </p:sp>
      <p:sp>
        <p:nvSpPr>
          <p:cNvPr id="72757" name="Line 53"/>
          <p:cNvSpPr>
            <a:spLocks noChangeShapeType="1"/>
          </p:cNvSpPr>
          <p:nvPr/>
        </p:nvSpPr>
        <p:spPr bwMode="auto">
          <a:xfrm>
            <a:off x="3363913" y="5257800"/>
            <a:ext cx="0" cy="762000"/>
          </a:xfrm>
          <a:prstGeom prst="line">
            <a:avLst/>
          </a:prstGeom>
          <a:noFill/>
          <a:ln w="12700" cap="rnd">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58" name="Text Box 54"/>
          <p:cNvSpPr txBox="1">
            <a:spLocks noChangeArrowheads="1"/>
          </p:cNvSpPr>
          <p:nvPr/>
        </p:nvSpPr>
        <p:spPr bwMode="auto">
          <a:xfrm>
            <a:off x="3432175" y="5257800"/>
            <a:ext cx="15208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000">
                <a:latin typeface="Tahoma" panose="020B0604030504040204" pitchFamily="34" charset="0"/>
                <a:ea typeface="굴림" pitchFamily="34" charset="-127"/>
              </a:rPr>
              <a:t>GGCT ATGT</a:t>
            </a:r>
            <a:endParaRPr kumimoji="1" lang="en-US" altLang="ko-KR" sz="2000">
              <a:latin typeface="Tahoma" panose="020B0604030504040204" pitchFamily="34" charset="0"/>
              <a:ea typeface="굴림" pitchFamily="34" charset="-127"/>
            </a:endParaRPr>
          </a:p>
        </p:txBody>
      </p:sp>
      <p:sp>
        <p:nvSpPr>
          <p:cNvPr id="72759" name="Text Box 55"/>
          <p:cNvSpPr txBox="1">
            <a:spLocks noChangeArrowheads="1"/>
          </p:cNvSpPr>
          <p:nvPr/>
        </p:nvSpPr>
        <p:spPr bwMode="auto">
          <a:xfrm>
            <a:off x="3592513" y="5562600"/>
            <a:ext cx="6016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400">
                <a:latin typeface="Times New Roman" panose="02020603050405020304" pitchFamily="18" charset="0"/>
                <a:ea typeface="굴림" pitchFamily="34" charset="-127"/>
              </a:rPr>
              <a:t>P</a:t>
            </a:r>
            <a:r>
              <a:rPr kumimoji="1" lang="en-US" altLang="ko-KR" sz="2400" baseline="-25000">
                <a:latin typeface="Times New Roman" panose="02020603050405020304" pitchFamily="18" charset="0"/>
                <a:ea typeface="굴림" pitchFamily="34" charset="-127"/>
              </a:rPr>
              <a:t>6A</a:t>
            </a:r>
            <a:endParaRPr kumimoji="1" lang="en-US" altLang="ko-KR" sz="2400">
              <a:latin typeface="Times New Roman" panose="02020603050405020304" pitchFamily="18" charset="0"/>
              <a:ea typeface="굴림" pitchFamily="34" charset="-127"/>
            </a:endParaRPr>
          </a:p>
        </p:txBody>
      </p:sp>
      <p:sp>
        <p:nvSpPr>
          <p:cNvPr id="72760" name="Text Box 56"/>
          <p:cNvSpPr txBox="1">
            <a:spLocks noChangeArrowheads="1"/>
          </p:cNvSpPr>
          <p:nvPr/>
        </p:nvSpPr>
        <p:spPr bwMode="auto">
          <a:xfrm>
            <a:off x="4346575" y="5562600"/>
            <a:ext cx="590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400">
                <a:latin typeface="Times New Roman" panose="02020603050405020304" pitchFamily="18" charset="0"/>
                <a:ea typeface="굴림" pitchFamily="34" charset="-127"/>
              </a:rPr>
              <a:t>P</a:t>
            </a:r>
            <a:r>
              <a:rPr kumimoji="1" lang="en-US" altLang="ko-KR" sz="2400" baseline="-25000">
                <a:latin typeface="Times New Roman" panose="02020603050405020304" pitchFamily="18" charset="0"/>
                <a:ea typeface="굴림" pitchFamily="34" charset="-127"/>
              </a:rPr>
              <a:t>6B</a:t>
            </a:r>
            <a:endParaRPr kumimoji="1" lang="en-US" altLang="ko-KR" sz="2400">
              <a:latin typeface="Times New Roman" panose="02020603050405020304" pitchFamily="18" charset="0"/>
              <a:ea typeface="굴림" pitchFamily="34" charset="-127"/>
            </a:endParaRPr>
          </a:p>
        </p:txBody>
      </p:sp>
      <p:sp>
        <p:nvSpPr>
          <p:cNvPr id="72761" name="Line 57"/>
          <p:cNvSpPr>
            <a:spLocks noChangeShapeType="1"/>
          </p:cNvSpPr>
          <p:nvPr/>
        </p:nvSpPr>
        <p:spPr bwMode="auto">
          <a:xfrm>
            <a:off x="4194175" y="5257800"/>
            <a:ext cx="0" cy="762000"/>
          </a:xfrm>
          <a:prstGeom prst="line">
            <a:avLst/>
          </a:prstGeom>
          <a:noFill/>
          <a:ln w="12700" cap="rnd">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62" name="Rectangle 2"/>
          <p:cNvSpPr txBox="1"/>
          <p:nvPr/>
        </p:nvSpPr>
        <p:spPr bwMode="auto">
          <a:xfrm>
            <a:off x="755650" y="6302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eaLnBrk="1" hangingPunct="1">
              <a:spcBef>
                <a:spcPct val="0"/>
              </a:spcBef>
              <a:buClrTx/>
              <a:buSzTx/>
              <a:buFontTx/>
              <a:buNone/>
            </a:pPr>
            <a:r>
              <a:rPr lang="en-US" altLang="zh-CN" sz="4000">
                <a:solidFill>
                  <a:schemeClr val="tx2"/>
                </a:solidFill>
                <a:latin typeface="Franklin Gothic Book" panose="020B0503020102020204" pitchFamily="34" charset="0"/>
              </a:rPr>
              <a:t>DNA</a:t>
            </a:r>
            <a:r>
              <a:rPr lang="zh-CN" altLang="en-US" sz="4000">
                <a:solidFill>
                  <a:schemeClr val="tx2"/>
                </a:solidFill>
                <a:latin typeface="Franklin Gothic Book" panose="020B0503020102020204" pitchFamily="34" charset="0"/>
              </a:rPr>
              <a:t>实现</a:t>
            </a:r>
            <a:endParaRPr lang="zh-CN" altLang="en-US" sz="4000">
              <a:solidFill>
                <a:schemeClr val="tx2"/>
              </a:solidFill>
              <a:latin typeface="Franklin Gothic Book" panose="020B0503020102020204" pitchFamily="34" charset="0"/>
            </a:endParaRP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p:cNvSpPr>
          <p:nvPr>
            <p:ph type="title"/>
          </p:nvPr>
        </p:nvSpPr>
        <p:spPr/>
        <p:txBody>
          <a:bodyPr bIns="45720"/>
          <a:lstStyle/>
          <a:p>
            <a:pPr eaLnBrk="1" hangingPunct="1"/>
            <a:r>
              <a:rPr lang="en-US" altLang="zh-CN">
                <a:ea typeface="宋体" panose="02010600030101010101" pitchFamily="2" charset="-122"/>
              </a:rPr>
              <a:t>DNA</a:t>
            </a:r>
            <a:r>
              <a:rPr lang="zh-CN" altLang="en-US">
                <a:ea typeface="宋体" panose="02010600030101010101" pitchFamily="2" charset="-122"/>
              </a:rPr>
              <a:t>实现</a:t>
            </a:r>
            <a:endParaRPr lang="zh-CN" altLang="en-US">
              <a:ea typeface="宋体" panose="02010600030101010101" pitchFamily="2" charset="-122"/>
            </a:endParaRPr>
          </a:p>
        </p:txBody>
      </p:sp>
      <p:grpSp>
        <p:nvGrpSpPr>
          <p:cNvPr id="73731" name="Group 3"/>
          <p:cNvGrpSpPr/>
          <p:nvPr/>
        </p:nvGrpSpPr>
        <p:grpSpPr bwMode="auto">
          <a:xfrm>
            <a:off x="2667000" y="2286000"/>
            <a:ext cx="3200400" cy="304800"/>
            <a:chOff x="1536" y="1440"/>
            <a:chExt cx="2016" cy="192"/>
          </a:xfrm>
        </p:grpSpPr>
        <p:sp>
          <p:nvSpPr>
            <p:cNvPr id="73756" name="Rectangle 4"/>
            <p:cNvSpPr>
              <a:spLocks noChangeArrowheads="1"/>
            </p:cNvSpPr>
            <p:nvPr/>
          </p:nvSpPr>
          <p:spPr bwMode="auto">
            <a:xfrm>
              <a:off x="1536" y="1440"/>
              <a:ext cx="1008" cy="192"/>
            </a:xfrm>
            <a:prstGeom prst="rect">
              <a:avLst/>
            </a:prstGeom>
            <a:solidFill>
              <a:schemeClr val="bg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hangingPunct="1">
                <a:spcBef>
                  <a:spcPct val="0"/>
                </a:spcBef>
                <a:buClrTx/>
                <a:buSzTx/>
                <a:buFontTx/>
                <a:buNone/>
              </a:pPr>
              <a:r>
                <a:rPr kumimoji="1" lang="en-US" altLang="zh-CN" sz="2400" b="1">
                  <a:latin typeface="Tahoma" panose="020B0604030504040204" pitchFamily="34" charset="0"/>
                </a:rPr>
                <a:t>e</a:t>
              </a:r>
              <a:r>
                <a:rPr kumimoji="1" lang="en-US" altLang="zh-CN" sz="2400" b="1" baseline="-25000">
                  <a:latin typeface="Tahoma" panose="020B0604030504040204" pitchFamily="34" charset="0"/>
                </a:rPr>
                <a:t>i</a:t>
              </a:r>
              <a:r>
                <a:rPr kumimoji="1" lang="en-US" altLang="zh-CN" sz="2400" b="1">
                  <a:latin typeface="Tahoma" panose="020B0604030504040204" pitchFamily="34" charset="0"/>
                </a:rPr>
                <a:t> 5</a:t>
              </a:r>
              <a:r>
                <a:rPr kumimoji="1" lang="en-US" altLang="zh-CN" sz="2400" b="1">
                  <a:latin typeface="Times New Roman" panose="02020603050405020304" pitchFamily="18" charset="0"/>
                </a:rPr>
                <a:t>’</a:t>
              </a:r>
              <a:endParaRPr kumimoji="1" lang="en-US" altLang="zh-CN" sz="2400" b="1">
                <a:latin typeface="Tahoma" panose="020B0604030504040204" pitchFamily="34" charset="0"/>
              </a:endParaRPr>
            </a:p>
          </p:txBody>
        </p:sp>
        <p:sp>
          <p:nvSpPr>
            <p:cNvPr id="73757" name="Rectangle 5"/>
            <p:cNvSpPr>
              <a:spLocks noChangeArrowheads="1"/>
            </p:cNvSpPr>
            <p:nvPr/>
          </p:nvSpPr>
          <p:spPr bwMode="auto">
            <a:xfrm>
              <a:off x="2544" y="1440"/>
              <a:ext cx="1008" cy="192"/>
            </a:xfrm>
            <a:prstGeom prst="rect">
              <a:avLst/>
            </a:prstGeom>
            <a:solidFill>
              <a:schemeClr val="bg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hangingPunct="1">
                <a:spcBef>
                  <a:spcPct val="0"/>
                </a:spcBef>
                <a:buClrTx/>
                <a:buSzTx/>
                <a:buFontTx/>
                <a:buNone/>
              </a:pPr>
              <a:r>
                <a:rPr kumimoji="1" lang="en-US" altLang="zh-CN" sz="2400" b="1">
                  <a:latin typeface="Tahoma" panose="020B0604030504040204" pitchFamily="34" charset="0"/>
                </a:rPr>
                <a:t>e</a:t>
              </a:r>
              <a:r>
                <a:rPr kumimoji="1" lang="en-US" altLang="zh-CN" sz="2400" b="1" baseline="-25000">
                  <a:latin typeface="Tahoma" panose="020B0604030504040204" pitchFamily="34" charset="0"/>
                </a:rPr>
                <a:t>i</a:t>
              </a:r>
              <a:r>
                <a:rPr kumimoji="1" lang="en-US" altLang="zh-CN" sz="2400" b="1">
                  <a:latin typeface="Tahoma" panose="020B0604030504040204" pitchFamily="34" charset="0"/>
                </a:rPr>
                <a:t> 3</a:t>
              </a:r>
              <a:r>
                <a:rPr kumimoji="1" lang="en-US" altLang="zh-CN" sz="2400" b="1">
                  <a:latin typeface="Times New Roman" panose="02020603050405020304" pitchFamily="18" charset="0"/>
                </a:rPr>
                <a:t>’</a:t>
              </a:r>
              <a:endParaRPr kumimoji="1" lang="en-US" altLang="zh-CN" sz="2400" b="1">
                <a:latin typeface="Tahoma" panose="020B0604030504040204" pitchFamily="34" charset="0"/>
              </a:endParaRPr>
            </a:p>
          </p:txBody>
        </p:sp>
      </p:grpSp>
      <p:sp>
        <p:nvSpPr>
          <p:cNvPr id="73732" name="Text Box 6"/>
          <p:cNvSpPr txBox="1">
            <a:spLocks noChangeArrowheads="1"/>
          </p:cNvSpPr>
          <p:nvPr/>
        </p:nvSpPr>
        <p:spPr bwMode="auto">
          <a:xfrm>
            <a:off x="1165225" y="2209800"/>
            <a:ext cx="4270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eaLnBrk="1" hangingPunct="1">
              <a:spcBef>
                <a:spcPct val="0"/>
              </a:spcBef>
              <a:buClrTx/>
              <a:buSzTx/>
              <a:buFontTx/>
              <a:buNone/>
            </a:pPr>
            <a:r>
              <a:rPr kumimoji="1" lang="en-US" altLang="zh-CN" sz="2400" b="1">
                <a:latin typeface="Tahoma" panose="020B0604030504040204" pitchFamily="34" charset="0"/>
              </a:rPr>
              <a:t>e</a:t>
            </a:r>
            <a:r>
              <a:rPr kumimoji="1" lang="en-US" altLang="zh-CN" sz="2400" b="1" baseline="-25000">
                <a:latin typeface="Tahoma" panose="020B0604030504040204" pitchFamily="34" charset="0"/>
              </a:rPr>
              <a:t>i</a:t>
            </a:r>
            <a:endParaRPr kumimoji="1" lang="en-US" altLang="zh-CN" sz="2400" b="1" baseline="-25000">
              <a:latin typeface="Tahoma" panose="020B0604030504040204" pitchFamily="34" charset="0"/>
            </a:endParaRPr>
          </a:p>
        </p:txBody>
      </p:sp>
      <p:grpSp>
        <p:nvGrpSpPr>
          <p:cNvPr id="73733" name="Group 7"/>
          <p:cNvGrpSpPr/>
          <p:nvPr/>
        </p:nvGrpSpPr>
        <p:grpSpPr bwMode="auto">
          <a:xfrm>
            <a:off x="2667000" y="3776663"/>
            <a:ext cx="3200400" cy="304800"/>
            <a:chOff x="1536" y="1440"/>
            <a:chExt cx="2016" cy="192"/>
          </a:xfrm>
        </p:grpSpPr>
        <p:sp>
          <p:nvSpPr>
            <p:cNvPr id="73754" name="Rectangle 8"/>
            <p:cNvSpPr>
              <a:spLocks noChangeArrowheads="1"/>
            </p:cNvSpPr>
            <p:nvPr/>
          </p:nvSpPr>
          <p:spPr bwMode="auto">
            <a:xfrm>
              <a:off x="1536" y="1440"/>
              <a:ext cx="1008" cy="192"/>
            </a:xfrm>
            <a:prstGeom prst="rect">
              <a:avLst/>
            </a:prstGeom>
            <a:solidFill>
              <a:schemeClr val="bg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hangingPunct="1">
                <a:spcBef>
                  <a:spcPct val="0"/>
                </a:spcBef>
                <a:buClrTx/>
                <a:buSzTx/>
                <a:buFontTx/>
                <a:buNone/>
              </a:pPr>
              <a:r>
                <a:rPr kumimoji="1" lang="en-US" altLang="zh-CN" sz="2400" b="1">
                  <a:latin typeface="Tahoma" panose="020B0604030504040204" pitchFamily="34" charset="0"/>
                </a:rPr>
                <a:t>e</a:t>
              </a:r>
              <a:r>
                <a:rPr kumimoji="1" lang="en-US" altLang="zh-CN" sz="2400" b="1" baseline="-25000">
                  <a:latin typeface="Tahoma" panose="020B0604030504040204" pitchFamily="34" charset="0"/>
                </a:rPr>
                <a:t>1</a:t>
              </a:r>
              <a:r>
                <a:rPr kumimoji="1" lang="en-US" altLang="zh-CN" sz="2400" b="1">
                  <a:latin typeface="Tahoma" panose="020B0604030504040204" pitchFamily="34" charset="0"/>
                </a:rPr>
                <a:t> 3</a:t>
              </a:r>
              <a:r>
                <a:rPr kumimoji="1" lang="en-US" altLang="zh-CN" sz="2400" b="1">
                  <a:latin typeface="Times New Roman" panose="02020603050405020304" pitchFamily="18" charset="0"/>
                </a:rPr>
                <a:t>’</a:t>
              </a:r>
              <a:endParaRPr kumimoji="1" lang="en-US" altLang="zh-CN" sz="2400" b="1">
                <a:latin typeface="Tahoma" panose="020B0604030504040204" pitchFamily="34" charset="0"/>
              </a:endParaRPr>
            </a:p>
          </p:txBody>
        </p:sp>
        <p:sp>
          <p:nvSpPr>
            <p:cNvPr id="73755" name="Rectangle 9"/>
            <p:cNvSpPr>
              <a:spLocks noChangeArrowheads="1"/>
            </p:cNvSpPr>
            <p:nvPr/>
          </p:nvSpPr>
          <p:spPr bwMode="auto">
            <a:xfrm>
              <a:off x="2544" y="1440"/>
              <a:ext cx="1008" cy="192"/>
            </a:xfrm>
            <a:prstGeom prst="rect">
              <a:avLst/>
            </a:prstGeom>
            <a:solidFill>
              <a:schemeClr val="bg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hangingPunct="1">
                <a:spcBef>
                  <a:spcPct val="0"/>
                </a:spcBef>
                <a:buClrTx/>
                <a:buSzTx/>
                <a:buFontTx/>
                <a:buNone/>
              </a:pPr>
              <a:r>
                <a:rPr kumimoji="1" lang="en-US" altLang="zh-CN" sz="2400" b="1">
                  <a:latin typeface="Tahoma" panose="020B0604030504040204" pitchFamily="34" charset="0"/>
                </a:rPr>
                <a:t>e</a:t>
              </a:r>
              <a:r>
                <a:rPr kumimoji="1" lang="en-US" altLang="zh-CN" sz="2400" b="1" baseline="-25000">
                  <a:latin typeface="Tahoma" panose="020B0604030504040204" pitchFamily="34" charset="0"/>
                </a:rPr>
                <a:t>2</a:t>
              </a:r>
              <a:r>
                <a:rPr kumimoji="1" lang="en-US" altLang="zh-CN" sz="2400" b="1">
                  <a:latin typeface="Tahoma" panose="020B0604030504040204" pitchFamily="34" charset="0"/>
                </a:rPr>
                <a:t> 5</a:t>
              </a:r>
              <a:r>
                <a:rPr kumimoji="1" lang="en-US" altLang="zh-CN" sz="2400" b="1">
                  <a:latin typeface="Times New Roman" panose="02020603050405020304" pitchFamily="18" charset="0"/>
                </a:rPr>
                <a:t>’</a:t>
              </a:r>
              <a:endParaRPr kumimoji="1" lang="en-US" altLang="zh-CN" sz="2400" b="1">
                <a:latin typeface="Tahoma" panose="020B0604030504040204" pitchFamily="34" charset="0"/>
              </a:endParaRPr>
            </a:p>
          </p:txBody>
        </p:sp>
      </p:grpSp>
      <p:sp>
        <p:nvSpPr>
          <p:cNvPr id="73734" name="Text Box 10"/>
          <p:cNvSpPr txBox="1">
            <a:spLocks noChangeArrowheads="1"/>
          </p:cNvSpPr>
          <p:nvPr/>
        </p:nvSpPr>
        <p:spPr bwMode="auto">
          <a:xfrm>
            <a:off x="1127125" y="3733800"/>
            <a:ext cx="968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eaLnBrk="1" hangingPunct="1">
              <a:spcBef>
                <a:spcPct val="0"/>
              </a:spcBef>
              <a:buClrTx/>
              <a:buSzTx/>
              <a:buFontTx/>
              <a:buNone/>
            </a:pPr>
            <a:r>
              <a:rPr kumimoji="1" lang="en-US" altLang="zh-CN" sz="2400" b="1">
                <a:latin typeface="Tahoma" panose="020B0604030504040204" pitchFamily="34" charset="0"/>
              </a:rPr>
              <a:t>e </a:t>
            </a:r>
            <a:r>
              <a:rPr kumimoji="1" lang="en-US" altLang="zh-CN" sz="2400" b="1" baseline="-25000">
                <a:latin typeface="Tahoma" panose="020B0604030504040204" pitchFamily="34" charset="0"/>
              </a:rPr>
              <a:t>1-&gt;2</a:t>
            </a:r>
            <a:endParaRPr kumimoji="1" lang="en-US" altLang="zh-CN" sz="2400" b="1" baseline="-25000">
              <a:latin typeface="Tahoma" panose="020B0604030504040204" pitchFamily="34" charset="0"/>
            </a:endParaRPr>
          </a:p>
        </p:txBody>
      </p:sp>
      <p:grpSp>
        <p:nvGrpSpPr>
          <p:cNvPr id="73735" name="Group 11"/>
          <p:cNvGrpSpPr/>
          <p:nvPr/>
        </p:nvGrpSpPr>
        <p:grpSpPr bwMode="auto">
          <a:xfrm>
            <a:off x="4267200" y="4572000"/>
            <a:ext cx="3200400" cy="304800"/>
            <a:chOff x="1536" y="1440"/>
            <a:chExt cx="2016" cy="192"/>
          </a:xfrm>
        </p:grpSpPr>
        <p:sp>
          <p:nvSpPr>
            <p:cNvPr id="73752" name="Rectangle 12"/>
            <p:cNvSpPr>
              <a:spLocks noChangeArrowheads="1"/>
            </p:cNvSpPr>
            <p:nvPr/>
          </p:nvSpPr>
          <p:spPr bwMode="auto">
            <a:xfrm>
              <a:off x="1536" y="1440"/>
              <a:ext cx="1008" cy="192"/>
            </a:xfrm>
            <a:prstGeom prst="rect">
              <a:avLst/>
            </a:prstGeom>
            <a:solidFill>
              <a:schemeClr val="bg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hangingPunct="1">
                <a:spcBef>
                  <a:spcPct val="0"/>
                </a:spcBef>
                <a:buClrTx/>
                <a:buSzTx/>
                <a:buFontTx/>
                <a:buNone/>
              </a:pPr>
              <a:r>
                <a:rPr kumimoji="1" lang="en-US" altLang="zh-CN" sz="2400" b="1">
                  <a:latin typeface="Tahoma" panose="020B0604030504040204" pitchFamily="34" charset="0"/>
                </a:rPr>
                <a:t>e</a:t>
              </a:r>
              <a:r>
                <a:rPr kumimoji="1" lang="en-US" altLang="zh-CN" sz="2400" b="1" baseline="-25000">
                  <a:latin typeface="Tahoma" panose="020B0604030504040204" pitchFamily="34" charset="0"/>
                </a:rPr>
                <a:t>0</a:t>
              </a:r>
              <a:r>
                <a:rPr kumimoji="1" lang="en-US" altLang="zh-CN" sz="2400" b="1">
                  <a:latin typeface="Tahoma" panose="020B0604030504040204" pitchFamily="34" charset="0"/>
                </a:rPr>
                <a:t> 3</a:t>
              </a:r>
              <a:r>
                <a:rPr kumimoji="1" lang="en-US" altLang="zh-CN" sz="2400" b="1">
                  <a:latin typeface="Times New Roman" panose="02020603050405020304" pitchFamily="18" charset="0"/>
                </a:rPr>
                <a:t>’</a:t>
              </a:r>
              <a:endParaRPr kumimoji="1" lang="en-US" altLang="zh-CN" sz="2400" b="1">
                <a:latin typeface="Tahoma" panose="020B0604030504040204" pitchFamily="34" charset="0"/>
              </a:endParaRPr>
            </a:p>
          </p:txBody>
        </p:sp>
        <p:sp>
          <p:nvSpPr>
            <p:cNvPr id="73753" name="Rectangle 13"/>
            <p:cNvSpPr>
              <a:spLocks noChangeArrowheads="1"/>
            </p:cNvSpPr>
            <p:nvPr/>
          </p:nvSpPr>
          <p:spPr bwMode="auto">
            <a:xfrm>
              <a:off x="2544" y="1440"/>
              <a:ext cx="1008" cy="192"/>
            </a:xfrm>
            <a:prstGeom prst="rect">
              <a:avLst/>
            </a:prstGeom>
            <a:solidFill>
              <a:schemeClr val="bg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hangingPunct="1">
                <a:spcBef>
                  <a:spcPct val="0"/>
                </a:spcBef>
                <a:buClrTx/>
                <a:buSzTx/>
                <a:buFontTx/>
                <a:buNone/>
              </a:pPr>
              <a:r>
                <a:rPr kumimoji="1" lang="en-US" altLang="zh-CN" sz="2400" b="1">
                  <a:latin typeface="Tahoma" panose="020B0604030504040204" pitchFamily="34" charset="0"/>
                </a:rPr>
                <a:t>e</a:t>
              </a:r>
              <a:r>
                <a:rPr kumimoji="1" lang="en-US" altLang="zh-CN" sz="2400" b="1" baseline="-25000">
                  <a:latin typeface="Tahoma" panose="020B0604030504040204" pitchFamily="34" charset="0"/>
                </a:rPr>
                <a:t>1</a:t>
              </a:r>
              <a:r>
                <a:rPr kumimoji="1" lang="en-US" altLang="zh-CN" sz="2400" b="1">
                  <a:latin typeface="Tahoma" panose="020B0604030504040204" pitchFamily="34" charset="0"/>
                </a:rPr>
                <a:t> 5</a:t>
              </a:r>
              <a:r>
                <a:rPr kumimoji="1" lang="en-US" altLang="zh-CN" sz="2400" b="1">
                  <a:latin typeface="Times New Roman" panose="02020603050405020304" pitchFamily="18" charset="0"/>
                </a:rPr>
                <a:t>’</a:t>
              </a:r>
              <a:endParaRPr kumimoji="1" lang="en-US" altLang="zh-CN" sz="2400" b="1">
                <a:latin typeface="Tahoma" panose="020B0604030504040204" pitchFamily="34" charset="0"/>
              </a:endParaRPr>
            </a:p>
          </p:txBody>
        </p:sp>
      </p:grpSp>
      <p:sp>
        <p:nvSpPr>
          <p:cNvPr id="73736" name="Text Box 14"/>
          <p:cNvSpPr txBox="1">
            <a:spLocks noChangeArrowheads="1"/>
          </p:cNvSpPr>
          <p:nvPr/>
        </p:nvSpPr>
        <p:spPr bwMode="auto">
          <a:xfrm>
            <a:off x="1127125" y="4529138"/>
            <a:ext cx="968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eaLnBrk="1" hangingPunct="1">
              <a:spcBef>
                <a:spcPct val="0"/>
              </a:spcBef>
              <a:buClrTx/>
              <a:buSzTx/>
              <a:buFontTx/>
              <a:buNone/>
            </a:pPr>
            <a:r>
              <a:rPr kumimoji="1" lang="en-US" altLang="zh-CN" sz="2400" b="1">
                <a:latin typeface="Tahoma" panose="020B0604030504040204" pitchFamily="34" charset="0"/>
              </a:rPr>
              <a:t>e </a:t>
            </a:r>
            <a:r>
              <a:rPr kumimoji="1" lang="en-US" altLang="zh-CN" sz="2400" b="1" baseline="-25000">
                <a:latin typeface="Tahoma" panose="020B0604030504040204" pitchFamily="34" charset="0"/>
              </a:rPr>
              <a:t>0-&gt;1</a:t>
            </a:r>
            <a:endParaRPr kumimoji="1" lang="en-US" altLang="zh-CN" sz="2400" b="1" baseline="-25000">
              <a:latin typeface="Tahoma" panose="020B0604030504040204" pitchFamily="34" charset="0"/>
            </a:endParaRPr>
          </a:p>
        </p:txBody>
      </p:sp>
      <p:sp>
        <p:nvSpPr>
          <p:cNvPr id="73737" name="Rectangle 15"/>
          <p:cNvSpPr>
            <a:spLocks noChangeArrowheads="1"/>
          </p:cNvSpPr>
          <p:nvPr/>
        </p:nvSpPr>
        <p:spPr bwMode="auto">
          <a:xfrm>
            <a:off x="2667000" y="4572000"/>
            <a:ext cx="1600200" cy="304800"/>
          </a:xfrm>
          <a:prstGeom prst="rect">
            <a:avLst/>
          </a:prstGeom>
          <a:solidFill>
            <a:schemeClr val="bg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hangingPunct="1">
              <a:spcBef>
                <a:spcPct val="0"/>
              </a:spcBef>
              <a:buClrTx/>
              <a:buSzTx/>
              <a:buFontTx/>
              <a:buNone/>
            </a:pPr>
            <a:r>
              <a:rPr kumimoji="1" lang="en-US" altLang="zh-CN" sz="2400" b="1">
                <a:latin typeface="Tahoma" panose="020B0604030504040204" pitchFamily="34" charset="0"/>
              </a:rPr>
              <a:t>e</a:t>
            </a:r>
            <a:r>
              <a:rPr kumimoji="1" lang="en-US" altLang="zh-CN" sz="2400" b="1" baseline="-25000">
                <a:latin typeface="Tahoma" panose="020B0604030504040204" pitchFamily="34" charset="0"/>
              </a:rPr>
              <a:t>0</a:t>
            </a:r>
            <a:r>
              <a:rPr kumimoji="1" lang="en-US" altLang="zh-CN" sz="2400" b="1">
                <a:latin typeface="Tahoma" panose="020B0604030504040204" pitchFamily="34" charset="0"/>
              </a:rPr>
              <a:t> 5</a:t>
            </a:r>
            <a:r>
              <a:rPr kumimoji="1" lang="en-US" altLang="zh-CN" sz="2400" b="1">
                <a:latin typeface="Times New Roman" panose="02020603050405020304" pitchFamily="18" charset="0"/>
              </a:rPr>
              <a:t>’</a:t>
            </a:r>
            <a:endParaRPr kumimoji="1" lang="en-US" altLang="zh-CN" sz="2400" b="1">
              <a:latin typeface="Tahoma" panose="020B0604030504040204" pitchFamily="34" charset="0"/>
            </a:endParaRPr>
          </a:p>
        </p:txBody>
      </p:sp>
      <p:grpSp>
        <p:nvGrpSpPr>
          <p:cNvPr id="73738" name="Group 16"/>
          <p:cNvGrpSpPr/>
          <p:nvPr/>
        </p:nvGrpSpPr>
        <p:grpSpPr bwMode="auto">
          <a:xfrm>
            <a:off x="4267200" y="5410200"/>
            <a:ext cx="3200400" cy="304800"/>
            <a:chOff x="1536" y="1440"/>
            <a:chExt cx="2016" cy="192"/>
          </a:xfrm>
        </p:grpSpPr>
        <p:sp>
          <p:nvSpPr>
            <p:cNvPr id="73750" name="Rectangle 17"/>
            <p:cNvSpPr>
              <a:spLocks noChangeArrowheads="1"/>
            </p:cNvSpPr>
            <p:nvPr/>
          </p:nvSpPr>
          <p:spPr bwMode="auto">
            <a:xfrm>
              <a:off x="1536" y="1440"/>
              <a:ext cx="1008" cy="192"/>
            </a:xfrm>
            <a:prstGeom prst="rect">
              <a:avLst/>
            </a:prstGeom>
            <a:solidFill>
              <a:schemeClr val="bg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hangingPunct="1">
                <a:spcBef>
                  <a:spcPct val="0"/>
                </a:spcBef>
                <a:buClrTx/>
                <a:buSzTx/>
                <a:buFontTx/>
                <a:buNone/>
              </a:pPr>
              <a:r>
                <a:rPr kumimoji="1" lang="en-US" altLang="zh-CN" sz="2400" b="1">
                  <a:latin typeface="Tahoma" panose="020B0604030504040204" pitchFamily="34" charset="0"/>
                </a:rPr>
                <a:t>e</a:t>
              </a:r>
              <a:r>
                <a:rPr kumimoji="1" lang="en-US" altLang="zh-CN" sz="2400" b="1" baseline="-25000">
                  <a:latin typeface="Tahoma" panose="020B0604030504040204" pitchFamily="34" charset="0"/>
                </a:rPr>
                <a:t>6</a:t>
              </a:r>
              <a:r>
                <a:rPr kumimoji="1" lang="en-US" altLang="zh-CN" sz="2400" b="1">
                  <a:latin typeface="Tahoma" panose="020B0604030504040204" pitchFamily="34" charset="0"/>
                </a:rPr>
                <a:t> 5</a:t>
              </a:r>
              <a:r>
                <a:rPr kumimoji="1" lang="en-US" altLang="zh-CN" sz="2400" b="1">
                  <a:latin typeface="Times New Roman" panose="02020603050405020304" pitchFamily="18" charset="0"/>
                </a:rPr>
                <a:t>’</a:t>
              </a:r>
              <a:endParaRPr kumimoji="1" lang="en-US" altLang="zh-CN" sz="2400" b="1">
                <a:latin typeface="Tahoma" panose="020B0604030504040204" pitchFamily="34" charset="0"/>
              </a:endParaRPr>
            </a:p>
          </p:txBody>
        </p:sp>
        <p:sp>
          <p:nvSpPr>
            <p:cNvPr id="73751" name="Rectangle 18"/>
            <p:cNvSpPr>
              <a:spLocks noChangeArrowheads="1"/>
            </p:cNvSpPr>
            <p:nvPr/>
          </p:nvSpPr>
          <p:spPr bwMode="auto">
            <a:xfrm>
              <a:off x="2544" y="1440"/>
              <a:ext cx="1008" cy="192"/>
            </a:xfrm>
            <a:prstGeom prst="rect">
              <a:avLst/>
            </a:prstGeom>
            <a:solidFill>
              <a:schemeClr val="bg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hangingPunct="1">
                <a:spcBef>
                  <a:spcPct val="0"/>
                </a:spcBef>
                <a:buClrTx/>
                <a:buSzTx/>
                <a:buFontTx/>
                <a:buNone/>
              </a:pPr>
              <a:r>
                <a:rPr kumimoji="1" lang="en-US" altLang="zh-CN" sz="2400" b="1">
                  <a:latin typeface="Tahoma" panose="020B0604030504040204" pitchFamily="34" charset="0"/>
                </a:rPr>
                <a:t>e</a:t>
              </a:r>
              <a:r>
                <a:rPr kumimoji="1" lang="en-US" altLang="zh-CN" sz="2400" b="1" baseline="-25000">
                  <a:latin typeface="Tahoma" panose="020B0604030504040204" pitchFamily="34" charset="0"/>
                </a:rPr>
                <a:t>6</a:t>
              </a:r>
              <a:r>
                <a:rPr kumimoji="1" lang="en-US" altLang="zh-CN" sz="2400" b="1">
                  <a:latin typeface="Tahoma" panose="020B0604030504040204" pitchFamily="34" charset="0"/>
                </a:rPr>
                <a:t> 3</a:t>
              </a:r>
              <a:r>
                <a:rPr kumimoji="1" lang="en-US" altLang="zh-CN" sz="2400" b="1">
                  <a:latin typeface="Times New Roman" panose="02020603050405020304" pitchFamily="18" charset="0"/>
                </a:rPr>
                <a:t>’</a:t>
              </a:r>
              <a:endParaRPr kumimoji="1" lang="en-US" altLang="zh-CN" sz="2400" b="1">
                <a:latin typeface="Tahoma" panose="020B0604030504040204" pitchFamily="34" charset="0"/>
              </a:endParaRPr>
            </a:p>
          </p:txBody>
        </p:sp>
      </p:grpSp>
      <p:sp>
        <p:nvSpPr>
          <p:cNvPr id="73739" name="Text Box 19"/>
          <p:cNvSpPr txBox="1">
            <a:spLocks noChangeArrowheads="1"/>
          </p:cNvSpPr>
          <p:nvPr/>
        </p:nvSpPr>
        <p:spPr bwMode="auto">
          <a:xfrm>
            <a:off x="1127125" y="5367338"/>
            <a:ext cx="968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eaLnBrk="1" hangingPunct="1">
              <a:spcBef>
                <a:spcPct val="0"/>
              </a:spcBef>
              <a:buClrTx/>
              <a:buSzTx/>
              <a:buFontTx/>
              <a:buNone/>
            </a:pPr>
            <a:r>
              <a:rPr kumimoji="1" lang="en-US" altLang="zh-CN" sz="2400" b="1">
                <a:latin typeface="Tahoma" panose="020B0604030504040204" pitchFamily="34" charset="0"/>
              </a:rPr>
              <a:t>e </a:t>
            </a:r>
            <a:r>
              <a:rPr kumimoji="1" lang="en-US" altLang="zh-CN" sz="2400" b="1" baseline="-25000">
                <a:latin typeface="Tahoma" panose="020B0604030504040204" pitchFamily="34" charset="0"/>
              </a:rPr>
              <a:t>5-&gt;6</a:t>
            </a:r>
            <a:endParaRPr kumimoji="1" lang="en-US" altLang="zh-CN" sz="2400" b="1" baseline="-25000">
              <a:latin typeface="Tahoma" panose="020B0604030504040204" pitchFamily="34" charset="0"/>
            </a:endParaRPr>
          </a:p>
        </p:txBody>
      </p:sp>
      <p:sp>
        <p:nvSpPr>
          <p:cNvPr id="73740" name="Rectangle 20"/>
          <p:cNvSpPr>
            <a:spLocks noChangeArrowheads="1"/>
          </p:cNvSpPr>
          <p:nvPr/>
        </p:nvSpPr>
        <p:spPr bwMode="auto">
          <a:xfrm>
            <a:off x="2667000" y="5410200"/>
            <a:ext cx="1600200" cy="304800"/>
          </a:xfrm>
          <a:prstGeom prst="rect">
            <a:avLst/>
          </a:prstGeom>
          <a:solidFill>
            <a:schemeClr val="bg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hangingPunct="1">
              <a:spcBef>
                <a:spcPct val="0"/>
              </a:spcBef>
              <a:buClrTx/>
              <a:buSzTx/>
              <a:buFontTx/>
              <a:buNone/>
            </a:pPr>
            <a:r>
              <a:rPr kumimoji="1" lang="en-US" altLang="zh-CN" sz="2400" b="1">
                <a:latin typeface="Tahoma" panose="020B0604030504040204" pitchFamily="34" charset="0"/>
              </a:rPr>
              <a:t>e</a:t>
            </a:r>
            <a:r>
              <a:rPr kumimoji="1" lang="en-US" altLang="zh-CN" sz="2400" b="1" baseline="-25000">
                <a:latin typeface="Tahoma" panose="020B0604030504040204" pitchFamily="34" charset="0"/>
              </a:rPr>
              <a:t>5</a:t>
            </a:r>
            <a:r>
              <a:rPr kumimoji="1" lang="en-US" altLang="zh-CN" sz="2400" b="1">
                <a:latin typeface="Tahoma" panose="020B0604030504040204" pitchFamily="34" charset="0"/>
              </a:rPr>
              <a:t> 3</a:t>
            </a:r>
            <a:r>
              <a:rPr kumimoji="1" lang="en-US" altLang="zh-CN" sz="2400" b="1">
                <a:latin typeface="Times New Roman" panose="02020603050405020304" pitchFamily="18" charset="0"/>
              </a:rPr>
              <a:t>’</a:t>
            </a:r>
            <a:endParaRPr kumimoji="1" lang="en-US" altLang="zh-CN" sz="2400" b="1">
              <a:latin typeface="Tahoma" panose="020B0604030504040204" pitchFamily="34" charset="0"/>
            </a:endParaRPr>
          </a:p>
        </p:txBody>
      </p:sp>
      <p:grpSp>
        <p:nvGrpSpPr>
          <p:cNvPr id="73741" name="Group 21"/>
          <p:cNvGrpSpPr/>
          <p:nvPr/>
        </p:nvGrpSpPr>
        <p:grpSpPr bwMode="auto">
          <a:xfrm>
            <a:off x="2667000" y="2971800"/>
            <a:ext cx="3200400" cy="304800"/>
            <a:chOff x="1536" y="1440"/>
            <a:chExt cx="2016" cy="192"/>
          </a:xfrm>
        </p:grpSpPr>
        <p:sp>
          <p:nvSpPr>
            <p:cNvPr id="73748" name="Rectangle 22"/>
            <p:cNvSpPr>
              <a:spLocks noChangeArrowheads="1"/>
            </p:cNvSpPr>
            <p:nvPr/>
          </p:nvSpPr>
          <p:spPr bwMode="auto">
            <a:xfrm>
              <a:off x="1536" y="1440"/>
              <a:ext cx="1008" cy="192"/>
            </a:xfrm>
            <a:prstGeom prst="rect">
              <a:avLst/>
            </a:prstGeom>
            <a:solidFill>
              <a:schemeClr val="bg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hangingPunct="1">
                <a:spcBef>
                  <a:spcPct val="0"/>
                </a:spcBef>
                <a:buClrTx/>
                <a:buSzTx/>
                <a:buFontTx/>
                <a:buNone/>
              </a:pPr>
              <a:r>
                <a:rPr kumimoji="1" lang="en-US" altLang="zh-CN" sz="2400" b="1">
                  <a:latin typeface="Tahoma" panose="020B0604030504040204" pitchFamily="34" charset="0"/>
                </a:rPr>
                <a:t>e^</a:t>
              </a:r>
              <a:r>
                <a:rPr kumimoji="1" lang="en-US" altLang="zh-CN" sz="2400" b="1" baseline="-25000">
                  <a:latin typeface="Tahoma" panose="020B0604030504040204" pitchFamily="34" charset="0"/>
                </a:rPr>
                <a:t>i</a:t>
              </a:r>
              <a:r>
                <a:rPr kumimoji="1" lang="en-US" altLang="zh-CN" sz="2400" b="1">
                  <a:latin typeface="Tahoma" panose="020B0604030504040204" pitchFamily="34" charset="0"/>
                </a:rPr>
                <a:t> 5</a:t>
              </a:r>
              <a:r>
                <a:rPr kumimoji="1" lang="en-US" altLang="zh-CN" sz="2400" b="1">
                  <a:latin typeface="Times New Roman" panose="02020603050405020304" pitchFamily="18" charset="0"/>
                </a:rPr>
                <a:t>’</a:t>
              </a:r>
              <a:endParaRPr kumimoji="1" lang="en-US" altLang="zh-CN" sz="2400" b="1">
                <a:latin typeface="Tahoma" panose="020B0604030504040204" pitchFamily="34" charset="0"/>
              </a:endParaRPr>
            </a:p>
          </p:txBody>
        </p:sp>
        <p:sp>
          <p:nvSpPr>
            <p:cNvPr id="73749" name="Rectangle 23"/>
            <p:cNvSpPr>
              <a:spLocks noChangeArrowheads="1"/>
            </p:cNvSpPr>
            <p:nvPr/>
          </p:nvSpPr>
          <p:spPr bwMode="auto">
            <a:xfrm>
              <a:off x="2544" y="1440"/>
              <a:ext cx="1008" cy="192"/>
            </a:xfrm>
            <a:prstGeom prst="rect">
              <a:avLst/>
            </a:prstGeom>
            <a:solidFill>
              <a:schemeClr val="bg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hangingPunct="1">
                <a:spcBef>
                  <a:spcPct val="0"/>
                </a:spcBef>
                <a:buClrTx/>
                <a:buSzTx/>
                <a:buFontTx/>
                <a:buNone/>
              </a:pPr>
              <a:r>
                <a:rPr kumimoji="1" lang="en-US" altLang="zh-CN" sz="2400" b="1">
                  <a:latin typeface="Tahoma" panose="020B0604030504040204" pitchFamily="34" charset="0"/>
                </a:rPr>
                <a:t>e^</a:t>
              </a:r>
              <a:r>
                <a:rPr kumimoji="1" lang="en-US" altLang="zh-CN" sz="2400" b="1" baseline="-25000">
                  <a:latin typeface="Tahoma" panose="020B0604030504040204" pitchFamily="34" charset="0"/>
                </a:rPr>
                <a:t>i</a:t>
              </a:r>
              <a:r>
                <a:rPr kumimoji="1" lang="en-US" altLang="zh-CN" sz="2400" b="1">
                  <a:latin typeface="Tahoma" panose="020B0604030504040204" pitchFamily="34" charset="0"/>
                </a:rPr>
                <a:t> 3</a:t>
              </a:r>
              <a:r>
                <a:rPr kumimoji="1" lang="en-US" altLang="zh-CN" sz="2400" b="1">
                  <a:latin typeface="Times New Roman" panose="02020603050405020304" pitchFamily="18" charset="0"/>
                </a:rPr>
                <a:t>’</a:t>
              </a:r>
              <a:endParaRPr kumimoji="1" lang="en-US" altLang="zh-CN" sz="2400" b="1">
                <a:latin typeface="Tahoma" panose="020B0604030504040204" pitchFamily="34" charset="0"/>
              </a:endParaRPr>
            </a:p>
          </p:txBody>
        </p:sp>
      </p:grpSp>
      <p:sp>
        <p:nvSpPr>
          <p:cNvPr id="73742" name="Text Box 24"/>
          <p:cNvSpPr txBox="1">
            <a:spLocks noChangeArrowheads="1"/>
          </p:cNvSpPr>
          <p:nvPr/>
        </p:nvSpPr>
        <p:spPr bwMode="auto">
          <a:xfrm>
            <a:off x="1165225" y="2895600"/>
            <a:ext cx="676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eaLnBrk="1" hangingPunct="1">
              <a:spcBef>
                <a:spcPct val="0"/>
              </a:spcBef>
              <a:buClrTx/>
              <a:buSzTx/>
              <a:buFontTx/>
              <a:buNone/>
            </a:pPr>
            <a:r>
              <a:rPr kumimoji="1" lang="en-US" altLang="zh-CN" sz="2400" b="1">
                <a:latin typeface="Tahoma" panose="020B0604030504040204" pitchFamily="34" charset="0"/>
              </a:rPr>
              <a:t>e^</a:t>
            </a:r>
            <a:r>
              <a:rPr kumimoji="1" lang="en-US" altLang="zh-CN" sz="2400" b="1" baseline="-25000">
                <a:latin typeface="Tahoma" panose="020B0604030504040204" pitchFamily="34" charset="0"/>
              </a:rPr>
              <a:t>i</a:t>
            </a:r>
            <a:endParaRPr kumimoji="1" lang="en-US" altLang="zh-CN" sz="2400" b="1" baseline="-25000">
              <a:latin typeface="Tahoma" panose="020B0604030504040204" pitchFamily="34" charset="0"/>
            </a:endParaRPr>
          </a:p>
        </p:txBody>
      </p:sp>
      <p:sp>
        <p:nvSpPr>
          <p:cNvPr id="73743" name="Line 25"/>
          <p:cNvSpPr>
            <a:spLocks noChangeShapeType="1"/>
          </p:cNvSpPr>
          <p:nvPr/>
        </p:nvSpPr>
        <p:spPr bwMode="auto">
          <a:xfrm>
            <a:off x="2438400" y="2209800"/>
            <a:ext cx="3657600" cy="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44" name="Line 26"/>
          <p:cNvSpPr>
            <a:spLocks noChangeShapeType="1"/>
          </p:cNvSpPr>
          <p:nvPr/>
        </p:nvSpPr>
        <p:spPr bwMode="auto">
          <a:xfrm flipH="1">
            <a:off x="2362200" y="2895600"/>
            <a:ext cx="3733800" cy="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45" name="Line 27"/>
          <p:cNvSpPr>
            <a:spLocks noChangeShapeType="1"/>
          </p:cNvSpPr>
          <p:nvPr/>
        </p:nvSpPr>
        <p:spPr bwMode="auto">
          <a:xfrm>
            <a:off x="2438400" y="3657600"/>
            <a:ext cx="3657600" cy="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46" name="Line 28"/>
          <p:cNvSpPr>
            <a:spLocks noChangeShapeType="1"/>
          </p:cNvSpPr>
          <p:nvPr/>
        </p:nvSpPr>
        <p:spPr bwMode="auto">
          <a:xfrm>
            <a:off x="2438400" y="4419600"/>
            <a:ext cx="5105400" cy="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47" name="Line 29"/>
          <p:cNvSpPr>
            <a:spLocks noChangeShapeType="1"/>
          </p:cNvSpPr>
          <p:nvPr/>
        </p:nvSpPr>
        <p:spPr bwMode="auto">
          <a:xfrm>
            <a:off x="2438400" y="5334000"/>
            <a:ext cx="5105400" cy="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p:cNvSpPr>
          <p:nvPr>
            <p:ph type="title"/>
          </p:nvPr>
        </p:nvSpPr>
        <p:spPr/>
        <p:txBody>
          <a:bodyPr bIns="45720"/>
          <a:lstStyle/>
          <a:p>
            <a:pPr eaLnBrk="1" hangingPunct="1"/>
            <a:r>
              <a:rPr lang="en-US" altLang="zh-CN">
                <a:ea typeface="宋体" panose="02010600030101010101" pitchFamily="2" charset="-122"/>
              </a:rPr>
              <a:t>DNA</a:t>
            </a:r>
            <a:r>
              <a:rPr lang="zh-CN" altLang="en-US">
                <a:ea typeface="宋体" panose="02010600030101010101" pitchFamily="2" charset="-122"/>
              </a:rPr>
              <a:t>实现</a:t>
            </a:r>
            <a:endParaRPr lang="zh-CN" altLang="en-US">
              <a:ea typeface="宋体" panose="02010600030101010101" pitchFamily="2" charset="-122"/>
            </a:endParaRPr>
          </a:p>
        </p:txBody>
      </p:sp>
      <p:sp>
        <p:nvSpPr>
          <p:cNvPr id="74755" name="Rectangle 3"/>
          <p:cNvSpPr>
            <a:spLocks noGrp="1"/>
          </p:cNvSpPr>
          <p:nvPr>
            <p:ph sz="quarter" idx="1"/>
          </p:nvPr>
        </p:nvSpPr>
        <p:spPr>
          <a:xfrm>
            <a:off x="684213" y="1628775"/>
            <a:ext cx="8001000" cy="1925638"/>
          </a:xfrm>
        </p:spPr>
        <p:txBody>
          <a:bodyPr/>
          <a:lstStyle/>
          <a:p>
            <a:pPr marL="609600" indent="-609600" eaLnBrk="1" hangingPunct="1">
              <a:buFont typeface="Wingdings" panose="05000000000000000000" pitchFamily="2" charset="2"/>
              <a:buAutoNum type="arabicPeriod"/>
            </a:pPr>
            <a:r>
              <a:rPr lang="zh-CN" altLang="en-US"/>
              <a:t>对图中每一个节点</a:t>
            </a:r>
            <a:r>
              <a:rPr lang="en-US" altLang="zh-CN"/>
              <a:t>(i=0</a:t>
            </a:r>
            <a:r>
              <a:rPr lang="zh-CN" altLang="en-US"/>
              <a:t>和</a:t>
            </a:r>
            <a:r>
              <a:rPr lang="en-US" altLang="zh-CN"/>
              <a:t>i=6</a:t>
            </a:r>
            <a:r>
              <a:rPr lang="zh-CN" altLang="en-US"/>
              <a:t>除外</a:t>
            </a:r>
            <a:r>
              <a:rPr lang="en-US" altLang="zh-CN"/>
              <a:t>)</a:t>
            </a:r>
            <a:r>
              <a:rPr lang="zh-CN" altLang="en-US"/>
              <a:t>和每一条有向边 </a:t>
            </a:r>
            <a:r>
              <a:rPr lang="en-US" altLang="zh-CN"/>
              <a:t>e </a:t>
            </a:r>
            <a:r>
              <a:rPr lang="en-US" altLang="zh-CN" baseline="-25000"/>
              <a:t>i→j</a:t>
            </a:r>
            <a:r>
              <a:rPr lang="en-US" altLang="zh-CN"/>
              <a:t>,</a:t>
            </a:r>
            <a:r>
              <a:rPr lang="zh-CN" altLang="en-US"/>
              <a:t>加入</a:t>
            </a:r>
            <a:r>
              <a:rPr lang="en-US" altLang="zh-CN"/>
              <a:t>50 pmol</a:t>
            </a:r>
            <a:r>
              <a:rPr lang="zh-CN" altLang="en-US"/>
              <a:t>的</a:t>
            </a:r>
            <a:r>
              <a:rPr lang="en-US" altLang="zh-CN"/>
              <a:t>e^</a:t>
            </a:r>
            <a:r>
              <a:rPr lang="en-US" altLang="zh-CN" baseline="-25000"/>
              <a:t>i</a:t>
            </a:r>
            <a:r>
              <a:rPr lang="zh-CN" altLang="en-US"/>
              <a:t>和</a:t>
            </a:r>
            <a:r>
              <a:rPr lang="en-US" altLang="zh-CN"/>
              <a:t>50 pmol</a:t>
            </a:r>
            <a:r>
              <a:rPr lang="zh-CN" altLang="en-US"/>
              <a:t>的</a:t>
            </a:r>
            <a:r>
              <a:rPr lang="en-US" altLang="zh-CN"/>
              <a:t>e </a:t>
            </a:r>
            <a:r>
              <a:rPr lang="en-US" altLang="zh-CN" baseline="-25000"/>
              <a:t>i→j</a:t>
            </a:r>
            <a:r>
              <a:rPr lang="en-US" altLang="zh-CN"/>
              <a:t>,</a:t>
            </a:r>
            <a:r>
              <a:rPr lang="zh-CN" altLang="en-US"/>
              <a:t>混合后在连接酶的作用下发生连接反应</a:t>
            </a:r>
            <a:r>
              <a:rPr lang="en-US" altLang="zh-CN"/>
              <a:t>,</a:t>
            </a:r>
            <a:r>
              <a:rPr lang="zh-CN" altLang="en-US"/>
              <a:t>生成一个通过图的随机路径集</a:t>
            </a:r>
            <a:endParaRPr lang="zh-CN" altLang="en-US"/>
          </a:p>
        </p:txBody>
      </p:sp>
      <p:grpSp>
        <p:nvGrpSpPr>
          <p:cNvPr id="74756" name="Group 12"/>
          <p:cNvGrpSpPr/>
          <p:nvPr/>
        </p:nvGrpSpPr>
        <p:grpSpPr bwMode="auto">
          <a:xfrm>
            <a:off x="781050" y="3573463"/>
            <a:ext cx="7678738" cy="2286000"/>
            <a:chOff x="336" y="2784"/>
            <a:chExt cx="4656" cy="1440"/>
          </a:xfrm>
        </p:grpSpPr>
        <p:sp>
          <p:nvSpPr>
            <p:cNvPr id="74757" name="Text Box 4"/>
            <p:cNvSpPr txBox="1">
              <a:spLocks noChangeArrowheads="1"/>
            </p:cNvSpPr>
            <p:nvPr/>
          </p:nvSpPr>
          <p:spPr bwMode="auto">
            <a:xfrm>
              <a:off x="1584" y="2784"/>
              <a:ext cx="1028" cy="25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eaLnBrk="1" latinLnBrk="1" hangingPunct="1">
                <a:spcBef>
                  <a:spcPct val="0"/>
                </a:spcBef>
                <a:buClrTx/>
                <a:buSzTx/>
                <a:buFontTx/>
                <a:buNone/>
              </a:pPr>
              <a:r>
                <a:rPr kumimoji="1" lang="en-US" altLang="ko-KR" sz="2000">
                  <a:latin typeface="Tahoma" panose="020B0604030504040204" pitchFamily="34" charset="0"/>
                  <a:ea typeface="굴림" pitchFamily="34" charset="-127"/>
                </a:rPr>
                <a:t>TAGG  ATGG</a:t>
              </a:r>
              <a:endParaRPr kumimoji="1" lang="en-US" altLang="ko-KR" sz="2000">
                <a:latin typeface="Tahoma" panose="020B0604030504040204" pitchFamily="34" charset="0"/>
                <a:ea typeface="굴림" pitchFamily="34" charset="-127"/>
              </a:endParaRPr>
            </a:p>
          </p:txBody>
        </p:sp>
        <p:sp>
          <p:nvSpPr>
            <p:cNvPr id="74758" name="Text Box 5"/>
            <p:cNvSpPr txBox="1">
              <a:spLocks noChangeArrowheads="1"/>
            </p:cNvSpPr>
            <p:nvPr/>
          </p:nvSpPr>
          <p:spPr bwMode="auto">
            <a:xfrm>
              <a:off x="2642" y="2784"/>
              <a:ext cx="1006" cy="256"/>
            </a:xfrm>
            <a:prstGeom prst="rect">
              <a:avLst/>
            </a:prstGeom>
            <a:noFill/>
            <a:ln w="9525">
              <a:solidFill>
                <a:schemeClr val="fo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eaLnBrk="1" latinLnBrk="1" hangingPunct="1">
                <a:spcBef>
                  <a:spcPct val="0"/>
                </a:spcBef>
                <a:buClrTx/>
                <a:buSzTx/>
                <a:buFontTx/>
                <a:buNone/>
              </a:pPr>
              <a:r>
                <a:rPr kumimoji="1" lang="en-US" altLang="ko-KR" sz="2000">
                  <a:solidFill>
                    <a:schemeClr val="folHlink"/>
                  </a:solidFill>
                  <a:latin typeface="Tahoma" panose="020B0604030504040204" pitchFamily="34" charset="0"/>
                  <a:ea typeface="굴림" pitchFamily="34" charset="-127"/>
                </a:rPr>
                <a:t>CATG  CGAT</a:t>
              </a:r>
              <a:endParaRPr kumimoji="1" lang="en-US" altLang="ko-KR" sz="2000">
                <a:solidFill>
                  <a:schemeClr val="folHlink"/>
                </a:solidFill>
                <a:latin typeface="Tahoma" panose="020B0604030504040204" pitchFamily="34" charset="0"/>
                <a:ea typeface="굴림" pitchFamily="34" charset="-127"/>
              </a:endParaRPr>
            </a:p>
          </p:txBody>
        </p:sp>
        <p:sp>
          <p:nvSpPr>
            <p:cNvPr id="74759" name="Text Box 6"/>
            <p:cNvSpPr txBox="1">
              <a:spLocks noChangeArrowheads="1"/>
            </p:cNvSpPr>
            <p:nvPr/>
          </p:nvSpPr>
          <p:spPr bwMode="auto">
            <a:xfrm>
              <a:off x="2112" y="3600"/>
              <a:ext cx="105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000">
                  <a:latin typeface="Tahoma" panose="020B0604030504040204" pitchFamily="34" charset="0"/>
                  <a:ea typeface="굴림" pitchFamily="34" charset="-127"/>
                </a:rPr>
                <a:t>ATGG  CATG</a:t>
              </a:r>
              <a:endParaRPr kumimoji="1" lang="en-US" altLang="ko-KR" sz="2000">
                <a:latin typeface="Tahoma" panose="020B0604030504040204" pitchFamily="34" charset="0"/>
                <a:ea typeface="굴림" pitchFamily="34" charset="-127"/>
              </a:endParaRPr>
            </a:p>
          </p:txBody>
        </p:sp>
        <p:sp>
          <p:nvSpPr>
            <p:cNvPr id="74760" name="Text Box 7"/>
            <p:cNvSpPr txBox="1">
              <a:spLocks noChangeArrowheads="1"/>
            </p:cNvSpPr>
            <p:nvPr/>
          </p:nvSpPr>
          <p:spPr bwMode="auto">
            <a:xfrm>
              <a:off x="2088" y="3120"/>
              <a:ext cx="1080" cy="258"/>
            </a:xfrm>
            <a:prstGeom prst="rect">
              <a:avLst/>
            </a:prstGeom>
            <a:noFill/>
            <a:ln w="12700" cap="sq">
              <a:solidFill>
                <a:srgbClr val="00FF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spcBef>
                  <a:spcPct val="0"/>
                </a:spcBef>
                <a:buClrTx/>
                <a:buSzTx/>
                <a:buFontTx/>
                <a:buNone/>
              </a:pPr>
              <a:r>
                <a:rPr kumimoji="1" lang="en-US" altLang="ko-KR" sz="2000">
                  <a:solidFill>
                    <a:srgbClr val="00CC00"/>
                  </a:solidFill>
                  <a:latin typeface="Tahoma" panose="020B0604030504040204" pitchFamily="34" charset="0"/>
                  <a:ea typeface="굴림" pitchFamily="34" charset="-127"/>
                </a:rPr>
                <a:t>TACC   GTAC</a:t>
              </a:r>
              <a:endParaRPr kumimoji="1" lang="en-US" altLang="ko-KR" sz="2000">
                <a:solidFill>
                  <a:srgbClr val="00CC00"/>
                </a:solidFill>
                <a:latin typeface="Tahoma" panose="020B0604030504040204" pitchFamily="34" charset="0"/>
                <a:ea typeface="굴림" pitchFamily="34" charset="-127"/>
              </a:endParaRPr>
            </a:p>
          </p:txBody>
        </p:sp>
        <p:sp>
          <p:nvSpPr>
            <p:cNvPr id="74761" name="AutoShape 8"/>
            <p:cNvSpPr>
              <a:spLocks noChangeArrowheads="1"/>
            </p:cNvSpPr>
            <p:nvPr/>
          </p:nvSpPr>
          <p:spPr bwMode="auto">
            <a:xfrm>
              <a:off x="336" y="3360"/>
              <a:ext cx="576" cy="384"/>
            </a:xfrm>
            <a:prstGeom prst="wedgeEllipseCallout">
              <a:avLst>
                <a:gd name="adj1" fmla="val 157815"/>
                <a:gd name="adj2" fmla="val -160940"/>
              </a:avLst>
            </a:prstGeom>
            <a:solidFill>
              <a:schemeClr val="accent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hangingPunct="1">
                <a:spcBef>
                  <a:spcPct val="0"/>
                </a:spcBef>
                <a:buClrTx/>
                <a:buSzTx/>
                <a:buFontTx/>
                <a:buNone/>
              </a:pPr>
              <a:r>
                <a:rPr kumimoji="1" lang="en-US" altLang="zh-CN" sz="2000">
                  <a:latin typeface="Times New Roman" panose="02020603050405020304" pitchFamily="18" charset="0"/>
                </a:rPr>
                <a:t>1-&gt;2</a:t>
              </a:r>
              <a:endParaRPr kumimoji="1" lang="en-US" altLang="zh-CN" sz="2000">
                <a:latin typeface="Times New Roman" panose="02020603050405020304" pitchFamily="18" charset="0"/>
              </a:endParaRPr>
            </a:p>
          </p:txBody>
        </p:sp>
        <p:sp>
          <p:nvSpPr>
            <p:cNvPr id="74762" name="AutoShape 9"/>
            <p:cNvSpPr>
              <a:spLocks noChangeArrowheads="1"/>
            </p:cNvSpPr>
            <p:nvPr/>
          </p:nvSpPr>
          <p:spPr bwMode="auto">
            <a:xfrm>
              <a:off x="4416" y="3360"/>
              <a:ext cx="576" cy="384"/>
            </a:xfrm>
            <a:prstGeom prst="wedgeEllipseCallout">
              <a:avLst>
                <a:gd name="adj1" fmla="val -175523"/>
                <a:gd name="adj2" fmla="val -151301"/>
              </a:avLst>
            </a:prstGeom>
            <a:solidFill>
              <a:schemeClr val="accent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hangingPunct="1">
                <a:spcBef>
                  <a:spcPct val="0"/>
                </a:spcBef>
                <a:buClrTx/>
                <a:buSzTx/>
                <a:buFontTx/>
                <a:buNone/>
              </a:pPr>
              <a:r>
                <a:rPr kumimoji="1" lang="en-US" altLang="zh-CN" sz="2000">
                  <a:latin typeface="Times New Roman" panose="02020603050405020304" pitchFamily="18" charset="0"/>
                </a:rPr>
                <a:t>2-&gt;3</a:t>
              </a:r>
              <a:endParaRPr kumimoji="1" lang="en-US" altLang="zh-CN" sz="2000">
                <a:latin typeface="Times New Roman" panose="02020603050405020304" pitchFamily="18" charset="0"/>
              </a:endParaRPr>
            </a:p>
          </p:txBody>
        </p:sp>
        <p:sp>
          <p:nvSpPr>
            <p:cNvPr id="74763" name="AutoShape 10"/>
            <p:cNvSpPr>
              <a:spLocks noChangeArrowheads="1"/>
            </p:cNvSpPr>
            <p:nvPr/>
          </p:nvSpPr>
          <p:spPr bwMode="auto">
            <a:xfrm>
              <a:off x="1200" y="3744"/>
              <a:ext cx="576" cy="384"/>
            </a:xfrm>
            <a:prstGeom prst="wedgeEllipseCallout">
              <a:avLst>
                <a:gd name="adj1" fmla="val 102259"/>
                <a:gd name="adj2" fmla="val -144273"/>
              </a:avLst>
            </a:prstGeom>
            <a:solidFill>
              <a:schemeClr val="accent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hangingPunct="1">
                <a:spcBef>
                  <a:spcPct val="0"/>
                </a:spcBef>
                <a:buClrTx/>
                <a:buSzTx/>
                <a:buFontTx/>
                <a:buNone/>
              </a:pPr>
              <a:r>
                <a:rPr kumimoji="1" lang="en-US" altLang="zh-CN" sz="2000">
                  <a:latin typeface="Times New Roman" panose="02020603050405020304" pitchFamily="18" charset="0"/>
                </a:rPr>
                <a:t>2^</a:t>
              </a:r>
              <a:endParaRPr kumimoji="1" lang="en-US" altLang="zh-CN" sz="2000">
                <a:latin typeface="Times New Roman" panose="02020603050405020304" pitchFamily="18" charset="0"/>
              </a:endParaRPr>
            </a:p>
          </p:txBody>
        </p:sp>
        <p:sp>
          <p:nvSpPr>
            <p:cNvPr id="74764" name="AutoShape 11"/>
            <p:cNvSpPr>
              <a:spLocks noChangeArrowheads="1"/>
            </p:cNvSpPr>
            <p:nvPr/>
          </p:nvSpPr>
          <p:spPr bwMode="auto">
            <a:xfrm>
              <a:off x="3456" y="3840"/>
              <a:ext cx="576" cy="384"/>
            </a:xfrm>
            <a:prstGeom prst="wedgeEllipseCallout">
              <a:avLst>
                <a:gd name="adj1" fmla="val -102606"/>
                <a:gd name="adj2" fmla="val -55991"/>
              </a:avLst>
            </a:prstGeom>
            <a:solidFill>
              <a:schemeClr val="accent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hangingPunct="1">
                <a:spcBef>
                  <a:spcPct val="0"/>
                </a:spcBef>
                <a:buClrTx/>
                <a:buSzTx/>
                <a:buFontTx/>
                <a:buNone/>
              </a:pPr>
              <a:r>
                <a:rPr kumimoji="1" lang="en-US" altLang="zh-CN" sz="2000">
                  <a:latin typeface="Times New Roman" panose="02020603050405020304" pitchFamily="18" charset="0"/>
                </a:rPr>
                <a:t>2^</a:t>
              </a:r>
              <a:endParaRPr kumimoji="1" lang="en-US" altLang="zh-CN" sz="2000">
                <a:latin typeface="Times New Roman" panose="02020603050405020304" pitchFamily="18" charset="0"/>
              </a:endParaRPr>
            </a:p>
          </p:txBody>
        </p:sp>
      </p:gr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p:cNvSpPr>
          <p:nvPr>
            <p:ph type="title"/>
          </p:nvPr>
        </p:nvSpPr>
        <p:spPr/>
        <p:txBody>
          <a:bodyPr bIns="45720"/>
          <a:lstStyle/>
          <a:p>
            <a:pPr eaLnBrk="1" hangingPunct="1"/>
            <a:r>
              <a:rPr lang="en-US" altLang="zh-CN">
                <a:ea typeface="宋体" panose="02010600030101010101" pitchFamily="2" charset="-122"/>
              </a:rPr>
              <a:t>DNA</a:t>
            </a:r>
            <a:r>
              <a:rPr lang="zh-CN" altLang="en-US">
                <a:ea typeface="宋体" panose="02010600030101010101" pitchFamily="2" charset="-122"/>
              </a:rPr>
              <a:t>实现</a:t>
            </a:r>
            <a:endParaRPr lang="zh-CN" altLang="en-US">
              <a:ea typeface="宋体" panose="02010600030101010101" pitchFamily="2" charset="-122"/>
            </a:endParaRPr>
          </a:p>
        </p:txBody>
      </p:sp>
      <p:sp>
        <p:nvSpPr>
          <p:cNvPr id="75779" name="Rectangle 3"/>
          <p:cNvSpPr>
            <a:spLocks noGrp="1"/>
          </p:cNvSpPr>
          <p:nvPr>
            <p:ph sz="quarter" idx="1"/>
          </p:nvPr>
        </p:nvSpPr>
        <p:spPr>
          <a:xfrm>
            <a:off x="1116013" y="1916113"/>
            <a:ext cx="7318375" cy="1762125"/>
          </a:xfrm>
        </p:spPr>
        <p:txBody>
          <a:bodyPr/>
          <a:lstStyle/>
          <a:p>
            <a:pPr marL="609600" indent="-609600" eaLnBrk="1" hangingPunct="1">
              <a:lnSpc>
                <a:spcPct val="90000"/>
              </a:lnSpc>
              <a:buFont typeface="Wingdings" panose="05000000000000000000" pitchFamily="2" charset="2"/>
              <a:buAutoNum type="arabicPeriod" startAt="2"/>
            </a:pPr>
            <a:r>
              <a:rPr lang="zh-CN" altLang="en-US" sz="2400"/>
              <a:t>用</a:t>
            </a:r>
            <a:r>
              <a:rPr lang="en-US" altLang="zh-CN" sz="2400"/>
              <a:t>e</a:t>
            </a:r>
            <a:r>
              <a:rPr lang="en-US" altLang="zh-CN" sz="2400" baseline="-25000"/>
              <a:t>0</a:t>
            </a:r>
            <a:r>
              <a:rPr lang="zh-CN" altLang="en-US" sz="2400"/>
              <a:t>及</a:t>
            </a:r>
            <a:r>
              <a:rPr lang="en-US" altLang="zh-CN" sz="2400"/>
              <a:t>e^</a:t>
            </a:r>
            <a:r>
              <a:rPr lang="en-US" altLang="zh-CN" sz="2400" baseline="-25000"/>
              <a:t>6</a:t>
            </a:r>
            <a:r>
              <a:rPr lang="zh-CN" altLang="en-US" sz="2400"/>
              <a:t>做引物</a:t>
            </a:r>
            <a:r>
              <a:rPr lang="en-US" altLang="zh-CN" sz="2400"/>
              <a:t>,</a:t>
            </a:r>
            <a:r>
              <a:rPr lang="zh-CN" altLang="en-US" sz="2400"/>
              <a:t>通过聚合酶链式反应</a:t>
            </a:r>
            <a:r>
              <a:rPr lang="en-US" altLang="zh-CN" sz="2400"/>
              <a:t>(Polymerase Chain Reaction,PCR)</a:t>
            </a:r>
            <a:r>
              <a:rPr lang="zh-CN" altLang="en-US" sz="2400"/>
              <a:t>将第一步产生的由节点</a:t>
            </a:r>
            <a:r>
              <a:rPr lang="en-US" altLang="zh-CN" sz="2400"/>
              <a:t>v</a:t>
            </a:r>
            <a:r>
              <a:rPr lang="en-US" altLang="zh-CN" sz="2400" baseline="-25000"/>
              <a:t>in</a:t>
            </a:r>
            <a:r>
              <a:rPr lang="en-US" altLang="zh-CN" sz="2400"/>
              <a:t>(e</a:t>
            </a:r>
            <a:r>
              <a:rPr lang="en-US" altLang="zh-CN" sz="2400" baseline="-25000"/>
              <a:t>0</a:t>
            </a:r>
            <a:r>
              <a:rPr lang="en-US" altLang="zh-CN" sz="2400"/>
              <a:t>)</a:t>
            </a:r>
            <a:r>
              <a:rPr lang="zh-CN" altLang="en-US" sz="2400"/>
              <a:t>开始、</a:t>
            </a:r>
            <a:r>
              <a:rPr lang="en-US" altLang="zh-CN" sz="2400"/>
              <a:t>v</a:t>
            </a:r>
            <a:r>
              <a:rPr lang="en-US" altLang="zh-CN" sz="2400" baseline="-25000"/>
              <a:t>out</a:t>
            </a:r>
            <a:r>
              <a:rPr lang="en-US" altLang="zh-CN" sz="2400"/>
              <a:t>(e</a:t>
            </a:r>
            <a:r>
              <a:rPr lang="en-US" altLang="zh-CN" sz="2400" baseline="-25000"/>
              <a:t>6</a:t>
            </a:r>
            <a:r>
              <a:rPr lang="en-US" altLang="zh-CN" sz="2400"/>
              <a:t>)</a:t>
            </a:r>
            <a:r>
              <a:rPr lang="zh-CN" altLang="en-US" sz="2400"/>
              <a:t>结束的路径进行扩增</a:t>
            </a:r>
            <a:r>
              <a:rPr lang="en-US" altLang="zh-CN" sz="2400"/>
              <a:t>.</a:t>
            </a:r>
            <a:endParaRPr lang="en-US" altLang="zh-CN" sz="2400"/>
          </a:p>
        </p:txBody>
      </p:sp>
      <p:sp>
        <p:nvSpPr>
          <p:cNvPr id="75780" name="Text Box 4"/>
          <p:cNvSpPr txBox="1">
            <a:spLocks noChangeArrowheads="1"/>
          </p:cNvSpPr>
          <p:nvPr/>
        </p:nvSpPr>
        <p:spPr bwMode="auto">
          <a:xfrm>
            <a:off x="763588" y="4114800"/>
            <a:ext cx="3825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eaLnBrk="1" hangingPunct="1">
              <a:spcBef>
                <a:spcPct val="0"/>
              </a:spcBef>
              <a:buClrTx/>
              <a:buSzTx/>
              <a:buFontTx/>
              <a:buNone/>
            </a:pPr>
            <a:r>
              <a:rPr kumimoji="1" lang="en-US" altLang="zh-CN" sz="2400" b="1">
                <a:latin typeface="Tahoma" panose="020B0604030504040204" pitchFamily="34" charset="0"/>
              </a:rPr>
              <a:t>0-&gt;1-&gt;2-&gt;3-&gt;4-&gt;5-&gt;6</a:t>
            </a:r>
            <a:endParaRPr kumimoji="1" lang="en-US" altLang="zh-CN" sz="2400" b="1">
              <a:latin typeface="Tahoma" panose="020B0604030504040204" pitchFamily="34" charset="0"/>
            </a:endParaRPr>
          </a:p>
        </p:txBody>
      </p:sp>
      <p:sp>
        <p:nvSpPr>
          <p:cNvPr id="75781" name="Text Box 5"/>
          <p:cNvSpPr txBox="1">
            <a:spLocks noChangeArrowheads="1"/>
          </p:cNvSpPr>
          <p:nvPr/>
        </p:nvSpPr>
        <p:spPr bwMode="auto">
          <a:xfrm>
            <a:off x="762000" y="4648200"/>
            <a:ext cx="3825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eaLnBrk="1" hangingPunct="1">
              <a:spcBef>
                <a:spcPct val="0"/>
              </a:spcBef>
              <a:buClrTx/>
              <a:buSzTx/>
              <a:buFontTx/>
              <a:buNone/>
            </a:pPr>
            <a:r>
              <a:rPr kumimoji="1" lang="en-US" altLang="zh-CN" sz="2400" b="1">
                <a:latin typeface="Tahoma" panose="020B0604030504040204" pitchFamily="34" charset="0"/>
              </a:rPr>
              <a:t>0-&gt;3-&gt;2-&gt;3-&gt;4-&gt;5-&gt;6</a:t>
            </a:r>
            <a:endParaRPr kumimoji="1" lang="en-US" altLang="zh-CN" sz="2400" b="1">
              <a:latin typeface="Tahoma" panose="020B0604030504040204" pitchFamily="34" charset="0"/>
            </a:endParaRPr>
          </a:p>
        </p:txBody>
      </p:sp>
      <p:sp>
        <p:nvSpPr>
          <p:cNvPr id="75782" name="Text Box 6"/>
          <p:cNvSpPr txBox="1">
            <a:spLocks noChangeArrowheads="1"/>
          </p:cNvSpPr>
          <p:nvPr/>
        </p:nvSpPr>
        <p:spPr bwMode="auto">
          <a:xfrm>
            <a:off x="762000" y="5181600"/>
            <a:ext cx="4400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eaLnBrk="1" hangingPunct="1">
              <a:spcBef>
                <a:spcPct val="0"/>
              </a:spcBef>
              <a:buClrTx/>
              <a:buSzTx/>
              <a:buFontTx/>
              <a:buNone/>
            </a:pPr>
            <a:r>
              <a:rPr kumimoji="1" lang="en-US" altLang="zh-CN" sz="2400" b="1">
                <a:latin typeface="Tahoma" panose="020B0604030504040204" pitchFamily="34" charset="0"/>
              </a:rPr>
              <a:t>0-&gt;1-&gt;3-&gt;2-&gt;3-&gt;4-&gt;5-&gt;6</a:t>
            </a:r>
            <a:endParaRPr kumimoji="1" lang="en-US" altLang="zh-CN" sz="2400" b="1">
              <a:latin typeface="Tahoma" panose="020B0604030504040204" pitchFamily="34" charset="0"/>
            </a:endParaRPr>
          </a:p>
        </p:txBody>
      </p:sp>
      <p:pic>
        <p:nvPicPr>
          <p:cNvPr id="75783"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86400" y="4038600"/>
            <a:ext cx="3200400" cy="1979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5784" name="Text Box 8"/>
          <p:cNvSpPr txBox="1">
            <a:spLocks noChangeArrowheads="1"/>
          </p:cNvSpPr>
          <p:nvPr/>
        </p:nvSpPr>
        <p:spPr bwMode="auto">
          <a:xfrm>
            <a:off x="762000" y="5791200"/>
            <a:ext cx="2676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eaLnBrk="1" hangingPunct="1">
              <a:spcBef>
                <a:spcPct val="0"/>
              </a:spcBef>
              <a:buClrTx/>
              <a:buSzTx/>
              <a:buFontTx/>
              <a:buNone/>
            </a:pPr>
            <a:r>
              <a:rPr kumimoji="1" lang="en-US" altLang="zh-CN" sz="2400" b="1">
                <a:latin typeface="Tahoma" panose="020B0604030504040204" pitchFamily="34" charset="0"/>
              </a:rPr>
              <a:t>0-&gt;3-&gt;4-&gt;5-&gt;6</a:t>
            </a:r>
            <a:endParaRPr kumimoji="1" lang="en-US" altLang="zh-CN" sz="2400" b="1">
              <a:latin typeface="Tahoma" panose="020B0604030504040204" pitchFamily="34" charset="0"/>
            </a:endParaRP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p:cNvSpPr>
          <p:nvPr>
            <p:ph type="title"/>
          </p:nvPr>
        </p:nvSpPr>
        <p:spPr/>
        <p:txBody>
          <a:bodyPr bIns="45720"/>
          <a:lstStyle/>
          <a:p>
            <a:pPr eaLnBrk="1" hangingPunct="1"/>
            <a:r>
              <a:rPr lang="en-US" altLang="zh-CN">
                <a:ea typeface="宋体" panose="02010600030101010101" pitchFamily="2" charset="-122"/>
              </a:rPr>
              <a:t>DNA</a:t>
            </a:r>
            <a:r>
              <a:rPr lang="zh-CN" altLang="en-US">
                <a:ea typeface="宋体" panose="02010600030101010101" pitchFamily="2" charset="-122"/>
              </a:rPr>
              <a:t>实现</a:t>
            </a:r>
            <a:endParaRPr lang="zh-CN" altLang="en-US">
              <a:ea typeface="宋体" panose="02010600030101010101" pitchFamily="2" charset="-122"/>
            </a:endParaRPr>
          </a:p>
        </p:txBody>
      </p:sp>
      <p:sp>
        <p:nvSpPr>
          <p:cNvPr id="76803" name="Rectangle 3"/>
          <p:cNvSpPr>
            <a:spLocks noGrp="1"/>
          </p:cNvSpPr>
          <p:nvPr>
            <p:ph sz="quarter" idx="1"/>
          </p:nvPr>
        </p:nvSpPr>
        <p:spPr>
          <a:xfrm>
            <a:off x="611188" y="1700213"/>
            <a:ext cx="8001000" cy="1476375"/>
          </a:xfrm>
        </p:spPr>
        <p:txBody>
          <a:bodyPr/>
          <a:lstStyle/>
          <a:p>
            <a:pPr marL="609600" indent="-609600" eaLnBrk="1" hangingPunct="1">
              <a:lnSpc>
                <a:spcPct val="90000"/>
              </a:lnSpc>
              <a:buFont typeface="Wingdings" panose="05000000000000000000" pitchFamily="2" charset="2"/>
              <a:buAutoNum type="arabicPeriod" startAt="3"/>
            </a:pPr>
            <a:r>
              <a:rPr lang="zh-CN" altLang="en-US" sz="2400"/>
              <a:t>通过凝胶电泳技术</a:t>
            </a:r>
            <a:r>
              <a:rPr lang="en-US" altLang="zh-CN" sz="2400"/>
              <a:t>,</a:t>
            </a:r>
            <a:r>
              <a:rPr lang="zh-CN" altLang="en-US" sz="2400"/>
              <a:t>选出分子质量为</a:t>
            </a:r>
            <a:r>
              <a:rPr lang="en-US" altLang="zh-CN" sz="2400"/>
              <a:t>140bp</a:t>
            </a:r>
            <a:r>
              <a:rPr lang="zh-CN" altLang="en-US" sz="2400"/>
              <a:t>的</a:t>
            </a:r>
            <a:r>
              <a:rPr lang="en-US" altLang="zh-CN" sz="2400"/>
              <a:t>DNA</a:t>
            </a:r>
            <a:r>
              <a:rPr lang="zh-CN" altLang="en-US" sz="2400"/>
              <a:t>编码</a:t>
            </a:r>
            <a:r>
              <a:rPr lang="en-US" altLang="zh-CN" sz="2400"/>
              <a:t>,</a:t>
            </a:r>
            <a:r>
              <a:rPr lang="zh-CN" altLang="en-US" sz="2400"/>
              <a:t>得到路径中只有</a:t>
            </a:r>
            <a:r>
              <a:rPr lang="en-US" altLang="zh-CN" sz="2400"/>
              <a:t>7</a:t>
            </a:r>
            <a:r>
              <a:rPr lang="zh-CN" altLang="en-US" sz="2400"/>
              <a:t>个节点的</a:t>
            </a:r>
            <a:r>
              <a:rPr lang="en-US" altLang="zh-CN" sz="2400"/>
              <a:t>DNA</a:t>
            </a:r>
            <a:r>
              <a:rPr lang="zh-CN" altLang="en-US" sz="2400"/>
              <a:t>序列</a:t>
            </a:r>
            <a:r>
              <a:rPr lang="en-US" altLang="zh-CN" sz="2400"/>
              <a:t>.</a:t>
            </a:r>
            <a:endParaRPr lang="en-US" altLang="zh-CN" sz="2400"/>
          </a:p>
        </p:txBody>
      </p:sp>
      <p:sp>
        <p:nvSpPr>
          <p:cNvPr id="76804" name="Text Box 4"/>
          <p:cNvSpPr txBox="1">
            <a:spLocks noChangeArrowheads="1"/>
          </p:cNvSpPr>
          <p:nvPr/>
        </p:nvSpPr>
        <p:spPr bwMode="auto">
          <a:xfrm>
            <a:off x="763588" y="4114800"/>
            <a:ext cx="3825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eaLnBrk="1" hangingPunct="1">
              <a:spcBef>
                <a:spcPct val="0"/>
              </a:spcBef>
              <a:buClrTx/>
              <a:buSzTx/>
              <a:buFontTx/>
              <a:buNone/>
            </a:pPr>
            <a:r>
              <a:rPr kumimoji="1" lang="en-US" altLang="zh-CN" sz="2400" b="1">
                <a:latin typeface="Tahoma" panose="020B0604030504040204" pitchFamily="34" charset="0"/>
              </a:rPr>
              <a:t>0-&gt;1-&gt;2-&gt;3-&gt;4-&gt;5-&gt;6</a:t>
            </a:r>
            <a:endParaRPr kumimoji="1" lang="en-US" altLang="zh-CN" sz="2400" b="1">
              <a:latin typeface="Tahoma" panose="020B0604030504040204" pitchFamily="34" charset="0"/>
            </a:endParaRPr>
          </a:p>
        </p:txBody>
      </p:sp>
      <p:sp>
        <p:nvSpPr>
          <p:cNvPr id="76805" name="Text Box 5"/>
          <p:cNvSpPr txBox="1">
            <a:spLocks noChangeArrowheads="1"/>
          </p:cNvSpPr>
          <p:nvPr/>
        </p:nvSpPr>
        <p:spPr bwMode="auto">
          <a:xfrm>
            <a:off x="762000" y="4648200"/>
            <a:ext cx="3825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eaLnBrk="1" hangingPunct="1">
              <a:spcBef>
                <a:spcPct val="0"/>
              </a:spcBef>
              <a:buClrTx/>
              <a:buSzTx/>
              <a:buFontTx/>
              <a:buNone/>
            </a:pPr>
            <a:r>
              <a:rPr kumimoji="1" lang="en-US" altLang="zh-CN" sz="2400" b="1">
                <a:latin typeface="Tahoma" panose="020B0604030504040204" pitchFamily="34" charset="0"/>
              </a:rPr>
              <a:t>0-&gt;3-&gt;2-&gt;3-&gt;4-&gt;5-&gt;6</a:t>
            </a:r>
            <a:endParaRPr kumimoji="1" lang="en-US" altLang="zh-CN" sz="2400" b="1">
              <a:latin typeface="Tahoma" panose="020B0604030504040204" pitchFamily="34" charset="0"/>
            </a:endParaRPr>
          </a:p>
        </p:txBody>
      </p:sp>
      <p:pic>
        <p:nvPicPr>
          <p:cNvPr id="76806"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05400" y="3733800"/>
            <a:ext cx="3200400" cy="1979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p:cNvSpPr>
          <p:nvPr>
            <p:ph type="title"/>
          </p:nvPr>
        </p:nvSpPr>
        <p:spPr/>
        <p:txBody>
          <a:bodyPr bIns="45720"/>
          <a:lstStyle/>
          <a:p>
            <a:pPr eaLnBrk="1" hangingPunct="1"/>
            <a:r>
              <a:rPr lang="en-US" altLang="zh-CN">
                <a:ea typeface="宋体" panose="02010600030101010101" pitchFamily="2" charset="-122"/>
              </a:rPr>
              <a:t>DNA</a:t>
            </a:r>
            <a:r>
              <a:rPr lang="zh-CN" altLang="en-US">
                <a:ea typeface="宋体" panose="02010600030101010101" pitchFamily="2" charset="-122"/>
              </a:rPr>
              <a:t>实现</a:t>
            </a:r>
            <a:endParaRPr lang="zh-CN" altLang="en-US">
              <a:ea typeface="宋体" panose="02010600030101010101" pitchFamily="2" charset="-122"/>
            </a:endParaRPr>
          </a:p>
        </p:txBody>
      </p:sp>
      <p:sp>
        <p:nvSpPr>
          <p:cNvPr id="77827" name="Rectangle 3"/>
          <p:cNvSpPr>
            <a:spLocks noGrp="1"/>
          </p:cNvSpPr>
          <p:nvPr>
            <p:ph sz="quarter" idx="1"/>
          </p:nvPr>
        </p:nvSpPr>
        <p:spPr>
          <a:xfrm>
            <a:off x="1182688" y="2017713"/>
            <a:ext cx="7772400" cy="4154487"/>
          </a:xfrm>
        </p:spPr>
        <p:txBody>
          <a:bodyPr/>
          <a:lstStyle/>
          <a:p>
            <a:pPr marL="609600" indent="-609600" eaLnBrk="1" hangingPunct="1">
              <a:buFont typeface="Wingdings" panose="05000000000000000000" pitchFamily="2" charset="2"/>
              <a:buAutoNum type="arabicPeriod" startAt="4"/>
            </a:pPr>
            <a:r>
              <a:rPr lang="zh-CN" altLang="en-US"/>
              <a:t>将第三步的结果进行亲和纯化</a:t>
            </a:r>
            <a:r>
              <a:rPr lang="en-US" altLang="zh-CN"/>
              <a:t>,</a:t>
            </a:r>
            <a:r>
              <a:rPr lang="zh-CN" altLang="en-US"/>
              <a:t>相继重复用</a:t>
            </a:r>
            <a:r>
              <a:rPr lang="en-US" altLang="zh-CN"/>
              <a:t>e^1,e^2,e^3,e^4,e^5</a:t>
            </a:r>
            <a:r>
              <a:rPr lang="zh-CN" altLang="en-US"/>
              <a:t>的磁珠进行分离</a:t>
            </a:r>
            <a:r>
              <a:rPr lang="en-US" altLang="zh-CN"/>
              <a:t>,</a:t>
            </a:r>
            <a:r>
              <a:rPr lang="zh-CN" altLang="en-US"/>
              <a:t>选取通过节点</a:t>
            </a:r>
            <a:r>
              <a:rPr lang="en-US" altLang="zh-CN"/>
              <a:t>1,2,3,4,5</a:t>
            </a:r>
            <a:r>
              <a:rPr lang="zh-CN" altLang="en-US"/>
              <a:t>至少一次的路径</a:t>
            </a:r>
            <a:r>
              <a:rPr lang="en-US" altLang="zh-CN"/>
              <a:t>.</a:t>
            </a:r>
            <a:endParaRPr lang="en-US" altLang="zh-CN"/>
          </a:p>
        </p:txBody>
      </p:sp>
      <p:sp>
        <p:nvSpPr>
          <p:cNvPr id="77828" name="Text Box 4"/>
          <p:cNvSpPr txBox="1">
            <a:spLocks noChangeArrowheads="1"/>
          </p:cNvSpPr>
          <p:nvPr/>
        </p:nvSpPr>
        <p:spPr bwMode="auto">
          <a:xfrm>
            <a:off x="763588" y="4495800"/>
            <a:ext cx="3825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eaLnBrk="1" hangingPunct="1">
              <a:spcBef>
                <a:spcPct val="0"/>
              </a:spcBef>
              <a:buClrTx/>
              <a:buSzTx/>
              <a:buFontTx/>
              <a:buNone/>
            </a:pPr>
            <a:r>
              <a:rPr kumimoji="1" lang="en-US" altLang="zh-CN" sz="2400" b="1">
                <a:latin typeface="Tahoma" panose="020B0604030504040204" pitchFamily="34" charset="0"/>
              </a:rPr>
              <a:t>0-&gt;1-&gt;2-&gt;3-&gt;4-&gt;5-&gt;6</a:t>
            </a:r>
            <a:endParaRPr kumimoji="1" lang="en-US" altLang="zh-CN" sz="2400" b="1">
              <a:latin typeface="Tahoma" panose="020B0604030504040204" pitchFamily="34" charset="0"/>
            </a:endParaRPr>
          </a:p>
        </p:txBody>
      </p:sp>
      <p:pic>
        <p:nvPicPr>
          <p:cNvPr id="77829"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29200" y="3962400"/>
            <a:ext cx="3200400" cy="1979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p:cNvSpPr>
          <p:nvPr>
            <p:ph type="title"/>
          </p:nvPr>
        </p:nvSpPr>
        <p:spPr/>
        <p:txBody>
          <a:bodyPr bIns="45720"/>
          <a:lstStyle/>
          <a:p>
            <a:pPr eaLnBrk="1" hangingPunct="1"/>
            <a:r>
              <a:rPr lang="en-US" altLang="zh-CN">
                <a:ea typeface="宋体" panose="02010600030101010101" pitchFamily="2" charset="-122"/>
              </a:rPr>
              <a:t>DNA</a:t>
            </a:r>
            <a:r>
              <a:rPr lang="zh-CN" altLang="en-US">
                <a:ea typeface="宋体" panose="02010600030101010101" pitchFamily="2" charset="-122"/>
              </a:rPr>
              <a:t>实现</a:t>
            </a:r>
            <a:endParaRPr lang="zh-CN" altLang="en-US">
              <a:ea typeface="宋体" panose="02010600030101010101" pitchFamily="2" charset="-122"/>
            </a:endParaRPr>
          </a:p>
        </p:txBody>
      </p:sp>
      <p:sp>
        <p:nvSpPr>
          <p:cNvPr id="78851" name="Rectangle 3"/>
          <p:cNvSpPr>
            <a:spLocks noGrp="1"/>
          </p:cNvSpPr>
          <p:nvPr>
            <p:ph sz="quarter" idx="1"/>
          </p:nvPr>
        </p:nvSpPr>
        <p:spPr>
          <a:xfrm>
            <a:off x="685800" y="2349500"/>
            <a:ext cx="8001000" cy="3776663"/>
          </a:xfrm>
        </p:spPr>
        <p:txBody>
          <a:bodyPr/>
          <a:lstStyle/>
          <a:p>
            <a:pPr marL="609600" indent="-609600" eaLnBrk="1" hangingPunct="1">
              <a:buFont typeface="Wingdings" panose="05000000000000000000" pitchFamily="2" charset="2"/>
              <a:buAutoNum type="arabicPeriod" startAt="5"/>
            </a:pPr>
            <a:r>
              <a:rPr lang="zh-CN" altLang="en-US"/>
              <a:t>通过</a:t>
            </a:r>
            <a:r>
              <a:rPr lang="en-US" altLang="zh-CN"/>
              <a:t>PCR</a:t>
            </a:r>
            <a:r>
              <a:rPr lang="zh-CN" altLang="en-US"/>
              <a:t>扩增和和凝胶电泳</a:t>
            </a:r>
            <a:r>
              <a:rPr lang="en-US" altLang="zh-CN"/>
              <a:t>,</a:t>
            </a:r>
            <a:r>
              <a:rPr lang="zh-CN" altLang="en-US"/>
              <a:t>检测是否有</a:t>
            </a:r>
            <a:r>
              <a:rPr lang="en-US" altLang="zh-CN"/>
              <a:t>Hamilton</a:t>
            </a:r>
            <a:r>
              <a:rPr lang="zh-CN" altLang="en-US"/>
              <a:t>路径存在</a:t>
            </a:r>
            <a:r>
              <a:rPr lang="en-US" altLang="zh-CN"/>
              <a:t>.</a:t>
            </a:r>
            <a:endParaRPr lang="en-US" altLang="zh-CN"/>
          </a:p>
        </p:txBody>
      </p:sp>
      <p:sp>
        <p:nvSpPr>
          <p:cNvPr id="43012" name="Rectangle 4"/>
          <p:cNvSpPr>
            <a:spLocks noChangeArrowheads="1"/>
          </p:cNvSpPr>
          <p:nvPr/>
        </p:nvSpPr>
        <p:spPr bwMode="auto">
          <a:xfrm>
            <a:off x="1371600" y="4572000"/>
            <a:ext cx="3825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algn="ctr" eaLnBrk="1" hangingPunct="1">
              <a:spcBef>
                <a:spcPct val="0"/>
              </a:spcBef>
              <a:buClrTx/>
              <a:buSzTx/>
              <a:buFontTx/>
              <a:buNone/>
            </a:pPr>
            <a:r>
              <a:rPr kumimoji="1" lang="en-US" altLang="zh-CN" sz="2400" b="1">
                <a:latin typeface="Tahoma" panose="020B0604030504040204" pitchFamily="34" charset="0"/>
              </a:rPr>
              <a:t>0-&gt;1-&gt;2-&gt;3-&gt;4-&gt;5-&gt;6</a:t>
            </a:r>
            <a:endParaRPr kumimoji="1" lang="en-US" altLang="zh-CN" sz="2400" b="1">
              <a:latin typeface="Tahoma" panose="020B0604030504040204" pitchFamily="34"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3012"/>
                                        </p:tgtEl>
                                        <p:attrNameLst>
                                          <p:attrName>style.visibility</p:attrName>
                                        </p:attrNameLst>
                                      </p:cBhvr>
                                      <p:to>
                                        <p:strVal val="visible"/>
                                      </p:to>
                                    </p:set>
                                    <p:animEffect transition="in" filter="blinds(horizontal)">
                                      <p:cBhvr>
                                        <p:cTn id="7" dur="500"/>
                                        <p:tgtEl>
                                          <p:spTgt spid="430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2"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p:cNvSpPr>
          <p:nvPr>
            <p:ph type="title"/>
          </p:nvPr>
        </p:nvSpPr>
        <p:spPr/>
        <p:txBody>
          <a:bodyPr bIns="45720"/>
          <a:lstStyle/>
          <a:p>
            <a:pPr eaLnBrk="1" hangingPunct="1"/>
            <a:r>
              <a:rPr lang="en-US" altLang="zh-CN">
                <a:ea typeface="宋体" panose="02010600030101010101" pitchFamily="2" charset="-122"/>
              </a:rPr>
              <a:t>DNA</a:t>
            </a:r>
            <a:r>
              <a:rPr lang="zh-CN" altLang="en-US">
                <a:ea typeface="宋体" panose="02010600030101010101" pitchFamily="2" charset="-122"/>
              </a:rPr>
              <a:t>实现</a:t>
            </a:r>
            <a:endParaRPr lang="zh-CN" altLang="en-US">
              <a:ea typeface="宋体" panose="02010600030101010101" pitchFamily="2" charset="-122"/>
            </a:endParaRPr>
          </a:p>
        </p:txBody>
      </p:sp>
      <p:sp>
        <p:nvSpPr>
          <p:cNvPr id="79875" name="Rectangle 3"/>
          <p:cNvSpPr>
            <a:spLocks noGrp="1"/>
          </p:cNvSpPr>
          <p:nvPr>
            <p:ph sz="quarter" idx="1"/>
          </p:nvPr>
        </p:nvSpPr>
        <p:spPr>
          <a:xfrm>
            <a:off x="914400" y="1593850"/>
            <a:ext cx="7772400" cy="4572000"/>
          </a:xfrm>
        </p:spPr>
        <p:txBody>
          <a:bodyPr/>
          <a:lstStyle/>
          <a:p>
            <a:pPr marL="609600" indent="-609600" eaLnBrk="1" hangingPunct="1">
              <a:lnSpc>
                <a:spcPct val="90000"/>
              </a:lnSpc>
            </a:pPr>
            <a:r>
              <a:rPr lang="zh-CN" altLang="en-US" sz="2400"/>
              <a:t>该算法是穷举搜索算法，是</a:t>
            </a:r>
            <a:r>
              <a:rPr lang="en-US" altLang="zh-CN" sz="2400"/>
              <a:t>DNA</a:t>
            </a:r>
            <a:r>
              <a:rPr lang="zh-CN" altLang="en-US" sz="2400"/>
              <a:t>串的巨大规模的并行计算处理了令人讨厌的非确定性。</a:t>
            </a:r>
            <a:endParaRPr lang="zh-CN" altLang="en-US" sz="2400"/>
          </a:p>
          <a:p>
            <a:pPr marL="609600" indent="-609600" eaLnBrk="1" hangingPunct="1">
              <a:lnSpc>
                <a:spcPct val="90000"/>
              </a:lnSpc>
            </a:pPr>
            <a:r>
              <a:rPr lang="en-US" altLang="zh-CN" sz="2400"/>
              <a:t>Adleman</a:t>
            </a:r>
            <a:r>
              <a:rPr lang="zh-CN" altLang="en-US" sz="2400"/>
              <a:t>的实验在实验室里花费了近七天的时间，其中，第四步筛选的过程是最费时间的。</a:t>
            </a:r>
            <a:endParaRPr lang="zh-CN" altLang="en-US" sz="2400"/>
          </a:p>
          <a:p>
            <a:pPr marL="609600" indent="-609600" eaLnBrk="1" hangingPunct="1">
              <a:lnSpc>
                <a:spcPct val="90000"/>
              </a:lnSpc>
              <a:buFont typeface="Arial" panose="020B0604020202020204" pitchFamily="34" charset="0"/>
              <a:buAutoNum type="arabicPeriod"/>
            </a:pPr>
            <a:r>
              <a:rPr lang="en-US" altLang="zh-CN" sz="2400"/>
              <a:t>Input(N)</a:t>
            </a:r>
            <a:endParaRPr lang="en-US" altLang="zh-CN" sz="2400"/>
          </a:p>
          <a:p>
            <a:pPr marL="609600" indent="-609600" eaLnBrk="1" hangingPunct="1">
              <a:lnSpc>
                <a:spcPct val="90000"/>
              </a:lnSpc>
              <a:buFont typeface="Arial" panose="020B0604020202020204" pitchFamily="34" charset="0"/>
              <a:buAutoNum type="arabicPeriod"/>
            </a:pPr>
            <a:r>
              <a:rPr lang="en-US" altLang="zh-CN" sz="2400"/>
              <a:t>N</a:t>
            </a:r>
            <a:r>
              <a:rPr lang="en-US" altLang="zh-CN"/>
              <a:t>←</a:t>
            </a:r>
            <a:r>
              <a:rPr lang="en-US" altLang="zh-CN" sz="2400"/>
              <a:t>B(N,S0)</a:t>
            </a:r>
            <a:endParaRPr lang="en-US" altLang="zh-CN" sz="2400"/>
          </a:p>
          <a:p>
            <a:pPr marL="609600" indent="-609600" eaLnBrk="1" hangingPunct="1">
              <a:lnSpc>
                <a:spcPct val="90000"/>
              </a:lnSpc>
              <a:buFont typeface="Arial" panose="020B0604020202020204" pitchFamily="34" charset="0"/>
              <a:buAutoNum type="arabicPeriod"/>
            </a:pPr>
            <a:r>
              <a:rPr lang="en-US" altLang="zh-CN" sz="2400"/>
              <a:t>N</a:t>
            </a:r>
            <a:r>
              <a:rPr lang="en-US" altLang="zh-CN"/>
              <a:t>←</a:t>
            </a:r>
            <a:r>
              <a:rPr lang="en-US" altLang="zh-CN" sz="2400"/>
              <a:t>E(N,S6)</a:t>
            </a:r>
            <a:endParaRPr lang="en-US" altLang="zh-CN" sz="2400"/>
          </a:p>
          <a:p>
            <a:pPr marL="609600" indent="-609600" eaLnBrk="1" hangingPunct="1">
              <a:lnSpc>
                <a:spcPct val="90000"/>
              </a:lnSpc>
              <a:buFont typeface="Arial" panose="020B0604020202020204" pitchFamily="34" charset="0"/>
              <a:buAutoNum type="arabicPeriod"/>
            </a:pPr>
            <a:r>
              <a:rPr lang="en-US" altLang="zh-CN" sz="2400"/>
              <a:t>N</a:t>
            </a:r>
            <a:r>
              <a:rPr lang="en-US" altLang="zh-CN"/>
              <a:t>←</a:t>
            </a:r>
            <a:r>
              <a:rPr lang="en-US" altLang="zh-CN" sz="2400"/>
              <a:t>(N,&lt;=140)</a:t>
            </a:r>
            <a:endParaRPr lang="en-US" altLang="zh-CN" sz="2400"/>
          </a:p>
          <a:p>
            <a:pPr marL="609600" indent="-609600" eaLnBrk="1" hangingPunct="1">
              <a:lnSpc>
                <a:spcPct val="90000"/>
              </a:lnSpc>
              <a:buFont typeface="Arial" panose="020B0604020202020204" pitchFamily="34" charset="0"/>
              <a:buAutoNum type="arabicPeriod"/>
            </a:pPr>
            <a:r>
              <a:rPr lang="en-US" altLang="zh-CN" sz="2400"/>
              <a:t>For I=1 TO 5 DO N</a:t>
            </a:r>
            <a:r>
              <a:rPr lang="en-US" altLang="zh-CN"/>
              <a:t>←</a:t>
            </a:r>
            <a:r>
              <a:rPr lang="en-US" altLang="zh-CN" sz="2400"/>
              <a:t>+(N,  Si)</a:t>
            </a:r>
            <a:endParaRPr lang="en-US" altLang="zh-CN" sz="2400"/>
          </a:p>
          <a:p>
            <a:pPr marL="609600" indent="-609600" eaLnBrk="1" hangingPunct="1">
              <a:lnSpc>
                <a:spcPct val="90000"/>
              </a:lnSpc>
              <a:buFont typeface="Arial" panose="020B0604020202020204" pitchFamily="34" charset="0"/>
              <a:buAutoNum type="arabicPeriod"/>
            </a:pPr>
            <a:r>
              <a:rPr lang="en-US" altLang="zh-CN" sz="2400"/>
              <a:t>Detect(N)</a:t>
            </a:r>
            <a:endParaRPr lang="en-US" altLang="zh-CN" sz="2400"/>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p:cNvSpPr>
          <p:nvPr>
            <p:ph type="title"/>
          </p:nvPr>
        </p:nvSpPr>
        <p:spPr/>
        <p:txBody>
          <a:bodyPr bIns="45720"/>
          <a:lstStyle/>
          <a:p>
            <a:pPr eaLnBrk="1" hangingPunct="1"/>
            <a:r>
              <a:rPr lang="en-US" altLang="zh-CN">
                <a:ea typeface="宋体" panose="02010600030101010101" pitchFamily="2" charset="-122"/>
              </a:rPr>
              <a:t>Adleman</a:t>
            </a:r>
            <a:r>
              <a:rPr lang="zh-CN" altLang="en-US">
                <a:ea typeface="宋体" panose="02010600030101010101" pitchFamily="2" charset="-122"/>
              </a:rPr>
              <a:t>实验的意义</a:t>
            </a:r>
            <a:endParaRPr lang="zh-CN" altLang="en-US">
              <a:ea typeface="宋体" panose="02010600030101010101" pitchFamily="2" charset="-122"/>
            </a:endParaRPr>
          </a:p>
        </p:txBody>
      </p:sp>
      <p:sp>
        <p:nvSpPr>
          <p:cNvPr id="80899" name="Rectangle 3"/>
          <p:cNvSpPr>
            <a:spLocks noGrp="1"/>
          </p:cNvSpPr>
          <p:nvPr>
            <p:ph sz="quarter" idx="1"/>
          </p:nvPr>
        </p:nvSpPr>
        <p:spPr/>
        <p:txBody>
          <a:bodyPr/>
          <a:lstStyle/>
          <a:p>
            <a:pPr eaLnBrk="1" hangingPunct="1">
              <a:lnSpc>
                <a:spcPct val="90000"/>
              </a:lnSpc>
            </a:pPr>
            <a:r>
              <a:rPr lang="en-US" altLang="zh-CN"/>
              <a:t>It illustrates the possibilities of using DNA to solve a class of problems that is difficult or impossible to solve using traditional computing methods.  </a:t>
            </a:r>
            <a:endParaRPr lang="en-US" altLang="zh-CN"/>
          </a:p>
          <a:p>
            <a:pPr eaLnBrk="1" hangingPunct="1">
              <a:lnSpc>
                <a:spcPct val="90000"/>
              </a:lnSpc>
            </a:pPr>
            <a:r>
              <a:rPr lang="en-US" altLang="zh-CN"/>
              <a:t>It's an example of computation at a molecular level, potentially a size limit that may never be reached by the semiconductor industry.  </a:t>
            </a:r>
            <a:endParaRPr lang="en-US" altLang="zh-CN"/>
          </a:p>
          <a:p>
            <a:pPr eaLnBrk="1" hangingPunct="1">
              <a:lnSpc>
                <a:spcPct val="90000"/>
              </a:lnSpc>
            </a:pPr>
            <a:r>
              <a:rPr lang="en-US" altLang="zh-CN"/>
              <a:t>It demonstrates unique aspects of DNA as a data structure </a:t>
            </a:r>
            <a:endParaRPr lang="en-US" altLang="zh-CN"/>
          </a:p>
          <a:p>
            <a:pPr eaLnBrk="1" hangingPunct="1">
              <a:lnSpc>
                <a:spcPct val="90000"/>
              </a:lnSpc>
            </a:pPr>
            <a:r>
              <a:rPr lang="en-US" altLang="zh-CN"/>
              <a:t>It demonstrates that computing with DNA can work in a massively parallel fashion. </a:t>
            </a:r>
            <a:endParaRPr lang="en-US" altLang="zh-CN"/>
          </a:p>
        </p:txBody>
      </p:sp>
      <p:sp>
        <p:nvSpPr>
          <p:cNvPr id="80900" name="AutoShape 4">
            <a:hlinkClick r:id="rId1" action="ppaction://hlinksldjump" highlightClick="1"/>
          </p:cNvPr>
          <p:cNvSpPr>
            <a:spLocks noChangeArrowheads="1"/>
          </p:cNvSpPr>
          <p:nvPr/>
        </p:nvSpPr>
        <p:spPr bwMode="auto">
          <a:xfrm>
            <a:off x="7596188" y="5734050"/>
            <a:ext cx="792162" cy="287338"/>
          </a:xfrm>
          <a:prstGeom prst="actionButtonBackPrevious">
            <a:avLst/>
          </a:prstGeom>
          <a:solidFill>
            <a:schemeClr val="accent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charset="0"/>
                <a:ea typeface="宋体" panose="02010600030101010101" pitchFamily="2"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p:nvPr>
        </p:nvSpPr>
        <p:spPr>
          <a:xfrm>
            <a:off x="684213" y="476250"/>
            <a:ext cx="8181975" cy="1143000"/>
          </a:xfrm>
        </p:spPr>
        <p:txBody>
          <a:bodyPr bIns="45720"/>
          <a:lstStyle/>
          <a:p>
            <a:r>
              <a:rPr lang="en-US" altLang="zh-CN" sz="4800">
                <a:solidFill>
                  <a:schemeClr val="hlink"/>
                </a:solidFill>
                <a:ea typeface="宋体" panose="02010600030101010101" pitchFamily="2" charset="-122"/>
              </a:rPr>
              <a:t>SAT</a:t>
            </a:r>
            <a:r>
              <a:rPr lang="zh-CN" altLang="en-US" sz="4800">
                <a:solidFill>
                  <a:schemeClr val="hlink"/>
                </a:solidFill>
                <a:ea typeface="宋体" panose="02010600030101010101" pitchFamily="2" charset="-122"/>
              </a:rPr>
              <a:t>问题的</a:t>
            </a:r>
            <a:r>
              <a:rPr lang="en-US" altLang="zh-CN" sz="4800">
                <a:solidFill>
                  <a:schemeClr val="hlink"/>
                </a:solidFill>
                <a:ea typeface="宋体" panose="02010600030101010101" pitchFamily="2" charset="-122"/>
              </a:rPr>
              <a:t>DNA</a:t>
            </a:r>
            <a:r>
              <a:rPr lang="zh-CN" altLang="en-US" sz="4800">
                <a:solidFill>
                  <a:schemeClr val="hlink"/>
                </a:solidFill>
                <a:ea typeface="宋体" panose="02010600030101010101" pitchFamily="2" charset="-122"/>
              </a:rPr>
              <a:t>计算模型</a:t>
            </a:r>
            <a:endParaRPr lang="zh-CN" altLang="en-US" sz="4800">
              <a:solidFill>
                <a:schemeClr val="hlink"/>
              </a:solidFill>
              <a:ea typeface="宋体" panose="02010600030101010101" pitchFamily="2" charset="-122"/>
            </a:endParaRPr>
          </a:p>
        </p:txBody>
      </p:sp>
      <p:sp>
        <p:nvSpPr>
          <p:cNvPr id="17412" name="Rectangle 3"/>
          <p:cNvSpPr>
            <a:spLocks noGrp="1"/>
          </p:cNvSpPr>
          <p:nvPr>
            <p:ph sz="quarter" idx="1"/>
          </p:nvPr>
        </p:nvSpPr>
        <p:spPr>
          <a:xfrm>
            <a:off x="685800" y="2133600"/>
            <a:ext cx="8001000" cy="3992563"/>
          </a:xfrm>
        </p:spPr>
        <p:txBody>
          <a:bodyPr/>
          <a:lstStyle/>
          <a:p>
            <a:pPr>
              <a:buFont typeface="Arial" panose="020B0604020202020204" pitchFamily="34" charset="0"/>
              <a:buNone/>
            </a:pPr>
            <a:r>
              <a:rPr lang="en-US" altLang="zh-CN" sz="3200"/>
              <a:t>R. Lipton</a:t>
            </a:r>
            <a:r>
              <a:rPr lang="zh-CN" altLang="en-US" sz="3200" b="1"/>
              <a:t>实验</a:t>
            </a:r>
            <a:r>
              <a:rPr lang="en-US" altLang="zh-CN" sz="3200"/>
              <a:t>SAT, </a:t>
            </a:r>
            <a:endParaRPr lang="en-US" altLang="zh-CN" sz="3200"/>
          </a:p>
          <a:p>
            <a:pPr>
              <a:buFont typeface="Arial" panose="020B0604020202020204" pitchFamily="34" charset="0"/>
              <a:buNone/>
            </a:pPr>
            <a:r>
              <a:rPr lang="en-US" altLang="zh-CN" sz="3200"/>
              <a:t>The satisfiability problem for propositional formula</a:t>
            </a:r>
            <a:endParaRPr lang="en-US" altLang="zh-CN" sz="3200" b="1"/>
          </a:p>
          <a:p>
            <a:r>
              <a:rPr lang="zh-CN" altLang="en-US" sz="2800"/>
              <a:t>问题描述</a:t>
            </a:r>
            <a:endParaRPr lang="zh-CN" altLang="en-US" sz="2800"/>
          </a:p>
          <a:p>
            <a:r>
              <a:rPr lang="zh-CN" altLang="en-US" sz="2800"/>
              <a:t>算法设计</a:t>
            </a:r>
            <a:endParaRPr lang="zh-CN" altLang="en-US" sz="2800"/>
          </a:p>
          <a:p>
            <a:r>
              <a:rPr lang="zh-CN" altLang="en-US" sz="2800"/>
              <a:t>算法的推广</a:t>
            </a:r>
            <a:endParaRPr lang="zh-CN" altLang="en-US" sz="2800"/>
          </a:p>
        </p:txBody>
      </p:sp>
      <p:sp>
        <p:nvSpPr>
          <p:cNvPr id="2" name="灯片编号占位符 1"/>
          <p:cNvSpPr>
            <a:spLocks noGrp="1"/>
          </p:cNvSpPr>
          <p:nvPr>
            <p:ph type="sldNum" sz="quarter" idx="12"/>
          </p:nvPr>
        </p:nvSpPr>
        <p:spPr/>
        <p:txBody>
          <a:bodyPr/>
          <a:lstStyle/>
          <a:p>
            <a:pPr>
              <a:defRPr/>
            </a:pPr>
            <a:fld id="{CBB471AF-2807-4D0C-93BB-C8D3AA184876}" type="slidenum">
              <a:rPr lang="en-US" altLang="zh-CN" smtClean="0"/>
            </a:fld>
            <a:endParaRPr lang="zh-CN"/>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p:nvPr>
        </p:nvSpPr>
        <p:spPr/>
        <p:txBody>
          <a:bodyPr bIns="45720"/>
          <a:lstStyle/>
          <a:p>
            <a:r>
              <a:rPr lang="zh-CN" altLang="en-US">
                <a:ea typeface="宋体" panose="02010600030101010101" pitchFamily="2" charset="-122"/>
              </a:rPr>
              <a:t>命题公式的可满足性问题</a:t>
            </a:r>
            <a:endParaRPr lang="zh-CN" altLang="en-US">
              <a:ea typeface="宋体" panose="02010600030101010101" pitchFamily="2" charset="-122"/>
            </a:endParaRPr>
          </a:p>
        </p:txBody>
      </p:sp>
      <p:sp>
        <p:nvSpPr>
          <p:cNvPr id="18436" name="Rectangle 3"/>
          <p:cNvSpPr>
            <a:spLocks noGrp="1"/>
          </p:cNvSpPr>
          <p:nvPr>
            <p:ph sz="quarter" idx="1"/>
          </p:nvPr>
        </p:nvSpPr>
        <p:spPr>
          <a:xfrm>
            <a:off x="685800" y="1700213"/>
            <a:ext cx="8001000" cy="4425950"/>
          </a:xfrm>
        </p:spPr>
        <p:txBody>
          <a:bodyPr/>
          <a:lstStyle/>
          <a:p>
            <a:r>
              <a:rPr lang="zh-CN" altLang="en-US"/>
              <a:t>自</a:t>
            </a:r>
            <a:r>
              <a:rPr lang="en-US" altLang="zh-CN"/>
              <a:t>L. Adleman </a:t>
            </a:r>
            <a:r>
              <a:rPr lang="zh-CN" altLang="en-US"/>
              <a:t>的第一个</a:t>
            </a:r>
            <a:r>
              <a:rPr lang="en-US" altLang="zh-CN"/>
              <a:t>DNA </a:t>
            </a:r>
            <a:r>
              <a:rPr lang="zh-CN" altLang="en-US"/>
              <a:t>计算实验之后，</a:t>
            </a:r>
            <a:r>
              <a:rPr lang="en-US" altLang="zh-CN"/>
              <a:t>R. Lipton </a:t>
            </a:r>
            <a:r>
              <a:rPr lang="zh-CN" altLang="en-US"/>
              <a:t>紧接着将他的结果推广到解决任意的</a:t>
            </a:r>
            <a:r>
              <a:rPr lang="en-US" altLang="zh-CN"/>
              <a:t>NP </a:t>
            </a:r>
            <a:r>
              <a:rPr lang="zh-CN" altLang="en-US"/>
              <a:t>问题，他的无限制模型中应用了提取、合并、删除和放大等分子操作。他还显示了如何用</a:t>
            </a:r>
            <a:r>
              <a:rPr lang="en-US" altLang="zh-CN"/>
              <a:t>DNA </a:t>
            </a:r>
            <a:r>
              <a:rPr lang="zh-CN" altLang="en-US"/>
              <a:t>实验解决计算机科学中的可满足性问题（</a:t>
            </a:r>
            <a:r>
              <a:rPr lang="en-US" altLang="zh-CN"/>
              <a:t>SAT</a:t>
            </a:r>
            <a:r>
              <a:rPr lang="zh-CN" altLang="en-US"/>
              <a:t>）（</a:t>
            </a:r>
            <a:r>
              <a:rPr lang="en-US" altLang="zh-CN"/>
              <a:t>SAT </a:t>
            </a:r>
            <a:r>
              <a:rPr lang="zh-CN" altLang="en-US"/>
              <a:t>是一个著名的</a:t>
            </a:r>
            <a:r>
              <a:rPr lang="en-US" altLang="zh-CN"/>
              <a:t>NP </a:t>
            </a:r>
            <a:r>
              <a:rPr lang="zh-CN" altLang="en-US"/>
              <a:t>问题的算法，它需要指数时间）</a:t>
            </a:r>
            <a:endParaRPr lang="zh-CN" altLang="en-US"/>
          </a:p>
        </p:txBody>
      </p:sp>
      <p:sp>
        <p:nvSpPr>
          <p:cNvPr id="2" name="灯片编号占位符 1"/>
          <p:cNvSpPr>
            <a:spLocks noGrp="1"/>
          </p:cNvSpPr>
          <p:nvPr>
            <p:ph type="sldNum" sz="quarter" idx="12"/>
          </p:nvPr>
        </p:nvSpPr>
        <p:spPr/>
        <p:txBody>
          <a:bodyPr/>
          <a:lstStyle/>
          <a:p>
            <a:pPr>
              <a:defRPr/>
            </a:pPr>
            <a:fld id="{CBB471AF-2807-4D0C-93BB-C8D3AA184876}" type="slidenum">
              <a:rPr lang="en-US" altLang="zh-CN" smtClean="0"/>
            </a:fld>
            <a:endParaRPr lang="zh-CN"/>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p:txBody>
          <a:bodyPr bIns="45720"/>
          <a:lstStyle/>
          <a:p>
            <a:r>
              <a:rPr lang="zh-CN" altLang="en-US">
                <a:ea typeface="宋体" panose="02010600030101010101" pitchFamily="2" charset="-122"/>
              </a:rPr>
              <a:t>问题描述</a:t>
            </a:r>
            <a:endParaRPr lang="zh-CN" altLang="en-US">
              <a:ea typeface="宋体" panose="02010600030101010101" pitchFamily="2" charset="-122"/>
            </a:endParaRPr>
          </a:p>
        </p:txBody>
      </p:sp>
      <p:sp>
        <p:nvSpPr>
          <p:cNvPr id="19460" name="Rectangle 3"/>
          <p:cNvSpPr>
            <a:spLocks noGrp="1"/>
          </p:cNvSpPr>
          <p:nvPr>
            <p:ph sz="quarter" idx="1"/>
          </p:nvPr>
        </p:nvSpPr>
        <p:spPr/>
        <p:txBody>
          <a:bodyPr/>
          <a:lstStyle/>
          <a:p>
            <a:r>
              <a:rPr lang="zh-CN" altLang="en-US"/>
              <a:t>考虑合式公式</a:t>
            </a:r>
            <a:r>
              <a:rPr lang="en-US" altLang="zh-CN"/>
              <a:t>a</a:t>
            </a:r>
            <a:r>
              <a:rPr lang="zh-CN" altLang="en-US"/>
              <a:t>，它由变量</a:t>
            </a:r>
            <a:r>
              <a:rPr lang="en-US" altLang="zh-CN"/>
              <a:t>x1,x2,…</a:t>
            </a:r>
            <a:r>
              <a:rPr lang="zh-CN" altLang="en-US"/>
              <a:t>及连接符</a:t>
            </a:r>
            <a:r>
              <a:rPr lang="en-US" altLang="zh-CN"/>
              <a:t>~</a:t>
            </a:r>
            <a:r>
              <a:rPr lang="zh-CN" altLang="en-US"/>
              <a:t>，∧，∨（非与或）组成。</a:t>
            </a:r>
            <a:endParaRPr lang="zh-CN" altLang="en-US"/>
          </a:p>
          <a:p>
            <a:pPr lvl="1"/>
            <a:r>
              <a:rPr lang="en-US" altLang="zh-CN" sz="2000"/>
              <a:t>a=(x1 ∨~x2 ∨x3) ∧(x2 ∨x3) ∧(~x1 ∨x3) ∧ ~x3</a:t>
            </a:r>
            <a:endParaRPr lang="en-US" altLang="zh-CN" sz="2000"/>
          </a:p>
          <a:p>
            <a:pPr lvl="1"/>
            <a:endParaRPr lang="en-US" altLang="zh-CN" sz="2000"/>
          </a:p>
          <a:p>
            <a:r>
              <a:rPr lang="zh-CN" altLang="en-US"/>
              <a:t>对于此公式，如果至少有一个真值赋值使得</a:t>
            </a:r>
            <a:r>
              <a:rPr lang="en-US" altLang="zh-CN"/>
              <a:t>a</a:t>
            </a:r>
            <a:r>
              <a:rPr lang="zh-CN" altLang="en-US"/>
              <a:t>为</a:t>
            </a:r>
            <a:r>
              <a:rPr lang="en-US" altLang="zh-CN"/>
              <a:t>1</a:t>
            </a:r>
            <a:r>
              <a:rPr lang="zh-CN" altLang="en-US"/>
              <a:t>，则称此公式是可满足的</a:t>
            </a:r>
            <a:r>
              <a:rPr lang="en-US" altLang="zh-CN"/>
              <a:t>(satisfiable)</a:t>
            </a:r>
            <a:r>
              <a:rPr lang="zh-CN" altLang="en-US"/>
              <a:t>；只有当</a:t>
            </a:r>
            <a:r>
              <a:rPr lang="en-US" altLang="zh-CN"/>
              <a:t>~a</a:t>
            </a:r>
            <a:r>
              <a:rPr lang="zh-CN" altLang="en-US"/>
              <a:t>是永真的</a:t>
            </a:r>
            <a:r>
              <a:rPr lang="en-US" altLang="zh-CN"/>
              <a:t>(tautology)</a:t>
            </a:r>
            <a:r>
              <a:rPr lang="zh-CN" altLang="en-US"/>
              <a:t>，即</a:t>
            </a:r>
            <a:r>
              <a:rPr lang="en-US" altLang="zh-CN"/>
              <a:t>~a</a:t>
            </a:r>
            <a:r>
              <a:rPr lang="zh-CN" altLang="en-US"/>
              <a:t>对所有的赋值都为</a:t>
            </a:r>
            <a:r>
              <a:rPr lang="en-US" altLang="zh-CN"/>
              <a:t>1</a:t>
            </a:r>
            <a:r>
              <a:rPr lang="zh-CN" altLang="en-US"/>
              <a:t>时，</a:t>
            </a:r>
            <a:r>
              <a:rPr lang="en-US" altLang="zh-CN"/>
              <a:t>a</a:t>
            </a:r>
            <a:r>
              <a:rPr lang="zh-CN" altLang="en-US"/>
              <a:t>为不可满足的。</a:t>
            </a:r>
            <a:endParaRPr lang="zh-CN" altLang="en-US"/>
          </a:p>
        </p:txBody>
      </p:sp>
      <p:sp>
        <p:nvSpPr>
          <p:cNvPr id="2" name="灯片编号占位符 1"/>
          <p:cNvSpPr>
            <a:spLocks noGrp="1"/>
          </p:cNvSpPr>
          <p:nvPr>
            <p:ph type="sldNum" sz="quarter" idx="12"/>
          </p:nvPr>
        </p:nvSpPr>
        <p:spPr/>
        <p:txBody>
          <a:bodyPr/>
          <a:lstStyle/>
          <a:p>
            <a:pPr>
              <a:defRPr/>
            </a:pPr>
            <a:fld id="{CBB471AF-2807-4D0C-93BB-C8D3AA184876}" type="slidenum">
              <a:rPr lang="en-US" altLang="zh-CN" smtClean="0"/>
            </a:fld>
            <a:endParaRPr lang="zh-CN"/>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type="title"/>
          </p:nvPr>
        </p:nvSpPr>
        <p:spPr/>
        <p:txBody>
          <a:bodyPr bIns="45720"/>
          <a:lstStyle/>
          <a:p>
            <a:r>
              <a:rPr lang="en-US" altLang="zh-CN" dirty="0">
                <a:ea typeface="宋体" panose="02010600030101010101" pitchFamily="2" charset="-122"/>
              </a:rPr>
              <a:t>Lipton</a:t>
            </a:r>
            <a:r>
              <a:rPr lang="zh-CN" altLang="en-US" dirty="0">
                <a:ea typeface="宋体" panose="02010600030101010101" pitchFamily="2" charset="-122"/>
              </a:rPr>
              <a:t>的实验</a:t>
            </a:r>
            <a:endParaRPr lang="zh-CN" altLang="en-US" dirty="0">
              <a:ea typeface="宋体" panose="02010600030101010101" pitchFamily="2" charset="-122"/>
            </a:endParaRPr>
          </a:p>
        </p:txBody>
      </p:sp>
      <p:pic>
        <p:nvPicPr>
          <p:cNvPr id="20484" name="Picture 3"/>
          <p:cNvPicPr>
            <a:picLocks noGrp="1" noChangeAspect="1" noChangeArrowheads="1"/>
          </p:cNvPicPr>
          <p:nvPr>
            <p:ph sz="quarter" idx="1"/>
          </p:nvPr>
        </p:nvPicPr>
        <p:blipFill>
          <a:blip r:embed="rId1">
            <a:extLst>
              <a:ext uri="{28A0092B-C50C-407E-A947-70E740481C1C}">
                <a14:useLocalDpi xmlns:a14="http://schemas.microsoft.com/office/drawing/2010/main" val="0"/>
              </a:ext>
            </a:extLst>
          </a:blip>
          <a:srcRect/>
          <a:stretch>
            <a:fillRect/>
          </a:stretch>
        </p:blipFill>
        <p:spPr>
          <a:xfrm>
            <a:off x="784225" y="3106738"/>
            <a:ext cx="7772400" cy="22733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485" name="Rectangle 4"/>
          <p:cNvSpPr>
            <a:spLocks noChangeArrowheads="1"/>
          </p:cNvSpPr>
          <p:nvPr/>
        </p:nvSpPr>
        <p:spPr bwMode="auto">
          <a:xfrm>
            <a:off x="755650" y="2565400"/>
            <a:ext cx="51847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a:latin typeface="Tahoma" panose="020B0604030504040204" pitchFamily="34" charset="0"/>
              </a:rPr>
              <a:t>a=(x1 ∨x2) ∧(~x1 ∨~x2)</a:t>
            </a:r>
            <a:endParaRPr lang="en-US" altLang="zh-CN" sz="2800">
              <a:latin typeface="Tahoma" panose="020B0604030504040204" pitchFamily="34" charset="0"/>
            </a:endParaRPr>
          </a:p>
        </p:txBody>
      </p:sp>
      <p:sp>
        <p:nvSpPr>
          <p:cNvPr id="20486" name="Rectangle 5"/>
          <p:cNvSpPr>
            <a:spLocks noChangeArrowheads="1"/>
          </p:cNvSpPr>
          <p:nvPr/>
        </p:nvSpPr>
        <p:spPr bwMode="auto">
          <a:xfrm>
            <a:off x="684213" y="5805488"/>
            <a:ext cx="77692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latin typeface="Tahoma" panose="020B0604030504040204" pitchFamily="34" charset="0"/>
              </a:rPr>
              <a:t>经过这个图的</a:t>
            </a:r>
            <a:r>
              <a:rPr lang="en-US" altLang="zh-CN">
                <a:latin typeface="Tahoma" panose="020B0604030504040204" pitchFamily="34" charset="0"/>
              </a:rPr>
              <a:t>4</a:t>
            </a:r>
            <a:r>
              <a:rPr lang="zh-CN" altLang="en-US">
                <a:latin typeface="Tahoma" panose="020B0604030504040204" pitchFamily="34" charset="0"/>
              </a:rPr>
              <a:t>条路中的每一条路对应变量</a:t>
            </a:r>
            <a:r>
              <a:rPr lang="en-US" altLang="zh-CN">
                <a:latin typeface="Tahoma" panose="020B0604030504040204" pitchFamily="34" charset="0"/>
              </a:rPr>
              <a:t>x1</a:t>
            </a:r>
            <a:r>
              <a:rPr lang="zh-CN" altLang="en-US">
                <a:latin typeface="Tahoma" panose="020B0604030504040204" pitchFamily="34" charset="0"/>
              </a:rPr>
              <a:t>和</a:t>
            </a:r>
            <a:r>
              <a:rPr lang="en-US" altLang="zh-CN">
                <a:latin typeface="Tahoma" panose="020B0604030504040204" pitchFamily="34" charset="0"/>
              </a:rPr>
              <a:t>x2</a:t>
            </a:r>
            <a:r>
              <a:rPr lang="zh-CN" altLang="en-US">
                <a:latin typeface="Tahoma" panose="020B0604030504040204" pitchFamily="34" charset="0"/>
              </a:rPr>
              <a:t>的</a:t>
            </a:r>
            <a:r>
              <a:rPr lang="en-US" altLang="zh-CN">
                <a:latin typeface="Tahoma" panose="020B0604030504040204" pitchFamily="34" charset="0"/>
              </a:rPr>
              <a:t>4</a:t>
            </a:r>
            <a:r>
              <a:rPr lang="zh-CN" altLang="en-US">
                <a:latin typeface="Tahoma" panose="020B0604030504040204" pitchFamily="34" charset="0"/>
              </a:rPr>
              <a:t>个真值赋值中的一个。</a:t>
            </a:r>
            <a:endParaRPr lang="zh-CN" altLang="en-US">
              <a:latin typeface="Tahoma" panose="020B0604030504040204" pitchFamily="34" charset="0"/>
            </a:endParaRPr>
          </a:p>
        </p:txBody>
      </p:sp>
      <p:sp>
        <p:nvSpPr>
          <p:cNvPr id="20487" name="Rectangle 6"/>
          <p:cNvSpPr>
            <a:spLocks noChangeArrowheads="1"/>
          </p:cNvSpPr>
          <p:nvPr/>
        </p:nvSpPr>
        <p:spPr bwMode="auto">
          <a:xfrm>
            <a:off x="468313" y="1341438"/>
            <a:ext cx="7993062"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latin typeface="Tahoma" panose="020B0604030504040204" pitchFamily="34" charset="0"/>
              </a:rPr>
              <a:t>Lipton </a:t>
            </a:r>
            <a:r>
              <a:rPr lang="zh-CN" altLang="en-US" sz="2400">
                <a:latin typeface="Tahoma" panose="020B0604030504040204" pitchFamily="34" charset="0"/>
              </a:rPr>
              <a:t>在</a:t>
            </a:r>
            <a:r>
              <a:rPr lang="en-US" altLang="zh-CN" sz="2400">
                <a:latin typeface="Tahoma" panose="020B0604030504040204" pitchFamily="34" charset="0"/>
              </a:rPr>
              <a:t>Adleman </a:t>
            </a:r>
            <a:r>
              <a:rPr lang="zh-CN" altLang="en-US" sz="2400">
                <a:latin typeface="Tahoma" panose="020B0604030504040204" pitchFamily="34" charset="0"/>
              </a:rPr>
              <a:t>思想的启发下</a:t>
            </a:r>
            <a:r>
              <a:rPr lang="en-US" altLang="zh-CN" sz="2400">
                <a:latin typeface="Tahoma" panose="020B0604030504040204" pitchFamily="34" charset="0"/>
              </a:rPr>
              <a:t>, </a:t>
            </a:r>
            <a:r>
              <a:rPr lang="zh-CN" altLang="en-US" sz="2400">
                <a:latin typeface="Tahoma" panose="020B0604030504040204" pitchFamily="34" charset="0"/>
              </a:rPr>
              <a:t>通过构造一个简单的接触网络图</a:t>
            </a:r>
            <a:r>
              <a:rPr lang="en-US" altLang="zh-CN" sz="2400">
                <a:latin typeface="Tahoma" panose="020B0604030504040204" pitchFamily="34" charset="0"/>
              </a:rPr>
              <a:t>G, </a:t>
            </a:r>
            <a:r>
              <a:rPr lang="zh-CN" altLang="en-US" sz="2400">
                <a:latin typeface="Tahoma" panose="020B0604030504040204" pitchFamily="34" charset="0"/>
              </a:rPr>
              <a:t>将</a:t>
            </a:r>
            <a:r>
              <a:rPr lang="en-US" altLang="zh-CN" sz="2400">
                <a:latin typeface="Tahoma" panose="020B0604030504040204" pitchFamily="34" charset="0"/>
              </a:rPr>
              <a:t>SAT</a:t>
            </a:r>
            <a:r>
              <a:rPr lang="zh-CN" altLang="en-US" sz="2400">
                <a:latin typeface="Tahoma" panose="020B0604030504040204" pitchFamily="34" charset="0"/>
              </a:rPr>
              <a:t>问题的解空间映射为通过接触网络图</a:t>
            </a:r>
            <a:r>
              <a:rPr lang="en-US" altLang="zh-CN" sz="2400">
                <a:latin typeface="Tahoma" panose="020B0604030504040204" pitchFamily="34" charset="0"/>
              </a:rPr>
              <a:t>G</a:t>
            </a:r>
            <a:r>
              <a:rPr lang="en-US" altLang="zh-CN" sz="2400" i="1">
                <a:latin typeface="Tahoma" panose="020B0604030504040204" pitchFamily="34" charset="0"/>
              </a:rPr>
              <a:t> </a:t>
            </a:r>
            <a:r>
              <a:rPr lang="zh-CN" altLang="en-US" sz="2400">
                <a:latin typeface="Tahoma" panose="020B0604030504040204" pitchFamily="34" charset="0"/>
              </a:rPr>
              <a:t>的始点</a:t>
            </a:r>
            <a:r>
              <a:rPr lang="en-US" altLang="zh-CN" sz="2400">
                <a:latin typeface="Tahoma" panose="020B0604030504040204" pitchFamily="34" charset="0"/>
              </a:rPr>
              <a:t>a</a:t>
            </a:r>
            <a:r>
              <a:rPr lang="en-US" altLang="zh-CN">
                <a:latin typeface="Tahoma" panose="020B0604030504040204" pitchFamily="34" charset="0"/>
              </a:rPr>
              <a:t>1</a:t>
            </a:r>
            <a:r>
              <a:rPr lang="en-US" altLang="zh-CN" sz="2400">
                <a:latin typeface="Tahoma" panose="020B0604030504040204" pitchFamily="34" charset="0"/>
              </a:rPr>
              <a:t> </a:t>
            </a:r>
            <a:r>
              <a:rPr lang="zh-CN" altLang="en-US" sz="2400">
                <a:latin typeface="Tahoma" panose="020B0604030504040204" pitchFamily="34" charset="0"/>
              </a:rPr>
              <a:t>和终点</a:t>
            </a:r>
            <a:r>
              <a:rPr lang="en-US" altLang="zh-CN" sz="2400">
                <a:latin typeface="Tahoma" panose="020B0604030504040204" pitchFamily="34" charset="0"/>
              </a:rPr>
              <a:t>a</a:t>
            </a:r>
            <a:r>
              <a:rPr lang="en-US" altLang="zh-CN" sz="1600">
                <a:latin typeface="Tahoma" panose="020B0604030504040204" pitchFamily="34" charset="0"/>
              </a:rPr>
              <a:t>n+ 1</a:t>
            </a:r>
            <a:r>
              <a:rPr lang="zh-CN" altLang="en-US" sz="2400">
                <a:latin typeface="Tahoma" panose="020B0604030504040204" pitchFamily="34" charset="0"/>
              </a:rPr>
              <a:t>的所有哈密尔顿路</a:t>
            </a:r>
            <a:r>
              <a:rPr lang="en-US" altLang="zh-CN" sz="2400">
                <a:latin typeface="Tahoma" panose="020B0604030504040204" pitchFamily="34" charset="0"/>
              </a:rPr>
              <a:t>.</a:t>
            </a:r>
            <a:endParaRPr lang="en-US" altLang="zh-CN" sz="2400">
              <a:latin typeface="Tahoma" panose="020B0604030504040204" pitchFamily="34" charset="0"/>
            </a:endParaRPr>
          </a:p>
        </p:txBody>
      </p:sp>
      <p:sp>
        <p:nvSpPr>
          <p:cNvPr id="2" name="灯片编号占位符 1"/>
          <p:cNvSpPr>
            <a:spLocks noGrp="1"/>
          </p:cNvSpPr>
          <p:nvPr>
            <p:ph type="sldNum" sz="quarter" idx="12"/>
          </p:nvPr>
        </p:nvSpPr>
        <p:spPr/>
        <p:txBody>
          <a:bodyPr/>
          <a:lstStyle/>
          <a:p>
            <a:pPr>
              <a:defRPr/>
            </a:pPr>
            <a:fld id="{CBB471AF-2807-4D0C-93BB-C8D3AA184876}" type="slidenum">
              <a:rPr lang="en-US" altLang="zh-CN" smtClean="0"/>
            </a:fld>
            <a:endParaRPr lang="zh-CN"/>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p:txBody>
          <a:bodyPr bIns="45720"/>
          <a:lstStyle/>
          <a:p>
            <a:r>
              <a:rPr lang="zh-CN" altLang="en-US">
                <a:ea typeface="宋体" panose="02010600030101010101" pitchFamily="2" charset="-122"/>
              </a:rPr>
              <a:t>编码</a:t>
            </a:r>
            <a:endParaRPr lang="zh-CN" altLang="en-US">
              <a:ea typeface="宋体" panose="02010600030101010101" pitchFamily="2" charset="-122"/>
            </a:endParaRPr>
          </a:p>
        </p:txBody>
      </p:sp>
      <p:sp>
        <p:nvSpPr>
          <p:cNvPr id="21508" name="Rectangle 3"/>
          <p:cNvSpPr>
            <a:spLocks noGrp="1"/>
          </p:cNvSpPr>
          <p:nvPr>
            <p:ph sz="quarter" idx="1"/>
          </p:nvPr>
        </p:nvSpPr>
        <p:spPr/>
        <p:txBody>
          <a:bodyPr/>
          <a:lstStyle/>
          <a:p>
            <a:r>
              <a:rPr lang="en-US" altLang="zh-CN"/>
              <a:t>Lipton </a:t>
            </a:r>
            <a:r>
              <a:rPr lang="zh-CN" altLang="en-US"/>
              <a:t>的编码方法和</a:t>
            </a:r>
            <a:r>
              <a:rPr lang="en-US" altLang="zh-CN"/>
              <a:t>Adleman </a:t>
            </a:r>
            <a:r>
              <a:rPr lang="zh-CN" altLang="en-US"/>
              <a:t>相同， 即顶点和边用为长度为</a:t>
            </a:r>
            <a:r>
              <a:rPr lang="en-US" altLang="zh-CN"/>
              <a:t>20bp </a:t>
            </a:r>
            <a:r>
              <a:rPr lang="zh-CN" altLang="en-US"/>
              <a:t>的寡聚核苷酸片段表示， 对任一顶点 </a:t>
            </a:r>
            <a:r>
              <a:rPr lang="en-US" altLang="zh-CN"/>
              <a:t>i </a:t>
            </a:r>
            <a:r>
              <a:rPr lang="zh-CN" altLang="en-US"/>
              <a:t>将其为表示</a:t>
            </a:r>
            <a:r>
              <a:rPr lang="en-US" altLang="zh-CN"/>
              <a:t>pi,qi </a:t>
            </a:r>
            <a:r>
              <a:rPr lang="zh-CN" altLang="en-US"/>
              <a:t>，</a:t>
            </a:r>
            <a:r>
              <a:rPr lang="en-US" altLang="zh-CN"/>
              <a:t>pi</a:t>
            </a:r>
            <a:r>
              <a:rPr lang="en-US" altLang="zh-CN" i="1"/>
              <a:t> </a:t>
            </a:r>
            <a:r>
              <a:rPr lang="zh-CN" altLang="en-US"/>
              <a:t>和</a:t>
            </a:r>
            <a:r>
              <a:rPr lang="en-US" altLang="zh-CN"/>
              <a:t>qi</a:t>
            </a:r>
            <a:r>
              <a:rPr lang="en-US" altLang="zh-CN" i="1"/>
              <a:t> </a:t>
            </a:r>
            <a:r>
              <a:rPr lang="zh-CN" altLang="en-US"/>
              <a:t>分别为顶点 </a:t>
            </a:r>
            <a:r>
              <a:rPr lang="en-US" altLang="zh-CN"/>
              <a:t>i </a:t>
            </a:r>
            <a:r>
              <a:rPr lang="zh-CN" altLang="en-US"/>
              <a:t>的前</a:t>
            </a:r>
            <a:r>
              <a:rPr lang="en-US" altLang="zh-CN"/>
              <a:t>10bp </a:t>
            </a:r>
            <a:r>
              <a:rPr lang="zh-CN" altLang="en-US"/>
              <a:t>和后</a:t>
            </a:r>
            <a:r>
              <a:rPr lang="en-US" altLang="zh-CN"/>
              <a:t>10bp</a:t>
            </a:r>
            <a:r>
              <a:rPr lang="zh-CN" altLang="en-US"/>
              <a:t>序列；对任一有向边</a:t>
            </a:r>
            <a:r>
              <a:rPr lang="en-US" altLang="zh-CN"/>
              <a:t>i →j</a:t>
            </a:r>
            <a:r>
              <a:rPr lang="en-US" altLang="zh-CN" i="1"/>
              <a:t> </a:t>
            </a:r>
            <a:r>
              <a:rPr lang="zh-CN" altLang="en-US"/>
              <a:t>用</a:t>
            </a:r>
            <a:r>
              <a:rPr lang="en-US" altLang="zh-CN"/>
              <a:t>h(qipj )</a:t>
            </a:r>
            <a:r>
              <a:rPr lang="zh-CN" altLang="en-US"/>
              <a:t>表示</a:t>
            </a:r>
            <a:r>
              <a:rPr lang="en-US" altLang="zh-CN"/>
              <a:t>.</a:t>
            </a:r>
            <a:endParaRPr lang="en-US" altLang="zh-CN"/>
          </a:p>
          <a:p>
            <a:r>
              <a:rPr lang="zh-CN" altLang="en-US"/>
              <a:t>只要变量确定后，图就是不变的，且与给定的命题公式无关。</a:t>
            </a:r>
            <a:endParaRPr lang="zh-CN" altLang="en-US"/>
          </a:p>
          <a:p>
            <a:r>
              <a:rPr lang="zh-CN" altLang="en-US"/>
              <a:t>实验总开始于编码了所有可能的真值赋值相同的试管。通过该试管的几个拷贝，就可以同时处理几个命题公式。</a:t>
            </a:r>
            <a:endParaRPr lang="zh-CN" altLang="en-US"/>
          </a:p>
        </p:txBody>
      </p:sp>
      <p:sp>
        <p:nvSpPr>
          <p:cNvPr id="2" name="灯片编号占位符 1"/>
          <p:cNvSpPr>
            <a:spLocks noGrp="1"/>
          </p:cNvSpPr>
          <p:nvPr>
            <p:ph type="sldNum" sz="quarter" idx="12"/>
          </p:nvPr>
        </p:nvSpPr>
        <p:spPr/>
        <p:txBody>
          <a:bodyPr/>
          <a:lstStyle/>
          <a:p>
            <a:pPr>
              <a:defRPr/>
            </a:pPr>
            <a:fld id="{CBB471AF-2807-4D0C-93BB-C8D3AA184876}" type="slidenum">
              <a:rPr lang="en-US" altLang="zh-CN" smtClean="0"/>
            </a:fld>
            <a:endParaRPr lang="zh-CN"/>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p:cNvSpPr>
          <p:nvPr>
            <p:ph type="title"/>
          </p:nvPr>
        </p:nvSpPr>
        <p:spPr>
          <a:xfrm>
            <a:off x="539750" y="260350"/>
            <a:ext cx="7772400" cy="855663"/>
          </a:xfrm>
        </p:spPr>
        <p:txBody>
          <a:bodyPr bIns="45720"/>
          <a:lstStyle/>
          <a:p>
            <a:r>
              <a:rPr lang="zh-CN" altLang="en-US">
                <a:ea typeface="宋体" panose="02010600030101010101" pitchFamily="2" charset="-122"/>
              </a:rPr>
              <a:t>算法的程序描述</a:t>
            </a:r>
            <a:endParaRPr lang="zh-CN" altLang="en-US">
              <a:ea typeface="宋体" panose="02010600030101010101" pitchFamily="2" charset="-122"/>
            </a:endParaRPr>
          </a:p>
        </p:txBody>
      </p:sp>
      <p:sp>
        <p:nvSpPr>
          <p:cNvPr id="22532" name="Rectangle 3"/>
          <p:cNvSpPr>
            <a:spLocks noGrp="1"/>
          </p:cNvSpPr>
          <p:nvPr>
            <p:ph sz="quarter" idx="1"/>
          </p:nvPr>
        </p:nvSpPr>
        <p:spPr>
          <a:xfrm>
            <a:off x="786953" y="1838597"/>
            <a:ext cx="3929063" cy="4830763"/>
          </a:xfrm>
        </p:spPr>
        <p:txBody>
          <a:bodyPr/>
          <a:lstStyle/>
          <a:p>
            <a:pPr marL="609600" indent="-609600">
              <a:lnSpc>
                <a:spcPct val="90000"/>
              </a:lnSpc>
              <a:buFont typeface="Arial" panose="020B0604020202020204" pitchFamily="34" charset="0"/>
              <a:buAutoNum type="arabicPeriod"/>
            </a:pPr>
            <a:r>
              <a:rPr lang="en-US" altLang="zh-CN" sz="2400" dirty="0"/>
              <a:t>input(N0)</a:t>
            </a:r>
            <a:endParaRPr lang="en-US" altLang="zh-CN" sz="2400" dirty="0"/>
          </a:p>
          <a:p>
            <a:pPr marL="609600" indent="-609600">
              <a:lnSpc>
                <a:spcPct val="90000"/>
              </a:lnSpc>
              <a:buFont typeface="Arial" panose="020B0604020202020204" pitchFamily="34" charset="0"/>
              <a:buAutoNum type="arabicPeriod"/>
            </a:pPr>
            <a:r>
              <a:rPr lang="en-US" altLang="zh-CN" sz="2400" dirty="0"/>
              <a:t>N1=S(N0,1,1)</a:t>
            </a:r>
            <a:endParaRPr lang="en-US" altLang="zh-CN" sz="2400" dirty="0"/>
          </a:p>
          <a:p>
            <a:pPr marL="609600" indent="-609600">
              <a:lnSpc>
                <a:spcPct val="90000"/>
              </a:lnSpc>
              <a:buFont typeface="Arial" panose="020B0604020202020204" pitchFamily="34" charset="0"/>
              <a:buAutoNum type="arabicPeriod"/>
            </a:pPr>
            <a:r>
              <a:rPr lang="en-US" altLang="zh-CN" sz="2400" dirty="0"/>
              <a:t>N1’=S-(N0,1,1)</a:t>
            </a:r>
            <a:endParaRPr lang="en-US" altLang="zh-CN" sz="2400" dirty="0"/>
          </a:p>
          <a:p>
            <a:pPr marL="609600" indent="-609600">
              <a:lnSpc>
                <a:spcPct val="90000"/>
              </a:lnSpc>
              <a:buFont typeface="Arial" panose="020B0604020202020204" pitchFamily="34" charset="0"/>
              <a:buAutoNum type="arabicPeriod"/>
            </a:pPr>
            <a:r>
              <a:rPr lang="en-US" altLang="zh-CN" sz="2400" dirty="0"/>
              <a:t>N2=S(N1’,2,1)</a:t>
            </a:r>
            <a:endParaRPr lang="en-US" altLang="zh-CN" sz="2400" dirty="0"/>
          </a:p>
          <a:p>
            <a:pPr marL="609600" indent="-609600">
              <a:lnSpc>
                <a:spcPct val="90000"/>
              </a:lnSpc>
              <a:buFont typeface="Arial" panose="020B0604020202020204" pitchFamily="34" charset="0"/>
              <a:buAutoNum type="arabicPeriod"/>
            </a:pPr>
            <a:r>
              <a:rPr lang="en-US" altLang="zh-CN" sz="2400" dirty="0"/>
              <a:t>merge(N1,N2)=N3</a:t>
            </a:r>
            <a:endParaRPr lang="en-US" altLang="zh-CN" sz="2400" dirty="0"/>
          </a:p>
          <a:p>
            <a:pPr marL="609600" indent="-609600">
              <a:lnSpc>
                <a:spcPct val="90000"/>
              </a:lnSpc>
              <a:buFont typeface="Arial" panose="020B0604020202020204" pitchFamily="34" charset="0"/>
              <a:buAutoNum type="arabicPeriod"/>
            </a:pPr>
            <a:r>
              <a:rPr lang="en-US" altLang="zh-CN" sz="2400" dirty="0"/>
              <a:t>N4=S(N3,1,0)</a:t>
            </a:r>
            <a:endParaRPr lang="en-US" altLang="zh-CN" sz="2400" dirty="0"/>
          </a:p>
          <a:p>
            <a:pPr marL="609600" indent="-609600">
              <a:lnSpc>
                <a:spcPct val="90000"/>
              </a:lnSpc>
              <a:buFont typeface="Arial" panose="020B0604020202020204" pitchFamily="34" charset="0"/>
              <a:buAutoNum type="arabicPeriod"/>
            </a:pPr>
            <a:r>
              <a:rPr lang="en-US" altLang="zh-CN" sz="2400" dirty="0"/>
              <a:t>N4’=S-(N3,1,0)</a:t>
            </a:r>
            <a:endParaRPr lang="en-US" altLang="zh-CN" sz="2400" dirty="0"/>
          </a:p>
          <a:p>
            <a:pPr marL="609600" indent="-609600">
              <a:lnSpc>
                <a:spcPct val="90000"/>
              </a:lnSpc>
              <a:buFont typeface="Arial" panose="020B0604020202020204" pitchFamily="34" charset="0"/>
              <a:buAutoNum type="arabicPeriod"/>
            </a:pPr>
            <a:r>
              <a:rPr lang="en-US" altLang="zh-CN" sz="2400" dirty="0"/>
              <a:t>N5=S(N4’,2,0)</a:t>
            </a:r>
            <a:endParaRPr lang="en-US" altLang="zh-CN" sz="2400" dirty="0"/>
          </a:p>
          <a:p>
            <a:pPr marL="609600" indent="-609600">
              <a:lnSpc>
                <a:spcPct val="90000"/>
              </a:lnSpc>
              <a:buFont typeface="Arial" panose="020B0604020202020204" pitchFamily="34" charset="0"/>
              <a:buAutoNum type="arabicPeriod"/>
            </a:pPr>
            <a:r>
              <a:rPr lang="en-US" altLang="zh-CN" sz="2400" dirty="0"/>
              <a:t>merge(N4,N5)=N6</a:t>
            </a:r>
            <a:endParaRPr lang="en-US" altLang="zh-CN" sz="2400" dirty="0"/>
          </a:p>
          <a:p>
            <a:pPr marL="609600" indent="-609600">
              <a:lnSpc>
                <a:spcPct val="90000"/>
              </a:lnSpc>
              <a:buFont typeface="Arial" panose="020B0604020202020204" pitchFamily="34" charset="0"/>
              <a:buAutoNum type="arabicPeriod"/>
            </a:pPr>
            <a:r>
              <a:rPr lang="en-US" altLang="zh-CN" sz="2400" dirty="0"/>
              <a:t>detect(N6)</a:t>
            </a:r>
            <a:endParaRPr lang="en-US" altLang="zh-CN" sz="2400" dirty="0"/>
          </a:p>
        </p:txBody>
      </p:sp>
      <p:sp>
        <p:nvSpPr>
          <p:cNvPr id="22533" name="Rectangle 4"/>
          <p:cNvSpPr>
            <a:spLocks noGrp="1"/>
          </p:cNvSpPr>
          <p:nvPr>
            <p:ph sz="quarter" idx="2"/>
          </p:nvPr>
        </p:nvSpPr>
        <p:spPr>
          <a:xfrm>
            <a:off x="4544815" y="1412999"/>
            <a:ext cx="4194175" cy="4498975"/>
          </a:xfrm>
        </p:spPr>
        <p:txBody>
          <a:bodyPr/>
          <a:lstStyle/>
          <a:p>
            <a:pPr marL="457200" indent="-457200">
              <a:lnSpc>
                <a:spcPct val="90000"/>
              </a:lnSpc>
              <a:buFont typeface="Arial" panose="020B0604020202020204" pitchFamily="34" charset="0"/>
              <a:buNone/>
            </a:pPr>
            <a:r>
              <a:rPr lang="zh-CN" altLang="en-US" sz="2400" dirty="0"/>
              <a:t>试管内状态</a:t>
            </a:r>
            <a:endParaRPr lang="zh-CN" altLang="en-US" sz="2400" dirty="0"/>
          </a:p>
          <a:p>
            <a:pPr marL="457200" indent="-457200">
              <a:lnSpc>
                <a:spcPct val="90000"/>
              </a:lnSpc>
              <a:buFont typeface="Arial" panose="020B0604020202020204" pitchFamily="34" charset="0"/>
              <a:buAutoNum type="arabicPeriod"/>
            </a:pPr>
            <a:r>
              <a:rPr lang="en-US" altLang="zh-CN" sz="2400" dirty="0"/>
              <a:t>00,01,10,11</a:t>
            </a:r>
            <a:endParaRPr lang="en-US" altLang="zh-CN" sz="2400" dirty="0"/>
          </a:p>
          <a:p>
            <a:pPr marL="457200" indent="-457200">
              <a:lnSpc>
                <a:spcPct val="90000"/>
              </a:lnSpc>
              <a:buFont typeface="Arial" panose="020B0604020202020204" pitchFamily="34" charset="0"/>
              <a:buAutoNum type="arabicPeriod"/>
            </a:pPr>
            <a:r>
              <a:rPr lang="en-US" altLang="zh-CN" sz="2400" dirty="0"/>
              <a:t>10,11</a:t>
            </a:r>
            <a:endParaRPr lang="en-US" altLang="zh-CN" sz="2400" dirty="0"/>
          </a:p>
          <a:p>
            <a:pPr marL="457200" indent="-457200">
              <a:lnSpc>
                <a:spcPct val="90000"/>
              </a:lnSpc>
              <a:buFont typeface="Arial" panose="020B0604020202020204" pitchFamily="34" charset="0"/>
              <a:buAutoNum type="arabicPeriod"/>
            </a:pPr>
            <a:r>
              <a:rPr lang="en-US" altLang="zh-CN" sz="2400" dirty="0"/>
              <a:t>00,01</a:t>
            </a:r>
            <a:endParaRPr lang="en-US" altLang="zh-CN" sz="2400" dirty="0"/>
          </a:p>
          <a:p>
            <a:pPr marL="457200" indent="-457200">
              <a:lnSpc>
                <a:spcPct val="90000"/>
              </a:lnSpc>
              <a:buFont typeface="Arial" panose="020B0604020202020204" pitchFamily="34" charset="0"/>
              <a:buAutoNum type="arabicPeriod"/>
            </a:pPr>
            <a:r>
              <a:rPr lang="en-US" altLang="zh-CN" sz="2400" dirty="0"/>
              <a:t>01</a:t>
            </a:r>
            <a:endParaRPr lang="en-US" altLang="zh-CN" sz="2400" dirty="0"/>
          </a:p>
          <a:p>
            <a:pPr marL="457200" indent="-457200">
              <a:lnSpc>
                <a:spcPct val="90000"/>
              </a:lnSpc>
              <a:buFont typeface="Arial" panose="020B0604020202020204" pitchFamily="34" charset="0"/>
              <a:buAutoNum type="arabicPeriod"/>
            </a:pPr>
            <a:r>
              <a:rPr lang="en-US" altLang="zh-CN" sz="2400" dirty="0"/>
              <a:t>10,11,01</a:t>
            </a:r>
            <a:endParaRPr lang="en-US" altLang="zh-CN" sz="2400" dirty="0"/>
          </a:p>
          <a:p>
            <a:pPr marL="457200" indent="-457200">
              <a:lnSpc>
                <a:spcPct val="90000"/>
              </a:lnSpc>
              <a:buFont typeface="Arial" panose="020B0604020202020204" pitchFamily="34" charset="0"/>
              <a:buAutoNum type="arabicPeriod"/>
            </a:pPr>
            <a:r>
              <a:rPr lang="en-US" altLang="zh-CN" sz="2400" dirty="0"/>
              <a:t>01</a:t>
            </a:r>
            <a:endParaRPr lang="en-US" altLang="zh-CN" sz="2400" dirty="0"/>
          </a:p>
          <a:p>
            <a:pPr marL="457200" indent="-457200">
              <a:lnSpc>
                <a:spcPct val="90000"/>
              </a:lnSpc>
              <a:buFont typeface="Arial" panose="020B0604020202020204" pitchFamily="34" charset="0"/>
              <a:buAutoNum type="arabicPeriod"/>
            </a:pPr>
            <a:r>
              <a:rPr lang="en-US" altLang="zh-CN" sz="2400" dirty="0"/>
              <a:t>10,11</a:t>
            </a:r>
            <a:endParaRPr lang="en-US" altLang="zh-CN" sz="2400" dirty="0"/>
          </a:p>
          <a:p>
            <a:pPr marL="457200" indent="-457200">
              <a:lnSpc>
                <a:spcPct val="90000"/>
              </a:lnSpc>
              <a:buFont typeface="Arial" panose="020B0604020202020204" pitchFamily="34" charset="0"/>
              <a:buAutoNum type="arabicPeriod"/>
            </a:pPr>
            <a:r>
              <a:rPr lang="en-US" altLang="zh-CN" sz="2400" dirty="0"/>
              <a:t>10</a:t>
            </a:r>
            <a:endParaRPr lang="en-US" altLang="zh-CN" sz="2400" dirty="0"/>
          </a:p>
          <a:p>
            <a:pPr marL="457200" indent="-457200">
              <a:lnSpc>
                <a:spcPct val="90000"/>
              </a:lnSpc>
              <a:buFont typeface="Arial" panose="020B0604020202020204" pitchFamily="34" charset="0"/>
              <a:buAutoNum type="arabicPeriod"/>
            </a:pPr>
            <a:r>
              <a:rPr lang="en-US" altLang="zh-CN" sz="2400" dirty="0"/>
              <a:t>10,01</a:t>
            </a:r>
            <a:endParaRPr lang="en-US" altLang="zh-CN" sz="2400" dirty="0"/>
          </a:p>
        </p:txBody>
      </p:sp>
      <p:sp>
        <p:nvSpPr>
          <p:cNvPr id="22534" name="Rectangle 5"/>
          <p:cNvSpPr>
            <a:spLocks noChangeArrowheads="1"/>
          </p:cNvSpPr>
          <p:nvPr/>
        </p:nvSpPr>
        <p:spPr bwMode="auto">
          <a:xfrm>
            <a:off x="4462463" y="549275"/>
            <a:ext cx="45735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latin typeface="Tahoma" panose="020B0604030504040204" pitchFamily="34" charset="0"/>
              </a:rPr>
              <a:t>a=(x1 ∨x2) ∧(~x1 ∨~x2)</a:t>
            </a:r>
            <a:endParaRPr lang="en-US" altLang="zh-CN" sz="2800">
              <a:latin typeface="Tahoma" panose="020B0604030504040204" pitchFamily="34" charset="0"/>
            </a:endParaRPr>
          </a:p>
        </p:txBody>
      </p:sp>
      <p:sp>
        <p:nvSpPr>
          <p:cNvPr id="2" name="灯片编号占位符 1"/>
          <p:cNvSpPr>
            <a:spLocks noGrp="1"/>
          </p:cNvSpPr>
          <p:nvPr>
            <p:ph type="sldNum" sz="quarter" idx="12"/>
          </p:nvPr>
        </p:nvSpPr>
        <p:spPr/>
        <p:txBody>
          <a:bodyPr/>
          <a:lstStyle/>
          <a:p>
            <a:pPr>
              <a:defRPr/>
            </a:pPr>
            <a:fld id="{94F0D56A-DF85-4885-98A1-14495D17AED6}" type="slidenum">
              <a:rPr lang="en-US" altLang="zh-CN" smtClean="0"/>
            </a:fld>
            <a:endParaRPr lang="zh-CN"/>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53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53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532">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533">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532">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533">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532">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2533">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2532">
                                            <p:txEl>
                                              <p:pRg st="5" end="5"/>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2533">
                                            <p:txEl>
                                              <p:pRg st="6" end="6"/>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2532">
                                            <p:txEl>
                                              <p:pRg st="6" end="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2533">
                                            <p:txEl>
                                              <p:pRg st="7" end="7"/>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2532">
                                            <p:txEl>
                                              <p:pRg st="7" end="7"/>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2533">
                                            <p:txEl>
                                              <p:pRg st="8" end="8"/>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2532">
                                            <p:txEl>
                                              <p:pRg st="8" end="8"/>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2533">
                                            <p:txEl>
                                              <p:pRg st="9" end="9"/>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253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p:cNvSpPr>
          <p:nvPr>
            <p:ph type="title"/>
          </p:nvPr>
        </p:nvSpPr>
        <p:spPr/>
        <p:txBody>
          <a:bodyPr bIns="45720"/>
          <a:lstStyle/>
          <a:p>
            <a:r>
              <a:rPr lang="zh-CN" altLang="en-US">
                <a:ea typeface="宋体" panose="02010600030101010101" pitchFamily="2" charset="-122"/>
              </a:rPr>
              <a:t>算法推广</a:t>
            </a:r>
            <a:r>
              <a:rPr lang="en-US" altLang="zh-CN">
                <a:ea typeface="宋体" panose="02010600030101010101" pitchFamily="2" charset="-122"/>
              </a:rPr>
              <a:t>r = C</a:t>
            </a:r>
            <a:r>
              <a:rPr lang="en-US" altLang="zh-CN" sz="2800">
                <a:ea typeface="宋体" panose="02010600030101010101" pitchFamily="2" charset="-122"/>
              </a:rPr>
              <a:t>1</a:t>
            </a:r>
            <a:r>
              <a:rPr lang="en-US" altLang="zh-CN">
                <a:ea typeface="宋体" panose="02010600030101010101" pitchFamily="2" charset="-122"/>
              </a:rPr>
              <a:t>∧C</a:t>
            </a:r>
            <a:r>
              <a:rPr lang="en-US" altLang="zh-CN" sz="2800">
                <a:ea typeface="宋体" panose="02010600030101010101" pitchFamily="2" charset="-122"/>
              </a:rPr>
              <a:t>2</a:t>
            </a:r>
            <a:r>
              <a:rPr lang="en-US" altLang="zh-CN">
                <a:ea typeface="宋体" panose="02010600030101010101" pitchFamily="2" charset="-122"/>
              </a:rPr>
              <a:t>∧…∧C</a:t>
            </a:r>
            <a:r>
              <a:rPr lang="en-US" altLang="zh-CN" sz="2800">
                <a:ea typeface="宋体" panose="02010600030101010101" pitchFamily="2" charset="-122"/>
              </a:rPr>
              <a:t>m</a:t>
            </a:r>
            <a:endParaRPr lang="en-US" altLang="zh-CN" sz="2800">
              <a:ea typeface="宋体" panose="02010600030101010101" pitchFamily="2" charset="-122"/>
            </a:endParaRPr>
          </a:p>
        </p:txBody>
      </p:sp>
      <p:sp>
        <p:nvSpPr>
          <p:cNvPr id="23556" name="Rectangle 3"/>
          <p:cNvSpPr>
            <a:spLocks noGrp="1"/>
          </p:cNvSpPr>
          <p:nvPr>
            <p:ph sz="quarter" idx="1"/>
          </p:nvPr>
        </p:nvSpPr>
        <p:spPr/>
        <p:txBody>
          <a:bodyPr/>
          <a:lstStyle/>
          <a:p>
            <a:pPr>
              <a:lnSpc>
                <a:spcPct val="80000"/>
              </a:lnSpc>
            </a:pPr>
            <a:r>
              <a:rPr lang="zh-CN" altLang="en-US" sz="2400" dirty="0"/>
              <a:t>假设每一个由</a:t>
            </a:r>
            <a:r>
              <a:rPr lang="en-US" altLang="zh-CN" sz="2400" dirty="0"/>
              <a:t>Ni</a:t>
            </a:r>
            <a:r>
              <a:rPr lang="zh-CN" altLang="en-US" sz="2400" dirty="0"/>
              <a:t>， </a:t>
            </a:r>
            <a:r>
              <a:rPr lang="en-US" altLang="zh-CN" sz="2400" dirty="0"/>
              <a:t>0&lt;=</a:t>
            </a:r>
            <a:r>
              <a:rPr lang="en-US" altLang="zh-CN" sz="2400" dirty="0" err="1"/>
              <a:t>i</a:t>
            </a:r>
            <a:r>
              <a:rPr lang="en-US" altLang="zh-CN" sz="2400" dirty="0"/>
              <a:t>&lt;m</a:t>
            </a:r>
            <a:r>
              <a:rPr lang="zh-CN" altLang="en-US" sz="2400" dirty="0"/>
              <a:t>，中的串编码的赋值满足子式</a:t>
            </a:r>
            <a:endParaRPr lang="zh-CN" altLang="en-US" sz="2400" dirty="0"/>
          </a:p>
          <a:p>
            <a:pPr>
              <a:lnSpc>
                <a:spcPct val="80000"/>
              </a:lnSpc>
              <a:buFont typeface="Arial" panose="020B0604020202020204" pitchFamily="34" charset="0"/>
              <a:buNone/>
            </a:pPr>
            <a:r>
              <a:rPr lang="zh-CN" altLang="en-US" sz="2400" dirty="0"/>
              <a:t>       </a:t>
            </a:r>
            <a:r>
              <a:rPr lang="en-US" altLang="zh-CN" sz="2400" dirty="0" err="1"/>
              <a:t>r</a:t>
            </a:r>
            <a:r>
              <a:rPr lang="en-US" altLang="zh-CN" sz="1400" dirty="0" err="1"/>
              <a:t>i</a:t>
            </a:r>
            <a:r>
              <a:rPr lang="en-US" altLang="zh-CN" sz="2400" dirty="0"/>
              <a:t> = C</a:t>
            </a:r>
            <a:r>
              <a:rPr lang="en-US" altLang="zh-CN" sz="1600" dirty="0"/>
              <a:t>1</a:t>
            </a:r>
            <a:r>
              <a:rPr lang="en-US" altLang="zh-CN" sz="2400" dirty="0"/>
              <a:t>∧C</a:t>
            </a:r>
            <a:r>
              <a:rPr lang="en-US" altLang="zh-CN" sz="1600" dirty="0"/>
              <a:t>2</a:t>
            </a:r>
            <a:r>
              <a:rPr lang="en-US" altLang="zh-CN" sz="2400" dirty="0"/>
              <a:t>∧…∧</a:t>
            </a:r>
            <a:r>
              <a:rPr lang="en-US" altLang="zh-CN" sz="2400" dirty="0" err="1"/>
              <a:t>C</a:t>
            </a:r>
            <a:r>
              <a:rPr lang="en-US" altLang="zh-CN" sz="1600" dirty="0" err="1"/>
              <a:t>i</a:t>
            </a:r>
            <a:r>
              <a:rPr lang="zh-CN" altLang="en-US" sz="2400" dirty="0"/>
              <a:t>且</a:t>
            </a:r>
            <a:r>
              <a:rPr lang="en-US" altLang="zh-CN" sz="2400" dirty="0"/>
              <a:t>C</a:t>
            </a:r>
            <a:r>
              <a:rPr lang="en-US" altLang="zh-CN" sz="1400" dirty="0"/>
              <a:t>i+1</a:t>
            </a:r>
            <a:r>
              <a:rPr lang="en-US" altLang="zh-CN" sz="2400" dirty="0"/>
              <a:t>=y</a:t>
            </a:r>
            <a:r>
              <a:rPr lang="en-US" altLang="zh-CN" sz="1600" dirty="0"/>
              <a:t>1</a:t>
            </a:r>
            <a:r>
              <a:rPr lang="en-US" altLang="zh-CN" sz="2400" dirty="0"/>
              <a:t> ∨ …∨</a:t>
            </a:r>
            <a:r>
              <a:rPr lang="en-US" altLang="zh-CN" sz="2400" dirty="0" err="1"/>
              <a:t>y</a:t>
            </a:r>
            <a:r>
              <a:rPr lang="en-US" altLang="zh-CN" sz="1600" dirty="0" err="1"/>
              <a:t>l</a:t>
            </a:r>
            <a:endParaRPr lang="en-US" altLang="zh-CN" sz="1600" dirty="0"/>
          </a:p>
          <a:p>
            <a:pPr>
              <a:lnSpc>
                <a:spcPct val="80000"/>
              </a:lnSpc>
              <a:buFont typeface="Arial" panose="020B0604020202020204" pitchFamily="34" charset="0"/>
              <a:buNone/>
            </a:pPr>
            <a:r>
              <a:rPr lang="en-US" altLang="zh-CN" sz="2400" dirty="0"/>
              <a:t>    </a:t>
            </a:r>
            <a:r>
              <a:rPr lang="zh-CN" altLang="en-US" sz="2400" dirty="0"/>
              <a:t>其中每个</a:t>
            </a:r>
            <a:r>
              <a:rPr lang="en-US" altLang="zh-CN" sz="2400" dirty="0" err="1"/>
              <a:t>y</a:t>
            </a:r>
            <a:r>
              <a:rPr lang="en-US" altLang="zh-CN" sz="1600" dirty="0" err="1"/>
              <a:t>i</a:t>
            </a:r>
            <a:r>
              <a:rPr lang="zh-CN" altLang="en-US" sz="2400" dirty="0"/>
              <a:t>是变量</a:t>
            </a:r>
            <a:r>
              <a:rPr lang="en-US" altLang="zh-CN" sz="2400" dirty="0"/>
              <a:t>x</a:t>
            </a:r>
            <a:r>
              <a:rPr lang="zh-CN" altLang="en-US" sz="2400" dirty="0"/>
              <a:t>或者它的非，最初，拥有含有所有可能的真值赋值和空集公式</a:t>
            </a:r>
            <a:r>
              <a:rPr lang="en-US" altLang="zh-CN" sz="2400" dirty="0"/>
              <a:t>r0</a:t>
            </a:r>
            <a:r>
              <a:rPr lang="zh-CN" altLang="en-US" sz="2400" dirty="0"/>
              <a:t>的初始试管</a:t>
            </a:r>
            <a:r>
              <a:rPr lang="en-US" altLang="zh-CN" sz="2400" dirty="0"/>
              <a:t>N0</a:t>
            </a:r>
            <a:endParaRPr lang="en-US" altLang="zh-CN" sz="2400" dirty="0"/>
          </a:p>
          <a:p>
            <a:pPr>
              <a:lnSpc>
                <a:spcPct val="80000"/>
              </a:lnSpc>
            </a:pPr>
            <a:r>
              <a:rPr lang="zh-CN" altLang="en-US" sz="2400" dirty="0"/>
              <a:t>利用分离和合并操作，将</a:t>
            </a:r>
            <a:r>
              <a:rPr lang="en-US" altLang="zh-CN" sz="2400" dirty="0"/>
              <a:t>Ni</a:t>
            </a:r>
            <a:r>
              <a:rPr lang="zh-CN" altLang="en-US" sz="2400" dirty="0"/>
              <a:t>转换为</a:t>
            </a:r>
            <a:r>
              <a:rPr lang="en-US" altLang="zh-CN" sz="2400" dirty="0"/>
              <a:t>Ni+1</a:t>
            </a:r>
            <a:r>
              <a:rPr lang="zh-CN" altLang="en-US" sz="2400" dirty="0"/>
              <a:t>。考虑</a:t>
            </a:r>
            <a:r>
              <a:rPr lang="en-US" altLang="zh-CN" sz="2400" dirty="0"/>
              <a:t>y1</a:t>
            </a:r>
            <a:r>
              <a:rPr lang="zh-CN" altLang="en-US" sz="2400" dirty="0"/>
              <a:t>，取决于</a:t>
            </a:r>
            <a:r>
              <a:rPr lang="en-US" altLang="zh-CN" sz="2400" dirty="0"/>
              <a:t>y1</a:t>
            </a:r>
            <a:r>
              <a:rPr lang="zh-CN" altLang="en-US" sz="2400" dirty="0"/>
              <a:t>＝</a:t>
            </a:r>
            <a:r>
              <a:rPr lang="en-US" altLang="zh-CN" sz="2400" dirty="0" err="1"/>
              <a:t>xn</a:t>
            </a:r>
            <a:r>
              <a:rPr lang="zh-CN" altLang="en-US" sz="2400" dirty="0"/>
              <a:t>还是</a:t>
            </a:r>
            <a:r>
              <a:rPr lang="en-US" altLang="zh-CN" sz="2400" dirty="0"/>
              <a:t>y1</a:t>
            </a:r>
            <a:r>
              <a:rPr lang="zh-CN" altLang="en-US" sz="2400" dirty="0"/>
              <a:t>＝～</a:t>
            </a:r>
            <a:r>
              <a:rPr lang="en-US" altLang="zh-CN" sz="2400" dirty="0" err="1"/>
              <a:t>xn</a:t>
            </a:r>
            <a:r>
              <a:rPr lang="zh-CN" altLang="en-US" sz="2400" dirty="0"/>
              <a:t>，</a:t>
            </a:r>
            <a:r>
              <a:rPr lang="en-US" altLang="zh-CN" sz="2400" dirty="0"/>
              <a:t>1&lt;=n&lt;k</a:t>
            </a:r>
            <a:r>
              <a:rPr lang="zh-CN" altLang="en-US" sz="2400" dirty="0"/>
              <a:t>，构成</a:t>
            </a:r>
            <a:r>
              <a:rPr lang="en-US" altLang="zh-CN" sz="2400" dirty="0"/>
              <a:t>S(Ni,n,1)</a:t>
            </a:r>
            <a:r>
              <a:rPr lang="zh-CN" altLang="en-US" sz="2400" dirty="0"/>
              <a:t>或</a:t>
            </a:r>
            <a:r>
              <a:rPr lang="en-US" altLang="zh-CN" sz="2400" dirty="0"/>
              <a:t>S(Ni,n,0)</a:t>
            </a:r>
            <a:r>
              <a:rPr lang="zh-CN" altLang="en-US" sz="2400" dirty="0"/>
              <a:t>，从</a:t>
            </a:r>
            <a:r>
              <a:rPr lang="en-US" altLang="zh-CN" sz="2400" dirty="0"/>
              <a:t>Ni</a:t>
            </a:r>
            <a:r>
              <a:rPr lang="zh-CN" altLang="en-US" sz="2400" dirty="0"/>
              <a:t>中分离出满足</a:t>
            </a:r>
            <a:r>
              <a:rPr lang="en-US" altLang="zh-CN" sz="2400" dirty="0"/>
              <a:t>y1</a:t>
            </a:r>
            <a:r>
              <a:rPr lang="zh-CN" altLang="en-US" sz="2400" dirty="0"/>
              <a:t>的子试管</a:t>
            </a:r>
            <a:r>
              <a:rPr lang="en-US" altLang="zh-CN" sz="2400" dirty="0"/>
              <a:t>S(</a:t>
            </a:r>
            <a:r>
              <a:rPr lang="en-US" altLang="zh-CN" sz="2400" dirty="0" err="1"/>
              <a:t>Ni,n,j</a:t>
            </a:r>
            <a:r>
              <a:rPr lang="en-US" altLang="zh-CN" sz="2400" dirty="0"/>
              <a:t>) </a:t>
            </a:r>
            <a:r>
              <a:rPr lang="zh-CN" altLang="en-US" sz="2400" dirty="0"/>
              <a:t>。考察</a:t>
            </a:r>
            <a:r>
              <a:rPr lang="en-US" altLang="zh-CN" sz="2400" dirty="0"/>
              <a:t>Ni</a:t>
            </a:r>
            <a:r>
              <a:rPr lang="zh-CN" altLang="en-US" sz="2400" dirty="0"/>
              <a:t>的剩余部分</a:t>
            </a:r>
            <a:r>
              <a:rPr lang="en-US" altLang="zh-CN" sz="2400" dirty="0"/>
              <a:t>S-(</a:t>
            </a:r>
            <a:r>
              <a:rPr lang="en-US" altLang="zh-CN" sz="2400" dirty="0" err="1"/>
              <a:t>Ni,n,j</a:t>
            </a:r>
            <a:r>
              <a:rPr lang="en-US" altLang="zh-CN" sz="2400" dirty="0"/>
              <a:t>)</a:t>
            </a:r>
            <a:r>
              <a:rPr lang="zh-CN" altLang="en-US" sz="2400" dirty="0"/>
              <a:t>关于</a:t>
            </a:r>
            <a:r>
              <a:rPr lang="en-US" altLang="zh-CN" sz="2400" dirty="0"/>
              <a:t>y2</a:t>
            </a:r>
            <a:r>
              <a:rPr lang="zh-CN" altLang="en-US" sz="2400" dirty="0"/>
              <a:t>的满足性，且将满足</a:t>
            </a:r>
            <a:r>
              <a:rPr lang="en-US" altLang="zh-CN" sz="2400" dirty="0"/>
              <a:t>y2</a:t>
            </a:r>
            <a:r>
              <a:rPr lang="zh-CN" altLang="en-US" sz="2400" dirty="0"/>
              <a:t>的串与</a:t>
            </a:r>
            <a:r>
              <a:rPr lang="en-US" altLang="zh-CN" sz="2400" dirty="0"/>
              <a:t>S(</a:t>
            </a:r>
            <a:r>
              <a:rPr lang="en-US" altLang="zh-CN" sz="2400" dirty="0" err="1"/>
              <a:t>Ni,n,j</a:t>
            </a:r>
            <a:r>
              <a:rPr lang="en-US" altLang="zh-CN" sz="2400" dirty="0"/>
              <a:t>)</a:t>
            </a:r>
            <a:r>
              <a:rPr lang="zh-CN" altLang="en-US" sz="2400" dirty="0"/>
              <a:t>合并。负的部分被用来考察关于</a:t>
            </a:r>
            <a:r>
              <a:rPr lang="en-US" altLang="zh-CN" sz="2400" dirty="0"/>
              <a:t>y3</a:t>
            </a:r>
            <a:r>
              <a:rPr lang="zh-CN" altLang="en-US" sz="2400" dirty="0"/>
              <a:t>的满足性。依次类推，直到穷举考虑了</a:t>
            </a:r>
            <a:r>
              <a:rPr lang="en-US" altLang="zh-CN" sz="2400" dirty="0" err="1"/>
              <a:t>y</a:t>
            </a:r>
            <a:r>
              <a:rPr lang="en-US" altLang="zh-CN" sz="1600" dirty="0" err="1"/>
              <a:t>l</a:t>
            </a:r>
            <a:r>
              <a:rPr lang="zh-CN" altLang="en-US" sz="2400" dirty="0"/>
              <a:t>的字句。</a:t>
            </a:r>
            <a:endParaRPr lang="zh-CN" altLang="en-US" sz="2400" dirty="0"/>
          </a:p>
          <a:p>
            <a:pPr>
              <a:lnSpc>
                <a:spcPct val="80000"/>
              </a:lnSpc>
            </a:pPr>
            <a:r>
              <a:rPr lang="zh-CN" altLang="en-US" sz="2400" dirty="0"/>
              <a:t>直到到达</a:t>
            </a:r>
            <a:r>
              <a:rPr lang="en-US" altLang="zh-CN" sz="2400" dirty="0"/>
              <a:t>C</a:t>
            </a:r>
            <a:r>
              <a:rPr lang="en-US" altLang="zh-CN" sz="1600" dirty="0"/>
              <a:t>m</a:t>
            </a:r>
            <a:r>
              <a:rPr lang="zh-CN" altLang="en-US" sz="2400" dirty="0"/>
              <a:t>，提取一直在</a:t>
            </a:r>
            <a:r>
              <a:rPr lang="en-US" altLang="zh-CN" sz="2400" dirty="0"/>
              <a:t>N</a:t>
            </a:r>
            <a:r>
              <a:rPr lang="en-US" altLang="zh-CN" sz="1600" dirty="0"/>
              <a:t>0</a:t>
            </a:r>
            <a:r>
              <a:rPr lang="zh-CN" altLang="en-US" sz="2400" dirty="0"/>
              <a:t>中的串，最后只留下那些满足编码赋值</a:t>
            </a:r>
            <a:r>
              <a:rPr lang="en-US" altLang="zh-CN" sz="2400" dirty="0"/>
              <a:t>r</a:t>
            </a:r>
            <a:r>
              <a:rPr lang="zh-CN" altLang="en-US" sz="2400" dirty="0"/>
              <a:t>的串。</a:t>
            </a:r>
            <a:endParaRPr lang="zh-CN" altLang="en-US" sz="2400" dirty="0"/>
          </a:p>
        </p:txBody>
      </p:sp>
      <p:sp>
        <p:nvSpPr>
          <p:cNvPr id="2" name="灯片编号占位符 1"/>
          <p:cNvSpPr>
            <a:spLocks noGrp="1"/>
          </p:cNvSpPr>
          <p:nvPr>
            <p:ph type="sldNum" sz="quarter" idx="12"/>
          </p:nvPr>
        </p:nvSpPr>
        <p:spPr/>
        <p:txBody>
          <a:bodyPr/>
          <a:lstStyle/>
          <a:p>
            <a:pPr>
              <a:defRPr/>
            </a:pPr>
            <a:fld id="{CBB471AF-2807-4D0C-93BB-C8D3AA184876}" type="slidenum">
              <a:rPr lang="en-US" altLang="zh-CN" smtClean="0"/>
            </a:fld>
            <a:endParaRPr lang="zh-CN"/>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556">
                                            <p:txEl>
                                              <p:pRg st="0" end="0"/>
                                            </p:txEl>
                                          </p:spTgt>
                                        </p:tgtEl>
                                        <p:attrNameLst>
                                          <p:attrName>style.visibility</p:attrName>
                                        </p:attrNameLst>
                                      </p:cBhvr>
                                      <p:to>
                                        <p:strVal val="visible"/>
                                      </p:to>
                                    </p:set>
                                    <p:animEffect transition="in" filter="fade">
                                      <p:cBhvr>
                                        <p:cTn id="7" dur="500"/>
                                        <p:tgtEl>
                                          <p:spTgt spid="2355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556">
                                            <p:txEl>
                                              <p:pRg st="1" end="1"/>
                                            </p:txEl>
                                          </p:spTgt>
                                        </p:tgtEl>
                                        <p:attrNameLst>
                                          <p:attrName>style.visibility</p:attrName>
                                        </p:attrNameLst>
                                      </p:cBhvr>
                                      <p:to>
                                        <p:strVal val="visible"/>
                                      </p:to>
                                    </p:set>
                                    <p:animEffect transition="in" filter="fade">
                                      <p:cBhvr>
                                        <p:cTn id="12" dur="500"/>
                                        <p:tgtEl>
                                          <p:spTgt spid="2355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556">
                                            <p:txEl>
                                              <p:pRg st="2" end="2"/>
                                            </p:txEl>
                                          </p:spTgt>
                                        </p:tgtEl>
                                        <p:attrNameLst>
                                          <p:attrName>style.visibility</p:attrName>
                                        </p:attrNameLst>
                                      </p:cBhvr>
                                      <p:to>
                                        <p:strVal val="visible"/>
                                      </p:to>
                                    </p:set>
                                    <p:animEffect transition="in" filter="fade">
                                      <p:cBhvr>
                                        <p:cTn id="17" dur="500"/>
                                        <p:tgtEl>
                                          <p:spTgt spid="2355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3556">
                                            <p:txEl>
                                              <p:pRg st="3" end="3"/>
                                            </p:txEl>
                                          </p:spTgt>
                                        </p:tgtEl>
                                        <p:attrNameLst>
                                          <p:attrName>style.visibility</p:attrName>
                                        </p:attrNameLst>
                                      </p:cBhvr>
                                      <p:to>
                                        <p:strVal val="visible"/>
                                      </p:to>
                                    </p:set>
                                    <p:animEffect transition="in" filter="fade">
                                      <p:cBhvr>
                                        <p:cTn id="22" dur="500"/>
                                        <p:tgtEl>
                                          <p:spTgt spid="2355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3556">
                                            <p:txEl>
                                              <p:pRg st="4" end="4"/>
                                            </p:txEl>
                                          </p:spTgt>
                                        </p:tgtEl>
                                        <p:attrNameLst>
                                          <p:attrName>style.visibility</p:attrName>
                                        </p:attrNameLst>
                                      </p:cBhvr>
                                      <p:to>
                                        <p:strVal val="visible"/>
                                      </p:to>
                                    </p:set>
                                    <p:animEffect transition="in" filter="fade">
                                      <p:cBhvr>
                                        <p:cTn id="27" dur="500"/>
                                        <p:tgtEl>
                                          <p:spTgt spid="2355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6"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971600" y="620688"/>
            <a:ext cx="4575810" cy="707886"/>
          </a:xfrm>
          <a:prstGeom prst="rect">
            <a:avLst/>
          </a:prstGeom>
          <a:noFill/>
        </p:spPr>
        <p:txBody>
          <a:bodyPr wrap="square" rtlCol="0">
            <a:spAutoFit/>
          </a:bodyPr>
          <a:lstStyle/>
          <a:p>
            <a:r>
              <a:rPr lang="en-US" altLang="zh-CN" sz="4000" dirty="0">
                <a:solidFill>
                  <a:schemeClr val="tx2"/>
                </a:solidFill>
                <a:latin typeface="+mj-lt"/>
                <a:cs typeface="+mj-cs"/>
              </a:rPr>
              <a:t>DNA</a:t>
            </a:r>
            <a:r>
              <a:rPr lang="zh-CN" altLang="en-US" sz="4000" dirty="0">
                <a:solidFill>
                  <a:schemeClr val="tx2"/>
                </a:solidFill>
                <a:latin typeface="+mj-lt"/>
                <a:cs typeface="+mj-cs"/>
              </a:rPr>
              <a:t>计算的研究史</a:t>
            </a:r>
            <a:endParaRPr lang="zh-CN" altLang="en-US" sz="4000" dirty="0">
              <a:solidFill>
                <a:schemeClr val="tx2"/>
              </a:solidFill>
              <a:latin typeface="+mj-lt"/>
              <a:cs typeface="+mj-cs"/>
            </a:endParaRPr>
          </a:p>
        </p:txBody>
      </p:sp>
      <p:sp>
        <p:nvSpPr>
          <p:cNvPr id="15" name="文本框 14"/>
          <p:cNvSpPr txBox="1"/>
          <p:nvPr/>
        </p:nvSpPr>
        <p:spPr>
          <a:xfrm>
            <a:off x="652224" y="1614068"/>
            <a:ext cx="7839551" cy="4708981"/>
          </a:xfrm>
          <a:prstGeom prst="rect">
            <a:avLst/>
          </a:prstGeom>
          <a:noFill/>
        </p:spPr>
        <p:txBody>
          <a:bodyPr wrap="square" rtlCol="0">
            <a:spAutoFit/>
          </a:bodyPr>
          <a:lstStyle/>
          <a:p>
            <a:pPr marL="342900" indent="-342900">
              <a:buFont typeface="Arial" panose="020B0604020202020204" pitchFamily="34" charset="0"/>
              <a:buChar char="•"/>
            </a:pPr>
            <a:r>
              <a:rPr lang="zh-CN" altLang="en-US" sz="2000" dirty="0"/>
              <a:t>1961 年，Feynman提出了分子计算的概念，但是由于受到当时的实验条件、材料、生物技术等方面 的限制，他的构想并没有真正得以实现。</a:t>
            </a:r>
            <a:endParaRPr lang="zh-CN" altLang="en-US" sz="2000" dirty="0"/>
          </a:p>
          <a:p>
            <a:pPr marL="342900" indent="-342900">
              <a:buFont typeface="Arial" panose="020B0604020202020204" pitchFamily="34" charset="0"/>
              <a:buChar char="•"/>
            </a:pPr>
            <a:r>
              <a:rPr lang="zh-CN" altLang="en-US" sz="2000" dirty="0"/>
              <a:t>1982 年，Seeman提出了利用 DNA 分 子构造各种简单构件的思想。</a:t>
            </a:r>
            <a:endParaRPr lang="zh-CN" altLang="en-US" sz="2000" dirty="0"/>
          </a:p>
          <a:p>
            <a:pPr marL="342900" indent="-342900">
              <a:buFont typeface="Arial" panose="020B0604020202020204" pitchFamily="34" charset="0"/>
              <a:buChar char="•"/>
            </a:pPr>
            <a:r>
              <a:rPr lang="zh-CN" altLang="en-US" sz="2000" dirty="0"/>
              <a:t>1994 年，Adleman 首次提出了哈密尔顿有向路问题的 DNA 分子生物计算方法，并成功地在装有 DNA 溶液的试管中进行了实验，开创了计算科学的一个新领域，具有十分重大的意义。</a:t>
            </a:r>
            <a:endParaRPr lang="zh-CN" altLang="en-US" sz="2000" dirty="0"/>
          </a:p>
          <a:p>
            <a:pPr marL="342900" indent="-342900">
              <a:buFont typeface="Arial" panose="020B0604020202020204" pitchFamily="34" charset="0"/>
              <a:buChar char="•"/>
            </a:pPr>
            <a:r>
              <a:rPr lang="zh-CN" altLang="en-US" sz="2000" dirty="0"/>
              <a:t>1995 年， Lipton 提出基于DNA 计算求解可满足性问题的模型，将 DNA 序列映射为布尔矢量，通过一系列的溶液分离与合并操作，最终筛选出满足条件的解。 </a:t>
            </a:r>
            <a:endParaRPr lang="zh-CN" altLang="en-US" sz="2000" dirty="0"/>
          </a:p>
          <a:p>
            <a:pPr marL="342900" indent="-342900">
              <a:buFont typeface="Arial" panose="020B0604020202020204" pitchFamily="34" charset="0"/>
              <a:buChar char="•"/>
            </a:pPr>
            <a:r>
              <a:rPr lang="zh-CN" altLang="en-US" sz="2000" dirty="0"/>
              <a:t>Seeman 首次提出了利用 DNA 分子构成自组装 Tile 结构，他利用其中一种 DX Tile 结构建立多种复 杂的算法模型; 对于二维的自组装模型，Winfree 称其为“Tile 自组装模型”，它是建立在 Wang 等 提出来的 Tile 理论基础上的;</a:t>
            </a:r>
            <a:endParaRPr lang="zh-CN" altLang="en-US" sz="2000" dirty="0"/>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827584" y="1556792"/>
            <a:ext cx="7308056" cy="4985980"/>
          </a:xfrm>
          <a:prstGeom prst="rect">
            <a:avLst/>
          </a:prstGeom>
          <a:noFill/>
        </p:spPr>
        <p:txBody>
          <a:bodyPr wrap="square" rtlCol="0">
            <a:spAutoFit/>
          </a:bodyPr>
          <a:lstStyle/>
          <a:p>
            <a:pPr marL="342900" indent="-342900">
              <a:buFont typeface="Arial" panose="020B0604020202020204" pitchFamily="34" charset="0"/>
              <a:buChar char="•"/>
            </a:pPr>
            <a:r>
              <a:rPr lang="zh-CN" altLang="en-US" sz="2000" dirty="0">
                <a:sym typeface="+mn-ea"/>
              </a:rPr>
              <a:t>2000 年，Mao 等首次通过实验给出了自组装 DNA 计 算模型求解累积异或运算的实现过程和方法。</a:t>
            </a:r>
            <a:endParaRPr lang="zh-CN" altLang="en-US" sz="2000" dirty="0">
              <a:sym typeface="+mn-ea"/>
            </a:endParaRPr>
          </a:p>
          <a:p>
            <a:pPr marL="342900" indent="-342900">
              <a:buFont typeface="Arial" panose="020B0604020202020204" pitchFamily="34" charset="0"/>
              <a:buChar char="•"/>
            </a:pPr>
            <a:r>
              <a:rPr lang="zh-CN" altLang="en-US" sz="2000" dirty="0">
                <a:sym typeface="+mn-ea"/>
              </a:rPr>
              <a:t>1997 年，Ouyang 等提出了求解 6 顶点图的最大团问 题的 DNA 计算模型，该方法通过分析原图的补图， 利用酶切的方法来缩小解搜索空间，并且对顶点的 0 和 1 进行了不同长度的编码，使得可以通过琼脂 糖凝胶电泳测得的 DNA 序列的长度来判断最大团的大小。</a:t>
            </a:r>
            <a:endParaRPr lang="zh-CN" altLang="en-US" sz="2000" dirty="0">
              <a:sym typeface="+mn-ea"/>
            </a:endParaRPr>
          </a:p>
          <a:p>
            <a:pPr marL="342900" indent="-342900">
              <a:buFont typeface="Arial" panose="020B0604020202020204" pitchFamily="34" charset="0"/>
              <a:buChar char="•"/>
            </a:pPr>
            <a:r>
              <a:rPr lang="zh-CN" altLang="en-US" sz="2000" dirty="0">
                <a:sym typeface="+mn-ea"/>
              </a:rPr>
              <a:t>其后，Eng DNA 分子形成的发卡结构用于 Booleanu-formula 的学习问题，利用该结构实现了分 子的自动控制问题。Head 等首次使用质粒 DNA 模型求解了一个 6 顶点图的最大独立集问题。 Sakamoto 等通过将逻辑运算的约束编码用于构 造 DNA 分子，成功地利用这种自发形成的二级结 构解决了 6 变量的可满足性问题。</a:t>
            </a:r>
            <a:endParaRPr lang="zh-CN" altLang="en-US" sz="2000" dirty="0">
              <a:sym typeface="+mn-ea"/>
            </a:endParaRPr>
          </a:p>
          <a:p>
            <a:pPr marL="342900" indent="-342900">
              <a:buFont typeface="Arial" panose="020B0604020202020204" pitchFamily="34" charset="0"/>
              <a:buChar char="•"/>
            </a:pPr>
            <a:r>
              <a:rPr lang="zh-CN" altLang="en-US" sz="2000" dirty="0">
                <a:sym typeface="+mn-ea"/>
              </a:rPr>
              <a:t>2002 年，Braich 等提出了粘贴 DNA 计算模型，并运用该模型成功求解20 变量的可满足性问题。 </a:t>
            </a:r>
            <a:endParaRPr lang="zh-CN" altLang="en-US" sz="2000" dirty="0"/>
          </a:p>
          <a:p>
            <a:pPr marL="342900" indent="-342900">
              <a:buFont typeface="Arial" panose="020B0604020202020204" pitchFamily="34" charset="0"/>
              <a:buChar char="•"/>
            </a:pPr>
            <a:endParaRPr lang="zh-CN" altLang="en-US" sz="2000" dirty="0"/>
          </a:p>
        </p:txBody>
      </p:sp>
      <p:sp>
        <p:nvSpPr>
          <p:cNvPr id="5" name="文本框 4"/>
          <p:cNvSpPr txBox="1"/>
          <p:nvPr/>
        </p:nvSpPr>
        <p:spPr>
          <a:xfrm>
            <a:off x="971600" y="620688"/>
            <a:ext cx="4575810" cy="707886"/>
          </a:xfrm>
          <a:prstGeom prst="rect">
            <a:avLst/>
          </a:prstGeom>
          <a:noFill/>
        </p:spPr>
        <p:txBody>
          <a:bodyPr wrap="square" rtlCol="0">
            <a:spAutoFit/>
          </a:bodyPr>
          <a:lstStyle/>
          <a:p>
            <a:r>
              <a:rPr lang="en-US" altLang="zh-CN" sz="4000" dirty="0">
                <a:solidFill>
                  <a:schemeClr val="tx2"/>
                </a:solidFill>
                <a:latin typeface="+mj-lt"/>
                <a:cs typeface="+mj-cs"/>
              </a:rPr>
              <a:t>DNA</a:t>
            </a:r>
            <a:r>
              <a:rPr lang="zh-CN" altLang="en-US" sz="4000" dirty="0">
                <a:solidFill>
                  <a:schemeClr val="tx2"/>
                </a:solidFill>
                <a:latin typeface="+mj-lt"/>
                <a:cs typeface="+mj-cs"/>
              </a:rPr>
              <a:t>计算的研究史</a:t>
            </a:r>
            <a:endParaRPr lang="zh-CN" altLang="en-US" sz="4000" dirty="0">
              <a:solidFill>
                <a:schemeClr val="tx2"/>
              </a:solidFill>
              <a:latin typeface="+mj-lt"/>
              <a:cs typeface="+mj-cs"/>
            </a:endParaRPr>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2"/>
          <p:cNvSpPr/>
          <p:nvPr/>
        </p:nvSpPr>
        <p:spPr>
          <a:xfrm rot="2020067">
            <a:off x="5004680" y="2794765"/>
            <a:ext cx="391581" cy="268619"/>
          </a:xfrm>
          <a:custGeom>
            <a:avLst/>
            <a:gdLst/>
            <a:ahLst/>
            <a:cxnLst/>
            <a:rect l="l" t="t" r="r" b="b"/>
            <a:pathLst>
              <a:path w="2404337" h="1013447">
                <a:moveTo>
                  <a:pt x="2404337" y="0"/>
                </a:moveTo>
                <a:lnTo>
                  <a:pt x="2404337" y="1013447"/>
                </a:lnTo>
                <a:cubicBezTo>
                  <a:pt x="1580832" y="549916"/>
                  <a:pt x="647382" y="523488"/>
                  <a:pt x="0" y="944007"/>
                </a:cubicBezTo>
                <a:lnTo>
                  <a:pt x="0" y="0"/>
                </a:lnTo>
                <a:lnTo>
                  <a:pt x="61272" y="0"/>
                </a:lnTo>
                <a:cubicBezTo>
                  <a:pt x="395627" y="149555"/>
                  <a:pt x="785812" y="234382"/>
                  <a:pt x="1202168" y="234382"/>
                </a:cubicBezTo>
                <a:cubicBezTo>
                  <a:pt x="1618527" y="234382"/>
                  <a:pt x="2008712" y="149555"/>
                  <a:pt x="2343067" y="0"/>
                </a:cubicBezTo>
                <a:close/>
              </a:path>
            </a:pathLst>
          </a:custGeom>
          <a:solidFill>
            <a:srgbClr val="DCDEE0"/>
          </a:solidFill>
          <a:ln w="25400" cap="flat" cmpd="sng" algn="ctr">
            <a:noFill/>
            <a:prstDash val="solid"/>
          </a:ln>
          <a:effectLst/>
        </p:spPr>
        <p:txBody>
          <a:bodyPr rot="0" spcFirstLastPara="0" vertOverflow="overflow" horzOverflow="overflow" vert="horz" wrap="square" lIns="68568" tIns="34284" rIns="68568" bIns="34284" numCol="1" spcCol="0" rtlCol="0" fromWordArt="0" anchor="ctr" anchorCtr="0" forceAA="0" compatLnSpc="1">
            <a:noAutofit/>
          </a:bodyPr>
          <a:lstStyle/>
          <a:p>
            <a:pPr algn="ctr" defTabSz="685165" fontAlgn="auto">
              <a:spcBef>
                <a:spcPts val="0"/>
              </a:spcBef>
              <a:spcAft>
                <a:spcPts val="0"/>
              </a:spcAft>
              <a:defRPr/>
            </a:pPr>
            <a:endParaRPr lang="en-US" kern="0"/>
          </a:p>
        </p:txBody>
      </p:sp>
      <p:sp>
        <p:nvSpPr>
          <p:cNvPr id="5" name="矩形 2"/>
          <p:cNvSpPr/>
          <p:nvPr/>
        </p:nvSpPr>
        <p:spPr>
          <a:xfrm rot="20165089">
            <a:off x="4455736" y="4194164"/>
            <a:ext cx="427688" cy="297507"/>
          </a:xfrm>
          <a:custGeom>
            <a:avLst/>
            <a:gdLst/>
            <a:ahLst/>
            <a:cxnLst/>
            <a:rect l="l" t="t" r="r" b="b"/>
            <a:pathLst>
              <a:path w="2404337" h="1013447">
                <a:moveTo>
                  <a:pt x="2404337" y="0"/>
                </a:moveTo>
                <a:lnTo>
                  <a:pt x="2404337" y="1013447"/>
                </a:lnTo>
                <a:cubicBezTo>
                  <a:pt x="1580832" y="549916"/>
                  <a:pt x="647382" y="523488"/>
                  <a:pt x="0" y="944007"/>
                </a:cubicBezTo>
                <a:lnTo>
                  <a:pt x="0" y="0"/>
                </a:lnTo>
                <a:lnTo>
                  <a:pt x="61272" y="0"/>
                </a:lnTo>
                <a:cubicBezTo>
                  <a:pt x="395627" y="149555"/>
                  <a:pt x="785812" y="234382"/>
                  <a:pt x="1202168" y="234382"/>
                </a:cubicBezTo>
                <a:cubicBezTo>
                  <a:pt x="1618527" y="234382"/>
                  <a:pt x="2008712" y="149555"/>
                  <a:pt x="2343067" y="0"/>
                </a:cubicBezTo>
                <a:close/>
              </a:path>
            </a:pathLst>
          </a:custGeom>
          <a:solidFill>
            <a:srgbClr val="DCDEE0"/>
          </a:solidFill>
          <a:ln w="25400" cap="flat" cmpd="sng" algn="ctr">
            <a:noFill/>
            <a:prstDash val="solid"/>
          </a:ln>
          <a:effectLst/>
        </p:spPr>
        <p:txBody>
          <a:bodyPr rot="0" spcFirstLastPara="0" vertOverflow="overflow" horzOverflow="overflow" vert="horz" wrap="square" lIns="68568" tIns="34284" rIns="68568" bIns="34284" numCol="1" spcCol="0" rtlCol="0" fromWordArt="0" anchor="ctr" anchorCtr="0" forceAA="0" compatLnSpc="1">
            <a:noAutofit/>
          </a:bodyPr>
          <a:lstStyle/>
          <a:p>
            <a:pPr algn="ctr" defTabSz="685165" fontAlgn="auto">
              <a:spcBef>
                <a:spcPts val="0"/>
              </a:spcBef>
              <a:spcAft>
                <a:spcPts val="0"/>
              </a:spcAft>
              <a:defRPr/>
            </a:pPr>
            <a:endParaRPr lang="en-US" kern="0"/>
          </a:p>
        </p:txBody>
      </p:sp>
      <p:sp>
        <p:nvSpPr>
          <p:cNvPr id="6" name="矩形 2"/>
          <p:cNvSpPr/>
          <p:nvPr/>
        </p:nvSpPr>
        <p:spPr>
          <a:xfrm rot="17839433">
            <a:off x="5325455" y="3483515"/>
            <a:ext cx="272179" cy="357474"/>
          </a:xfrm>
          <a:custGeom>
            <a:avLst/>
            <a:gdLst/>
            <a:ahLst/>
            <a:cxnLst/>
            <a:rect l="l" t="t" r="r" b="b"/>
            <a:pathLst>
              <a:path w="2404337" h="1013447">
                <a:moveTo>
                  <a:pt x="2404337" y="0"/>
                </a:moveTo>
                <a:lnTo>
                  <a:pt x="2404337" y="1013447"/>
                </a:lnTo>
                <a:cubicBezTo>
                  <a:pt x="1580832" y="549916"/>
                  <a:pt x="647382" y="523488"/>
                  <a:pt x="0" y="944007"/>
                </a:cubicBezTo>
                <a:lnTo>
                  <a:pt x="0" y="0"/>
                </a:lnTo>
                <a:lnTo>
                  <a:pt x="61272" y="0"/>
                </a:lnTo>
                <a:cubicBezTo>
                  <a:pt x="395627" y="149555"/>
                  <a:pt x="785812" y="234382"/>
                  <a:pt x="1202168" y="234382"/>
                </a:cubicBezTo>
                <a:cubicBezTo>
                  <a:pt x="1618527" y="234382"/>
                  <a:pt x="2008712" y="149555"/>
                  <a:pt x="2343067" y="0"/>
                </a:cubicBezTo>
                <a:close/>
              </a:path>
            </a:pathLst>
          </a:custGeom>
          <a:solidFill>
            <a:srgbClr val="DCDEE0"/>
          </a:solidFill>
          <a:ln w="25400" cap="flat" cmpd="sng" algn="ctr">
            <a:noFill/>
            <a:prstDash val="solid"/>
          </a:ln>
          <a:effectLst/>
        </p:spPr>
        <p:txBody>
          <a:bodyPr rot="0" spcFirstLastPara="0" vertOverflow="overflow" horzOverflow="overflow" vert="horz" wrap="square" lIns="68568" tIns="34284" rIns="68568" bIns="34284" numCol="1" spcCol="0" rtlCol="0" fromWordArt="0" anchor="ctr" anchorCtr="0" forceAA="0" compatLnSpc="1">
            <a:noAutofit/>
          </a:bodyPr>
          <a:lstStyle/>
          <a:p>
            <a:pPr algn="ctr" defTabSz="685165" fontAlgn="auto">
              <a:spcBef>
                <a:spcPts val="0"/>
              </a:spcBef>
              <a:spcAft>
                <a:spcPts val="0"/>
              </a:spcAft>
              <a:defRPr/>
            </a:pPr>
            <a:endParaRPr lang="en-US" kern="0"/>
          </a:p>
        </p:txBody>
      </p:sp>
      <p:sp>
        <p:nvSpPr>
          <p:cNvPr id="7" name="椭圆 77"/>
          <p:cNvSpPr/>
          <p:nvPr/>
        </p:nvSpPr>
        <p:spPr>
          <a:xfrm flipV="1">
            <a:off x="5273761" y="2824067"/>
            <a:ext cx="804980" cy="805191"/>
          </a:xfrm>
          <a:prstGeom prst="ellipse">
            <a:avLst/>
          </a:prstGeom>
          <a:gradFill>
            <a:gsLst>
              <a:gs pos="0">
                <a:schemeClr val="accent1">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25400" cap="flat" cmpd="sng" algn="ctr">
            <a:noFill/>
            <a:prstDash val="solid"/>
          </a:ln>
          <a:effectLst/>
        </p:spPr>
        <p:txBody>
          <a:bodyPr rtlCol="0" anchor="ctr"/>
          <a:lstStyle/>
          <a:p>
            <a:pPr algn="ctr" defTabSz="685165" fontAlgn="auto">
              <a:spcBef>
                <a:spcPts val="0"/>
              </a:spcBef>
              <a:spcAft>
                <a:spcPts val="0"/>
              </a:spcAft>
              <a:defRPr/>
            </a:pPr>
            <a:endParaRPr lang="en-US" kern="0"/>
          </a:p>
        </p:txBody>
      </p:sp>
      <p:sp>
        <p:nvSpPr>
          <p:cNvPr id="8" name="椭圆 77"/>
          <p:cNvSpPr/>
          <p:nvPr/>
        </p:nvSpPr>
        <p:spPr>
          <a:xfrm flipV="1">
            <a:off x="4395491" y="2208198"/>
            <a:ext cx="804980" cy="805191"/>
          </a:xfrm>
          <a:prstGeom prst="ellipse">
            <a:avLst/>
          </a:prstGeom>
          <a:gradFill>
            <a:gsLst>
              <a:gs pos="0">
                <a:schemeClr val="accent1">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25400" cap="flat" cmpd="sng" algn="ctr">
            <a:noFill/>
            <a:prstDash val="solid"/>
          </a:ln>
          <a:effectLst/>
        </p:spPr>
        <p:txBody>
          <a:bodyPr rtlCol="0" anchor="ctr"/>
          <a:lstStyle/>
          <a:p>
            <a:pPr algn="ctr" defTabSz="685165" fontAlgn="auto">
              <a:spcBef>
                <a:spcPts val="0"/>
              </a:spcBef>
              <a:spcAft>
                <a:spcPts val="0"/>
              </a:spcAft>
              <a:defRPr/>
            </a:pPr>
            <a:endParaRPr lang="en-US" kern="0"/>
          </a:p>
        </p:txBody>
      </p:sp>
      <p:sp>
        <p:nvSpPr>
          <p:cNvPr id="9" name="矩形 2"/>
          <p:cNvSpPr/>
          <p:nvPr/>
        </p:nvSpPr>
        <p:spPr>
          <a:xfrm rot="14162441">
            <a:off x="3634282" y="3860494"/>
            <a:ext cx="398534" cy="399950"/>
          </a:xfrm>
          <a:custGeom>
            <a:avLst/>
            <a:gdLst/>
            <a:ahLst/>
            <a:cxnLst/>
            <a:rect l="l" t="t" r="r" b="b"/>
            <a:pathLst>
              <a:path w="2404337" h="1013447">
                <a:moveTo>
                  <a:pt x="2404337" y="0"/>
                </a:moveTo>
                <a:lnTo>
                  <a:pt x="2404337" y="1013447"/>
                </a:lnTo>
                <a:cubicBezTo>
                  <a:pt x="1580832" y="549916"/>
                  <a:pt x="647382" y="523488"/>
                  <a:pt x="0" y="944007"/>
                </a:cubicBezTo>
                <a:lnTo>
                  <a:pt x="0" y="0"/>
                </a:lnTo>
                <a:lnTo>
                  <a:pt x="61272" y="0"/>
                </a:lnTo>
                <a:cubicBezTo>
                  <a:pt x="395627" y="149555"/>
                  <a:pt x="785812" y="234382"/>
                  <a:pt x="1202168" y="234382"/>
                </a:cubicBezTo>
                <a:cubicBezTo>
                  <a:pt x="1618527" y="234382"/>
                  <a:pt x="2008712" y="149555"/>
                  <a:pt x="2343067" y="0"/>
                </a:cubicBezTo>
                <a:close/>
              </a:path>
            </a:pathLst>
          </a:custGeom>
          <a:solidFill>
            <a:srgbClr val="DCDEE0"/>
          </a:solidFill>
          <a:ln w="25400" cap="flat" cmpd="sng" algn="ctr">
            <a:noFill/>
            <a:prstDash val="solid"/>
          </a:ln>
          <a:effectLst/>
        </p:spPr>
        <p:txBody>
          <a:bodyPr rot="0" spcFirstLastPara="0" vertOverflow="overflow" horzOverflow="overflow" vert="horz" wrap="square" lIns="68568" tIns="34284" rIns="68568" bIns="34284" numCol="1" spcCol="0" rtlCol="0" fromWordArt="0" anchor="ctr" anchorCtr="0" forceAA="0" compatLnSpc="1">
            <a:noAutofit/>
          </a:bodyPr>
          <a:lstStyle/>
          <a:p>
            <a:pPr algn="ctr" defTabSz="685165" fontAlgn="auto">
              <a:spcBef>
                <a:spcPts val="0"/>
              </a:spcBef>
              <a:spcAft>
                <a:spcPts val="0"/>
              </a:spcAft>
              <a:defRPr/>
            </a:pPr>
            <a:endParaRPr lang="en-US" kern="0"/>
          </a:p>
        </p:txBody>
      </p:sp>
      <p:sp>
        <p:nvSpPr>
          <p:cNvPr id="10" name="椭圆 77"/>
          <p:cNvSpPr/>
          <p:nvPr/>
        </p:nvSpPr>
        <p:spPr>
          <a:xfrm flipV="1">
            <a:off x="4743020" y="3639079"/>
            <a:ext cx="849956" cy="850178"/>
          </a:xfrm>
          <a:prstGeom prst="ellipse">
            <a:avLst/>
          </a:prstGeom>
          <a:gradFill>
            <a:gsLst>
              <a:gs pos="0">
                <a:schemeClr val="accent1">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25400" cap="flat" cmpd="sng" algn="ctr">
            <a:noFill/>
            <a:prstDash val="solid"/>
          </a:ln>
          <a:effectLst/>
        </p:spPr>
        <p:txBody>
          <a:bodyPr rtlCol="0" anchor="ctr"/>
          <a:lstStyle/>
          <a:p>
            <a:pPr algn="ctr" defTabSz="685165" fontAlgn="auto">
              <a:spcBef>
                <a:spcPts val="0"/>
              </a:spcBef>
              <a:spcAft>
                <a:spcPts val="0"/>
              </a:spcAft>
              <a:defRPr/>
            </a:pPr>
            <a:endParaRPr lang="en-US" kern="0"/>
          </a:p>
        </p:txBody>
      </p:sp>
      <p:sp>
        <p:nvSpPr>
          <p:cNvPr id="11" name="椭圆 77"/>
          <p:cNvSpPr/>
          <p:nvPr/>
        </p:nvSpPr>
        <p:spPr>
          <a:xfrm flipV="1">
            <a:off x="3672307" y="4112287"/>
            <a:ext cx="865853" cy="866080"/>
          </a:xfrm>
          <a:prstGeom prst="ellipse">
            <a:avLst/>
          </a:prstGeom>
          <a:gradFill>
            <a:gsLst>
              <a:gs pos="0">
                <a:schemeClr val="accent1">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25400" cap="flat" cmpd="sng" algn="ctr">
            <a:noFill/>
            <a:prstDash val="solid"/>
          </a:ln>
          <a:effectLst/>
        </p:spPr>
        <p:txBody>
          <a:bodyPr rtlCol="0" anchor="ctr"/>
          <a:lstStyle/>
          <a:p>
            <a:pPr algn="ctr" defTabSz="685165" fontAlgn="auto">
              <a:spcBef>
                <a:spcPts val="0"/>
              </a:spcBef>
              <a:spcAft>
                <a:spcPts val="0"/>
              </a:spcAft>
              <a:defRPr/>
            </a:pPr>
            <a:endParaRPr lang="en-US" kern="0"/>
          </a:p>
        </p:txBody>
      </p:sp>
      <p:sp>
        <p:nvSpPr>
          <p:cNvPr id="12" name="椭圆 77"/>
          <p:cNvSpPr/>
          <p:nvPr/>
        </p:nvSpPr>
        <p:spPr>
          <a:xfrm flipV="1">
            <a:off x="3049791" y="3098407"/>
            <a:ext cx="919052" cy="919292"/>
          </a:xfrm>
          <a:prstGeom prst="ellipse">
            <a:avLst/>
          </a:prstGeom>
          <a:gradFill>
            <a:gsLst>
              <a:gs pos="0">
                <a:schemeClr val="accent1">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25400" cap="flat" cmpd="sng" algn="ctr">
            <a:noFill/>
            <a:prstDash val="solid"/>
          </a:ln>
          <a:effectLst/>
        </p:spPr>
        <p:txBody>
          <a:bodyPr rtlCol="0" anchor="ctr"/>
          <a:lstStyle/>
          <a:p>
            <a:pPr algn="ctr" defTabSz="685165" fontAlgn="auto">
              <a:spcBef>
                <a:spcPts val="0"/>
              </a:spcBef>
              <a:spcAft>
                <a:spcPts val="0"/>
              </a:spcAft>
              <a:defRPr/>
            </a:pPr>
            <a:endParaRPr lang="en-US" kern="0"/>
          </a:p>
        </p:txBody>
      </p:sp>
      <p:sp>
        <p:nvSpPr>
          <p:cNvPr id="14" name="Content Placeholder 4"/>
          <p:cNvSpPr txBox="1"/>
          <p:nvPr/>
        </p:nvSpPr>
        <p:spPr>
          <a:xfrm>
            <a:off x="1906791" y="2202176"/>
            <a:ext cx="2244318" cy="224612"/>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accent6"/>
                </a:solidFill>
                <a:latin typeface="Sinkin Sans 300 Light"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nkin Sans 300 Light"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nkin Sans 300 Light"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nkin Sans 300 Light"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nkin Sans 300 Light"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zh-CN" altLang="en-US" sz="2025" b="1" dirty="0">
                <a:solidFill>
                  <a:schemeClr val="tx1"/>
                </a:solidFill>
                <a:latin typeface="微软雅黑" panose="020B0503020204020204" charset="-122"/>
                <a:ea typeface="微软雅黑" panose="020B0503020204020204" charset="-122"/>
              </a:rPr>
              <a:t>并行重叠组装模型</a:t>
            </a:r>
            <a:endParaRPr lang="zh-CN" altLang="en-US" sz="2025" b="1" dirty="0">
              <a:solidFill>
                <a:schemeClr val="tx1"/>
              </a:solidFill>
              <a:latin typeface="微软雅黑" panose="020B0503020204020204" charset="-122"/>
              <a:ea typeface="微软雅黑" panose="020B0503020204020204" charset="-122"/>
            </a:endParaRPr>
          </a:p>
        </p:txBody>
      </p:sp>
      <p:sp>
        <p:nvSpPr>
          <p:cNvPr id="16" name="Content Placeholder 4"/>
          <p:cNvSpPr txBox="1"/>
          <p:nvPr/>
        </p:nvSpPr>
        <p:spPr>
          <a:xfrm>
            <a:off x="535305" y="3228976"/>
            <a:ext cx="2449830" cy="554831"/>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accent6"/>
                </a:solidFill>
                <a:latin typeface="Sinkin Sans 300 Light"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nkin Sans 300 Light"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nkin Sans 300 Light"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nkin Sans 300 Light"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nkin Sans 300 Light"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altLang="zh-CN" sz="1425" b="1" dirty="0">
                <a:solidFill>
                  <a:schemeClr val="tx1"/>
                </a:solidFill>
                <a:latin typeface="微软雅黑" panose="020B0503020204020204" charset="-122"/>
                <a:ea typeface="微软雅黑" panose="020B0503020204020204" charset="-122"/>
              </a:rPr>
              <a:t>     基于生化信号( 荧光、电化学信号等)的逻辑门构建</a:t>
            </a:r>
            <a:endParaRPr lang="en-US" altLang="zh-CN" sz="1425" b="1" dirty="0">
              <a:solidFill>
                <a:schemeClr val="tx1"/>
              </a:solidFill>
              <a:latin typeface="微软雅黑" panose="020B0503020204020204" charset="-122"/>
              <a:ea typeface="微软雅黑" panose="020B0503020204020204" charset="-122"/>
            </a:endParaRPr>
          </a:p>
        </p:txBody>
      </p:sp>
      <p:sp>
        <p:nvSpPr>
          <p:cNvPr id="18" name="Content Placeholder 4"/>
          <p:cNvSpPr txBox="1"/>
          <p:nvPr/>
        </p:nvSpPr>
        <p:spPr>
          <a:xfrm>
            <a:off x="632460" y="4565332"/>
            <a:ext cx="2851785" cy="661988"/>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accent6"/>
                </a:solidFill>
                <a:latin typeface="Sinkin Sans 300 Light"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nkin Sans 300 Light"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nkin Sans 300 Light"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nkin Sans 300 Light"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nkin Sans 300 Light"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altLang="zh-CN" sz="2100" b="1" dirty="0">
                <a:solidFill>
                  <a:schemeClr val="tx1"/>
                </a:solidFill>
                <a:latin typeface="微软雅黑" panose="020B0503020204020204" charset="-122"/>
                <a:ea typeface="微软雅黑" panose="020B0503020204020204" charset="-122"/>
              </a:rPr>
              <a:t>DNA Tile 自组装模型</a:t>
            </a:r>
            <a:endParaRPr lang="en-US" altLang="zh-CN" sz="2100" b="1" dirty="0">
              <a:solidFill>
                <a:schemeClr val="tx1"/>
              </a:solidFill>
              <a:latin typeface="微软雅黑" panose="020B0503020204020204" charset="-122"/>
              <a:ea typeface="微软雅黑" panose="020B0503020204020204" charset="-122"/>
            </a:endParaRPr>
          </a:p>
        </p:txBody>
      </p:sp>
      <p:sp>
        <p:nvSpPr>
          <p:cNvPr id="20" name="Content Placeholder 4"/>
          <p:cNvSpPr txBox="1"/>
          <p:nvPr/>
        </p:nvSpPr>
        <p:spPr>
          <a:xfrm>
            <a:off x="6364491" y="2887976"/>
            <a:ext cx="2244318" cy="224612"/>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accent6"/>
                </a:solidFill>
                <a:latin typeface="Sinkin Sans 300 Light"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nkin Sans 300 Light"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nkin Sans 300 Light"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nkin Sans 300 Light"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nkin Sans 300 Light"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25" b="1" dirty="0">
                <a:solidFill>
                  <a:schemeClr val="tx1"/>
                </a:solidFill>
                <a:latin typeface="微软雅黑" panose="020B0503020204020204" charset="-122"/>
                <a:ea typeface="微软雅黑" panose="020B0503020204020204" charset="-122"/>
              </a:rPr>
              <a:t>粘贴模型</a:t>
            </a:r>
            <a:endParaRPr lang="zh-CN" altLang="en-US" sz="2025" b="1" dirty="0">
              <a:solidFill>
                <a:schemeClr val="tx1"/>
              </a:solidFill>
              <a:latin typeface="微软雅黑" panose="020B0503020204020204" charset="-122"/>
              <a:ea typeface="微软雅黑" panose="020B0503020204020204" charset="-122"/>
            </a:endParaRPr>
          </a:p>
        </p:txBody>
      </p:sp>
      <p:sp>
        <p:nvSpPr>
          <p:cNvPr id="22" name="Content Placeholder 4"/>
          <p:cNvSpPr txBox="1"/>
          <p:nvPr/>
        </p:nvSpPr>
        <p:spPr>
          <a:xfrm>
            <a:off x="5834673" y="3915007"/>
            <a:ext cx="2244318" cy="224612"/>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accent6"/>
                </a:solidFill>
                <a:latin typeface="Sinkin Sans 300 Light"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inkin Sans 300 Light"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inkin Sans 300 Light"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nkin Sans 300 Light"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inkin Sans 300 Light"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100" b="1" dirty="0">
                <a:solidFill>
                  <a:schemeClr val="tx1"/>
                </a:solidFill>
                <a:latin typeface="微软雅黑" panose="020B0503020204020204" charset="-122"/>
                <a:ea typeface="微软雅黑" panose="020B0503020204020204" charset="-122"/>
              </a:rPr>
              <a:t>剪接模型</a:t>
            </a:r>
            <a:endParaRPr lang="zh-CN" altLang="en-US" sz="2100" b="1" dirty="0">
              <a:solidFill>
                <a:schemeClr val="tx1"/>
              </a:solidFill>
              <a:latin typeface="微软雅黑" panose="020B0503020204020204" charset="-122"/>
              <a:ea typeface="微软雅黑" panose="020B0503020204020204" charset="-122"/>
            </a:endParaRPr>
          </a:p>
        </p:txBody>
      </p:sp>
      <p:sp>
        <p:nvSpPr>
          <p:cNvPr id="23" name="Shape 4471"/>
          <p:cNvSpPr/>
          <p:nvPr/>
        </p:nvSpPr>
        <p:spPr>
          <a:xfrm>
            <a:off x="3349685" y="3417541"/>
            <a:ext cx="319264" cy="281025"/>
          </a:xfrm>
          <a:custGeom>
            <a:avLst/>
            <a:gdLst/>
            <a:ahLst/>
            <a:cxnLst>
              <a:cxn ang="0">
                <a:pos x="wd2" y="hd2"/>
              </a:cxn>
              <a:cxn ang="5400000">
                <a:pos x="wd2" y="hd2"/>
              </a:cxn>
              <a:cxn ang="10800000">
                <a:pos x="wd2" y="hd2"/>
              </a:cxn>
              <a:cxn ang="16200000">
                <a:pos x="wd2" y="hd2"/>
              </a:cxn>
            </a:cxnLst>
            <a:rect l="0" t="0" r="r" b="b"/>
            <a:pathLst>
              <a:path w="21600" h="21600" extrusionOk="0">
                <a:moveTo>
                  <a:pt x="19440" y="15832"/>
                </a:moveTo>
                <a:lnTo>
                  <a:pt x="2160" y="15832"/>
                </a:lnTo>
                <a:lnTo>
                  <a:pt x="2160" y="2209"/>
                </a:lnTo>
                <a:lnTo>
                  <a:pt x="19440" y="2209"/>
                </a:lnTo>
                <a:cubicBezTo>
                  <a:pt x="19440" y="2209"/>
                  <a:pt x="19440" y="15832"/>
                  <a:pt x="19440" y="15832"/>
                </a:cubicBezTo>
                <a:close/>
                <a:moveTo>
                  <a:pt x="19440" y="0"/>
                </a:moveTo>
                <a:lnTo>
                  <a:pt x="2160" y="0"/>
                </a:lnTo>
                <a:cubicBezTo>
                  <a:pt x="971" y="0"/>
                  <a:pt x="0" y="1104"/>
                  <a:pt x="0" y="2455"/>
                </a:cubicBezTo>
                <a:lnTo>
                  <a:pt x="0" y="15955"/>
                </a:lnTo>
                <a:cubicBezTo>
                  <a:pt x="0" y="17304"/>
                  <a:pt x="953" y="18627"/>
                  <a:pt x="2119" y="18891"/>
                </a:cubicBezTo>
                <a:lnTo>
                  <a:pt x="6839" y="19964"/>
                </a:lnTo>
                <a:cubicBezTo>
                  <a:pt x="6839" y="19964"/>
                  <a:pt x="2775" y="21600"/>
                  <a:pt x="5400" y="21600"/>
                </a:cubicBezTo>
                <a:lnTo>
                  <a:pt x="16200" y="21600"/>
                </a:lnTo>
                <a:cubicBezTo>
                  <a:pt x="18825" y="21600"/>
                  <a:pt x="14761" y="19964"/>
                  <a:pt x="14761" y="19964"/>
                </a:cubicBezTo>
                <a:lnTo>
                  <a:pt x="19483" y="18891"/>
                </a:lnTo>
                <a:cubicBezTo>
                  <a:pt x="20647" y="18627"/>
                  <a:pt x="21600" y="17304"/>
                  <a:pt x="21600" y="15955"/>
                </a:cubicBezTo>
                <a:lnTo>
                  <a:pt x="21600" y="2455"/>
                </a:lnTo>
                <a:cubicBezTo>
                  <a:pt x="21600" y="1104"/>
                  <a:pt x="20629" y="0"/>
                  <a:pt x="19440" y="0"/>
                </a:cubicBezTo>
                <a:close/>
              </a:path>
            </a:pathLst>
          </a:custGeom>
          <a:solidFill>
            <a:sysClr val="window" lastClr="FFFFFF"/>
          </a:solidFill>
          <a:ln w="12700">
            <a:miter lim="400000"/>
          </a:ln>
        </p:spPr>
        <p:txBody>
          <a:bodyPr lIns="28575" tIns="28575" rIns="28575" bIns="28575" anchor="ctr"/>
          <a:lstStyle/>
          <a:p>
            <a:pPr algn="ctr" defTabSz="342900" fontAlgn="auto">
              <a:spcBef>
                <a:spcPts val="0"/>
              </a:spcBef>
              <a:spcAft>
                <a:spcPts val="0"/>
              </a:spcAft>
              <a:defRPr sz="3000">
                <a:solidFill>
                  <a:srgbClr val="FFFFFF"/>
                </a:solidFill>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defRPr>
            </a:pPr>
            <a:endParaRPr sz="2700" kern="0">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endParaRPr>
          </a:p>
        </p:txBody>
      </p:sp>
      <p:sp>
        <p:nvSpPr>
          <p:cNvPr id="24" name="Shape 4451"/>
          <p:cNvSpPr/>
          <p:nvPr/>
        </p:nvSpPr>
        <p:spPr>
          <a:xfrm>
            <a:off x="5052205" y="3918647"/>
            <a:ext cx="231587" cy="291042"/>
          </a:xfrm>
          <a:custGeom>
            <a:avLst/>
            <a:gdLst/>
            <a:ahLst/>
            <a:cxnLst>
              <a:cxn ang="0">
                <a:pos x="wd2" y="hd2"/>
              </a:cxn>
              <a:cxn ang="5400000">
                <a:pos x="wd2" y="hd2"/>
              </a:cxn>
              <a:cxn ang="10800000">
                <a:pos x="wd2" y="hd2"/>
              </a:cxn>
              <a:cxn ang="16200000">
                <a:pos x="wd2" y="hd2"/>
              </a:cxn>
            </a:cxnLst>
            <a:rect l="0" t="0" r="r" b="b"/>
            <a:pathLst>
              <a:path w="21015" h="21072" extrusionOk="0">
                <a:moveTo>
                  <a:pt x="17468" y="6506"/>
                </a:moveTo>
                <a:cubicBezTo>
                  <a:pt x="16410" y="7763"/>
                  <a:pt x="15333" y="6878"/>
                  <a:pt x="13824" y="5996"/>
                </a:cubicBezTo>
                <a:cubicBezTo>
                  <a:pt x="12317" y="5116"/>
                  <a:pt x="10950" y="4575"/>
                  <a:pt x="12006" y="3318"/>
                </a:cubicBezTo>
                <a:cubicBezTo>
                  <a:pt x="13062" y="2059"/>
                  <a:pt x="15140" y="1754"/>
                  <a:pt x="16648" y="2634"/>
                </a:cubicBezTo>
                <a:cubicBezTo>
                  <a:pt x="18155" y="3515"/>
                  <a:pt x="18522" y="5248"/>
                  <a:pt x="17468" y="6506"/>
                </a:cubicBezTo>
                <a:close/>
                <a:moveTo>
                  <a:pt x="20868" y="4865"/>
                </a:moveTo>
                <a:cubicBezTo>
                  <a:pt x="20191" y="1663"/>
                  <a:pt x="16530" y="-474"/>
                  <a:pt x="12691" y="90"/>
                </a:cubicBezTo>
                <a:cubicBezTo>
                  <a:pt x="8853" y="655"/>
                  <a:pt x="5613" y="3118"/>
                  <a:pt x="6290" y="6320"/>
                </a:cubicBezTo>
                <a:cubicBezTo>
                  <a:pt x="6436" y="7009"/>
                  <a:pt x="6840" y="8088"/>
                  <a:pt x="7318" y="8862"/>
                </a:cubicBezTo>
                <a:lnTo>
                  <a:pt x="346" y="17166"/>
                </a:lnTo>
                <a:cubicBezTo>
                  <a:pt x="90" y="17473"/>
                  <a:pt x="-56" y="18024"/>
                  <a:pt x="20" y="18392"/>
                </a:cubicBezTo>
                <a:lnTo>
                  <a:pt x="470" y="20511"/>
                </a:lnTo>
                <a:cubicBezTo>
                  <a:pt x="547" y="20879"/>
                  <a:pt x="971" y="21126"/>
                  <a:pt x="1412" y="21061"/>
                </a:cubicBezTo>
                <a:lnTo>
                  <a:pt x="3454" y="20761"/>
                </a:lnTo>
                <a:cubicBezTo>
                  <a:pt x="3895" y="20696"/>
                  <a:pt x="4457" y="20387"/>
                  <a:pt x="4700" y="20072"/>
                </a:cubicBezTo>
                <a:lnTo>
                  <a:pt x="7456" y="16513"/>
                </a:lnTo>
                <a:lnTo>
                  <a:pt x="7480" y="16490"/>
                </a:lnTo>
                <a:lnTo>
                  <a:pt x="9346" y="16216"/>
                </a:lnTo>
                <a:lnTo>
                  <a:pt x="12566" y="12046"/>
                </a:lnTo>
                <a:cubicBezTo>
                  <a:pt x="13623" y="12195"/>
                  <a:pt x="15142" y="12146"/>
                  <a:pt x="16039" y="12013"/>
                </a:cubicBezTo>
                <a:cubicBezTo>
                  <a:pt x="19878" y="11449"/>
                  <a:pt x="21544" y="8068"/>
                  <a:pt x="20868" y="4865"/>
                </a:cubicBezTo>
                <a:close/>
              </a:path>
            </a:pathLst>
          </a:custGeom>
          <a:solidFill>
            <a:sysClr val="window" lastClr="FFFFFF"/>
          </a:solidFill>
          <a:ln w="12700">
            <a:miter lim="400000"/>
          </a:ln>
        </p:spPr>
        <p:txBody>
          <a:bodyPr lIns="28575" tIns="28575" rIns="28575" bIns="28575" anchor="ctr"/>
          <a:lstStyle/>
          <a:p>
            <a:pPr algn="ctr" defTabSz="342900" fontAlgn="auto">
              <a:spcBef>
                <a:spcPts val="0"/>
              </a:spcBef>
              <a:spcAft>
                <a:spcPts val="0"/>
              </a:spcAft>
              <a:defRPr sz="3000">
                <a:solidFill>
                  <a:srgbClr val="FFFFFF"/>
                </a:solidFill>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defRPr>
            </a:pPr>
            <a:endParaRPr sz="2700" kern="0">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endParaRPr>
          </a:p>
        </p:txBody>
      </p:sp>
      <p:sp>
        <p:nvSpPr>
          <p:cNvPr id="25" name="Shape 4508"/>
          <p:cNvSpPr/>
          <p:nvPr/>
        </p:nvSpPr>
        <p:spPr>
          <a:xfrm>
            <a:off x="5519094" y="3069468"/>
            <a:ext cx="314315" cy="314390"/>
          </a:xfrm>
          <a:custGeom>
            <a:avLst/>
            <a:gdLst/>
            <a:ahLst/>
            <a:cxnLst>
              <a:cxn ang="0">
                <a:pos x="wd2" y="hd2"/>
              </a:cxn>
              <a:cxn ang="5400000">
                <a:pos x="wd2" y="hd2"/>
              </a:cxn>
              <a:cxn ang="10800000">
                <a:pos x="wd2" y="hd2"/>
              </a:cxn>
              <a:cxn ang="16200000">
                <a:pos x="wd2" y="hd2"/>
              </a:cxn>
            </a:cxnLst>
            <a:rect l="0" t="0" r="r" b="b"/>
            <a:pathLst>
              <a:path w="19691" h="21600" extrusionOk="0">
                <a:moveTo>
                  <a:pt x="12442" y="612"/>
                </a:moveTo>
                <a:lnTo>
                  <a:pt x="12460" y="8296"/>
                </a:lnTo>
                <a:lnTo>
                  <a:pt x="15229" y="5237"/>
                </a:lnTo>
                <a:cubicBezTo>
                  <a:pt x="17944" y="8441"/>
                  <a:pt x="17897" y="13462"/>
                  <a:pt x="15076" y="16579"/>
                </a:cubicBezTo>
                <a:cubicBezTo>
                  <a:pt x="13922" y="17855"/>
                  <a:pt x="12478" y="18615"/>
                  <a:pt x="10976" y="18866"/>
                </a:cubicBezTo>
                <a:lnTo>
                  <a:pt x="11059" y="21600"/>
                </a:lnTo>
                <a:cubicBezTo>
                  <a:pt x="13167" y="21319"/>
                  <a:pt x="15205" y="20288"/>
                  <a:pt x="16819" y="18506"/>
                </a:cubicBezTo>
                <a:cubicBezTo>
                  <a:pt x="20600" y="14328"/>
                  <a:pt x="20645" y="7586"/>
                  <a:pt x="16967" y="3316"/>
                </a:cubicBezTo>
                <a:lnTo>
                  <a:pt x="19058" y="1007"/>
                </a:lnTo>
                <a:cubicBezTo>
                  <a:pt x="19058" y="1007"/>
                  <a:pt x="12442" y="612"/>
                  <a:pt x="12442" y="612"/>
                </a:cubicBezTo>
                <a:close/>
                <a:moveTo>
                  <a:pt x="4462" y="16363"/>
                </a:moveTo>
                <a:cubicBezTo>
                  <a:pt x="1746" y="13159"/>
                  <a:pt x="1795" y="8138"/>
                  <a:pt x="4616" y="5021"/>
                </a:cubicBezTo>
                <a:cubicBezTo>
                  <a:pt x="5769" y="3745"/>
                  <a:pt x="7214" y="2983"/>
                  <a:pt x="8714" y="2734"/>
                </a:cubicBezTo>
                <a:lnTo>
                  <a:pt x="8631" y="0"/>
                </a:lnTo>
                <a:cubicBezTo>
                  <a:pt x="6524" y="281"/>
                  <a:pt x="4487" y="1312"/>
                  <a:pt x="2872" y="3094"/>
                </a:cubicBezTo>
                <a:cubicBezTo>
                  <a:pt x="-909" y="7272"/>
                  <a:pt x="-955" y="14014"/>
                  <a:pt x="2723" y="18282"/>
                </a:cubicBezTo>
                <a:lnTo>
                  <a:pt x="634" y="20591"/>
                </a:lnTo>
                <a:lnTo>
                  <a:pt x="7250" y="20988"/>
                </a:lnTo>
                <a:lnTo>
                  <a:pt x="7231" y="13304"/>
                </a:lnTo>
                <a:cubicBezTo>
                  <a:pt x="7231" y="13304"/>
                  <a:pt x="4462" y="16363"/>
                  <a:pt x="4462" y="16363"/>
                </a:cubicBezTo>
                <a:close/>
              </a:path>
            </a:pathLst>
          </a:custGeom>
          <a:solidFill>
            <a:sysClr val="window" lastClr="FFFFFF"/>
          </a:solidFill>
          <a:ln w="12700">
            <a:miter lim="400000"/>
          </a:ln>
        </p:spPr>
        <p:txBody>
          <a:bodyPr lIns="28575" tIns="28575" rIns="28575" bIns="28575" anchor="ctr"/>
          <a:lstStyle/>
          <a:p>
            <a:pPr algn="ctr" defTabSz="342900" fontAlgn="auto">
              <a:spcBef>
                <a:spcPts val="0"/>
              </a:spcBef>
              <a:spcAft>
                <a:spcPts val="0"/>
              </a:spcAft>
              <a:defRPr sz="3000">
                <a:solidFill>
                  <a:srgbClr val="FFFFFF"/>
                </a:solidFill>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defRPr>
            </a:pPr>
            <a:endParaRPr sz="2700" kern="0">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endParaRPr>
          </a:p>
        </p:txBody>
      </p:sp>
      <p:sp>
        <p:nvSpPr>
          <p:cNvPr id="26" name="Shape 4422"/>
          <p:cNvSpPr/>
          <p:nvPr/>
        </p:nvSpPr>
        <p:spPr>
          <a:xfrm>
            <a:off x="3930905" y="4410103"/>
            <a:ext cx="348656" cy="270447"/>
          </a:xfrm>
          <a:custGeom>
            <a:avLst/>
            <a:gdLst/>
            <a:ahLst/>
            <a:cxnLst>
              <a:cxn ang="0">
                <a:pos x="wd2" y="hd2"/>
              </a:cxn>
              <a:cxn ang="5400000">
                <a:pos x="wd2" y="hd2"/>
              </a:cxn>
              <a:cxn ang="10800000">
                <a:pos x="wd2" y="hd2"/>
              </a:cxn>
              <a:cxn ang="16200000">
                <a:pos x="wd2" y="hd2"/>
              </a:cxn>
            </a:cxnLst>
            <a:rect l="0" t="0" r="r" b="b"/>
            <a:pathLst>
              <a:path w="20580" h="20758" extrusionOk="0">
                <a:moveTo>
                  <a:pt x="11316" y="15681"/>
                </a:moveTo>
                <a:cubicBezTo>
                  <a:pt x="10444" y="15681"/>
                  <a:pt x="9737" y="14763"/>
                  <a:pt x="9737" y="13632"/>
                </a:cubicBezTo>
                <a:cubicBezTo>
                  <a:pt x="9737" y="12501"/>
                  <a:pt x="10444" y="11585"/>
                  <a:pt x="11316" y="11585"/>
                </a:cubicBezTo>
                <a:cubicBezTo>
                  <a:pt x="12189" y="11585"/>
                  <a:pt x="12896" y="12501"/>
                  <a:pt x="12896" y="13632"/>
                </a:cubicBezTo>
                <a:cubicBezTo>
                  <a:pt x="12896" y="14763"/>
                  <a:pt x="12189" y="15681"/>
                  <a:pt x="11316" y="15681"/>
                </a:cubicBezTo>
                <a:close/>
                <a:moveTo>
                  <a:pt x="18009" y="2956"/>
                </a:moveTo>
                <a:cubicBezTo>
                  <a:pt x="14750" y="138"/>
                  <a:pt x="11090" y="-836"/>
                  <a:pt x="6751" y="781"/>
                </a:cubicBezTo>
                <a:cubicBezTo>
                  <a:pt x="3364" y="2045"/>
                  <a:pt x="258" y="7054"/>
                  <a:pt x="18" y="11348"/>
                </a:cubicBezTo>
                <a:cubicBezTo>
                  <a:pt x="-265" y="16419"/>
                  <a:pt x="2772" y="20764"/>
                  <a:pt x="8123" y="20757"/>
                </a:cubicBezTo>
                <a:cubicBezTo>
                  <a:pt x="13892" y="20749"/>
                  <a:pt x="16051" y="17148"/>
                  <a:pt x="16098" y="16053"/>
                </a:cubicBezTo>
                <a:cubicBezTo>
                  <a:pt x="16146" y="14957"/>
                  <a:pt x="13849" y="12933"/>
                  <a:pt x="15327" y="10853"/>
                </a:cubicBezTo>
                <a:cubicBezTo>
                  <a:pt x="17179" y="8245"/>
                  <a:pt x="18829" y="10466"/>
                  <a:pt x="19829" y="10154"/>
                </a:cubicBezTo>
                <a:cubicBezTo>
                  <a:pt x="20829" y="9841"/>
                  <a:pt x="21335" y="5836"/>
                  <a:pt x="18009" y="2956"/>
                </a:cubicBezTo>
                <a:close/>
              </a:path>
            </a:pathLst>
          </a:custGeom>
          <a:solidFill>
            <a:sysClr val="window" lastClr="FFFFFF"/>
          </a:solidFill>
          <a:ln w="12700">
            <a:miter lim="400000"/>
          </a:ln>
        </p:spPr>
        <p:txBody>
          <a:bodyPr lIns="28575" tIns="28575" rIns="28575" bIns="28575" anchor="ctr"/>
          <a:lstStyle/>
          <a:p>
            <a:pPr algn="ctr" defTabSz="342900" fontAlgn="auto">
              <a:spcBef>
                <a:spcPts val="0"/>
              </a:spcBef>
              <a:spcAft>
                <a:spcPts val="0"/>
              </a:spcAft>
              <a:defRPr sz="3000">
                <a:solidFill>
                  <a:srgbClr val="FFFFFF"/>
                </a:solidFill>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defRPr>
            </a:pPr>
            <a:endParaRPr sz="2700" kern="0">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endParaRPr>
          </a:p>
        </p:txBody>
      </p:sp>
      <p:sp>
        <p:nvSpPr>
          <p:cNvPr id="28" name="Shape 4571"/>
          <p:cNvSpPr/>
          <p:nvPr/>
        </p:nvSpPr>
        <p:spPr>
          <a:xfrm>
            <a:off x="4643359" y="2518698"/>
            <a:ext cx="247625" cy="247696"/>
          </a:xfrm>
          <a:custGeom>
            <a:avLst/>
            <a:gdLst/>
            <a:ahLst/>
            <a:cxnLst>
              <a:cxn ang="0">
                <a:pos x="wd2" y="hd2"/>
              </a:cxn>
              <a:cxn ang="5400000">
                <a:pos x="wd2" y="hd2"/>
              </a:cxn>
              <a:cxn ang="10800000">
                <a:pos x="wd2" y="hd2"/>
              </a:cxn>
              <a:cxn ang="16200000">
                <a:pos x="wd2" y="hd2"/>
              </a:cxn>
            </a:cxnLst>
            <a:rect l="0" t="0" r="r" b="b"/>
            <a:pathLst>
              <a:path w="17593" h="17592" extrusionOk="0">
                <a:moveTo>
                  <a:pt x="4249" y="463"/>
                </a:moveTo>
                <a:cubicBezTo>
                  <a:pt x="2881" y="1829"/>
                  <a:pt x="-3101" y="10356"/>
                  <a:pt x="2067" y="15524"/>
                </a:cubicBezTo>
                <a:cubicBezTo>
                  <a:pt x="7233" y="20692"/>
                  <a:pt x="15762" y="14711"/>
                  <a:pt x="17131" y="13342"/>
                </a:cubicBezTo>
                <a:cubicBezTo>
                  <a:pt x="18499" y="11977"/>
                  <a:pt x="16722" y="7983"/>
                  <a:pt x="13165" y="4424"/>
                </a:cubicBezTo>
                <a:cubicBezTo>
                  <a:pt x="9607" y="866"/>
                  <a:pt x="5618" y="-908"/>
                  <a:pt x="4249" y="463"/>
                </a:cubicBezTo>
                <a:close/>
              </a:path>
            </a:pathLst>
          </a:custGeom>
          <a:solidFill>
            <a:sysClr val="window" lastClr="FFFFFF"/>
          </a:solidFill>
          <a:ln w="12700">
            <a:miter lim="400000"/>
          </a:ln>
        </p:spPr>
        <p:txBody>
          <a:bodyPr lIns="28575" tIns="28575" rIns="28575" bIns="28575" anchor="ctr"/>
          <a:lstStyle/>
          <a:p>
            <a:pPr algn="ctr" defTabSz="342900" fontAlgn="auto">
              <a:spcBef>
                <a:spcPts val="0"/>
              </a:spcBef>
              <a:spcAft>
                <a:spcPts val="0"/>
              </a:spcAft>
              <a:defRPr sz="3000">
                <a:solidFill>
                  <a:srgbClr val="FFFFFF"/>
                </a:solidFill>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defRPr>
            </a:pPr>
            <a:endParaRPr sz="2700" kern="0">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endParaRPr>
          </a:p>
        </p:txBody>
      </p:sp>
      <p:sp>
        <p:nvSpPr>
          <p:cNvPr id="29" name="Shape 4572"/>
          <p:cNvSpPr/>
          <p:nvPr/>
        </p:nvSpPr>
        <p:spPr>
          <a:xfrm>
            <a:off x="4791496" y="2455194"/>
            <a:ext cx="161108" cy="161162"/>
          </a:xfrm>
          <a:custGeom>
            <a:avLst/>
            <a:gdLst/>
            <a:ahLst/>
            <a:cxnLst>
              <a:cxn ang="0">
                <a:pos x="wd2" y="hd2"/>
              </a:cxn>
              <a:cxn ang="5400000">
                <a:pos x="wd2" y="hd2"/>
              </a:cxn>
              <a:cxn ang="10800000">
                <a:pos x="wd2" y="hd2"/>
              </a:cxn>
              <a:cxn ang="16200000">
                <a:pos x="wd2" y="hd2"/>
              </a:cxn>
            </a:cxnLst>
            <a:rect l="0" t="0" r="r" b="b"/>
            <a:pathLst>
              <a:path w="20964" h="21278" extrusionOk="0">
                <a:moveTo>
                  <a:pt x="20680" y="15454"/>
                </a:moveTo>
                <a:cubicBezTo>
                  <a:pt x="20077" y="14362"/>
                  <a:pt x="18716" y="13974"/>
                  <a:pt x="17641" y="14580"/>
                </a:cubicBezTo>
                <a:lnTo>
                  <a:pt x="13330" y="17031"/>
                </a:lnTo>
                <a:cubicBezTo>
                  <a:pt x="12254" y="17643"/>
                  <a:pt x="11870" y="19029"/>
                  <a:pt x="12472" y="20115"/>
                </a:cubicBezTo>
                <a:cubicBezTo>
                  <a:pt x="12883" y="20858"/>
                  <a:pt x="13642" y="21278"/>
                  <a:pt x="14424" y="21278"/>
                </a:cubicBezTo>
                <a:cubicBezTo>
                  <a:pt x="14793" y="21278"/>
                  <a:pt x="15167" y="21185"/>
                  <a:pt x="15514" y="20989"/>
                </a:cubicBezTo>
                <a:lnTo>
                  <a:pt x="19822" y="18538"/>
                </a:lnTo>
                <a:cubicBezTo>
                  <a:pt x="20897" y="17926"/>
                  <a:pt x="21282" y="16545"/>
                  <a:pt x="20680" y="15454"/>
                </a:cubicBezTo>
                <a:close/>
                <a:moveTo>
                  <a:pt x="1142" y="8619"/>
                </a:moveTo>
                <a:cubicBezTo>
                  <a:pt x="1489" y="8816"/>
                  <a:pt x="1863" y="8909"/>
                  <a:pt x="2231" y="8909"/>
                </a:cubicBezTo>
                <a:cubicBezTo>
                  <a:pt x="3014" y="8909"/>
                  <a:pt x="3772" y="8494"/>
                  <a:pt x="4184" y="7751"/>
                </a:cubicBezTo>
                <a:lnTo>
                  <a:pt x="6596" y="3374"/>
                </a:lnTo>
                <a:cubicBezTo>
                  <a:pt x="7201" y="2282"/>
                  <a:pt x="6817" y="901"/>
                  <a:pt x="5741" y="289"/>
                </a:cubicBezTo>
                <a:cubicBezTo>
                  <a:pt x="4665" y="-322"/>
                  <a:pt x="3304" y="66"/>
                  <a:pt x="2699" y="1163"/>
                </a:cubicBezTo>
                <a:lnTo>
                  <a:pt x="287" y="5535"/>
                </a:lnTo>
                <a:cubicBezTo>
                  <a:pt x="-318" y="6627"/>
                  <a:pt x="67" y="8008"/>
                  <a:pt x="1142" y="8619"/>
                </a:cubicBezTo>
                <a:close/>
                <a:moveTo>
                  <a:pt x="9183" y="14225"/>
                </a:moveTo>
                <a:cubicBezTo>
                  <a:pt x="9753" y="14225"/>
                  <a:pt x="10326" y="14007"/>
                  <a:pt x="10762" y="13559"/>
                </a:cubicBezTo>
                <a:lnTo>
                  <a:pt x="15016" y="9242"/>
                </a:lnTo>
                <a:cubicBezTo>
                  <a:pt x="15890" y="8357"/>
                  <a:pt x="15890" y="6922"/>
                  <a:pt x="15016" y="6037"/>
                </a:cubicBezTo>
                <a:cubicBezTo>
                  <a:pt x="14145" y="5153"/>
                  <a:pt x="12730" y="5153"/>
                  <a:pt x="11859" y="6037"/>
                </a:cubicBezTo>
                <a:lnTo>
                  <a:pt x="7605" y="10355"/>
                </a:lnTo>
                <a:cubicBezTo>
                  <a:pt x="6731" y="11239"/>
                  <a:pt x="6731" y="12675"/>
                  <a:pt x="7605" y="13559"/>
                </a:cubicBezTo>
                <a:cubicBezTo>
                  <a:pt x="8040" y="14007"/>
                  <a:pt x="8610" y="14225"/>
                  <a:pt x="9183" y="14225"/>
                </a:cubicBezTo>
                <a:close/>
              </a:path>
            </a:pathLst>
          </a:custGeom>
          <a:solidFill>
            <a:sysClr val="window" lastClr="FFFFFF"/>
          </a:solidFill>
          <a:ln w="12700">
            <a:miter lim="400000"/>
          </a:ln>
        </p:spPr>
        <p:txBody>
          <a:bodyPr lIns="28575" tIns="28575" rIns="28575" bIns="28575" anchor="ctr"/>
          <a:lstStyle/>
          <a:p>
            <a:pPr algn="ctr" defTabSz="342900" fontAlgn="auto">
              <a:spcBef>
                <a:spcPts val="0"/>
              </a:spcBef>
              <a:spcAft>
                <a:spcPts val="0"/>
              </a:spcAft>
              <a:defRPr sz="3000">
                <a:solidFill>
                  <a:srgbClr val="FFFFFF"/>
                </a:solidFill>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defRPr>
            </a:pPr>
            <a:endParaRPr sz="2700" kern="0">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endParaRPr>
          </a:p>
        </p:txBody>
      </p:sp>
      <p:sp>
        <p:nvSpPr>
          <p:cNvPr id="27" name="文本框 26"/>
          <p:cNvSpPr txBox="1"/>
          <p:nvPr/>
        </p:nvSpPr>
        <p:spPr>
          <a:xfrm>
            <a:off x="971600" y="620688"/>
            <a:ext cx="5122020" cy="707886"/>
          </a:xfrm>
          <a:prstGeom prst="rect">
            <a:avLst/>
          </a:prstGeom>
          <a:noFill/>
        </p:spPr>
        <p:txBody>
          <a:bodyPr wrap="square" rtlCol="0">
            <a:spAutoFit/>
          </a:bodyPr>
          <a:lstStyle/>
          <a:p>
            <a:r>
              <a:rPr lang="en-US" altLang="zh-CN" sz="4000" dirty="0">
                <a:solidFill>
                  <a:schemeClr val="tx2"/>
                </a:solidFill>
                <a:latin typeface="+mj-lt"/>
                <a:cs typeface="+mj-cs"/>
              </a:rPr>
              <a:t>DNA</a:t>
            </a:r>
            <a:r>
              <a:rPr lang="zh-CN" altLang="en-US" sz="4000" dirty="0">
                <a:solidFill>
                  <a:schemeClr val="tx2"/>
                </a:solidFill>
                <a:latin typeface="+mj-lt"/>
                <a:cs typeface="+mj-cs"/>
              </a:rPr>
              <a:t>计算的五大模型</a:t>
            </a:r>
            <a:endParaRPr lang="zh-CN" altLang="en-US" sz="4000" dirty="0">
              <a:solidFill>
                <a:schemeClr val="tx2"/>
              </a:solidFill>
              <a:latin typeface="+mj-lt"/>
              <a:cs typeface="+mj-cs"/>
            </a:endParaRPr>
          </a:p>
        </p:txBody>
      </p:sp>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331640" y="1628800"/>
            <a:ext cx="5749290" cy="3785652"/>
          </a:xfrm>
          <a:prstGeom prst="rect">
            <a:avLst/>
          </a:prstGeom>
          <a:noFill/>
        </p:spPr>
        <p:txBody>
          <a:bodyPr wrap="square" rtlCol="0">
            <a:spAutoFit/>
          </a:bodyPr>
          <a:lstStyle/>
          <a:p>
            <a:pPr marL="342900" indent="-342900">
              <a:buFont typeface="Arial" panose="020B0604020202020204" pitchFamily="34" charset="0"/>
              <a:buChar char="•"/>
            </a:pPr>
            <a:r>
              <a:rPr lang="zh-CN" altLang="en-US" sz="2400" dirty="0"/>
              <a:t>哈密尔顿路径问题</a:t>
            </a:r>
            <a:endParaRPr lang="en-US" altLang="zh-CN" sz="2400" dirty="0"/>
          </a:p>
          <a:p>
            <a:pPr marL="342900" indent="-342900">
              <a:buFont typeface="Arial" panose="020B0604020202020204" pitchFamily="34" charset="0"/>
              <a:buChar char="•"/>
            </a:pPr>
            <a:r>
              <a:rPr lang="zh-CN" altLang="en-US" sz="2400" dirty="0"/>
              <a:t>可满足性问题</a:t>
            </a:r>
            <a:endParaRPr lang="en-US" altLang="zh-CN" sz="2400" dirty="0"/>
          </a:p>
          <a:p>
            <a:pPr marL="342900" indent="-342900">
              <a:buFont typeface="Arial" panose="020B0604020202020204" pitchFamily="34" charset="0"/>
              <a:buChar char="•"/>
            </a:pPr>
            <a:r>
              <a:rPr lang="zh-CN" altLang="en-US" sz="2400" dirty="0"/>
              <a:t>图的最大团问题</a:t>
            </a:r>
            <a:endParaRPr lang="en-US" altLang="zh-CN" sz="2400" dirty="0"/>
          </a:p>
          <a:p>
            <a:pPr marL="342900" indent="-342900">
              <a:buFont typeface="Arial" panose="020B0604020202020204" pitchFamily="34" charset="0"/>
              <a:buChar char="•"/>
            </a:pPr>
            <a:r>
              <a:rPr lang="zh-CN" altLang="en-US" sz="2400" dirty="0"/>
              <a:t>图的最小支配集问题</a:t>
            </a:r>
            <a:endParaRPr lang="en-US" altLang="zh-CN" sz="2400" dirty="0"/>
          </a:p>
          <a:p>
            <a:pPr marL="342900" indent="-342900">
              <a:buFont typeface="Arial" panose="020B0604020202020204" pitchFamily="34" charset="0"/>
              <a:buChar char="•"/>
            </a:pPr>
            <a:r>
              <a:rPr lang="zh-CN" altLang="en-US" sz="2400" dirty="0"/>
              <a:t>图顶点着色问题</a:t>
            </a:r>
            <a:endParaRPr lang="en-US" altLang="zh-CN" sz="2400" dirty="0"/>
          </a:p>
          <a:p>
            <a:pPr marL="342900" indent="-342900">
              <a:buFont typeface="Arial" panose="020B0604020202020204" pitchFamily="34" charset="0"/>
              <a:buChar char="•"/>
            </a:pPr>
            <a:r>
              <a:rPr lang="zh-CN" altLang="en-US" sz="2400" dirty="0"/>
              <a:t>0-1 背包规划问题</a:t>
            </a:r>
            <a:endParaRPr lang="en-US" altLang="zh-CN" sz="2400" dirty="0"/>
          </a:p>
          <a:p>
            <a:pPr marL="342900" indent="-342900">
              <a:buFont typeface="Arial" panose="020B0604020202020204" pitchFamily="34" charset="0"/>
              <a:buChar char="•"/>
            </a:pPr>
            <a:r>
              <a:rPr lang="zh-CN" altLang="en-US" sz="2400" dirty="0"/>
              <a:t>旅行商问题</a:t>
            </a:r>
            <a:endParaRPr lang="en-US" altLang="zh-CN" sz="2400" dirty="0"/>
          </a:p>
          <a:p>
            <a:pPr marL="342900" indent="-342900">
              <a:buFont typeface="Arial" panose="020B0604020202020204" pitchFamily="34" charset="0"/>
              <a:buChar char="•"/>
            </a:pPr>
            <a:r>
              <a:rPr lang="zh-CN" altLang="en-US" sz="2400" dirty="0"/>
              <a:t>分子逻辑门问题</a:t>
            </a:r>
            <a:endParaRPr lang="en-US" altLang="zh-CN" sz="2400" dirty="0"/>
          </a:p>
          <a:p>
            <a:pPr marL="342900" indent="-342900">
              <a:buFont typeface="Arial" panose="020B0604020202020204" pitchFamily="34" charset="0"/>
              <a:buChar char="•"/>
            </a:pPr>
            <a:r>
              <a:rPr lang="zh-CN" altLang="en-US" sz="2400" dirty="0"/>
              <a:t>电梯调度问题</a:t>
            </a:r>
            <a:endParaRPr lang="en-US" altLang="zh-CN" sz="2400" dirty="0"/>
          </a:p>
          <a:p>
            <a:pPr marL="342900" indent="-342900">
              <a:buFont typeface="Arial" panose="020B0604020202020204" pitchFamily="34" charset="0"/>
              <a:buChar char="•"/>
            </a:pPr>
            <a:r>
              <a:rPr lang="zh-CN" altLang="en-US" sz="2400" dirty="0"/>
              <a:t>四则运算问题等</a:t>
            </a:r>
            <a:endParaRPr lang="zh-CN" altLang="en-US" sz="2400" dirty="0"/>
          </a:p>
        </p:txBody>
      </p:sp>
      <p:sp>
        <p:nvSpPr>
          <p:cNvPr id="6" name="文本框 5"/>
          <p:cNvSpPr txBox="1"/>
          <p:nvPr/>
        </p:nvSpPr>
        <p:spPr>
          <a:xfrm>
            <a:off x="971600" y="620688"/>
            <a:ext cx="6912768" cy="707886"/>
          </a:xfrm>
          <a:prstGeom prst="rect">
            <a:avLst/>
          </a:prstGeom>
          <a:noFill/>
        </p:spPr>
        <p:txBody>
          <a:bodyPr wrap="square" rtlCol="0">
            <a:spAutoFit/>
          </a:bodyPr>
          <a:lstStyle/>
          <a:p>
            <a:r>
              <a:rPr lang="zh-CN" altLang="en-US" sz="4000" dirty="0">
                <a:solidFill>
                  <a:schemeClr val="tx2"/>
                </a:solidFill>
                <a:latin typeface="+mj-lt"/>
                <a:cs typeface="+mj-cs"/>
              </a:rPr>
              <a:t>利用上述</a:t>
            </a:r>
            <a:r>
              <a:rPr lang="en-US" altLang="zh-CN" sz="4000" dirty="0">
                <a:solidFill>
                  <a:schemeClr val="tx2"/>
                </a:solidFill>
                <a:latin typeface="+mj-lt"/>
                <a:cs typeface="+mj-cs"/>
              </a:rPr>
              <a:t>DNA</a:t>
            </a:r>
            <a:r>
              <a:rPr lang="zh-CN" altLang="en-US" sz="4000" dirty="0">
                <a:solidFill>
                  <a:schemeClr val="tx2"/>
                </a:solidFill>
                <a:latin typeface="+mj-lt"/>
                <a:cs typeface="+mj-cs"/>
              </a:rPr>
              <a:t>模型解决的问题</a:t>
            </a:r>
            <a:endParaRPr lang="zh-CN" altLang="en-US" sz="4000" dirty="0">
              <a:solidFill>
                <a:schemeClr val="tx2"/>
              </a:solidFill>
              <a:latin typeface="+mj-lt"/>
              <a:cs typeface="+mj-cs"/>
            </a:endParaRPr>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14400" y="274638"/>
            <a:ext cx="7772400" cy="634082"/>
          </a:xfrm>
        </p:spPr>
        <p:txBody>
          <a:bodyPr/>
          <a:lstStyle/>
          <a:p>
            <a:r>
              <a:rPr lang="zh-CN" altLang="en-US" sz="3200" dirty="0"/>
              <a:t>基于开关电路的</a:t>
            </a:r>
            <a:r>
              <a:rPr lang="en-US" altLang="zh-CN" sz="3200" dirty="0"/>
              <a:t>DNA</a:t>
            </a:r>
            <a:r>
              <a:rPr lang="zh-CN" altLang="en-US" sz="3200" dirty="0"/>
              <a:t>计算研究取得进展</a:t>
            </a:r>
            <a:endParaRPr lang="zh-CN" altLang="en-US" sz="3200" dirty="0"/>
          </a:p>
        </p:txBody>
      </p:sp>
      <p:sp>
        <p:nvSpPr>
          <p:cNvPr id="3" name="内容占位符 2"/>
          <p:cNvSpPr>
            <a:spLocks noGrp="1"/>
          </p:cNvSpPr>
          <p:nvPr>
            <p:ph sz="quarter" idx="1"/>
          </p:nvPr>
        </p:nvSpPr>
        <p:spPr>
          <a:xfrm>
            <a:off x="768350" y="908720"/>
            <a:ext cx="7772400" cy="4572000"/>
          </a:xfrm>
        </p:spPr>
        <p:txBody>
          <a:bodyPr/>
          <a:lstStyle/>
          <a:p>
            <a:r>
              <a:rPr lang="zh-CN" altLang="en-US" sz="1800" dirty="0"/>
              <a:t>中国科学院上海高等研究院光源科学中心物理生物学研究室、中国科学院上海应用物理研究所和上海交通大学合作开发了一种基于</a:t>
            </a:r>
            <a:r>
              <a:rPr lang="en-US" altLang="zh-CN" sz="1800" dirty="0"/>
              <a:t>DNA</a:t>
            </a:r>
            <a:r>
              <a:rPr lang="zh-CN" altLang="en-US" sz="1800" dirty="0"/>
              <a:t>链置换反应的开关电路来实现数字运算。与常用的逻辑门电路相比，开关电路结构精简，可以用最少的</a:t>
            </a:r>
            <a:r>
              <a:rPr lang="en-US" altLang="zh-CN" sz="1800" dirty="0"/>
              <a:t>DNA</a:t>
            </a:r>
            <a:r>
              <a:rPr lang="zh-CN" altLang="en-US" sz="1800" dirty="0"/>
              <a:t>序列实现高信噪比和快速计算的分子电路。他们展示了迄今为止最为快速的</a:t>
            </a:r>
            <a:r>
              <a:rPr lang="en-US" altLang="zh-CN" sz="1800" dirty="0"/>
              <a:t>4</a:t>
            </a:r>
            <a:r>
              <a:rPr lang="zh-CN" altLang="en-US" sz="1800" dirty="0"/>
              <a:t>位平方根运算。相关论文以 </a:t>
            </a:r>
            <a:r>
              <a:rPr lang="en-US" altLang="zh-CN" sz="1800" dirty="0"/>
              <a:t>Implementing digital computing with DNA-based switching circuits </a:t>
            </a:r>
            <a:r>
              <a:rPr lang="zh-CN" altLang="en-US" sz="1800" dirty="0"/>
              <a:t>为题发表于</a:t>
            </a:r>
            <a:r>
              <a:rPr lang="en-US" altLang="zh-CN" sz="1800" dirty="0"/>
              <a:t>《</a:t>
            </a:r>
            <a:r>
              <a:rPr lang="zh-CN" altLang="en-US" sz="1800" dirty="0"/>
              <a:t>自然</a:t>
            </a:r>
            <a:r>
              <a:rPr lang="en-US" altLang="zh-CN" sz="1800" dirty="0"/>
              <a:t>-</a:t>
            </a:r>
            <a:r>
              <a:rPr lang="zh-CN" altLang="en-US" sz="1800" dirty="0"/>
              <a:t>通讯</a:t>
            </a:r>
            <a:r>
              <a:rPr lang="en-US" altLang="zh-CN" sz="1800" dirty="0"/>
              <a:t>》</a:t>
            </a:r>
            <a:r>
              <a:rPr lang="zh-CN" altLang="en-US" sz="1800" dirty="0"/>
              <a:t>（</a:t>
            </a:r>
            <a:r>
              <a:rPr lang="en-US" altLang="zh-CN" sz="1800" dirty="0"/>
              <a:t>Nature Communications</a:t>
            </a:r>
            <a:r>
              <a:rPr lang="zh-CN" altLang="en-US" sz="1800" dirty="0"/>
              <a:t>）</a:t>
            </a:r>
            <a:endParaRPr lang="zh-CN" altLang="en-US" sz="1800" dirty="0"/>
          </a:p>
        </p:txBody>
      </p:sp>
      <p:sp>
        <p:nvSpPr>
          <p:cNvPr id="5" name="矩形 4"/>
          <p:cNvSpPr/>
          <p:nvPr/>
        </p:nvSpPr>
        <p:spPr>
          <a:xfrm>
            <a:off x="2528590" y="6584451"/>
            <a:ext cx="6012160" cy="276999"/>
          </a:xfrm>
          <a:prstGeom prst="rect">
            <a:avLst/>
          </a:prstGeom>
        </p:spPr>
        <p:txBody>
          <a:bodyPr wrap="square">
            <a:spAutoFit/>
          </a:bodyPr>
          <a:lstStyle/>
          <a:p>
            <a:r>
              <a:rPr lang="en-US" altLang="zh-CN" sz="1200" dirty="0">
                <a:hlinkClick r:id="rId1"/>
              </a:rPr>
              <a:t>https://mp.weixin.qq.com/s/xJQQzF6p7Wfa27Y1PYmacA</a:t>
            </a:r>
            <a:r>
              <a:rPr lang="en-US" altLang="zh-CN" sz="1200" dirty="0"/>
              <a:t>   2020.1</a:t>
            </a:r>
            <a:endParaRPr lang="zh-CN" altLang="en-US" sz="1200" dirty="0"/>
          </a:p>
        </p:txBody>
      </p:sp>
      <p:pic>
        <p:nvPicPr>
          <p:cNvPr id="6" name="图片 5"/>
          <p:cNvPicPr>
            <a:picLocks noChangeAspect="1"/>
          </p:cNvPicPr>
          <p:nvPr/>
        </p:nvPicPr>
        <p:blipFill>
          <a:blip r:embed="rId2"/>
          <a:stretch>
            <a:fillRect/>
          </a:stretch>
        </p:blipFill>
        <p:spPr>
          <a:xfrm>
            <a:off x="228600" y="2830660"/>
            <a:ext cx="4425950" cy="3651408"/>
          </a:xfrm>
          <a:prstGeom prst="rect">
            <a:avLst/>
          </a:prstGeom>
        </p:spPr>
      </p:pic>
      <p:sp>
        <p:nvSpPr>
          <p:cNvPr id="7" name="矩形 6"/>
          <p:cNvSpPr/>
          <p:nvPr/>
        </p:nvSpPr>
        <p:spPr>
          <a:xfrm>
            <a:off x="968447" y="6379685"/>
            <a:ext cx="2662908" cy="276999"/>
          </a:xfrm>
          <a:prstGeom prst="rect">
            <a:avLst/>
          </a:prstGeom>
        </p:spPr>
        <p:txBody>
          <a:bodyPr wrap="none">
            <a:spAutoFit/>
          </a:bodyPr>
          <a:lstStyle/>
          <a:p>
            <a:r>
              <a:rPr lang="zh-CN" altLang="en-US" sz="1200" dirty="0"/>
              <a:t>基于</a:t>
            </a:r>
            <a:r>
              <a:rPr lang="en-US" altLang="zh-CN" sz="1200" dirty="0"/>
              <a:t>DNA</a:t>
            </a:r>
            <a:r>
              <a:rPr lang="zh-CN" altLang="en-US" sz="1200" dirty="0"/>
              <a:t>开关电路的布尔计算示意图</a:t>
            </a:r>
            <a:endParaRPr lang="zh-CN" altLang="en-US" sz="1200" dirty="0"/>
          </a:p>
        </p:txBody>
      </p:sp>
      <p:sp>
        <p:nvSpPr>
          <p:cNvPr id="4" name="灯片编号占位符 3"/>
          <p:cNvSpPr>
            <a:spLocks noGrp="1"/>
          </p:cNvSpPr>
          <p:nvPr>
            <p:ph type="sldNum" sz="quarter" idx="12"/>
          </p:nvPr>
        </p:nvSpPr>
        <p:spPr/>
        <p:txBody>
          <a:bodyPr/>
          <a:lstStyle/>
          <a:p>
            <a:pPr>
              <a:defRPr/>
            </a:pPr>
            <a:fld id="{CBB471AF-2807-4D0C-93BB-C8D3AA184876}" type="slidenum">
              <a:rPr lang="en-US" altLang="zh-CN" smtClean="0"/>
            </a:fld>
            <a:endParaRPr lang="zh-CN"/>
          </a:p>
        </p:txBody>
      </p:sp>
      <p:pic>
        <p:nvPicPr>
          <p:cNvPr id="8" name="图片 7"/>
          <p:cNvPicPr>
            <a:picLocks noChangeAspect="1"/>
          </p:cNvPicPr>
          <p:nvPr/>
        </p:nvPicPr>
        <p:blipFill>
          <a:blip r:embed="rId3"/>
          <a:stretch>
            <a:fillRect/>
          </a:stretch>
        </p:blipFill>
        <p:spPr>
          <a:xfrm>
            <a:off x="4634659" y="3284984"/>
            <a:ext cx="4376238" cy="2744421"/>
          </a:xfrm>
          <a:prstGeom prst="rect">
            <a:avLst/>
          </a:prstGeom>
        </p:spPr>
      </p:pic>
      <p:sp>
        <p:nvSpPr>
          <p:cNvPr id="9" name="矩形 8"/>
          <p:cNvSpPr/>
          <p:nvPr/>
        </p:nvSpPr>
        <p:spPr>
          <a:xfrm>
            <a:off x="5414379" y="6161901"/>
            <a:ext cx="2816797" cy="276999"/>
          </a:xfrm>
          <a:prstGeom prst="rect">
            <a:avLst/>
          </a:prstGeom>
        </p:spPr>
        <p:txBody>
          <a:bodyPr wrap="none">
            <a:spAutoFit/>
          </a:bodyPr>
          <a:lstStyle/>
          <a:p>
            <a:r>
              <a:rPr lang="zh-CN" altLang="en-US" sz="1200" dirty="0"/>
              <a:t>用于平方根计算的</a:t>
            </a:r>
            <a:r>
              <a:rPr lang="en-US" altLang="zh-CN" sz="1200" dirty="0"/>
              <a:t>DNA</a:t>
            </a:r>
            <a:r>
              <a:rPr lang="zh-CN" altLang="en-US" sz="1200" dirty="0"/>
              <a:t>开关电路示意图</a:t>
            </a:r>
            <a:endParaRPr lang="zh-CN" altLang="en-US" sz="1200" dirty="0"/>
          </a:p>
        </p:txBody>
      </p:sp>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本周任务</a:t>
            </a:r>
            <a:endParaRPr lang="zh-CN" altLang="en-US" dirty="0"/>
          </a:p>
        </p:txBody>
      </p:sp>
      <p:sp>
        <p:nvSpPr>
          <p:cNvPr id="3" name="内容占位符 2"/>
          <p:cNvSpPr>
            <a:spLocks noGrp="1"/>
          </p:cNvSpPr>
          <p:nvPr>
            <p:ph sz="quarter" idx="1"/>
          </p:nvPr>
        </p:nvSpPr>
        <p:spPr/>
        <p:txBody>
          <a:bodyPr/>
          <a:lstStyle/>
          <a:p>
            <a:r>
              <a:rPr dirty="0"/>
              <a:t>请调查，DNA计算解决了哪些NPC问题</a:t>
            </a:r>
            <a:endParaRPr dirty="0"/>
          </a:p>
          <a:p>
            <a:r>
              <a:rPr dirty="0"/>
              <a:t>Aldman和Lipton实验的基本原理是什么，有相似之处么？以此为基础，请给出一个类似的npc问题的DNA解法（例如，0-1背包问题）</a:t>
            </a:r>
            <a:endParaRPr dirty="0"/>
          </a:p>
        </p:txBody>
      </p:sp>
    </p:spTree>
  </p:cSld>
  <p:clrMapOvr>
    <a:masterClrMapping/>
  </p:clrMapOvr>
  <p:transition>
    <p:fade/>
  </p:transition>
</p:sld>
</file>

<file path=ppt/tags/tag1.xml><?xml version="1.0" encoding="utf-8"?>
<p:tagLst xmlns:p="http://schemas.openxmlformats.org/presentationml/2006/main">
  <p:tag name="commondata" val="eyJoZGlkIjoiYjMxOWQ1YmZiOTEyY2U1ZjA5ZjFkMTU0MTdjNTNiNWIifQ=="/>
</p:tagLst>
</file>

<file path=ppt/theme/_rels/theme11.xml.rels><?xml version="1.0" encoding="UTF-8" standalone="yes"?>
<Relationships xmlns="http://schemas.openxmlformats.org/package/2006/relationships"><Relationship Id="rId1" Type="http://schemas.openxmlformats.org/officeDocument/2006/relationships/image" Target="../media/image4.jpeg"/></Relationships>
</file>

<file path=ppt/theme/theme1.xml><?xml version="1.0" encoding="utf-8"?>
<a:theme xmlns:a="http://schemas.openxmlformats.org/drawingml/2006/main" name="3_sci_fair_72dpi">
  <a:themeElements>
    <a:clrScheme name="3_sci_fair_72dpi 1">
      <a:dk1>
        <a:srgbClr val="000000"/>
      </a:dk1>
      <a:lt1>
        <a:srgbClr val="FFFFFF"/>
      </a:lt1>
      <a:dk2>
        <a:srgbClr val="4F271C"/>
      </a:dk2>
      <a:lt2>
        <a:srgbClr val="E7DEC9"/>
      </a:lt2>
      <a:accent1>
        <a:srgbClr val="3891A7"/>
      </a:accent1>
      <a:accent2>
        <a:srgbClr val="FEB80A"/>
      </a:accent2>
      <a:accent3>
        <a:srgbClr val="FFFFFF"/>
      </a:accent3>
      <a:accent4>
        <a:srgbClr val="000000"/>
      </a:accent4>
      <a:accent5>
        <a:srgbClr val="AEC7D0"/>
      </a:accent5>
      <a:accent6>
        <a:srgbClr val="E6A608"/>
      </a:accent6>
      <a:hlink>
        <a:srgbClr val="21873A"/>
      </a:hlink>
      <a:folHlink>
        <a:srgbClr val="717E00"/>
      </a:folHlink>
    </a:clrScheme>
    <a:fontScheme name="3_sci_fair_72dpi">
      <a:majorFont>
        <a:latin typeface="Tw Cen MT Condensed"/>
        <a:ea typeface=""/>
        <a:cs typeface=""/>
      </a:majorFont>
      <a:minorFont>
        <a:latin typeface="Tw Cen MT Condense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3_sci_fair_72dpi 1">
        <a:dk1>
          <a:srgbClr val="000000"/>
        </a:dk1>
        <a:lt1>
          <a:srgbClr val="FFFFFF"/>
        </a:lt1>
        <a:dk2>
          <a:srgbClr val="4F271C"/>
        </a:dk2>
        <a:lt2>
          <a:srgbClr val="E7DEC9"/>
        </a:lt2>
        <a:accent1>
          <a:srgbClr val="3891A7"/>
        </a:accent1>
        <a:accent2>
          <a:srgbClr val="FEB80A"/>
        </a:accent2>
        <a:accent3>
          <a:srgbClr val="FFFFFF"/>
        </a:accent3>
        <a:accent4>
          <a:srgbClr val="000000"/>
        </a:accent4>
        <a:accent5>
          <a:srgbClr val="AEC7D0"/>
        </a:accent5>
        <a:accent6>
          <a:srgbClr val="E6A608"/>
        </a:accent6>
        <a:hlink>
          <a:srgbClr val="21873A"/>
        </a:hlink>
        <a:folHlink>
          <a:srgbClr val="717E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ci_fair_72dpi">
  <a:themeElements>
    <a:clrScheme name="sci_fair_72dpi 1">
      <a:dk1>
        <a:srgbClr val="000000"/>
      </a:dk1>
      <a:lt1>
        <a:srgbClr val="FFFFFF"/>
      </a:lt1>
      <a:dk2>
        <a:srgbClr val="4F271C"/>
      </a:dk2>
      <a:lt2>
        <a:srgbClr val="E7DEC9"/>
      </a:lt2>
      <a:accent1>
        <a:srgbClr val="3891A7"/>
      </a:accent1>
      <a:accent2>
        <a:srgbClr val="FEB80A"/>
      </a:accent2>
      <a:accent3>
        <a:srgbClr val="FFFFFF"/>
      </a:accent3>
      <a:accent4>
        <a:srgbClr val="000000"/>
      </a:accent4>
      <a:accent5>
        <a:srgbClr val="AEC7D0"/>
      </a:accent5>
      <a:accent6>
        <a:srgbClr val="E6A608"/>
      </a:accent6>
      <a:hlink>
        <a:srgbClr val="21873A"/>
      </a:hlink>
      <a:folHlink>
        <a:srgbClr val="717E00"/>
      </a:folHlink>
    </a:clrScheme>
    <a:fontScheme name="sci_fair_72dpi">
      <a:majorFont>
        <a:latin typeface="Tw Cen MT Condensed"/>
        <a:ea typeface=""/>
        <a:cs typeface=""/>
      </a:majorFont>
      <a:minorFont>
        <a:latin typeface="Tw Cen MT Condense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sci_fair_72dpi 1">
        <a:dk1>
          <a:srgbClr val="000000"/>
        </a:dk1>
        <a:lt1>
          <a:srgbClr val="FFFFFF"/>
        </a:lt1>
        <a:dk2>
          <a:srgbClr val="4F271C"/>
        </a:dk2>
        <a:lt2>
          <a:srgbClr val="E7DEC9"/>
        </a:lt2>
        <a:accent1>
          <a:srgbClr val="3891A7"/>
        </a:accent1>
        <a:accent2>
          <a:srgbClr val="FEB80A"/>
        </a:accent2>
        <a:accent3>
          <a:srgbClr val="FFFFFF"/>
        </a:accent3>
        <a:accent4>
          <a:srgbClr val="000000"/>
        </a:accent4>
        <a:accent5>
          <a:srgbClr val="AEC7D0"/>
        </a:accent5>
        <a:accent6>
          <a:srgbClr val="E6A608"/>
        </a:accent6>
        <a:hlink>
          <a:srgbClr val="21873A"/>
        </a:hlink>
        <a:folHlink>
          <a:srgbClr val="717E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sci_fair_72dpi">
  <a:themeElements>
    <a:clrScheme name="1_sci_fair_72dpi 1">
      <a:dk1>
        <a:srgbClr val="000000"/>
      </a:dk1>
      <a:lt1>
        <a:srgbClr val="FFFFFF"/>
      </a:lt1>
      <a:dk2>
        <a:srgbClr val="4F271C"/>
      </a:dk2>
      <a:lt2>
        <a:srgbClr val="E7DEC9"/>
      </a:lt2>
      <a:accent1>
        <a:srgbClr val="3891A7"/>
      </a:accent1>
      <a:accent2>
        <a:srgbClr val="FEB80A"/>
      </a:accent2>
      <a:accent3>
        <a:srgbClr val="FFFFFF"/>
      </a:accent3>
      <a:accent4>
        <a:srgbClr val="000000"/>
      </a:accent4>
      <a:accent5>
        <a:srgbClr val="AEC7D0"/>
      </a:accent5>
      <a:accent6>
        <a:srgbClr val="E6A608"/>
      </a:accent6>
      <a:hlink>
        <a:srgbClr val="21873A"/>
      </a:hlink>
      <a:folHlink>
        <a:srgbClr val="717E00"/>
      </a:folHlink>
    </a:clrScheme>
    <a:fontScheme name="1_sci_fair_72dpi">
      <a:majorFont>
        <a:latin typeface="Tw Cen MT Condensed"/>
        <a:ea typeface=""/>
        <a:cs typeface=""/>
      </a:majorFont>
      <a:minorFont>
        <a:latin typeface="Tw Cen MT Condense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sci_fair_72dpi 1">
        <a:dk1>
          <a:srgbClr val="000000"/>
        </a:dk1>
        <a:lt1>
          <a:srgbClr val="FFFFFF"/>
        </a:lt1>
        <a:dk2>
          <a:srgbClr val="4F271C"/>
        </a:dk2>
        <a:lt2>
          <a:srgbClr val="E7DEC9"/>
        </a:lt2>
        <a:accent1>
          <a:srgbClr val="3891A7"/>
        </a:accent1>
        <a:accent2>
          <a:srgbClr val="FEB80A"/>
        </a:accent2>
        <a:accent3>
          <a:srgbClr val="FFFFFF"/>
        </a:accent3>
        <a:accent4>
          <a:srgbClr val="000000"/>
        </a:accent4>
        <a:accent5>
          <a:srgbClr val="AEC7D0"/>
        </a:accent5>
        <a:accent6>
          <a:srgbClr val="E6A608"/>
        </a:accent6>
        <a:hlink>
          <a:srgbClr val="21873A"/>
        </a:hlink>
        <a:folHlink>
          <a:srgbClr val="717E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sci_fair_72dpi">
  <a:themeElements>
    <a:clrScheme name="2_sci_fair_72dpi 1">
      <a:dk1>
        <a:srgbClr val="000000"/>
      </a:dk1>
      <a:lt1>
        <a:srgbClr val="FFFFFF"/>
      </a:lt1>
      <a:dk2>
        <a:srgbClr val="4F271C"/>
      </a:dk2>
      <a:lt2>
        <a:srgbClr val="E7DEC9"/>
      </a:lt2>
      <a:accent1>
        <a:srgbClr val="3891A7"/>
      </a:accent1>
      <a:accent2>
        <a:srgbClr val="FEB80A"/>
      </a:accent2>
      <a:accent3>
        <a:srgbClr val="FFFFFF"/>
      </a:accent3>
      <a:accent4>
        <a:srgbClr val="000000"/>
      </a:accent4>
      <a:accent5>
        <a:srgbClr val="AEC7D0"/>
      </a:accent5>
      <a:accent6>
        <a:srgbClr val="E6A608"/>
      </a:accent6>
      <a:hlink>
        <a:srgbClr val="21873A"/>
      </a:hlink>
      <a:folHlink>
        <a:srgbClr val="717E00"/>
      </a:folHlink>
    </a:clrScheme>
    <a:fontScheme name="2_sci_fair_72dpi">
      <a:majorFont>
        <a:latin typeface="Tw Cen MT Condensed"/>
        <a:ea typeface=""/>
        <a:cs typeface=""/>
      </a:majorFont>
      <a:minorFont>
        <a:latin typeface="Tw Cen MT Condense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sci_fair_72dpi 1">
        <a:dk1>
          <a:srgbClr val="000000"/>
        </a:dk1>
        <a:lt1>
          <a:srgbClr val="FFFFFF"/>
        </a:lt1>
        <a:dk2>
          <a:srgbClr val="4F271C"/>
        </a:dk2>
        <a:lt2>
          <a:srgbClr val="E7DEC9"/>
        </a:lt2>
        <a:accent1>
          <a:srgbClr val="3891A7"/>
        </a:accent1>
        <a:accent2>
          <a:srgbClr val="FEB80A"/>
        </a:accent2>
        <a:accent3>
          <a:srgbClr val="FFFFFF"/>
        </a:accent3>
        <a:accent4>
          <a:srgbClr val="000000"/>
        </a:accent4>
        <a:accent5>
          <a:srgbClr val="AEC7D0"/>
        </a:accent5>
        <a:accent6>
          <a:srgbClr val="E6A608"/>
        </a:accent6>
        <a:hlink>
          <a:srgbClr val="21873A"/>
        </a:hlink>
        <a:folHlink>
          <a:srgbClr val="717E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sci_fair_72dpi">
  <a:themeElements>
    <a:clrScheme name="4_sci_fair_72dpi 1">
      <a:dk1>
        <a:srgbClr val="000000"/>
      </a:dk1>
      <a:lt1>
        <a:srgbClr val="FFFFFF"/>
      </a:lt1>
      <a:dk2>
        <a:srgbClr val="4F271C"/>
      </a:dk2>
      <a:lt2>
        <a:srgbClr val="E7DEC9"/>
      </a:lt2>
      <a:accent1>
        <a:srgbClr val="3891A7"/>
      </a:accent1>
      <a:accent2>
        <a:srgbClr val="FEB80A"/>
      </a:accent2>
      <a:accent3>
        <a:srgbClr val="FFFFFF"/>
      </a:accent3>
      <a:accent4>
        <a:srgbClr val="000000"/>
      </a:accent4>
      <a:accent5>
        <a:srgbClr val="AEC7D0"/>
      </a:accent5>
      <a:accent6>
        <a:srgbClr val="E6A608"/>
      </a:accent6>
      <a:hlink>
        <a:srgbClr val="21873A"/>
      </a:hlink>
      <a:folHlink>
        <a:srgbClr val="717E00"/>
      </a:folHlink>
    </a:clrScheme>
    <a:fontScheme name="4_sci_fair_72dpi">
      <a:majorFont>
        <a:latin typeface="Tw Cen MT Condensed"/>
        <a:ea typeface=""/>
        <a:cs typeface=""/>
      </a:majorFont>
      <a:minorFont>
        <a:latin typeface="Tw Cen MT Condense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4_sci_fair_72dpi 1">
        <a:dk1>
          <a:srgbClr val="000000"/>
        </a:dk1>
        <a:lt1>
          <a:srgbClr val="FFFFFF"/>
        </a:lt1>
        <a:dk2>
          <a:srgbClr val="4F271C"/>
        </a:dk2>
        <a:lt2>
          <a:srgbClr val="E7DEC9"/>
        </a:lt2>
        <a:accent1>
          <a:srgbClr val="3891A7"/>
        </a:accent1>
        <a:accent2>
          <a:srgbClr val="FEB80A"/>
        </a:accent2>
        <a:accent3>
          <a:srgbClr val="FFFFFF"/>
        </a:accent3>
        <a:accent4>
          <a:srgbClr val="000000"/>
        </a:accent4>
        <a:accent5>
          <a:srgbClr val="AEC7D0"/>
        </a:accent5>
        <a:accent6>
          <a:srgbClr val="E6A608"/>
        </a:accent6>
        <a:hlink>
          <a:srgbClr val="21873A"/>
        </a:hlink>
        <a:folHlink>
          <a:srgbClr val="717E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sci_fair_72dpi">
  <a:themeElements>
    <a:clrScheme name="5_sci_fair_72dpi 1">
      <a:dk1>
        <a:srgbClr val="000000"/>
      </a:dk1>
      <a:lt1>
        <a:srgbClr val="FFFFFF"/>
      </a:lt1>
      <a:dk2>
        <a:srgbClr val="4F271C"/>
      </a:dk2>
      <a:lt2>
        <a:srgbClr val="E7DEC9"/>
      </a:lt2>
      <a:accent1>
        <a:srgbClr val="3891A7"/>
      </a:accent1>
      <a:accent2>
        <a:srgbClr val="FEB80A"/>
      </a:accent2>
      <a:accent3>
        <a:srgbClr val="FFFFFF"/>
      </a:accent3>
      <a:accent4>
        <a:srgbClr val="000000"/>
      </a:accent4>
      <a:accent5>
        <a:srgbClr val="AEC7D0"/>
      </a:accent5>
      <a:accent6>
        <a:srgbClr val="E6A608"/>
      </a:accent6>
      <a:hlink>
        <a:srgbClr val="21873A"/>
      </a:hlink>
      <a:folHlink>
        <a:srgbClr val="717E00"/>
      </a:folHlink>
    </a:clrScheme>
    <a:fontScheme name="5_sci_fair_72dpi">
      <a:majorFont>
        <a:latin typeface="Tw Cen MT Condensed"/>
        <a:ea typeface=""/>
        <a:cs typeface=""/>
      </a:majorFont>
      <a:minorFont>
        <a:latin typeface="Tw Cen MT Condense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5_sci_fair_72dpi 1">
        <a:dk1>
          <a:srgbClr val="000000"/>
        </a:dk1>
        <a:lt1>
          <a:srgbClr val="FFFFFF"/>
        </a:lt1>
        <a:dk2>
          <a:srgbClr val="4F271C"/>
        </a:dk2>
        <a:lt2>
          <a:srgbClr val="E7DEC9"/>
        </a:lt2>
        <a:accent1>
          <a:srgbClr val="3891A7"/>
        </a:accent1>
        <a:accent2>
          <a:srgbClr val="FEB80A"/>
        </a:accent2>
        <a:accent3>
          <a:srgbClr val="FFFFFF"/>
        </a:accent3>
        <a:accent4>
          <a:srgbClr val="000000"/>
        </a:accent4>
        <a:accent5>
          <a:srgbClr val="AEC7D0"/>
        </a:accent5>
        <a:accent6>
          <a:srgbClr val="E6A608"/>
        </a:accent6>
        <a:hlink>
          <a:srgbClr val="21873A"/>
        </a:hlink>
        <a:folHlink>
          <a:srgbClr val="717E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sci_fair_72dpi">
  <a:themeElements>
    <a:clrScheme name="6_sci_fair_72dpi 1">
      <a:dk1>
        <a:srgbClr val="000000"/>
      </a:dk1>
      <a:lt1>
        <a:srgbClr val="FFFFFF"/>
      </a:lt1>
      <a:dk2>
        <a:srgbClr val="4F271C"/>
      </a:dk2>
      <a:lt2>
        <a:srgbClr val="E7DEC9"/>
      </a:lt2>
      <a:accent1>
        <a:srgbClr val="3891A7"/>
      </a:accent1>
      <a:accent2>
        <a:srgbClr val="FEB80A"/>
      </a:accent2>
      <a:accent3>
        <a:srgbClr val="FFFFFF"/>
      </a:accent3>
      <a:accent4>
        <a:srgbClr val="000000"/>
      </a:accent4>
      <a:accent5>
        <a:srgbClr val="AEC7D0"/>
      </a:accent5>
      <a:accent6>
        <a:srgbClr val="E6A608"/>
      </a:accent6>
      <a:hlink>
        <a:srgbClr val="21873A"/>
      </a:hlink>
      <a:folHlink>
        <a:srgbClr val="717E00"/>
      </a:folHlink>
    </a:clrScheme>
    <a:fontScheme name="6_sci_fair_72dpi">
      <a:majorFont>
        <a:latin typeface="Tw Cen MT Condensed"/>
        <a:ea typeface=""/>
        <a:cs typeface=""/>
      </a:majorFont>
      <a:minorFont>
        <a:latin typeface="Tw Cen MT Condense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6_sci_fair_72dpi 1">
        <a:dk1>
          <a:srgbClr val="000000"/>
        </a:dk1>
        <a:lt1>
          <a:srgbClr val="FFFFFF"/>
        </a:lt1>
        <a:dk2>
          <a:srgbClr val="4F271C"/>
        </a:dk2>
        <a:lt2>
          <a:srgbClr val="E7DEC9"/>
        </a:lt2>
        <a:accent1>
          <a:srgbClr val="3891A7"/>
        </a:accent1>
        <a:accent2>
          <a:srgbClr val="FEB80A"/>
        </a:accent2>
        <a:accent3>
          <a:srgbClr val="FFFFFF"/>
        </a:accent3>
        <a:accent4>
          <a:srgbClr val="000000"/>
        </a:accent4>
        <a:accent5>
          <a:srgbClr val="AEC7D0"/>
        </a:accent5>
        <a:accent6>
          <a:srgbClr val="E6A608"/>
        </a:accent6>
        <a:hlink>
          <a:srgbClr val="21873A"/>
        </a:hlink>
        <a:folHlink>
          <a:srgbClr val="717E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sci_fair_72dpi">
  <a:themeElements>
    <a:clrScheme name="7_sci_fair_72dpi 1">
      <a:dk1>
        <a:srgbClr val="000000"/>
      </a:dk1>
      <a:lt1>
        <a:srgbClr val="FFFFFF"/>
      </a:lt1>
      <a:dk2>
        <a:srgbClr val="4F271C"/>
      </a:dk2>
      <a:lt2>
        <a:srgbClr val="E7DEC9"/>
      </a:lt2>
      <a:accent1>
        <a:srgbClr val="3891A7"/>
      </a:accent1>
      <a:accent2>
        <a:srgbClr val="FEB80A"/>
      </a:accent2>
      <a:accent3>
        <a:srgbClr val="FFFFFF"/>
      </a:accent3>
      <a:accent4>
        <a:srgbClr val="000000"/>
      </a:accent4>
      <a:accent5>
        <a:srgbClr val="AEC7D0"/>
      </a:accent5>
      <a:accent6>
        <a:srgbClr val="E6A608"/>
      </a:accent6>
      <a:hlink>
        <a:srgbClr val="21873A"/>
      </a:hlink>
      <a:folHlink>
        <a:srgbClr val="717E00"/>
      </a:folHlink>
    </a:clrScheme>
    <a:fontScheme name="7_sci_fair_72dpi">
      <a:majorFont>
        <a:latin typeface="Tw Cen MT Condensed"/>
        <a:ea typeface=""/>
        <a:cs typeface=""/>
      </a:majorFont>
      <a:minorFont>
        <a:latin typeface="Tw Cen MT Condense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7_sci_fair_72dpi 1">
        <a:dk1>
          <a:srgbClr val="000000"/>
        </a:dk1>
        <a:lt1>
          <a:srgbClr val="FFFFFF"/>
        </a:lt1>
        <a:dk2>
          <a:srgbClr val="4F271C"/>
        </a:dk2>
        <a:lt2>
          <a:srgbClr val="E7DEC9"/>
        </a:lt2>
        <a:accent1>
          <a:srgbClr val="3891A7"/>
        </a:accent1>
        <a:accent2>
          <a:srgbClr val="FEB80A"/>
        </a:accent2>
        <a:accent3>
          <a:srgbClr val="FFFFFF"/>
        </a:accent3>
        <a:accent4>
          <a:srgbClr val="000000"/>
        </a:accent4>
        <a:accent5>
          <a:srgbClr val="AEC7D0"/>
        </a:accent5>
        <a:accent6>
          <a:srgbClr val="E6A608"/>
        </a:accent6>
        <a:hlink>
          <a:srgbClr val="21873A"/>
        </a:hlink>
        <a:folHlink>
          <a:srgbClr val="717E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sci_fair_72dpi">
  <a:themeElements>
    <a:clrScheme name="8_sci_fair_72dpi 1">
      <a:dk1>
        <a:srgbClr val="000000"/>
      </a:dk1>
      <a:lt1>
        <a:srgbClr val="FFFFFF"/>
      </a:lt1>
      <a:dk2>
        <a:srgbClr val="4F271C"/>
      </a:dk2>
      <a:lt2>
        <a:srgbClr val="E7DEC9"/>
      </a:lt2>
      <a:accent1>
        <a:srgbClr val="3891A7"/>
      </a:accent1>
      <a:accent2>
        <a:srgbClr val="FEB80A"/>
      </a:accent2>
      <a:accent3>
        <a:srgbClr val="FFFFFF"/>
      </a:accent3>
      <a:accent4>
        <a:srgbClr val="000000"/>
      </a:accent4>
      <a:accent5>
        <a:srgbClr val="AEC7D0"/>
      </a:accent5>
      <a:accent6>
        <a:srgbClr val="E6A608"/>
      </a:accent6>
      <a:hlink>
        <a:srgbClr val="21873A"/>
      </a:hlink>
      <a:folHlink>
        <a:srgbClr val="717E00"/>
      </a:folHlink>
    </a:clrScheme>
    <a:fontScheme name="8_sci_fair_72dpi">
      <a:majorFont>
        <a:latin typeface="Tw Cen MT Condensed"/>
        <a:ea typeface=""/>
        <a:cs typeface=""/>
      </a:majorFont>
      <a:minorFont>
        <a:latin typeface="Tw Cen MT Condense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8_sci_fair_72dpi 1">
        <a:dk1>
          <a:srgbClr val="000000"/>
        </a:dk1>
        <a:lt1>
          <a:srgbClr val="FFFFFF"/>
        </a:lt1>
        <a:dk2>
          <a:srgbClr val="4F271C"/>
        </a:dk2>
        <a:lt2>
          <a:srgbClr val="E7DEC9"/>
        </a:lt2>
        <a:accent1>
          <a:srgbClr val="3891A7"/>
        </a:accent1>
        <a:accent2>
          <a:srgbClr val="FEB80A"/>
        </a:accent2>
        <a:accent3>
          <a:srgbClr val="FFFFFF"/>
        </a:accent3>
        <a:accent4>
          <a:srgbClr val="000000"/>
        </a:accent4>
        <a:accent5>
          <a:srgbClr val="AEC7D0"/>
        </a:accent5>
        <a:accent6>
          <a:srgbClr val="E6A608"/>
        </a:accent6>
        <a:hlink>
          <a:srgbClr val="21873A"/>
        </a:hlink>
        <a:folHlink>
          <a:srgbClr val="717E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sci_fair_72dpi">
  <a:themeElements>
    <a:clrScheme name="9_sci_fair_72dpi 1">
      <a:dk1>
        <a:srgbClr val="000000"/>
      </a:dk1>
      <a:lt1>
        <a:srgbClr val="FFFFFF"/>
      </a:lt1>
      <a:dk2>
        <a:srgbClr val="4F271C"/>
      </a:dk2>
      <a:lt2>
        <a:srgbClr val="E7DEC9"/>
      </a:lt2>
      <a:accent1>
        <a:srgbClr val="3891A7"/>
      </a:accent1>
      <a:accent2>
        <a:srgbClr val="FEB80A"/>
      </a:accent2>
      <a:accent3>
        <a:srgbClr val="FFFFFF"/>
      </a:accent3>
      <a:accent4>
        <a:srgbClr val="000000"/>
      </a:accent4>
      <a:accent5>
        <a:srgbClr val="AEC7D0"/>
      </a:accent5>
      <a:accent6>
        <a:srgbClr val="E6A608"/>
      </a:accent6>
      <a:hlink>
        <a:srgbClr val="21873A"/>
      </a:hlink>
      <a:folHlink>
        <a:srgbClr val="717E00"/>
      </a:folHlink>
    </a:clrScheme>
    <a:fontScheme name="9_sci_fair_72dpi">
      <a:majorFont>
        <a:latin typeface="Tw Cen MT Condensed"/>
        <a:ea typeface=""/>
        <a:cs typeface=""/>
      </a:majorFont>
      <a:minorFont>
        <a:latin typeface="Tw Cen MT Condense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9_sci_fair_72dpi 1">
        <a:dk1>
          <a:srgbClr val="000000"/>
        </a:dk1>
        <a:lt1>
          <a:srgbClr val="FFFFFF"/>
        </a:lt1>
        <a:dk2>
          <a:srgbClr val="4F271C"/>
        </a:dk2>
        <a:lt2>
          <a:srgbClr val="E7DEC9"/>
        </a:lt2>
        <a:accent1>
          <a:srgbClr val="3891A7"/>
        </a:accent1>
        <a:accent2>
          <a:srgbClr val="FEB80A"/>
        </a:accent2>
        <a:accent3>
          <a:srgbClr val="FFFFFF"/>
        </a:accent3>
        <a:accent4>
          <a:srgbClr val="000000"/>
        </a:accent4>
        <a:accent5>
          <a:srgbClr val="AEC7D0"/>
        </a:accent5>
        <a:accent6>
          <a:srgbClr val="E6A608"/>
        </a:accent6>
        <a:hlink>
          <a:srgbClr val="21873A"/>
        </a:hlink>
        <a:folHlink>
          <a:srgbClr val="717E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平衡">
  <a:themeElements>
    <a:clrScheme name="平衡">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平衡">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平衡">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DNA COMPUTING之一</Template>
  <TotalTime>0</TotalTime>
  <Words>6511</Words>
  <Application>WPS 演示</Application>
  <PresentationFormat>全屏显示(4:3)</PresentationFormat>
  <Paragraphs>528</Paragraphs>
  <Slides>41</Slides>
  <Notes>0</Notes>
  <HiddenSlides>0</HiddenSlides>
  <MMClips>1</MMClips>
  <ScaleCrop>false</ScaleCrop>
  <HeadingPairs>
    <vt:vector size="8" baseType="variant">
      <vt:variant>
        <vt:lpstr>已用的字体</vt:lpstr>
      </vt:variant>
      <vt:variant>
        <vt:i4>19</vt:i4>
      </vt:variant>
      <vt:variant>
        <vt:lpstr>主题</vt:lpstr>
      </vt:variant>
      <vt:variant>
        <vt:i4>11</vt:i4>
      </vt:variant>
      <vt:variant>
        <vt:lpstr>嵌入 OLE 服务器</vt:lpstr>
      </vt:variant>
      <vt:variant>
        <vt:i4>1</vt:i4>
      </vt:variant>
      <vt:variant>
        <vt:lpstr>幻灯片标题</vt:lpstr>
      </vt:variant>
      <vt:variant>
        <vt:i4>41</vt:i4>
      </vt:variant>
    </vt:vector>
  </HeadingPairs>
  <TitlesOfParts>
    <vt:vector size="72" baseType="lpstr">
      <vt:lpstr>Arial</vt:lpstr>
      <vt:lpstr>宋体</vt:lpstr>
      <vt:lpstr>Wingdings</vt:lpstr>
      <vt:lpstr>Tw Cen MT Condensed</vt:lpstr>
      <vt:lpstr>Segoe Print</vt:lpstr>
      <vt:lpstr>Franklin Gothic Book</vt:lpstr>
      <vt:lpstr>Wingdings 2</vt:lpstr>
      <vt:lpstr>Times New Roman</vt:lpstr>
      <vt:lpstr>华文新魏</vt:lpstr>
      <vt:lpstr>Tahoma</vt:lpstr>
      <vt:lpstr>黑体</vt:lpstr>
      <vt:lpstr>Perpetua</vt:lpstr>
      <vt:lpstr>微软雅黑</vt:lpstr>
      <vt:lpstr>Arial Unicode MS</vt:lpstr>
      <vt:lpstr>幼圆</vt:lpstr>
      <vt:lpstr>굴림</vt:lpstr>
      <vt:lpstr>Malgun Gothic</vt:lpstr>
      <vt:lpstr>Sinkin Sans 300 Light</vt:lpstr>
      <vt:lpstr>Sinkin Sans 400 Regular</vt:lpstr>
      <vt:lpstr>3_sci_fair_72dpi</vt:lpstr>
      <vt:lpstr>sci_fair_72dpi</vt:lpstr>
      <vt:lpstr>1_sci_fair_72dpi</vt:lpstr>
      <vt:lpstr>2_sci_fair_72dpi</vt:lpstr>
      <vt:lpstr>4_sci_fair_72dpi</vt:lpstr>
      <vt:lpstr>5_sci_fair_72dpi</vt:lpstr>
      <vt:lpstr>6_sci_fair_72dpi</vt:lpstr>
      <vt:lpstr>7_sci_fair_72dpi</vt:lpstr>
      <vt:lpstr>8_sci_fair_72dpi</vt:lpstr>
      <vt:lpstr>9_sci_fair_72dpi</vt:lpstr>
      <vt:lpstr>平衡</vt:lpstr>
      <vt:lpstr>Visio.Drawing.11</vt:lpstr>
      <vt:lpstr>PowerPoint 演示文稿</vt:lpstr>
      <vt:lpstr>PowerPoint 演示文稿</vt:lpstr>
      <vt:lpstr>DNA计算的基本原理</vt:lpstr>
      <vt:lpstr>DNA计算</vt:lpstr>
      <vt:lpstr>DNA计算模型解决的数学问题</vt:lpstr>
      <vt:lpstr>DHP问题的DNA计算模型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DHP问题的DNA计算模型</vt:lpstr>
      <vt:lpstr>问题描述</vt:lpstr>
      <vt:lpstr>问题描述</vt:lpstr>
      <vt:lpstr>算法设计</vt:lpstr>
      <vt:lpstr>DNA实现</vt:lpstr>
      <vt:lpstr>DNA实现</vt:lpstr>
      <vt:lpstr>PowerPoint 演示文稿</vt:lpstr>
      <vt:lpstr>DNA实现</vt:lpstr>
      <vt:lpstr>DNA实现</vt:lpstr>
      <vt:lpstr>DNA实现</vt:lpstr>
      <vt:lpstr>DNA实现</vt:lpstr>
      <vt:lpstr>DNA实现</vt:lpstr>
      <vt:lpstr>DNA实现</vt:lpstr>
      <vt:lpstr>DNA实现</vt:lpstr>
      <vt:lpstr>Adleman实验的意义</vt:lpstr>
      <vt:lpstr>SAT问题的DNA计算模型</vt:lpstr>
      <vt:lpstr>命题公式的可满足性问题</vt:lpstr>
      <vt:lpstr>问题描述</vt:lpstr>
      <vt:lpstr>Lipton的实验</vt:lpstr>
      <vt:lpstr>编码</vt:lpstr>
      <vt:lpstr>算法的程序描述</vt:lpstr>
      <vt:lpstr>算法推广r = C1∧C2∧…∧Cm</vt:lpstr>
      <vt:lpstr>PowerPoint 演示文稿</vt:lpstr>
      <vt:lpstr>PowerPoint 演示文稿</vt:lpstr>
      <vt:lpstr>PowerPoint 演示文稿</vt:lpstr>
      <vt:lpstr>PowerPoint 演示文稿</vt:lpstr>
      <vt:lpstr>基于开关电路的DNA计算研究取得进展</vt:lpstr>
      <vt:lpstr>本周任务</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eyeonme</dc:creator>
  <cp:lastModifiedBy>eye</cp:lastModifiedBy>
  <cp:revision>198</cp:revision>
  <dcterms:created xsi:type="dcterms:W3CDTF">2113-01-01T00:00:00Z</dcterms:created>
  <dcterms:modified xsi:type="dcterms:W3CDTF">2024-02-22T16:27:38Z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021CE09DC309448D899577E2DC5E0E5D</vt:lpwstr>
  </property>
  <property fmtid="{D5CDD505-2E9C-101B-9397-08002B2CF9AE}" pid="3" name="KSOProductBuildVer">
    <vt:lpwstr>2052-12.1.0.16388</vt:lpwstr>
  </property>
</Properties>
</file>