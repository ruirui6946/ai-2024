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autoCompressPictures="0">
  <p:sldMasterIdLst>
    <p:sldMasterId id="2147483723" r:id="rId1"/>
    <p:sldMasterId id="2147483874" r:id="rId2"/>
  </p:sldMasterIdLst>
  <p:notesMasterIdLst>
    <p:notesMasterId r:id="rId27"/>
  </p:notesMasterIdLst>
  <p:handoutMasterIdLst>
    <p:handoutMasterId r:id="rId28"/>
  </p:handoutMasterIdLst>
  <p:sldIdLst>
    <p:sldId id="274" r:id="rId3"/>
    <p:sldId id="275" r:id="rId4"/>
    <p:sldId id="276" r:id="rId5"/>
    <p:sldId id="256" r:id="rId6"/>
    <p:sldId id="284" r:id="rId7"/>
    <p:sldId id="288" r:id="rId8"/>
    <p:sldId id="289" r:id="rId9"/>
    <p:sldId id="291" r:id="rId10"/>
    <p:sldId id="290" r:id="rId11"/>
    <p:sldId id="292" r:id="rId12"/>
    <p:sldId id="293" r:id="rId13"/>
    <p:sldId id="296" r:id="rId14"/>
    <p:sldId id="301" r:id="rId15"/>
    <p:sldId id="294" r:id="rId16"/>
    <p:sldId id="297" r:id="rId17"/>
    <p:sldId id="303" r:id="rId18"/>
    <p:sldId id="295" r:id="rId19"/>
    <p:sldId id="302" r:id="rId20"/>
    <p:sldId id="304" r:id="rId21"/>
    <p:sldId id="305" r:id="rId22"/>
    <p:sldId id="298" r:id="rId23"/>
    <p:sldId id="299" r:id="rId24"/>
    <p:sldId id="300" r:id="rId25"/>
    <p:sldId id="287" r:id="rId26"/>
  </p:sldIdLst>
  <p:sldSz cx="12192000" cy="6858000"/>
  <p:notesSz cx="6858000" cy="9144000"/>
  <p:embeddedFontLst>
    <p:embeddedFont>
      <p:font typeface="Agency FB" panose="020B0503020202020204" pitchFamily="34" charset="0"/>
      <p:regular r:id="rId29"/>
      <p:bold r:id="rId30"/>
    </p:embeddedFont>
    <p:embeddedFont>
      <p:font typeface="Cambria" panose="02040503050406030204" pitchFamily="18" charset="0"/>
      <p:regular r:id="rId31"/>
      <p:bold r:id="rId32"/>
      <p:italic r:id="rId33"/>
      <p:boldItalic r:id="rId34"/>
    </p:embeddedFont>
    <p:embeddedFont>
      <p:font typeface="Montserrat" panose="00000500000000000000" pitchFamily="2" charset="0"/>
      <p:regular r:id="rId35"/>
      <p:bold r:id="rId36"/>
      <p:italic r:id="rId37"/>
      <p:boldItalic r:id="rId38"/>
    </p:embeddedFont>
    <p:embeddedFont>
      <p:font typeface="Montserrat Light" panose="00000400000000000000" pitchFamily="2" charset="0"/>
      <p:regular r:id="rId39"/>
      <p:italic r:id="rId40"/>
    </p:embeddedFont>
    <p:embeddedFont>
      <p:font typeface="等线" panose="02010600030101010101" pitchFamily="2" charset="-122"/>
      <p:regular r:id="rId41"/>
      <p:bold r:id="rId42"/>
    </p:embeddedFont>
    <p:embeddedFont>
      <p:font typeface="汉仪夏日体W" panose="00020600040101010101" pitchFamily="18" charset="-122"/>
      <p:regular r:id="rId43"/>
    </p:embeddedFont>
    <p:embeddedFont>
      <p:font typeface="微软雅黑" panose="020B0503020204020204" pitchFamily="34" charset="-122"/>
      <p:regular r:id="rId44"/>
      <p:bold r:id="rId45"/>
    </p:embeddedFont>
  </p:embeddedFontLst>
  <p:custDataLst>
    <p:tags r:id="rId4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B8CE"/>
    <a:srgbClr val="B2B2B2"/>
    <a:srgbClr val="9DD53E"/>
    <a:srgbClr val="F4B4CB"/>
    <a:srgbClr val="F9D6E3"/>
    <a:srgbClr val="E54B81"/>
    <a:srgbClr val="FFFFFF"/>
    <a:srgbClr val="594D7B"/>
    <a:srgbClr val="C09CC2"/>
    <a:srgbClr val="F5B7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6239"/>
  </p:normalViewPr>
  <p:slideViewPr>
    <p:cSldViewPr snapToGrid="0" snapToObjects="1">
      <p:cViewPr varScale="1">
        <p:scale>
          <a:sx n="82" d="100"/>
          <a:sy n="82" d="100"/>
        </p:scale>
        <p:origin x="701" y="106"/>
      </p:cViewPr>
      <p:guideLst>
        <p:guide orient="horz" pos="2160"/>
        <p:guide pos="3840"/>
      </p:guideLst>
    </p:cSldViewPr>
  </p:slideViewPr>
  <p:outlineViewPr>
    <p:cViewPr>
      <p:scale>
        <a:sx n="33" d="100"/>
        <a:sy n="33" d="100"/>
      </p:scale>
      <p:origin x="0" y="-141064"/>
    </p:cViewPr>
  </p:outlineViewPr>
  <p:notesTextViewPr>
    <p:cViewPr>
      <p:scale>
        <a:sx n="1" d="1"/>
        <a:sy n="1" d="1"/>
      </p:scale>
      <p:origin x="0" y="0"/>
    </p:cViewPr>
  </p:notesTextViewPr>
  <p:sorterViewPr>
    <p:cViewPr>
      <p:scale>
        <a:sx n="66" d="100"/>
        <a:sy n="66" d="100"/>
      </p:scale>
      <p:origin x="0" y="0"/>
    </p:cViewPr>
  </p:sorterViewPr>
  <p:notesViewPr>
    <p:cSldViewPr snapToGrid="0" snapToObjects="1" showGuides="1">
      <p:cViewPr varScale="1">
        <p:scale>
          <a:sx n="95" d="100"/>
          <a:sy n="95" d="100"/>
        </p:scale>
        <p:origin x="2512" y="19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1.fnt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font" Target="fonts/font14.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36" Type="http://schemas.openxmlformats.org/officeDocument/2006/relationships/font" Target="fonts/font8.fntdata"/><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4" Type="http://schemas.openxmlformats.org/officeDocument/2006/relationships/font" Target="fonts/font1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48"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gs" Target="tags/tag1.xml"/><Relationship Id="rId20" Type="http://schemas.openxmlformats.org/officeDocument/2006/relationships/slide" Target="slides/slide18.xml"/><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7D4DFA9-38CF-7D4C-9EB4-7A6A0A01A9C5}" type="datetimeFigureOut">
              <a:rPr lang="en-US" smtClean="0"/>
              <a:t>5/11/2024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8C5D27-E275-914C-B9A8-807C55B0069F}" type="slidenum">
              <a:rPr lang="en-US" smtClean="0"/>
              <a:t>‹#›</a:t>
            </a:fld>
            <a:endParaRPr lang="en-US"/>
          </a:p>
        </p:txBody>
      </p:sp>
    </p:spTree>
    <p:extLst>
      <p:ext uri="{BB962C8B-B14F-4D97-AF65-F5344CB8AC3E}">
        <p14:creationId xmlns:p14="http://schemas.microsoft.com/office/powerpoint/2010/main" val="480298490"/>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09CB90-614C-5144-87C1-67812BEDF5FB}" type="datetimeFigureOut">
              <a:rPr lang="en-US" smtClean="0"/>
              <a:t>5/11/2024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6E7EC0-9BE3-5541-9D76-7DE32A6C9D42}" type="slidenum">
              <a:rPr lang="en-US" smtClean="0"/>
              <a:t>‹#›</a:t>
            </a:fld>
            <a:endParaRPr lang="en-US"/>
          </a:p>
        </p:txBody>
      </p:sp>
    </p:spTree>
    <p:extLst>
      <p:ext uri="{BB962C8B-B14F-4D97-AF65-F5344CB8AC3E}">
        <p14:creationId xmlns:p14="http://schemas.microsoft.com/office/powerpoint/2010/main" val="2001100545"/>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1</a:t>
            </a:fld>
            <a:endParaRPr lang="en-US"/>
          </a:p>
        </p:txBody>
      </p:sp>
    </p:spTree>
    <p:extLst>
      <p:ext uri="{BB962C8B-B14F-4D97-AF65-F5344CB8AC3E}">
        <p14:creationId xmlns:p14="http://schemas.microsoft.com/office/powerpoint/2010/main" val="39281688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2</a:t>
            </a:fld>
            <a:endParaRPr lang="en-US"/>
          </a:p>
        </p:txBody>
      </p:sp>
    </p:spTree>
    <p:extLst>
      <p:ext uri="{BB962C8B-B14F-4D97-AF65-F5344CB8AC3E}">
        <p14:creationId xmlns:p14="http://schemas.microsoft.com/office/powerpoint/2010/main" val="951536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3</a:t>
            </a:fld>
            <a:endParaRPr lang="en-US"/>
          </a:p>
        </p:txBody>
      </p:sp>
    </p:spTree>
    <p:extLst>
      <p:ext uri="{BB962C8B-B14F-4D97-AF65-F5344CB8AC3E}">
        <p14:creationId xmlns:p14="http://schemas.microsoft.com/office/powerpoint/2010/main" val="2444452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4</a:t>
            </a:fld>
            <a:endParaRPr lang="en-US"/>
          </a:p>
        </p:txBody>
      </p:sp>
    </p:spTree>
    <p:extLst>
      <p:ext uri="{BB962C8B-B14F-4D97-AF65-F5344CB8AC3E}">
        <p14:creationId xmlns:p14="http://schemas.microsoft.com/office/powerpoint/2010/main" val="12472839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972472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902078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203132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8</a:t>
            </a:fld>
            <a:endParaRPr lang="en-US"/>
          </a:p>
        </p:txBody>
      </p:sp>
    </p:spTree>
    <p:extLst>
      <p:ext uri="{BB962C8B-B14F-4D97-AF65-F5344CB8AC3E}">
        <p14:creationId xmlns:p14="http://schemas.microsoft.com/office/powerpoint/2010/main" val="446366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462607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732992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11</a:t>
            </a:fld>
            <a:endParaRPr lang="en-US"/>
          </a:p>
        </p:txBody>
      </p:sp>
    </p:spTree>
    <p:extLst>
      <p:ext uri="{BB962C8B-B14F-4D97-AF65-F5344CB8AC3E}">
        <p14:creationId xmlns:p14="http://schemas.microsoft.com/office/powerpoint/2010/main" val="3006422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184747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195543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14</a:t>
            </a:fld>
            <a:endParaRPr lang="en-US"/>
          </a:p>
        </p:txBody>
      </p:sp>
    </p:spTree>
    <p:extLst>
      <p:ext uri="{BB962C8B-B14F-4D97-AF65-F5344CB8AC3E}">
        <p14:creationId xmlns:p14="http://schemas.microsoft.com/office/powerpoint/2010/main" val="38651854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8294191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019375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endParaRPr lang="en-US"/>
          </a:p>
        </p:txBody>
      </p:sp>
      <p:sp>
        <p:nvSpPr>
          <p:cNvPr id="5" name="页脚占位符 4"/>
          <p:cNvSpPr>
            <a:spLocks noGrp="1"/>
          </p:cNvSpPr>
          <p:nvPr>
            <p:ph type="ftr" sz="quarter" idx="11"/>
          </p:nvPr>
        </p:nvSpPr>
        <p:spPr/>
        <p:txBody>
          <a:bodyPr/>
          <a:lstStyle/>
          <a:p>
            <a:endParaRPr lang="en-US"/>
          </a:p>
        </p:txBody>
      </p:sp>
      <p:sp>
        <p:nvSpPr>
          <p:cNvPr id="6" name="灯片编号占位符 5"/>
          <p:cNvSpPr>
            <a:spLocks noGrp="1"/>
          </p:cNvSpPr>
          <p:nvPr>
            <p:ph type="sldNum" sz="quarter" idx="12"/>
          </p:nvPr>
        </p:nvSpPr>
        <p:spPr/>
        <p:txBody>
          <a:bodyPr/>
          <a:lstStyle/>
          <a:p>
            <a:fld id="{B36E7EC0-9BE3-5541-9D76-7DE32A6C9D42}" type="slidenum">
              <a:rPr lang="en-US" smtClean="0"/>
              <a:t>17</a:t>
            </a:fld>
            <a:endParaRPr lang="en-US"/>
          </a:p>
        </p:txBody>
      </p:sp>
    </p:spTree>
    <p:extLst>
      <p:ext uri="{BB962C8B-B14F-4D97-AF65-F5344CB8AC3E}">
        <p14:creationId xmlns:p14="http://schemas.microsoft.com/office/powerpoint/2010/main" val="4225679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232602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325449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8715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endParaRPr lang="en-US"/>
          </a:p>
        </p:txBody>
      </p:sp>
      <p:sp>
        <p:nvSpPr>
          <p:cNvPr id="6" name="灯片编号占位符 5"/>
          <p:cNvSpPr>
            <a:spLocks noGrp="1"/>
          </p:cNvSpPr>
          <p:nvPr>
            <p:ph type="sldNum" sz="quarter" idx="5"/>
          </p:nvPr>
        </p:nvSpPr>
        <p:spPr/>
        <p:txBody>
          <a:bodyPr/>
          <a:lstStyle/>
          <a:p>
            <a:fld id="{B36E7EC0-9BE3-5541-9D76-7DE32A6C9D42}" type="slidenum">
              <a:rPr lang="en-US" smtClean="0"/>
              <a:t>21</a:t>
            </a:fld>
            <a:endParaRPr lang="en-US"/>
          </a:p>
        </p:txBody>
      </p:sp>
    </p:spTree>
    <p:extLst>
      <p:ext uri="{BB962C8B-B14F-4D97-AF65-F5344CB8AC3E}">
        <p14:creationId xmlns:p14="http://schemas.microsoft.com/office/powerpoint/2010/main" val="40836580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页眉占位符 3"/>
          <p:cNvSpPr>
            <a:spLocks noGrp="1"/>
          </p:cNvSpPr>
          <p:nvPr>
            <p:ph type="hdr" sz="quarter"/>
          </p:nvPr>
        </p:nvSpPr>
        <p:spPr/>
        <p:txBody>
          <a:bodyPr/>
          <a:lstStyle/>
          <a:p>
            <a:endParaRPr lang="en-US"/>
          </a:p>
        </p:txBody>
      </p:sp>
      <p:sp>
        <p:nvSpPr>
          <p:cNvPr id="5" name="页脚占位符 4"/>
          <p:cNvSpPr>
            <a:spLocks noGrp="1"/>
          </p:cNvSpPr>
          <p:nvPr>
            <p:ph type="ftr" sz="quarter" idx="4"/>
          </p:nvPr>
        </p:nvSpPr>
        <p:spPr/>
        <p:txBody>
          <a:bodyPr/>
          <a:lstStyle/>
          <a:p>
            <a:endParaRPr lang="en-US"/>
          </a:p>
        </p:txBody>
      </p:sp>
      <p:sp>
        <p:nvSpPr>
          <p:cNvPr id="6" name="灯片编号占位符 5"/>
          <p:cNvSpPr>
            <a:spLocks noGrp="1"/>
          </p:cNvSpPr>
          <p:nvPr>
            <p:ph type="sldNum" sz="quarter" idx="5"/>
          </p:nvPr>
        </p:nvSpPr>
        <p:spPr/>
        <p:txBody>
          <a:bodyPr/>
          <a:lstStyle/>
          <a:p>
            <a:fld id="{B36E7EC0-9BE3-5541-9D76-7DE32A6C9D42}" type="slidenum">
              <a:rPr lang="en-US" smtClean="0"/>
              <a:t>22</a:t>
            </a:fld>
            <a:endParaRPr lang="en-US"/>
          </a:p>
        </p:txBody>
      </p:sp>
    </p:spTree>
    <p:extLst>
      <p:ext uri="{BB962C8B-B14F-4D97-AF65-F5344CB8AC3E}">
        <p14:creationId xmlns:p14="http://schemas.microsoft.com/office/powerpoint/2010/main" val="317414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9FABD-524A-446D-A66D-D9B1D0C24A8E}"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391843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页眉占位符 3"/>
          <p:cNvSpPr>
            <a:spLocks noGrp="1"/>
          </p:cNvSpPr>
          <p:nvPr>
            <p:ph type="hdr"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页脚占位符 4"/>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36E7EC0-9BE3-5541-9D76-7DE32A6C9D4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99563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hyperlink" Target="http://www.1ppt.com/moban/" TargetMode="External"/><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ctr">
            <a:normAutofit/>
          </a:bodyPr>
          <a:lstStyle>
            <a:lvl1pPr algn="ctr">
              <a:defRPr sz="3000"/>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nchor="ctr">
            <a:normAutofit/>
          </a:bodyPr>
          <a:lstStyle>
            <a:lvl1pPr marL="0" indent="0" algn="ctr">
              <a:buNone/>
              <a:defRPr sz="9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E97ECB15-F748-C140-A5C3-CF0090C943BA}" type="slidenum">
              <a:rPr lang="en-US" smtClean="0"/>
              <a:pPr/>
              <a:t>‹#›</a:t>
            </a:fld>
            <a:endParaRPr lang="en-US"/>
          </a:p>
        </p:txBody>
      </p:sp>
    </p:spTree>
    <p:extLst>
      <p:ext uri="{BB962C8B-B14F-4D97-AF65-F5344CB8AC3E}">
        <p14:creationId xmlns:p14="http://schemas.microsoft.com/office/powerpoint/2010/main" val="866446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oposal 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64" name="Picture Placeholder 2"/>
          <p:cNvSpPr>
            <a:spLocks noGrp="1"/>
          </p:cNvSpPr>
          <p:nvPr>
            <p:ph type="pic" sz="quarter" idx="16"/>
          </p:nvPr>
        </p:nvSpPr>
        <p:spPr>
          <a:xfrm>
            <a:off x="3667385" y="1792924"/>
            <a:ext cx="4863967" cy="276078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0696873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ending 1">
    <p:spTree>
      <p:nvGrpSpPr>
        <p:cNvPr id="1" name=""/>
        <p:cNvGrpSpPr/>
        <p:nvPr/>
      </p:nvGrpSpPr>
      <p:grpSpPr>
        <a:xfrm>
          <a:off x="0" y="0"/>
          <a:ext cx="0" cy="0"/>
          <a:chOff x="0" y="0"/>
          <a:chExt cx="0" cy="0"/>
        </a:xfrm>
      </p:grpSpPr>
      <p:sp>
        <p:nvSpPr>
          <p:cNvPr id="64" name="Picture Placeholder 2"/>
          <p:cNvSpPr>
            <a:spLocks noGrp="1"/>
          </p:cNvSpPr>
          <p:nvPr>
            <p:ph type="pic" sz="quarter" idx="16"/>
          </p:nvPr>
        </p:nvSpPr>
        <p:spPr>
          <a:xfrm>
            <a:off x="0" y="0"/>
            <a:ext cx="12192000" cy="3429000"/>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Tree>
    <p:extLst>
      <p:ext uri="{BB962C8B-B14F-4D97-AF65-F5344CB8AC3E}">
        <p14:creationId xmlns:p14="http://schemas.microsoft.com/office/powerpoint/2010/main" val="17955191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nding 2">
    <p:spTree>
      <p:nvGrpSpPr>
        <p:cNvPr id="1" name=""/>
        <p:cNvGrpSpPr/>
        <p:nvPr/>
      </p:nvGrpSpPr>
      <p:grpSpPr>
        <a:xfrm>
          <a:off x="0" y="0"/>
          <a:ext cx="0" cy="0"/>
          <a:chOff x="0" y="0"/>
          <a:chExt cx="0" cy="0"/>
        </a:xfrm>
      </p:grpSpPr>
      <p:sp>
        <p:nvSpPr>
          <p:cNvPr id="64" name="Picture Placeholder 2"/>
          <p:cNvSpPr>
            <a:spLocks noGrp="1"/>
          </p:cNvSpPr>
          <p:nvPr>
            <p:ph type="pic" sz="quarter" idx="16"/>
          </p:nvPr>
        </p:nvSpPr>
        <p:spPr>
          <a:xfrm>
            <a:off x="1400671" y="1841951"/>
            <a:ext cx="6970329" cy="5025476"/>
          </a:xfrm>
          <a:prstGeom prst="parallelogram">
            <a:avLst>
              <a:gd name="adj" fmla="val 46530"/>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Tree>
    <p:extLst>
      <p:ext uri="{BB962C8B-B14F-4D97-AF65-F5344CB8AC3E}">
        <p14:creationId xmlns:p14="http://schemas.microsoft.com/office/powerpoint/2010/main" val="4618510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rending 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16"/>
          </p:nvPr>
        </p:nvSpPr>
        <p:spPr>
          <a:xfrm>
            <a:off x="-18854" y="1704855"/>
            <a:ext cx="5552388" cy="2611303"/>
          </a:xfrm>
          <a:custGeom>
            <a:avLst/>
            <a:gdLst>
              <a:gd name="connsiteX0" fmla="*/ 0 w 5552388"/>
              <a:gd name="connsiteY0" fmla="*/ 2611303 h 2611303"/>
              <a:gd name="connsiteX1" fmla="*/ 0 w 5552388"/>
              <a:gd name="connsiteY1" fmla="*/ 0 h 2611303"/>
              <a:gd name="connsiteX2" fmla="*/ 5552388 w 5552388"/>
              <a:gd name="connsiteY2" fmla="*/ 0 h 2611303"/>
              <a:gd name="connsiteX3" fmla="*/ 5552388 w 5552388"/>
              <a:gd name="connsiteY3" fmla="*/ 2611303 h 2611303"/>
              <a:gd name="connsiteX4" fmla="*/ 0 w 5552388"/>
              <a:gd name="connsiteY4" fmla="*/ 2611303 h 2611303"/>
              <a:gd name="connsiteX0" fmla="*/ 0 w 5552388"/>
              <a:gd name="connsiteY0" fmla="*/ 2611303 h 2611303"/>
              <a:gd name="connsiteX1" fmla="*/ 0 w 5552388"/>
              <a:gd name="connsiteY1" fmla="*/ 0 h 2611303"/>
              <a:gd name="connsiteX2" fmla="*/ 4637988 w 5552388"/>
              <a:gd name="connsiteY2" fmla="*/ 0 h 2611303"/>
              <a:gd name="connsiteX3" fmla="*/ 5552388 w 5552388"/>
              <a:gd name="connsiteY3" fmla="*/ 2611303 h 2611303"/>
              <a:gd name="connsiteX4" fmla="*/ 0 w 5552388"/>
              <a:gd name="connsiteY4" fmla="*/ 2611303 h 2611303"/>
              <a:gd name="connsiteX0" fmla="*/ 0 w 5552388"/>
              <a:gd name="connsiteY0" fmla="*/ 2611303 h 2611303"/>
              <a:gd name="connsiteX1" fmla="*/ 0 w 5552388"/>
              <a:gd name="connsiteY1" fmla="*/ 0 h 2611303"/>
              <a:gd name="connsiteX2" fmla="*/ 3930978 w 5552388"/>
              <a:gd name="connsiteY2" fmla="*/ 1397 h 2611303"/>
              <a:gd name="connsiteX3" fmla="*/ 4637988 w 5552388"/>
              <a:gd name="connsiteY3" fmla="*/ 0 h 2611303"/>
              <a:gd name="connsiteX4" fmla="*/ 5552388 w 5552388"/>
              <a:gd name="connsiteY4" fmla="*/ 2611303 h 2611303"/>
              <a:gd name="connsiteX5" fmla="*/ 0 w 5552388"/>
              <a:gd name="connsiteY5" fmla="*/ 2611303 h 2611303"/>
              <a:gd name="connsiteX0" fmla="*/ 0 w 5552388"/>
              <a:gd name="connsiteY0" fmla="*/ 2611303 h 2611303"/>
              <a:gd name="connsiteX1" fmla="*/ 0 w 5552388"/>
              <a:gd name="connsiteY1" fmla="*/ 0 h 2611303"/>
              <a:gd name="connsiteX2" fmla="*/ 3930978 w 5552388"/>
              <a:gd name="connsiteY2" fmla="*/ 1397 h 2611303"/>
              <a:gd name="connsiteX3" fmla="*/ 4807671 w 5552388"/>
              <a:gd name="connsiteY3" fmla="*/ 518474 h 2611303"/>
              <a:gd name="connsiteX4" fmla="*/ 5552388 w 5552388"/>
              <a:gd name="connsiteY4" fmla="*/ 2611303 h 2611303"/>
              <a:gd name="connsiteX5" fmla="*/ 0 w 5552388"/>
              <a:gd name="connsiteY5" fmla="*/ 2611303 h 2611303"/>
              <a:gd name="connsiteX0" fmla="*/ 0 w 5552388"/>
              <a:gd name="connsiteY0" fmla="*/ 2611303 h 2611303"/>
              <a:gd name="connsiteX1" fmla="*/ 0 w 5552388"/>
              <a:gd name="connsiteY1" fmla="*/ 0 h 2611303"/>
              <a:gd name="connsiteX2" fmla="*/ 3930978 w 5552388"/>
              <a:gd name="connsiteY2" fmla="*/ 1397 h 2611303"/>
              <a:gd name="connsiteX3" fmla="*/ 4807671 w 5552388"/>
              <a:gd name="connsiteY3" fmla="*/ 518474 h 2611303"/>
              <a:gd name="connsiteX4" fmla="*/ 5552388 w 5552388"/>
              <a:gd name="connsiteY4" fmla="*/ 2611303 h 2611303"/>
              <a:gd name="connsiteX5" fmla="*/ 0 w 5552388"/>
              <a:gd name="connsiteY5" fmla="*/ 2611303 h 2611303"/>
              <a:gd name="connsiteX0" fmla="*/ 0 w 5552388"/>
              <a:gd name="connsiteY0" fmla="*/ 2611303 h 2611303"/>
              <a:gd name="connsiteX1" fmla="*/ 0 w 5552388"/>
              <a:gd name="connsiteY1" fmla="*/ 0 h 2611303"/>
              <a:gd name="connsiteX2" fmla="*/ 3930978 w 5552388"/>
              <a:gd name="connsiteY2" fmla="*/ 1397 h 2611303"/>
              <a:gd name="connsiteX3" fmla="*/ 4807671 w 5552388"/>
              <a:gd name="connsiteY3" fmla="*/ 518474 h 2611303"/>
              <a:gd name="connsiteX4" fmla="*/ 5552388 w 5552388"/>
              <a:gd name="connsiteY4" fmla="*/ 2611303 h 2611303"/>
              <a:gd name="connsiteX5" fmla="*/ 0 w 5552388"/>
              <a:gd name="connsiteY5" fmla="*/ 2611303 h 2611303"/>
              <a:gd name="connsiteX0" fmla="*/ 0 w 5552388"/>
              <a:gd name="connsiteY0" fmla="*/ 2611303 h 2611303"/>
              <a:gd name="connsiteX1" fmla="*/ 0 w 5552388"/>
              <a:gd name="connsiteY1" fmla="*/ 0 h 2611303"/>
              <a:gd name="connsiteX2" fmla="*/ 3930978 w 5552388"/>
              <a:gd name="connsiteY2" fmla="*/ 1397 h 2611303"/>
              <a:gd name="connsiteX3" fmla="*/ 4807671 w 5552388"/>
              <a:gd name="connsiteY3" fmla="*/ 518474 h 2611303"/>
              <a:gd name="connsiteX4" fmla="*/ 5552388 w 5552388"/>
              <a:gd name="connsiteY4" fmla="*/ 2611303 h 2611303"/>
              <a:gd name="connsiteX5" fmla="*/ 0 w 5552388"/>
              <a:gd name="connsiteY5" fmla="*/ 2611303 h 26113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52388" h="2611303">
                <a:moveTo>
                  <a:pt x="0" y="2611303"/>
                </a:moveTo>
                <a:lnTo>
                  <a:pt x="0" y="0"/>
                </a:lnTo>
                <a:lnTo>
                  <a:pt x="3930978" y="1397"/>
                </a:lnTo>
                <a:cubicBezTo>
                  <a:pt x="4468306" y="-5353"/>
                  <a:pt x="4685123" y="204712"/>
                  <a:pt x="4807671" y="518474"/>
                </a:cubicBezTo>
                <a:lnTo>
                  <a:pt x="5552388" y="2611303"/>
                </a:lnTo>
                <a:lnTo>
                  <a:pt x="0" y="2611303"/>
                </a:lnTo>
                <a:close/>
              </a:path>
            </a:pathLst>
          </a:cu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6396248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Real Estate">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8" name="Picture Placeholder 2"/>
          <p:cNvSpPr>
            <a:spLocks noGrp="1"/>
          </p:cNvSpPr>
          <p:nvPr>
            <p:ph type="pic" sz="quarter" idx="11"/>
          </p:nvPr>
        </p:nvSpPr>
        <p:spPr>
          <a:xfrm>
            <a:off x="4109815" y="2130992"/>
            <a:ext cx="1426024" cy="1426024"/>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12"/>
          </p:nvPr>
        </p:nvSpPr>
        <p:spPr>
          <a:xfrm>
            <a:off x="6088638" y="2043271"/>
            <a:ext cx="1601466" cy="1601466"/>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13"/>
          </p:nvPr>
        </p:nvSpPr>
        <p:spPr>
          <a:xfrm>
            <a:off x="8352191" y="2212848"/>
            <a:ext cx="1262312" cy="1262312"/>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14"/>
          </p:nvPr>
        </p:nvSpPr>
        <p:spPr>
          <a:xfrm>
            <a:off x="10336879" y="2130992"/>
            <a:ext cx="1426024" cy="1426024"/>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12414995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al Estate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8" name="Picture Placeholder 2"/>
          <p:cNvSpPr>
            <a:spLocks noGrp="1"/>
          </p:cNvSpPr>
          <p:nvPr>
            <p:ph type="pic" sz="quarter" idx="11"/>
          </p:nvPr>
        </p:nvSpPr>
        <p:spPr>
          <a:xfrm>
            <a:off x="2473039" y="2130992"/>
            <a:ext cx="1426024" cy="1426024"/>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12"/>
          </p:nvPr>
        </p:nvSpPr>
        <p:spPr>
          <a:xfrm>
            <a:off x="4451862" y="2043271"/>
            <a:ext cx="1601466" cy="1601466"/>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13"/>
          </p:nvPr>
        </p:nvSpPr>
        <p:spPr>
          <a:xfrm>
            <a:off x="6715415" y="2212848"/>
            <a:ext cx="1262312" cy="1262312"/>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14"/>
          </p:nvPr>
        </p:nvSpPr>
        <p:spPr>
          <a:xfrm>
            <a:off x="8700103" y="2130992"/>
            <a:ext cx="1426024" cy="1426024"/>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71729540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eal Estate 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8" name="Picture Placeholder 2"/>
          <p:cNvSpPr>
            <a:spLocks noGrp="1"/>
          </p:cNvSpPr>
          <p:nvPr>
            <p:ph type="pic" sz="quarter" idx="11"/>
          </p:nvPr>
        </p:nvSpPr>
        <p:spPr>
          <a:xfrm>
            <a:off x="1805527" y="2130992"/>
            <a:ext cx="1426024" cy="1426024"/>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12"/>
          </p:nvPr>
        </p:nvSpPr>
        <p:spPr>
          <a:xfrm>
            <a:off x="3784350" y="2043271"/>
            <a:ext cx="1601466" cy="1601466"/>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13"/>
          </p:nvPr>
        </p:nvSpPr>
        <p:spPr>
          <a:xfrm>
            <a:off x="6047903" y="2212848"/>
            <a:ext cx="1262312" cy="1262312"/>
          </a:xfrm>
          <a:prstGeom prst="wedgeEllipseCallout">
            <a:avLst>
              <a:gd name="adj1" fmla="val -2879"/>
              <a:gd name="adj2" fmla="val 63141"/>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1207411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eal Estate 4">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593889" y="1489435"/>
            <a:ext cx="3780148" cy="538741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81271890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eal Estate 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0" y="1707211"/>
            <a:ext cx="12192000" cy="2703136"/>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1052105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Real Estate 6">
    <p:spTree>
      <p:nvGrpSpPr>
        <p:cNvPr id="1" name=""/>
        <p:cNvGrpSpPr/>
        <p:nvPr/>
      </p:nvGrpSpPr>
      <p:grpSpPr>
        <a:xfrm>
          <a:off x="0" y="0"/>
          <a:ext cx="0" cy="0"/>
          <a:chOff x="0" y="0"/>
          <a:chExt cx="0" cy="0"/>
        </a:xfrm>
      </p:grpSpPr>
      <p:sp>
        <p:nvSpPr>
          <p:cNvPr id="14" name="Picture Placeholder 2"/>
          <p:cNvSpPr>
            <a:spLocks noGrp="1"/>
          </p:cNvSpPr>
          <p:nvPr>
            <p:ph type="pic" sz="quarter" idx="11"/>
          </p:nvPr>
        </p:nvSpPr>
        <p:spPr>
          <a:xfrm>
            <a:off x="1775852" y="1522778"/>
            <a:ext cx="4851150" cy="4851150"/>
          </a:xfrm>
          <a:prstGeom prst="ellipse">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Tree>
    <p:extLst>
      <p:ext uri="{BB962C8B-B14F-4D97-AF65-F5344CB8AC3E}">
        <p14:creationId xmlns:p14="http://schemas.microsoft.com/office/powerpoint/2010/main" val="14350011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Real Estate 7">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1241816" y="4761884"/>
            <a:ext cx="2588223" cy="1582353"/>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17"/>
          </p:nvPr>
        </p:nvSpPr>
        <p:spPr>
          <a:xfrm>
            <a:off x="4780526" y="4761884"/>
            <a:ext cx="2588223" cy="1582353"/>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18"/>
          </p:nvPr>
        </p:nvSpPr>
        <p:spPr>
          <a:xfrm>
            <a:off x="8231313" y="4761884"/>
            <a:ext cx="2588223" cy="1582353"/>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0167472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Real Estate 8">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862553" y="1838227"/>
            <a:ext cx="2917598" cy="1941920"/>
          </a:xfrm>
          <a:prstGeom prst="round2DiagRect">
            <a:avLst>
              <a:gd name="adj1" fmla="val 50000"/>
              <a:gd name="adj2" fmla="val 0"/>
            </a:avLst>
          </a:prstGeom>
        </p:spPr>
        <p:txBody>
          <a:bodyPr anchor="ctr">
            <a:normAutofit/>
          </a:bodyPr>
          <a:lstStyle>
            <a:lvl1pPr marL="0" indent="0" algn="ctr">
              <a:buNone/>
              <a:defRPr sz="1200"/>
            </a:lvl1pPr>
          </a:lstStyle>
          <a:p>
            <a:endParaRPr lang="en-US" dirty="0"/>
          </a:p>
        </p:txBody>
      </p:sp>
      <p:sp>
        <p:nvSpPr>
          <p:cNvPr id="24" name="Picture Placeholder 2"/>
          <p:cNvSpPr>
            <a:spLocks noGrp="1"/>
          </p:cNvSpPr>
          <p:nvPr>
            <p:ph type="pic" sz="quarter" idx="17"/>
          </p:nvPr>
        </p:nvSpPr>
        <p:spPr>
          <a:xfrm>
            <a:off x="4067666" y="1838227"/>
            <a:ext cx="2917598" cy="1941920"/>
          </a:xfrm>
          <a:prstGeom prst="round2DiagRect">
            <a:avLst>
              <a:gd name="adj1" fmla="val 0"/>
              <a:gd name="adj2" fmla="val 50000"/>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18"/>
          </p:nvPr>
        </p:nvSpPr>
        <p:spPr>
          <a:xfrm>
            <a:off x="8224884" y="1838227"/>
            <a:ext cx="2917598" cy="1941920"/>
          </a:xfrm>
          <a:prstGeom prst="round2DiagRect">
            <a:avLst>
              <a:gd name="adj1" fmla="val 50000"/>
              <a:gd name="adj2" fmla="val 0"/>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19"/>
          </p:nvPr>
        </p:nvSpPr>
        <p:spPr>
          <a:xfrm>
            <a:off x="4067666" y="4091312"/>
            <a:ext cx="2917598" cy="1941920"/>
          </a:xfrm>
          <a:prstGeom prst="round2DiagRect">
            <a:avLst>
              <a:gd name="adj1" fmla="val 50000"/>
              <a:gd name="adj2" fmla="val 0"/>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20"/>
          </p:nvPr>
        </p:nvSpPr>
        <p:spPr>
          <a:xfrm>
            <a:off x="8224884" y="4091312"/>
            <a:ext cx="2917598" cy="1941920"/>
          </a:xfrm>
          <a:prstGeom prst="round2DiagRect">
            <a:avLst>
              <a:gd name="adj1" fmla="val 0"/>
              <a:gd name="adj2" fmla="val 50000"/>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21"/>
          </p:nvPr>
        </p:nvSpPr>
        <p:spPr>
          <a:xfrm>
            <a:off x="862552" y="4091312"/>
            <a:ext cx="2917598" cy="1941920"/>
          </a:xfrm>
          <a:prstGeom prst="round2DiagRect">
            <a:avLst>
              <a:gd name="adj1" fmla="val 0"/>
              <a:gd name="adj2" fmla="val 50000"/>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92426428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Real Estate 9">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37" name="Picture Placeholder 2"/>
          <p:cNvSpPr>
            <a:spLocks noGrp="1"/>
          </p:cNvSpPr>
          <p:nvPr>
            <p:ph type="pic" sz="quarter" idx="11"/>
          </p:nvPr>
        </p:nvSpPr>
        <p:spPr>
          <a:xfrm>
            <a:off x="1008670" y="1886299"/>
            <a:ext cx="2223787" cy="2223787"/>
          </a:xfrm>
          <a:prstGeom prst="ellipse">
            <a:avLst/>
          </a:prstGeom>
        </p:spPr>
        <p:txBody>
          <a:bodyPr anchor="ctr">
            <a:normAutofit/>
          </a:bodyPr>
          <a:lstStyle>
            <a:lvl1pPr marL="0" indent="0" algn="ctr">
              <a:buNone/>
              <a:defRPr sz="1200"/>
            </a:lvl1pPr>
          </a:lstStyle>
          <a:p>
            <a:endParaRPr lang="en-US" dirty="0"/>
          </a:p>
        </p:txBody>
      </p:sp>
      <p:sp>
        <p:nvSpPr>
          <p:cNvPr id="40" name="Picture Placeholder 2"/>
          <p:cNvSpPr>
            <a:spLocks noGrp="1"/>
          </p:cNvSpPr>
          <p:nvPr>
            <p:ph type="pic" sz="quarter" idx="22"/>
          </p:nvPr>
        </p:nvSpPr>
        <p:spPr>
          <a:xfrm>
            <a:off x="3516199" y="1886299"/>
            <a:ext cx="2223787" cy="2223787"/>
          </a:xfrm>
          <a:prstGeom prst="ellipse">
            <a:avLst/>
          </a:prstGeom>
        </p:spPr>
        <p:txBody>
          <a:bodyPr anchor="ctr">
            <a:normAutofit/>
          </a:bodyPr>
          <a:lstStyle>
            <a:lvl1pPr marL="0" indent="0" algn="ctr">
              <a:buNone/>
              <a:defRPr sz="1200"/>
            </a:lvl1pPr>
          </a:lstStyle>
          <a:p>
            <a:endParaRPr lang="en-US" dirty="0"/>
          </a:p>
        </p:txBody>
      </p:sp>
      <p:sp>
        <p:nvSpPr>
          <p:cNvPr id="42" name="Picture Placeholder 2"/>
          <p:cNvSpPr>
            <a:spLocks noGrp="1"/>
          </p:cNvSpPr>
          <p:nvPr>
            <p:ph type="pic" sz="quarter" idx="24"/>
          </p:nvPr>
        </p:nvSpPr>
        <p:spPr>
          <a:xfrm>
            <a:off x="6032446" y="1886299"/>
            <a:ext cx="2223787" cy="2223787"/>
          </a:xfrm>
          <a:prstGeom prst="ellipse">
            <a:avLst/>
          </a:prstGeom>
        </p:spPr>
        <p:txBody>
          <a:bodyPr anchor="ctr">
            <a:normAutofit/>
          </a:bodyPr>
          <a:lstStyle>
            <a:lvl1pPr marL="0" indent="0" algn="ctr">
              <a:buNone/>
              <a:defRPr sz="1200"/>
            </a:lvl1pPr>
          </a:lstStyle>
          <a:p>
            <a:endParaRPr lang="en-US" dirty="0"/>
          </a:p>
        </p:txBody>
      </p:sp>
      <p:sp>
        <p:nvSpPr>
          <p:cNvPr id="44" name="Picture Placeholder 2"/>
          <p:cNvSpPr>
            <a:spLocks noGrp="1"/>
          </p:cNvSpPr>
          <p:nvPr>
            <p:ph type="pic" sz="quarter" idx="25"/>
          </p:nvPr>
        </p:nvSpPr>
        <p:spPr>
          <a:xfrm>
            <a:off x="2266793" y="3969623"/>
            <a:ext cx="2223787" cy="2223787"/>
          </a:xfrm>
          <a:prstGeom prst="ellipse">
            <a:avLst/>
          </a:prstGeom>
        </p:spPr>
        <p:txBody>
          <a:bodyPr anchor="ctr">
            <a:normAutofit/>
          </a:bodyPr>
          <a:lstStyle>
            <a:lvl1pPr marL="0" indent="0" algn="ctr">
              <a:buNone/>
              <a:defRPr sz="1200"/>
            </a:lvl1pPr>
          </a:lstStyle>
          <a:p>
            <a:endParaRPr lang="en-US" dirty="0"/>
          </a:p>
        </p:txBody>
      </p:sp>
      <p:sp>
        <p:nvSpPr>
          <p:cNvPr id="45" name="Picture Placeholder 2"/>
          <p:cNvSpPr>
            <a:spLocks noGrp="1"/>
          </p:cNvSpPr>
          <p:nvPr>
            <p:ph type="pic" sz="quarter" idx="26"/>
          </p:nvPr>
        </p:nvSpPr>
        <p:spPr>
          <a:xfrm>
            <a:off x="4774322" y="3969623"/>
            <a:ext cx="2223787" cy="2223787"/>
          </a:xfrm>
          <a:prstGeom prst="ellipse">
            <a:avLst/>
          </a:prstGeom>
        </p:spPr>
        <p:txBody>
          <a:bodyPr anchor="ctr">
            <a:normAutofit/>
          </a:bodyPr>
          <a:lstStyle>
            <a:lvl1pPr marL="0" indent="0" algn="ctr">
              <a:buNone/>
              <a:defRPr sz="1200"/>
            </a:lvl1pPr>
          </a:lstStyle>
          <a:p>
            <a:endParaRPr lang="en-US" dirty="0"/>
          </a:p>
        </p:txBody>
      </p:sp>
      <p:sp>
        <p:nvSpPr>
          <p:cNvPr id="46" name="Picture Placeholder 2"/>
          <p:cNvSpPr>
            <a:spLocks noGrp="1"/>
          </p:cNvSpPr>
          <p:nvPr>
            <p:ph type="pic" sz="quarter" idx="27"/>
          </p:nvPr>
        </p:nvSpPr>
        <p:spPr>
          <a:xfrm>
            <a:off x="7290569" y="3969623"/>
            <a:ext cx="2223787" cy="2223787"/>
          </a:xfrm>
          <a:prstGeom prst="ellipse">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7390683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cial Media 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0" y="1988289"/>
            <a:ext cx="12192000" cy="2190306"/>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143766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ocial Media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0" y="0"/>
            <a:ext cx="6251945" cy="685800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0876383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reative &amp; Photography 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531876" y="489098"/>
            <a:ext cx="3689250" cy="587980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2694003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reative &amp; Photography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1" name="Picture Placeholder 3"/>
          <p:cNvSpPr>
            <a:spLocks noGrp="1"/>
          </p:cNvSpPr>
          <p:nvPr>
            <p:ph type="pic" sz="quarter" idx="17"/>
          </p:nvPr>
        </p:nvSpPr>
        <p:spPr>
          <a:xfrm>
            <a:off x="1471135" y="1961864"/>
            <a:ext cx="2934274" cy="2934272"/>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4" name="Picture Placeholder 3"/>
          <p:cNvSpPr>
            <a:spLocks noGrp="1"/>
          </p:cNvSpPr>
          <p:nvPr>
            <p:ph type="pic" sz="quarter" idx="18"/>
          </p:nvPr>
        </p:nvSpPr>
        <p:spPr>
          <a:xfrm>
            <a:off x="4628863" y="1961864"/>
            <a:ext cx="2934274" cy="2934272"/>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6" name="Picture Placeholder 3"/>
          <p:cNvSpPr>
            <a:spLocks noGrp="1"/>
          </p:cNvSpPr>
          <p:nvPr>
            <p:ph type="pic" sz="quarter" idx="19"/>
          </p:nvPr>
        </p:nvSpPr>
        <p:spPr>
          <a:xfrm>
            <a:off x="7786591" y="1961864"/>
            <a:ext cx="2934274" cy="2934272"/>
          </a:xfrm>
          <a:prstGeom prst="ellipse">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134591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reative &amp; Photography 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531876" y="489098"/>
            <a:ext cx="11151314" cy="587980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3803901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reative &amp; Photography 4">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16"/>
          </p:nvPr>
        </p:nvSpPr>
        <p:spPr>
          <a:xfrm>
            <a:off x="531876" y="489098"/>
            <a:ext cx="6885432" cy="2939902"/>
          </a:xfrm>
          <a:prstGeom prst="rect">
            <a:avLst/>
          </a:prstGeom>
        </p:spPr>
        <p:txBody>
          <a:bodyPr anchor="ctr">
            <a:normAutofit/>
          </a:bodyPr>
          <a:lstStyle>
            <a:lvl1pPr marL="0" indent="0" algn="ctr">
              <a:buNone/>
              <a:defRPr sz="1200"/>
            </a:lvl1pPr>
          </a:lstStyle>
          <a:p>
            <a:endParaRPr lang="en-US" dirty="0"/>
          </a:p>
        </p:txBody>
      </p:sp>
      <p:sp>
        <p:nvSpPr>
          <p:cNvPr id="11" name="Picture Placeholder 2"/>
          <p:cNvSpPr>
            <a:spLocks noGrp="1"/>
          </p:cNvSpPr>
          <p:nvPr>
            <p:ph type="pic" sz="quarter" idx="17"/>
          </p:nvPr>
        </p:nvSpPr>
        <p:spPr>
          <a:xfrm>
            <a:off x="531876" y="3429000"/>
            <a:ext cx="3442716" cy="2939902"/>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18"/>
          </p:nvPr>
        </p:nvSpPr>
        <p:spPr>
          <a:xfrm>
            <a:off x="3974592" y="3429000"/>
            <a:ext cx="3442716" cy="2939902"/>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8332153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reative &amp; Photography 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18"/>
          </p:nvPr>
        </p:nvSpPr>
        <p:spPr>
          <a:xfrm>
            <a:off x="531876" y="3429000"/>
            <a:ext cx="3698748" cy="2939902"/>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19"/>
          </p:nvPr>
        </p:nvSpPr>
        <p:spPr>
          <a:xfrm>
            <a:off x="531876" y="489098"/>
            <a:ext cx="3698748" cy="2939902"/>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20"/>
          </p:nvPr>
        </p:nvSpPr>
        <p:spPr>
          <a:xfrm>
            <a:off x="4230624" y="3429000"/>
            <a:ext cx="3698748" cy="2939902"/>
          </a:xfrm>
          <a:prstGeom prst="rect">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21"/>
          </p:nvPr>
        </p:nvSpPr>
        <p:spPr>
          <a:xfrm>
            <a:off x="4230624" y="489098"/>
            <a:ext cx="3698748" cy="2939902"/>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22"/>
          </p:nvPr>
        </p:nvSpPr>
        <p:spPr>
          <a:xfrm>
            <a:off x="7923716" y="3429000"/>
            <a:ext cx="3698748" cy="2939902"/>
          </a:xfrm>
          <a:prstGeom prst="rect">
            <a:avLst/>
          </a:prstGeom>
        </p:spPr>
        <p:txBody>
          <a:bodyPr anchor="ctr">
            <a:normAutofit/>
          </a:bodyPr>
          <a:lstStyle>
            <a:lvl1pPr marL="0" indent="0" algn="ctr">
              <a:buNone/>
              <a:defRPr sz="1200"/>
            </a:lvl1pPr>
          </a:lstStyle>
          <a:p>
            <a:endParaRPr lang="en-US" dirty="0"/>
          </a:p>
        </p:txBody>
      </p:sp>
      <p:sp>
        <p:nvSpPr>
          <p:cNvPr id="31" name="Picture Placeholder 2"/>
          <p:cNvSpPr>
            <a:spLocks noGrp="1"/>
          </p:cNvSpPr>
          <p:nvPr>
            <p:ph type="pic" sz="quarter" idx="23"/>
          </p:nvPr>
        </p:nvSpPr>
        <p:spPr>
          <a:xfrm>
            <a:off x="7923716" y="489098"/>
            <a:ext cx="3698748" cy="2939902"/>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503967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reative &amp; Photography 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18"/>
          </p:nvPr>
        </p:nvSpPr>
        <p:spPr>
          <a:xfrm>
            <a:off x="531876" y="489098"/>
            <a:ext cx="8012386" cy="587980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766146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reative &amp; Photography 7">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18"/>
          </p:nvPr>
        </p:nvSpPr>
        <p:spPr>
          <a:xfrm>
            <a:off x="531876" y="489098"/>
            <a:ext cx="2052828" cy="2010262"/>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19"/>
          </p:nvPr>
        </p:nvSpPr>
        <p:spPr>
          <a:xfrm>
            <a:off x="2800731" y="489098"/>
            <a:ext cx="2052828" cy="2010262"/>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0"/>
          </p:nvPr>
        </p:nvSpPr>
        <p:spPr>
          <a:xfrm>
            <a:off x="5069586" y="489098"/>
            <a:ext cx="2052828" cy="2010262"/>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21"/>
          </p:nvPr>
        </p:nvSpPr>
        <p:spPr>
          <a:xfrm>
            <a:off x="7338441" y="489098"/>
            <a:ext cx="2052828" cy="2010262"/>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22"/>
          </p:nvPr>
        </p:nvSpPr>
        <p:spPr>
          <a:xfrm>
            <a:off x="9607296" y="489098"/>
            <a:ext cx="2052828" cy="2010262"/>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47615243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reative &amp; Photography 8">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18"/>
          </p:nvPr>
        </p:nvSpPr>
        <p:spPr>
          <a:xfrm>
            <a:off x="531876" y="489098"/>
            <a:ext cx="2052828" cy="2010262"/>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19"/>
          </p:nvPr>
        </p:nvSpPr>
        <p:spPr>
          <a:xfrm>
            <a:off x="2800731" y="489098"/>
            <a:ext cx="2052828" cy="2010262"/>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0"/>
          </p:nvPr>
        </p:nvSpPr>
        <p:spPr>
          <a:xfrm>
            <a:off x="5069586" y="489098"/>
            <a:ext cx="2052828" cy="2010262"/>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21"/>
          </p:nvPr>
        </p:nvSpPr>
        <p:spPr>
          <a:xfrm>
            <a:off x="7338441" y="489098"/>
            <a:ext cx="2052828" cy="2010262"/>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22"/>
          </p:nvPr>
        </p:nvSpPr>
        <p:spPr>
          <a:xfrm>
            <a:off x="9607296" y="489098"/>
            <a:ext cx="2052828" cy="2010262"/>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23"/>
          </p:nvPr>
        </p:nvSpPr>
        <p:spPr>
          <a:xfrm>
            <a:off x="531877" y="2781194"/>
            <a:ext cx="5455538" cy="3558646"/>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24"/>
          </p:nvPr>
        </p:nvSpPr>
        <p:spPr>
          <a:xfrm>
            <a:off x="6203442" y="2781194"/>
            <a:ext cx="5456682" cy="3558646"/>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820097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reative &amp; Photography 8 -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23"/>
          </p:nvPr>
        </p:nvSpPr>
        <p:spPr>
          <a:xfrm rot="21344879">
            <a:off x="4395362" y="1953112"/>
            <a:ext cx="1798920" cy="1272231"/>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24"/>
          </p:nvPr>
        </p:nvSpPr>
        <p:spPr>
          <a:xfrm rot="172580">
            <a:off x="5765503" y="833630"/>
            <a:ext cx="1508605" cy="2419168"/>
          </a:xfrm>
          <a:prstGeom prst="rect">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25"/>
          </p:nvPr>
        </p:nvSpPr>
        <p:spPr>
          <a:xfrm rot="431303">
            <a:off x="7116844" y="1841763"/>
            <a:ext cx="1287506" cy="1459001"/>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26"/>
          </p:nvPr>
        </p:nvSpPr>
        <p:spPr>
          <a:xfrm rot="248482">
            <a:off x="4396601" y="3720276"/>
            <a:ext cx="1372890" cy="1326619"/>
          </a:xfrm>
          <a:prstGeom prst="rect">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27"/>
          </p:nvPr>
        </p:nvSpPr>
        <p:spPr>
          <a:xfrm rot="21379709">
            <a:off x="6950379" y="3687992"/>
            <a:ext cx="1428371" cy="1154584"/>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28"/>
          </p:nvPr>
        </p:nvSpPr>
        <p:spPr>
          <a:xfrm rot="21105374">
            <a:off x="5694615" y="3637404"/>
            <a:ext cx="1506564" cy="2117703"/>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4417678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reative &amp; Photography 9">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23"/>
          </p:nvPr>
        </p:nvSpPr>
        <p:spPr>
          <a:xfrm>
            <a:off x="3035807" y="3535680"/>
            <a:ext cx="2951607" cy="2804160"/>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24"/>
          </p:nvPr>
        </p:nvSpPr>
        <p:spPr>
          <a:xfrm>
            <a:off x="6203442" y="3535680"/>
            <a:ext cx="5456682" cy="2804160"/>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25"/>
          </p:nvPr>
        </p:nvSpPr>
        <p:spPr>
          <a:xfrm>
            <a:off x="3035807" y="487680"/>
            <a:ext cx="2951607" cy="2804160"/>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26"/>
          </p:nvPr>
        </p:nvSpPr>
        <p:spPr>
          <a:xfrm>
            <a:off x="6203442" y="487680"/>
            <a:ext cx="5456682" cy="280416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8317688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reative &amp; Photography 10">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9" name="Picture Placeholder 2"/>
          <p:cNvSpPr>
            <a:spLocks noGrp="1"/>
          </p:cNvSpPr>
          <p:nvPr>
            <p:ph type="pic" sz="quarter" idx="24"/>
          </p:nvPr>
        </p:nvSpPr>
        <p:spPr>
          <a:xfrm>
            <a:off x="3728466" y="3535680"/>
            <a:ext cx="5456682" cy="2804160"/>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25"/>
          </p:nvPr>
        </p:nvSpPr>
        <p:spPr>
          <a:xfrm>
            <a:off x="560831" y="487680"/>
            <a:ext cx="2951607" cy="5852160"/>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26"/>
          </p:nvPr>
        </p:nvSpPr>
        <p:spPr>
          <a:xfrm>
            <a:off x="3728466" y="487680"/>
            <a:ext cx="5456682" cy="280416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8237968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reative &amp; Photography 1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8" name="Picture Placeholder 2"/>
          <p:cNvSpPr>
            <a:spLocks noGrp="1"/>
          </p:cNvSpPr>
          <p:nvPr>
            <p:ph type="pic" sz="quarter" idx="25"/>
          </p:nvPr>
        </p:nvSpPr>
        <p:spPr>
          <a:xfrm>
            <a:off x="560831" y="3429000"/>
            <a:ext cx="2951607" cy="2910840"/>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26"/>
          </p:nvPr>
        </p:nvSpPr>
        <p:spPr>
          <a:xfrm>
            <a:off x="560831" y="518160"/>
            <a:ext cx="2951607" cy="291084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27"/>
          </p:nvPr>
        </p:nvSpPr>
        <p:spPr>
          <a:xfrm>
            <a:off x="3512438" y="3429000"/>
            <a:ext cx="2951607" cy="2910840"/>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28"/>
          </p:nvPr>
        </p:nvSpPr>
        <p:spPr>
          <a:xfrm>
            <a:off x="3512438" y="518160"/>
            <a:ext cx="2951607" cy="2910840"/>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30"/>
          </p:nvPr>
        </p:nvSpPr>
        <p:spPr>
          <a:xfrm>
            <a:off x="6464045" y="518160"/>
            <a:ext cx="5158419" cy="582168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364090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reative &amp; Photography 1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26"/>
          </p:nvPr>
        </p:nvSpPr>
        <p:spPr>
          <a:xfrm>
            <a:off x="560832" y="518160"/>
            <a:ext cx="2767584" cy="2005584"/>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28"/>
          </p:nvPr>
        </p:nvSpPr>
        <p:spPr>
          <a:xfrm>
            <a:off x="560832" y="2523744"/>
            <a:ext cx="2767584" cy="2005584"/>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29"/>
          </p:nvPr>
        </p:nvSpPr>
        <p:spPr>
          <a:xfrm>
            <a:off x="3328416" y="518160"/>
            <a:ext cx="2767584" cy="2005584"/>
          </a:xfrm>
          <a:prstGeom prst="rect">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30"/>
          </p:nvPr>
        </p:nvSpPr>
        <p:spPr>
          <a:xfrm>
            <a:off x="3328416" y="2523744"/>
            <a:ext cx="2767584" cy="2005584"/>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31"/>
          </p:nvPr>
        </p:nvSpPr>
        <p:spPr>
          <a:xfrm>
            <a:off x="6096000" y="518160"/>
            <a:ext cx="2767584" cy="2005584"/>
          </a:xfrm>
          <a:prstGeom prst="rect">
            <a:avLst/>
          </a:prstGeom>
        </p:spPr>
        <p:txBody>
          <a:bodyPr anchor="ctr">
            <a:normAutofit/>
          </a:bodyPr>
          <a:lstStyle>
            <a:lvl1pPr marL="0" indent="0" algn="ctr">
              <a:buNone/>
              <a:defRPr sz="1200"/>
            </a:lvl1pPr>
          </a:lstStyle>
          <a:p>
            <a:endParaRPr lang="en-US" dirty="0"/>
          </a:p>
        </p:txBody>
      </p:sp>
      <p:sp>
        <p:nvSpPr>
          <p:cNvPr id="31" name="Picture Placeholder 2"/>
          <p:cNvSpPr>
            <a:spLocks noGrp="1"/>
          </p:cNvSpPr>
          <p:nvPr>
            <p:ph type="pic" sz="quarter" idx="32"/>
          </p:nvPr>
        </p:nvSpPr>
        <p:spPr>
          <a:xfrm>
            <a:off x="6096000" y="2523744"/>
            <a:ext cx="2767584" cy="2005584"/>
          </a:xfrm>
          <a:prstGeom prst="rect">
            <a:avLst/>
          </a:prstGeom>
        </p:spPr>
        <p:txBody>
          <a:bodyPr anchor="ctr">
            <a:normAutofit/>
          </a:bodyPr>
          <a:lstStyle>
            <a:lvl1pPr marL="0" indent="0" algn="ctr">
              <a:buNone/>
              <a:defRPr sz="1200"/>
            </a:lvl1pPr>
          </a:lstStyle>
          <a:p>
            <a:endParaRPr lang="en-US" dirty="0"/>
          </a:p>
        </p:txBody>
      </p:sp>
      <p:sp>
        <p:nvSpPr>
          <p:cNvPr id="32" name="Picture Placeholder 2"/>
          <p:cNvSpPr>
            <a:spLocks noGrp="1"/>
          </p:cNvSpPr>
          <p:nvPr>
            <p:ph type="pic" sz="quarter" idx="33"/>
          </p:nvPr>
        </p:nvSpPr>
        <p:spPr>
          <a:xfrm>
            <a:off x="8863584" y="518160"/>
            <a:ext cx="2767584" cy="2005584"/>
          </a:xfrm>
          <a:prstGeom prst="rect">
            <a:avLst/>
          </a:prstGeom>
        </p:spPr>
        <p:txBody>
          <a:bodyPr anchor="ctr">
            <a:normAutofit/>
          </a:bodyPr>
          <a:lstStyle>
            <a:lvl1pPr marL="0" indent="0" algn="ctr">
              <a:buNone/>
              <a:defRPr sz="1200"/>
            </a:lvl1pPr>
          </a:lstStyle>
          <a:p>
            <a:endParaRPr lang="en-US" dirty="0"/>
          </a:p>
        </p:txBody>
      </p:sp>
      <p:sp>
        <p:nvSpPr>
          <p:cNvPr id="35" name="Picture Placeholder 2"/>
          <p:cNvSpPr>
            <a:spLocks noGrp="1"/>
          </p:cNvSpPr>
          <p:nvPr>
            <p:ph type="pic" sz="quarter" idx="34"/>
          </p:nvPr>
        </p:nvSpPr>
        <p:spPr>
          <a:xfrm>
            <a:off x="8863584" y="2523744"/>
            <a:ext cx="2767584" cy="200558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0788985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reative &amp; Photography 1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8" name="Picture Placeholder 2"/>
          <p:cNvSpPr>
            <a:spLocks noGrp="1"/>
          </p:cNvSpPr>
          <p:nvPr>
            <p:ph type="pic" sz="quarter" idx="25"/>
          </p:nvPr>
        </p:nvSpPr>
        <p:spPr>
          <a:xfrm>
            <a:off x="560831" y="487680"/>
            <a:ext cx="2951607" cy="5852160"/>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26"/>
          </p:nvPr>
        </p:nvSpPr>
        <p:spPr>
          <a:xfrm>
            <a:off x="3512438" y="487680"/>
            <a:ext cx="2951607" cy="585216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27"/>
          </p:nvPr>
        </p:nvSpPr>
        <p:spPr>
          <a:xfrm>
            <a:off x="6464045" y="487680"/>
            <a:ext cx="5166339" cy="376732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63299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reative &amp; Photography 14">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27"/>
          </p:nvPr>
        </p:nvSpPr>
        <p:spPr>
          <a:xfrm>
            <a:off x="560831" y="487680"/>
            <a:ext cx="11069553" cy="376732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9850196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reative &amp; Photography 1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1" name="Picture Placeholder 3"/>
          <p:cNvSpPr>
            <a:spLocks noGrp="1"/>
          </p:cNvSpPr>
          <p:nvPr>
            <p:ph type="pic" sz="quarter" idx="17"/>
          </p:nvPr>
        </p:nvSpPr>
        <p:spPr>
          <a:xfrm>
            <a:off x="1292352" y="1027178"/>
            <a:ext cx="4803648" cy="4803644"/>
          </a:xfrm>
          <a:prstGeom prst="ellipse">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16694757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reative &amp; Photography 1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1" name="Picture Placeholder 3"/>
          <p:cNvSpPr>
            <a:spLocks noGrp="1"/>
          </p:cNvSpPr>
          <p:nvPr>
            <p:ph type="pic" sz="quarter" idx="17"/>
          </p:nvPr>
        </p:nvSpPr>
        <p:spPr>
          <a:xfrm>
            <a:off x="524256" y="545594"/>
            <a:ext cx="5791200" cy="5791196"/>
          </a:xfrm>
          <a:prstGeom prst="teardrop">
            <a:avLst/>
          </a:prstGeom>
        </p:spPr>
        <p:txBody>
          <a:bodyPr anchor="ctr">
            <a:normAutofit/>
          </a:bodyPr>
          <a:lstStyle>
            <a:lvl1pPr marL="0" indent="0" algn="ctr">
              <a:buNone/>
              <a:defRPr sz="1200">
                <a:solidFill>
                  <a:schemeClr val="bg2"/>
                </a:solidFill>
              </a:defRPr>
            </a:lvl1pPr>
          </a:lstStyle>
          <a:p>
            <a:endParaRPr lang="en-US"/>
          </a:p>
        </p:txBody>
      </p:sp>
      <p:sp>
        <p:nvSpPr>
          <p:cNvPr id="14" name="Picture Placeholder 2"/>
          <p:cNvSpPr>
            <a:spLocks noGrp="1"/>
          </p:cNvSpPr>
          <p:nvPr>
            <p:ph type="pic" sz="quarter" idx="26"/>
          </p:nvPr>
        </p:nvSpPr>
        <p:spPr>
          <a:xfrm>
            <a:off x="6705600" y="545594"/>
            <a:ext cx="2231136" cy="2209798"/>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27"/>
          </p:nvPr>
        </p:nvSpPr>
        <p:spPr>
          <a:xfrm>
            <a:off x="9326880" y="545594"/>
            <a:ext cx="2231136" cy="220979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39519130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reative &amp; Photography 17">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27"/>
          </p:nvPr>
        </p:nvSpPr>
        <p:spPr>
          <a:xfrm>
            <a:off x="560831" y="3429000"/>
            <a:ext cx="11069553" cy="2910840"/>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28"/>
          </p:nvPr>
        </p:nvSpPr>
        <p:spPr>
          <a:xfrm>
            <a:off x="8544262" y="545594"/>
            <a:ext cx="3078202" cy="2883406"/>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29"/>
          </p:nvPr>
        </p:nvSpPr>
        <p:spPr>
          <a:xfrm>
            <a:off x="5470332" y="545594"/>
            <a:ext cx="3078202" cy="2883406"/>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195442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reative &amp; Photography 18">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28"/>
          </p:nvPr>
        </p:nvSpPr>
        <p:spPr>
          <a:xfrm>
            <a:off x="8278947" y="1865376"/>
            <a:ext cx="3343517" cy="3176784"/>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9"/>
          </p:nvPr>
        </p:nvSpPr>
        <p:spPr>
          <a:xfrm>
            <a:off x="4424241" y="1865376"/>
            <a:ext cx="3343517" cy="3176784"/>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31"/>
          </p:nvPr>
        </p:nvSpPr>
        <p:spPr>
          <a:xfrm>
            <a:off x="569535" y="1865376"/>
            <a:ext cx="3343517" cy="317678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122776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reative &amp; Photography 19">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28"/>
          </p:nvPr>
        </p:nvSpPr>
        <p:spPr>
          <a:xfrm>
            <a:off x="7144513" y="646176"/>
            <a:ext cx="4477952" cy="4395984"/>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9"/>
          </p:nvPr>
        </p:nvSpPr>
        <p:spPr>
          <a:xfrm>
            <a:off x="4424241" y="1865376"/>
            <a:ext cx="2720271" cy="4498848"/>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31"/>
          </p:nvPr>
        </p:nvSpPr>
        <p:spPr>
          <a:xfrm>
            <a:off x="569535" y="1865376"/>
            <a:ext cx="3854706" cy="317678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0885909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reative &amp; Photography 20">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28"/>
          </p:nvPr>
        </p:nvSpPr>
        <p:spPr>
          <a:xfrm>
            <a:off x="7144513" y="3429000"/>
            <a:ext cx="4477952" cy="2935224"/>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9"/>
          </p:nvPr>
        </p:nvSpPr>
        <p:spPr>
          <a:xfrm>
            <a:off x="4424241" y="646176"/>
            <a:ext cx="2720271" cy="3901440"/>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31"/>
          </p:nvPr>
        </p:nvSpPr>
        <p:spPr>
          <a:xfrm>
            <a:off x="569535" y="1865376"/>
            <a:ext cx="1881057" cy="182880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32"/>
          </p:nvPr>
        </p:nvSpPr>
        <p:spPr>
          <a:xfrm>
            <a:off x="569535" y="3694176"/>
            <a:ext cx="3854706" cy="2670048"/>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33"/>
          </p:nvPr>
        </p:nvSpPr>
        <p:spPr>
          <a:xfrm>
            <a:off x="2450592" y="1865376"/>
            <a:ext cx="1973648" cy="1828800"/>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34"/>
          </p:nvPr>
        </p:nvSpPr>
        <p:spPr>
          <a:xfrm>
            <a:off x="4424241" y="4547616"/>
            <a:ext cx="2720271" cy="1816608"/>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35"/>
          </p:nvPr>
        </p:nvSpPr>
        <p:spPr>
          <a:xfrm>
            <a:off x="8973313" y="646176"/>
            <a:ext cx="2649152" cy="2782824"/>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36"/>
          </p:nvPr>
        </p:nvSpPr>
        <p:spPr>
          <a:xfrm>
            <a:off x="7145090" y="1865376"/>
            <a:ext cx="1828222" cy="1563624"/>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37"/>
          </p:nvPr>
        </p:nvSpPr>
        <p:spPr>
          <a:xfrm>
            <a:off x="569536" y="646176"/>
            <a:ext cx="3854128" cy="1219200"/>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38"/>
          </p:nvPr>
        </p:nvSpPr>
        <p:spPr>
          <a:xfrm>
            <a:off x="7145090" y="646176"/>
            <a:ext cx="1828222" cy="121920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3051973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reative &amp; Photography 2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28"/>
          </p:nvPr>
        </p:nvSpPr>
        <p:spPr>
          <a:xfrm>
            <a:off x="7144513" y="3429000"/>
            <a:ext cx="4477952" cy="2935224"/>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29"/>
          </p:nvPr>
        </p:nvSpPr>
        <p:spPr>
          <a:xfrm>
            <a:off x="4424241" y="646176"/>
            <a:ext cx="2720271" cy="3901440"/>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35"/>
          </p:nvPr>
        </p:nvSpPr>
        <p:spPr>
          <a:xfrm>
            <a:off x="7144512" y="646176"/>
            <a:ext cx="4477953" cy="2782824"/>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37"/>
          </p:nvPr>
        </p:nvSpPr>
        <p:spPr>
          <a:xfrm>
            <a:off x="569536" y="646176"/>
            <a:ext cx="3854128" cy="390144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384095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reative &amp; Photography 2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0" name="Picture Placeholder 2"/>
          <p:cNvSpPr>
            <a:spLocks noGrp="1"/>
          </p:cNvSpPr>
          <p:nvPr>
            <p:ph type="pic" sz="quarter" idx="32"/>
          </p:nvPr>
        </p:nvSpPr>
        <p:spPr>
          <a:xfrm>
            <a:off x="569535" y="474555"/>
            <a:ext cx="3685473" cy="2954445"/>
          </a:xfrm>
          <a:prstGeom prst="rect">
            <a:avLst/>
          </a:prstGeom>
        </p:spPr>
        <p:txBody>
          <a:bodyPr anchor="ctr">
            <a:normAutofit/>
          </a:bodyPr>
          <a:lstStyle>
            <a:lvl1pPr marL="0" indent="0" algn="ctr">
              <a:buNone/>
              <a:defRPr sz="1200"/>
            </a:lvl1pPr>
          </a:lstStyle>
          <a:p>
            <a:endParaRPr lang="en-US" dirty="0"/>
          </a:p>
        </p:txBody>
      </p:sp>
      <p:sp>
        <p:nvSpPr>
          <p:cNvPr id="24" name="Picture Placeholder 2"/>
          <p:cNvSpPr>
            <a:spLocks noGrp="1"/>
          </p:cNvSpPr>
          <p:nvPr>
            <p:ph type="pic" sz="quarter" idx="33"/>
          </p:nvPr>
        </p:nvSpPr>
        <p:spPr>
          <a:xfrm>
            <a:off x="4253263" y="474555"/>
            <a:ext cx="3685473" cy="2954445"/>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34"/>
          </p:nvPr>
        </p:nvSpPr>
        <p:spPr>
          <a:xfrm>
            <a:off x="7936991" y="474555"/>
            <a:ext cx="3685473" cy="2954445"/>
          </a:xfrm>
          <a:prstGeom prst="rect">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35"/>
          </p:nvPr>
        </p:nvSpPr>
        <p:spPr>
          <a:xfrm>
            <a:off x="569535" y="3429000"/>
            <a:ext cx="7367456" cy="2954445"/>
          </a:xfrm>
          <a:prstGeom prst="rect">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37"/>
          </p:nvPr>
        </p:nvSpPr>
        <p:spPr>
          <a:xfrm>
            <a:off x="7936991" y="3429000"/>
            <a:ext cx="3685473" cy="2954445"/>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473955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reative &amp; Photography 2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6" name="Picture Placeholder 2"/>
          <p:cNvSpPr>
            <a:spLocks noGrp="1"/>
          </p:cNvSpPr>
          <p:nvPr>
            <p:ph type="pic" sz="quarter" idx="35"/>
          </p:nvPr>
        </p:nvSpPr>
        <p:spPr>
          <a:xfrm>
            <a:off x="569535" y="474556"/>
            <a:ext cx="5526465" cy="590889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36"/>
          </p:nvPr>
        </p:nvSpPr>
        <p:spPr>
          <a:xfrm>
            <a:off x="6095999" y="474556"/>
            <a:ext cx="5526465" cy="590889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74589749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reative &amp; Photography 24">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36"/>
          </p:nvPr>
        </p:nvSpPr>
        <p:spPr>
          <a:xfrm>
            <a:off x="6315456" y="474556"/>
            <a:ext cx="5307008" cy="4097444"/>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37"/>
          </p:nvPr>
        </p:nvSpPr>
        <p:spPr>
          <a:xfrm>
            <a:off x="573024" y="474556"/>
            <a:ext cx="5307008" cy="409744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267889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reative &amp; Photography 2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0" y="0"/>
            <a:ext cx="8544262" cy="6858000"/>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38"/>
          </p:nvPr>
        </p:nvSpPr>
        <p:spPr>
          <a:xfrm>
            <a:off x="9026464" y="2596896"/>
            <a:ext cx="2516066" cy="1664208"/>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39"/>
          </p:nvPr>
        </p:nvSpPr>
        <p:spPr>
          <a:xfrm>
            <a:off x="9026464" y="4709818"/>
            <a:ext cx="2516066" cy="1664208"/>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40"/>
          </p:nvPr>
        </p:nvSpPr>
        <p:spPr>
          <a:xfrm>
            <a:off x="9026464" y="483974"/>
            <a:ext cx="2516066" cy="166420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6630809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reative &amp; Photography 2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0" y="2267712"/>
            <a:ext cx="12192000" cy="4590288"/>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8898043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reative &amp; Photography 27">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3145536" y="2267712"/>
            <a:ext cx="9046464" cy="3803904"/>
          </a:xfrm>
          <a:prstGeom prst="rect">
            <a:avLst/>
          </a:prstGeom>
        </p:spPr>
        <p:txBody>
          <a:bodyPr anchor="ctr">
            <a:normAutofit/>
          </a:bodyPr>
          <a:lstStyle>
            <a:lvl1pPr marL="0" indent="0" algn="ctr">
              <a:buNone/>
              <a:defRPr sz="1200"/>
            </a:lvl1pPr>
          </a:lstStyle>
          <a:p>
            <a:endParaRPr lang="en-US" dirty="0"/>
          </a:p>
        </p:txBody>
      </p:sp>
      <p:sp>
        <p:nvSpPr>
          <p:cNvPr id="11" name="Picture Placeholder 2"/>
          <p:cNvSpPr>
            <a:spLocks noGrp="1"/>
          </p:cNvSpPr>
          <p:nvPr>
            <p:ph type="pic" sz="quarter" idx="38"/>
          </p:nvPr>
        </p:nvSpPr>
        <p:spPr>
          <a:xfrm>
            <a:off x="0" y="2267712"/>
            <a:ext cx="3145536" cy="380390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7726342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reative &amp; Photography 28">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0" y="780288"/>
            <a:ext cx="6925056" cy="530352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39054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reative &amp; Photography 29">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2414016" y="1569720"/>
            <a:ext cx="3681984" cy="371856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8671077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reative &amp; Photography 30">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890016" y="731520"/>
            <a:ext cx="2767584" cy="2697480"/>
          </a:xfrm>
          <a:prstGeom prst="rect">
            <a:avLst/>
          </a:prstGeom>
        </p:spPr>
        <p:txBody>
          <a:bodyPr anchor="ctr">
            <a:normAutofit/>
          </a:bodyPr>
          <a:lstStyle>
            <a:lvl1pPr marL="0" indent="0" algn="ctr">
              <a:buNone/>
              <a:defRPr sz="1200"/>
            </a:lvl1pPr>
          </a:lstStyle>
          <a:p>
            <a:endParaRPr lang="en-US" dirty="0"/>
          </a:p>
        </p:txBody>
      </p:sp>
      <p:sp>
        <p:nvSpPr>
          <p:cNvPr id="11" name="Picture Placeholder 2"/>
          <p:cNvSpPr>
            <a:spLocks noGrp="1"/>
          </p:cNvSpPr>
          <p:nvPr>
            <p:ph type="pic" sz="quarter" idx="38"/>
          </p:nvPr>
        </p:nvSpPr>
        <p:spPr>
          <a:xfrm>
            <a:off x="3657600" y="731520"/>
            <a:ext cx="2767584" cy="269748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39"/>
          </p:nvPr>
        </p:nvSpPr>
        <p:spPr>
          <a:xfrm>
            <a:off x="890016" y="3429000"/>
            <a:ext cx="2767584" cy="269748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7304186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usiness Survey 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730527" y="3429000"/>
            <a:ext cx="2767584" cy="2697480"/>
          </a:xfrm>
          <a:prstGeom prst="rect">
            <a:avLst/>
          </a:prstGeom>
        </p:spPr>
        <p:txBody>
          <a:bodyPr anchor="ctr">
            <a:normAutofit/>
          </a:bodyPr>
          <a:lstStyle>
            <a:lvl1pPr marL="0" indent="0" algn="ctr">
              <a:buNone/>
              <a:defRPr sz="1200"/>
            </a:lvl1pPr>
          </a:lstStyle>
          <a:p>
            <a:endParaRPr lang="en-US" dirty="0"/>
          </a:p>
        </p:txBody>
      </p:sp>
      <p:sp>
        <p:nvSpPr>
          <p:cNvPr id="11" name="Picture Placeholder 2"/>
          <p:cNvSpPr>
            <a:spLocks noGrp="1"/>
          </p:cNvSpPr>
          <p:nvPr>
            <p:ph type="pic" sz="quarter" idx="38"/>
          </p:nvPr>
        </p:nvSpPr>
        <p:spPr>
          <a:xfrm>
            <a:off x="3498111" y="3429000"/>
            <a:ext cx="2767584" cy="269748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3746312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Business Survey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0" y="1478656"/>
            <a:ext cx="12192000" cy="2646777"/>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812426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E-Commerce">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873760" y="1996440"/>
            <a:ext cx="2865120" cy="2865120"/>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38"/>
          </p:nvPr>
        </p:nvSpPr>
        <p:spPr>
          <a:xfrm>
            <a:off x="3891280" y="3429000"/>
            <a:ext cx="1869440" cy="186944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783266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E-Commerce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37"/>
          </p:nvPr>
        </p:nvSpPr>
        <p:spPr>
          <a:xfrm>
            <a:off x="0" y="2916936"/>
            <a:ext cx="8284464" cy="183794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678006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E-Commerce 3">
    <p:spTree>
      <p:nvGrpSpPr>
        <p:cNvPr id="1" name=""/>
        <p:cNvGrpSpPr/>
        <p:nvPr/>
      </p:nvGrpSpPr>
      <p:grpSpPr>
        <a:xfrm>
          <a:off x="0" y="0"/>
          <a:ext cx="0" cy="0"/>
          <a:chOff x="0" y="0"/>
          <a:chExt cx="0" cy="0"/>
        </a:xfrm>
      </p:grpSpPr>
      <p:sp>
        <p:nvSpPr>
          <p:cNvPr id="14" name="Picture Placeholder 2"/>
          <p:cNvSpPr>
            <a:spLocks noGrp="1"/>
          </p:cNvSpPr>
          <p:nvPr>
            <p:ph type="pic" sz="quarter" idx="37"/>
          </p:nvPr>
        </p:nvSpPr>
        <p:spPr>
          <a:xfrm>
            <a:off x="-11312" y="4892511"/>
            <a:ext cx="12203311" cy="1965489"/>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Tree>
    <p:extLst>
      <p:ext uri="{BB962C8B-B14F-4D97-AF65-F5344CB8AC3E}">
        <p14:creationId xmlns:p14="http://schemas.microsoft.com/office/powerpoint/2010/main" val="13127123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roducts Catalog 1">
    <p:spTree>
      <p:nvGrpSpPr>
        <p:cNvPr id="1" name=""/>
        <p:cNvGrpSpPr/>
        <p:nvPr/>
      </p:nvGrpSpPr>
      <p:grpSpPr>
        <a:xfrm>
          <a:off x="0" y="0"/>
          <a:ext cx="0" cy="0"/>
          <a:chOff x="0" y="0"/>
          <a:chExt cx="0" cy="0"/>
        </a:xfrm>
      </p:grpSpPr>
      <p:sp>
        <p:nvSpPr>
          <p:cNvPr id="14" name="Picture Placeholder 2"/>
          <p:cNvSpPr>
            <a:spLocks noGrp="1"/>
          </p:cNvSpPr>
          <p:nvPr>
            <p:ph type="pic" sz="quarter" idx="37"/>
          </p:nvPr>
        </p:nvSpPr>
        <p:spPr>
          <a:xfrm>
            <a:off x="-11312" y="1819373"/>
            <a:ext cx="12203311" cy="1508289"/>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Tree>
    <p:extLst>
      <p:ext uri="{BB962C8B-B14F-4D97-AF65-F5344CB8AC3E}">
        <p14:creationId xmlns:p14="http://schemas.microsoft.com/office/powerpoint/2010/main" val="6681709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roducts Catalog 2">
    <p:spTree>
      <p:nvGrpSpPr>
        <p:cNvPr id="1" name=""/>
        <p:cNvGrpSpPr/>
        <p:nvPr/>
      </p:nvGrpSpPr>
      <p:grpSpPr>
        <a:xfrm>
          <a:off x="0" y="0"/>
          <a:ext cx="0" cy="0"/>
          <a:chOff x="0" y="0"/>
          <a:chExt cx="0" cy="0"/>
        </a:xfrm>
      </p:grpSpPr>
      <p:sp>
        <p:nvSpPr>
          <p:cNvPr id="14" name="Picture Placeholder 2"/>
          <p:cNvSpPr>
            <a:spLocks noGrp="1"/>
          </p:cNvSpPr>
          <p:nvPr>
            <p:ph type="pic" sz="quarter" idx="37"/>
          </p:nvPr>
        </p:nvSpPr>
        <p:spPr>
          <a:xfrm>
            <a:off x="1528400" y="1611983"/>
            <a:ext cx="3279270" cy="2922310"/>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5" name="Picture Placeholder 2"/>
          <p:cNvSpPr>
            <a:spLocks noGrp="1"/>
          </p:cNvSpPr>
          <p:nvPr>
            <p:ph type="pic" sz="quarter" idx="38"/>
          </p:nvPr>
        </p:nvSpPr>
        <p:spPr>
          <a:xfrm>
            <a:off x="5091732" y="1611983"/>
            <a:ext cx="3279270" cy="292231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9688903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ducts Catalog 3">
    <p:spTree>
      <p:nvGrpSpPr>
        <p:cNvPr id="1" name=""/>
        <p:cNvGrpSpPr/>
        <p:nvPr/>
      </p:nvGrpSpPr>
      <p:grpSpPr>
        <a:xfrm>
          <a:off x="0" y="0"/>
          <a:ext cx="0" cy="0"/>
          <a:chOff x="0" y="0"/>
          <a:chExt cx="0" cy="0"/>
        </a:xfrm>
      </p:grpSpPr>
      <p:sp>
        <p:nvSpPr>
          <p:cNvPr id="14" name="Picture Placeholder 2"/>
          <p:cNvSpPr>
            <a:spLocks noGrp="1"/>
          </p:cNvSpPr>
          <p:nvPr>
            <p:ph type="pic" sz="quarter" idx="37"/>
          </p:nvPr>
        </p:nvSpPr>
        <p:spPr>
          <a:xfrm>
            <a:off x="1358717" y="1508287"/>
            <a:ext cx="4118256" cy="3544479"/>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6" name="Picture Placeholder 2"/>
          <p:cNvSpPr>
            <a:spLocks noGrp="1"/>
          </p:cNvSpPr>
          <p:nvPr>
            <p:ph type="pic" sz="quarter" idx="38"/>
          </p:nvPr>
        </p:nvSpPr>
        <p:spPr>
          <a:xfrm>
            <a:off x="6438507" y="5052766"/>
            <a:ext cx="1686141" cy="1291471"/>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39"/>
          </p:nvPr>
        </p:nvSpPr>
        <p:spPr>
          <a:xfrm>
            <a:off x="8124648" y="5052766"/>
            <a:ext cx="1686141" cy="1291471"/>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40"/>
          </p:nvPr>
        </p:nvSpPr>
        <p:spPr>
          <a:xfrm>
            <a:off x="9810789" y="5052766"/>
            <a:ext cx="1686141" cy="1291471"/>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60937214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Products Catalog 4">
    <p:spTree>
      <p:nvGrpSpPr>
        <p:cNvPr id="1" name=""/>
        <p:cNvGrpSpPr/>
        <p:nvPr/>
      </p:nvGrpSpPr>
      <p:grpSpPr>
        <a:xfrm>
          <a:off x="0" y="0"/>
          <a:ext cx="0" cy="0"/>
          <a:chOff x="0" y="0"/>
          <a:chExt cx="0" cy="0"/>
        </a:xfrm>
      </p:grpSpPr>
      <p:sp>
        <p:nvSpPr>
          <p:cNvPr id="14" name="Picture Placeholder 2"/>
          <p:cNvSpPr>
            <a:spLocks noGrp="1"/>
          </p:cNvSpPr>
          <p:nvPr>
            <p:ph type="pic" sz="quarter" idx="37"/>
          </p:nvPr>
        </p:nvSpPr>
        <p:spPr>
          <a:xfrm>
            <a:off x="1217315"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9" name="Picture Placeholder 2"/>
          <p:cNvSpPr>
            <a:spLocks noGrp="1"/>
          </p:cNvSpPr>
          <p:nvPr>
            <p:ph type="pic" sz="quarter" idx="38"/>
          </p:nvPr>
        </p:nvSpPr>
        <p:spPr>
          <a:xfrm>
            <a:off x="1217315" y="3959258"/>
            <a:ext cx="2204615" cy="1894789"/>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39"/>
          </p:nvPr>
        </p:nvSpPr>
        <p:spPr>
          <a:xfrm>
            <a:off x="3734272"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40"/>
          </p:nvPr>
        </p:nvSpPr>
        <p:spPr>
          <a:xfrm>
            <a:off x="3734272" y="3959258"/>
            <a:ext cx="2204615" cy="1894789"/>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41"/>
          </p:nvPr>
        </p:nvSpPr>
        <p:spPr>
          <a:xfrm>
            <a:off x="6251229"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42"/>
          </p:nvPr>
        </p:nvSpPr>
        <p:spPr>
          <a:xfrm>
            <a:off x="6251229" y="3959258"/>
            <a:ext cx="2204615" cy="1894789"/>
          </a:xfrm>
          <a:prstGeom prst="rect">
            <a:avLst/>
          </a:prstGeom>
        </p:spPr>
        <p:txBody>
          <a:bodyPr anchor="ctr">
            <a:normAutofit/>
          </a:bodyPr>
          <a:lstStyle>
            <a:lvl1pPr marL="0" indent="0" algn="ctr">
              <a:buNone/>
              <a:defRPr sz="1200"/>
            </a:lvl1pPr>
          </a:lstStyle>
          <a:p>
            <a:endParaRPr lang="en-US" dirty="0"/>
          </a:p>
        </p:txBody>
      </p:sp>
      <p:sp>
        <p:nvSpPr>
          <p:cNvPr id="24" name="Picture Placeholder 2"/>
          <p:cNvSpPr>
            <a:spLocks noGrp="1"/>
          </p:cNvSpPr>
          <p:nvPr>
            <p:ph type="pic" sz="quarter" idx="43"/>
          </p:nvPr>
        </p:nvSpPr>
        <p:spPr>
          <a:xfrm>
            <a:off x="8768186"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44"/>
          </p:nvPr>
        </p:nvSpPr>
        <p:spPr>
          <a:xfrm>
            <a:off x="8768186" y="3959258"/>
            <a:ext cx="2204615" cy="1894789"/>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493784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Products Catalog 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0" name="Picture Placeholder 2"/>
          <p:cNvSpPr>
            <a:spLocks noGrp="1"/>
          </p:cNvSpPr>
          <p:nvPr>
            <p:ph type="pic" sz="quarter" idx="39"/>
          </p:nvPr>
        </p:nvSpPr>
        <p:spPr>
          <a:xfrm>
            <a:off x="3734272"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40"/>
          </p:nvPr>
        </p:nvSpPr>
        <p:spPr>
          <a:xfrm>
            <a:off x="3734272" y="3959258"/>
            <a:ext cx="2204615" cy="1894789"/>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41"/>
          </p:nvPr>
        </p:nvSpPr>
        <p:spPr>
          <a:xfrm>
            <a:off x="6251229"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42"/>
          </p:nvPr>
        </p:nvSpPr>
        <p:spPr>
          <a:xfrm>
            <a:off x="6251229" y="3959258"/>
            <a:ext cx="2204615" cy="1894789"/>
          </a:xfrm>
          <a:prstGeom prst="rect">
            <a:avLst/>
          </a:prstGeom>
        </p:spPr>
        <p:txBody>
          <a:bodyPr anchor="ctr">
            <a:normAutofit/>
          </a:bodyPr>
          <a:lstStyle>
            <a:lvl1pPr marL="0" indent="0" algn="ctr">
              <a:buNone/>
              <a:defRPr sz="1200"/>
            </a:lvl1pPr>
          </a:lstStyle>
          <a:p>
            <a:endParaRPr lang="en-US" dirty="0"/>
          </a:p>
        </p:txBody>
      </p:sp>
      <p:sp>
        <p:nvSpPr>
          <p:cNvPr id="24" name="Picture Placeholder 2"/>
          <p:cNvSpPr>
            <a:spLocks noGrp="1"/>
          </p:cNvSpPr>
          <p:nvPr>
            <p:ph type="pic" sz="quarter" idx="43"/>
          </p:nvPr>
        </p:nvSpPr>
        <p:spPr>
          <a:xfrm>
            <a:off x="8768186" y="1508287"/>
            <a:ext cx="2204615" cy="1894789"/>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44"/>
          </p:nvPr>
        </p:nvSpPr>
        <p:spPr>
          <a:xfrm>
            <a:off x="8768186" y="3959258"/>
            <a:ext cx="2204615" cy="1894789"/>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6804760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Products Catalog 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1" name="Picture Placeholder 2"/>
          <p:cNvSpPr>
            <a:spLocks noGrp="1"/>
          </p:cNvSpPr>
          <p:nvPr>
            <p:ph type="pic" sz="quarter" idx="40"/>
          </p:nvPr>
        </p:nvSpPr>
        <p:spPr>
          <a:xfrm>
            <a:off x="3734272" y="2733774"/>
            <a:ext cx="2204615" cy="2130457"/>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42"/>
          </p:nvPr>
        </p:nvSpPr>
        <p:spPr>
          <a:xfrm>
            <a:off x="6251229" y="2733774"/>
            <a:ext cx="2204615" cy="2130457"/>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44"/>
          </p:nvPr>
        </p:nvSpPr>
        <p:spPr>
          <a:xfrm>
            <a:off x="8768186" y="2733774"/>
            <a:ext cx="2204615" cy="2130457"/>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45"/>
          </p:nvPr>
        </p:nvSpPr>
        <p:spPr>
          <a:xfrm>
            <a:off x="1217315" y="2733774"/>
            <a:ext cx="2204615" cy="2130457"/>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8636177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Products Catalog 7">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6" name="Picture Placeholder 2"/>
          <p:cNvSpPr>
            <a:spLocks noGrp="1"/>
          </p:cNvSpPr>
          <p:nvPr>
            <p:ph type="pic" sz="quarter" idx="45"/>
          </p:nvPr>
        </p:nvSpPr>
        <p:spPr>
          <a:xfrm>
            <a:off x="0" y="1923069"/>
            <a:ext cx="4883085" cy="4934932"/>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46"/>
          </p:nvPr>
        </p:nvSpPr>
        <p:spPr>
          <a:xfrm>
            <a:off x="5703215" y="4006392"/>
            <a:ext cx="1894787" cy="1574276"/>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47"/>
          </p:nvPr>
        </p:nvSpPr>
        <p:spPr>
          <a:xfrm>
            <a:off x="7673417" y="4006392"/>
            <a:ext cx="1894787" cy="1574276"/>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48"/>
          </p:nvPr>
        </p:nvSpPr>
        <p:spPr>
          <a:xfrm>
            <a:off x="9643619" y="4006392"/>
            <a:ext cx="1894787" cy="1574276"/>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5634368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roducts Catalog 8">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6" name="Picture Placeholder 2"/>
          <p:cNvSpPr>
            <a:spLocks noGrp="1"/>
          </p:cNvSpPr>
          <p:nvPr>
            <p:ph type="pic" sz="quarter" idx="45"/>
          </p:nvPr>
        </p:nvSpPr>
        <p:spPr>
          <a:xfrm>
            <a:off x="0" y="0"/>
            <a:ext cx="6096000" cy="6858001"/>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48"/>
          </p:nvPr>
        </p:nvSpPr>
        <p:spPr>
          <a:xfrm>
            <a:off x="9294829" y="2507531"/>
            <a:ext cx="2247701" cy="1842940"/>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49"/>
          </p:nvPr>
        </p:nvSpPr>
        <p:spPr>
          <a:xfrm>
            <a:off x="7047128" y="2507531"/>
            <a:ext cx="2247701" cy="1842940"/>
          </a:xfrm>
          <a:prstGeom prst="rect">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50"/>
          </p:nvPr>
        </p:nvSpPr>
        <p:spPr>
          <a:xfrm>
            <a:off x="4799427" y="2507531"/>
            <a:ext cx="2247701" cy="184294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45954165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roducts Catalog 9">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6" name="Picture Placeholder 2"/>
          <p:cNvSpPr>
            <a:spLocks noGrp="1"/>
          </p:cNvSpPr>
          <p:nvPr>
            <p:ph type="pic" sz="quarter" idx="45"/>
          </p:nvPr>
        </p:nvSpPr>
        <p:spPr>
          <a:xfrm>
            <a:off x="0" y="2507531"/>
            <a:ext cx="4799427" cy="3685880"/>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48"/>
          </p:nvPr>
        </p:nvSpPr>
        <p:spPr>
          <a:xfrm>
            <a:off x="9294829" y="2507531"/>
            <a:ext cx="2247701" cy="1842940"/>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49"/>
          </p:nvPr>
        </p:nvSpPr>
        <p:spPr>
          <a:xfrm>
            <a:off x="7047128" y="2507531"/>
            <a:ext cx="2247701" cy="1842940"/>
          </a:xfrm>
          <a:prstGeom prst="rect">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50"/>
          </p:nvPr>
        </p:nvSpPr>
        <p:spPr>
          <a:xfrm>
            <a:off x="4799427" y="2507531"/>
            <a:ext cx="2247701" cy="1842940"/>
          </a:xfrm>
          <a:prstGeom prst="rect">
            <a:avLst/>
          </a:prstGeom>
        </p:spPr>
        <p:txBody>
          <a:bodyPr anchor="ctr">
            <a:normAutofit/>
          </a:bodyPr>
          <a:lstStyle>
            <a:lvl1pPr marL="0" indent="0" algn="ctr">
              <a:buNone/>
              <a:defRPr sz="1200"/>
            </a:lvl1pPr>
          </a:lstStyle>
          <a:p>
            <a:endParaRPr lang="en-US" dirty="0"/>
          </a:p>
        </p:txBody>
      </p:sp>
      <p:sp>
        <p:nvSpPr>
          <p:cNvPr id="14" name="Picture Placeholder 2"/>
          <p:cNvSpPr>
            <a:spLocks noGrp="1"/>
          </p:cNvSpPr>
          <p:nvPr>
            <p:ph type="pic" sz="quarter" idx="51"/>
          </p:nvPr>
        </p:nvSpPr>
        <p:spPr>
          <a:xfrm>
            <a:off x="9294829" y="4350471"/>
            <a:ext cx="2247701" cy="1842940"/>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52"/>
          </p:nvPr>
        </p:nvSpPr>
        <p:spPr>
          <a:xfrm>
            <a:off x="7047128" y="4350471"/>
            <a:ext cx="2247701" cy="1842940"/>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53"/>
          </p:nvPr>
        </p:nvSpPr>
        <p:spPr>
          <a:xfrm>
            <a:off x="4799427" y="4350471"/>
            <a:ext cx="2247701" cy="184294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5672547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Products Catalog 10">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6" name="Picture Placeholder 2"/>
          <p:cNvSpPr>
            <a:spLocks noGrp="1"/>
          </p:cNvSpPr>
          <p:nvPr>
            <p:ph type="pic" sz="quarter" idx="50"/>
          </p:nvPr>
        </p:nvSpPr>
        <p:spPr>
          <a:xfrm>
            <a:off x="1211938" y="2724348"/>
            <a:ext cx="1866504" cy="2092749"/>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51"/>
          </p:nvPr>
        </p:nvSpPr>
        <p:spPr>
          <a:xfrm>
            <a:off x="3180814" y="2724348"/>
            <a:ext cx="1866504" cy="2092749"/>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52"/>
          </p:nvPr>
        </p:nvSpPr>
        <p:spPr>
          <a:xfrm>
            <a:off x="5149690" y="2724348"/>
            <a:ext cx="1866504" cy="2092749"/>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53"/>
          </p:nvPr>
        </p:nvSpPr>
        <p:spPr>
          <a:xfrm>
            <a:off x="7118566" y="2724348"/>
            <a:ext cx="1866504" cy="2092749"/>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54"/>
          </p:nvPr>
        </p:nvSpPr>
        <p:spPr>
          <a:xfrm>
            <a:off x="9087442" y="2724348"/>
            <a:ext cx="1866504" cy="2092749"/>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6472488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Products Catalog 1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6" name="Picture Placeholder 2"/>
          <p:cNvSpPr>
            <a:spLocks noGrp="1"/>
          </p:cNvSpPr>
          <p:nvPr>
            <p:ph type="pic" sz="quarter" idx="50"/>
          </p:nvPr>
        </p:nvSpPr>
        <p:spPr>
          <a:xfrm>
            <a:off x="3284650" y="1715680"/>
            <a:ext cx="7669296" cy="2092749"/>
          </a:xfrm>
          <a:prstGeom prst="rect">
            <a:avLst/>
          </a:prstGeom>
        </p:spPr>
        <p:txBody>
          <a:bodyPr anchor="ctr">
            <a:normAutofit/>
          </a:bodyPr>
          <a:lstStyle>
            <a:lvl1pPr marL="0" indent="0" algn="ctr">
              <a:buNone/>
              <a:defRPr sz="1200"/>
            </a:lvl1pPr>
          </a:lstStyle>
          <a:p>
            <a:endParaRPr lang="en-US" dirty="0"/>
          </a:p>
        </p:txBody>
      </p:sp>
      <p:sp>
        <p:nvSpPr>
          <p:cNvPr id="15" name="Picture Placeholder 2"/>
          <p:cNvSpPr>
            <a:spLocks noGrp="1"/>
          </p:cNvSpPr>
          <p:nvPr>
            <p:ph type="pic" sz="quarter" idx="51"/>
          </p:nvPr>
        </p:nvSpPr>
        <p:spPr>
          <a:xfrm>
            <a:off x="1211938" y="3808429"/>
            <a:ext cx="2068590" cy="2092749"/>
          </a:xfrm>
          <a:prstGeom prst="rect">
            <a:avLst/>
          </a:prstGeom>
        </p:spPr>
        <p:txBody>
          <a:bodyPr anchor="ctr">
            <a:normAutofit/>
          </a:bodyPr>
          <a:lstStyle>
            <a:lvl1pPr marL="0" indent="0" algn="ctr">
              <a:buNone/>
              <a:defRPr sz="1200"/>
            </a:lvl1pPr>
          </a:lstStyle>
          <a:p>
            <a:endParaRPr lang="en-US" dirty="0"/>
          </a:p>
        </p:txBody>
      </p:sp>
      <p:sp>
        <p:nvSpPr>
          <p:cNvPr id="16" name="Picture Placeholder 2"/>
          <p:cNvSpPr>
            <a:spLocks noGrp="1"/>
          </p:cNvSpPr>
          <p:nvPr>
            <p:ph type="pic" sz="quarter" idx="52"/>
          </p:nvPr>
        </p:nvSpPr>
        <p:spPr>
          <a:xfrm>
            <a:off x="3280528" y="3808429"/>
            <a:ext cx="3893270" cy="2092749"/>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53"/>
          </p:nvPr>
        </p:nvSpPr>
        <p:spPr>
          <a:xfrm>
            <a:off x="7173798" y="3808429"/>
            <a:ext cx="2068590" cy="2092749"/>
          </a:xfrm>
          <a:prstGeom prst="rect">
            <a:avLst/>
          </a:prstGeom>
        </p:spPr>
        <p:txBody>
          <a:bodyPr anchor="ctr">
            <a:normAutofit/>
          </a:bodyPr>
          <a:lstStyle>
            <a:lvl1pPr marL="0" indent="0" algn="ctr">
              <a:buNone/>
              <a:defRPr sz="1200"/>
            </a:lvl1pPr>
          </a:lstStyle>
          <a:p>
            <a:endParaRPr lang="en-US" dirty="0"/>
          </a:p>
        </p:txBody>
      </p:sp>
      <p:sp>
        <p:nvSpPr>
          <p:cNvPr id="20" name="Picture Placeholder 2"/>
          <p:cNvSpPr>
            <a:spLocks noGrp="1"/>
          </p:cNvSpPr>
          <p:nvPr>
            <p:ph type="pic" sz="quarter" idx="54"/>
          </p:nvPr>
        </p:nvSpPr>
        <p:spPr>
          <a:xfrm>
            <a:off x="9242388" y="3808429"/>
            <a:ext cx="1715678" cy="2092749"/>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55"/>
          </p:nvPr>
        </p:nvSpPr>
        <p:spPr>
          <a:xfrm>
            <a:off x="1217245" y="1715680"/>
            <a:ext cx="2059162" cy="2092749"/>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3765390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oducts Catalog 1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0" name="Picture Placeholder 2"/>
          <p:cNvSpPr>
            <a:spLocks noGrp="1"/>
          </p:cNvSpPr>
          <p:nvPr>
            <p:ph type="pic" sz="quarter" idx="54"/>
          </p:nvPr>
        </p:nvSpPr>
        <p:spPr>
          <a:xfrm>
            <a:off x="6466899"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19" name="Picture Placeholder 2"/>
          <p:cNvSpPr>
            <a:spLocks noGrp="1"/>
          </p:cNvSpPr>
          <p:nvPr>
            <p:ph type="pic" sz="quarter" idx="55"/>
          </p:nvPr>
        </p:nvSpPr>
        <p:spPr>
          <a:xfrm>
            <a:off x="8153649"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56"/>
          </p:nvPr>
        </p:nvSpPr>
        <p:spPr>
          <a:xfrm>
            <a:off x="9840399"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57"/>
          </p:nvPr>
        </p:nvSpPr>
        <p:spPr>
          <a:xfrm>
            <a:off x="6466899" y="4372942"/>
            <a:ext cx="1504169" cy="1397524"/>
          </a:xfrm>
          <a:prstGeom prst="rect">
            <a:avLst/>
          </a:prstGeom>
        </p:spPr>
        <p:txBody>
          <a:bodyPr anchor="ctr">
            <a:normAutofit/>
          </a:bodyPr>
          <a:lstStyle>
            <a:lvl1pPr marL="0" indent="0" algn="ctr">
              <a:buNone/>
              <a:defRPr sz="1200"/>
            </a:lvl1pPr>
          </a:lstStyle>
          <a:p>
            <a:endParaRPr lang="en-US" dirty="0"/>
          </a:p>
        </p:txBody>
      </p:sp>
      <p:sp>
        <p:nvSpPr>
          <p:cNvPr id="24" name="Picture Placeholder 2"/>
          <p:cNvSpPr>
            <a:spLocks noGrp="1"/>
          </p:cNvSpPr>
          <p:nvPr>
            <p:ph type="pic" sz="quarter" idx="58"/>
          </p:nvPr>
        </p:nvSpPr>
        <p:spPr>
          <a:xfrm>
            <a:off x="8153649" y="4372942"/>
            <a:ext cx="1504169" cy="1397524"/>
          </a:xfrm>
          <a:prstGeom prst="rect">
            <a:avLst/>
          </a:prstGeom>
        </p:spPr>
        <p:txBody>
          <a:bodyPr anchor="ctr">
            <a:normAutofit/>
          </a:bodyPr>
          <a:lstStyle>
            <a:lvl1pPr marL="0" indent="0" algn="ctr">
              <a:buNone/>
              <a:defRPr sz="1200"/>
            </a:lvl1pPr>
          </a:lstStyle>
          <a:p>
            <a:endParaRPr lang="en-US" dirty="0"/>
          </a:p>
        </p:txBody>
      </p:sp>
      <p:sp>
        <p:nvSpPr>
          <p:cNvPr id="25" name="Picture Placeholder 2"/>
          <p:cNvSpPr>
            <a:spLocks noGrp="1"/>
          </p:cNvSpPr>
          <p:nvPr>
            <p:ph type="pic" sz="quarter" idx="59"/>
          </p:nvPr>
        </p:nvSpPr>
        <p:spPr>
          <a:xfrm>
            <a:off x="9840399" y="4372942"/>
            <a:ext cx="1504169" cy="1397524"/>
          </a:xfrm>
          <a:prstGeom prst="rect">
            <a:avLst/>
          </a:prstGeom>
        </p:spPr>
        <p:txBody>
          <a:bodyPr anchor="ctr">
            <a:normAutofit/>
          </a:bodyPr>
          <a:lstStyle>
            <a:lvl1pPr marL="0" indent="0" algn="ctr">
              <a:buNone/>
              <a:defRPr sz="1200"/>
            </a:lvl1pPr>
          </a:lstStyle>
          <a:p>
            <a:endParaRPr lang="en-US" dirty="0"/>
          </a:p>
        </p:txBody>
      </p:sp>
      <p:sp>
        <p:nvSpPr>
          <p:cNvPr id="27" name="Picture Placeholder 2"/>
          <p:cNvSpPr>
            <a:spLocks noGrp="1"/>
          </p:cNvSpPr>
          <p:nvPr>
            <p:ph type="pic" sz="quarter" idx="60"/>
          </p:nvPr>
        </p:nvSpPr>
        <p:spPr>
          <a:xfrm>
            <a:off x="888392"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28" name="Picture Placeholder 2"/>
          <p:cNvSpPr>
            <a:spLocks noGrp="1"/>
          </p:cNvSpPr>
          <p:nvPr>
            <p:ph type="pic" sz="quarter" idx="61"/>
          </p:nvPr>
        </p:nvSpPr>
        <p:spPr>
          <a:xfrm>
            <a:off x="2575142"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62"/>
          </p:nvPr>
        </p:nvSpPr>
        <p:spPr>
          <a:xfrm>
            <a:off x="4261892" y="2278929"/>
            <a:ext cx="1504169" cy="1397524"/>
          </a:xfrm>
          <a:prstGeom prst="rect">
            <a:avLst/>
          </a:prstGeom>
        </p:spPr>
        <p:txBody>
          <a:bodyPr anchor="ctr">
            <a:normAutofit/>
          </a:bodyPr>
          <a:lstStyle>
            <a:lvl1pPr marL="0" indent="0" algn="ctr">
              <a:buNone/>
              <a:defRPr sz="1200"/>
            </a:lvl1pPr>
          </a:lstStyle>
          <a:p>
            <a:endParaRPr lang="en-US" dirty="0"/>
          </a:p>
        </p:txBody>
      </p:sp>
      <p:sp>
        <p:nvSpPr>
          <p:cNvPr id="31" name="Picture Placeholder 2"/>
          <p:cNvSpPr>
            <a:spLocks noGrp="1"/>
          </p:cNvSpPr>
          <p:nvPr>
            <p:ph type="pic" sz="quarter" idx="63"/>
          </p:nvPr>
        </p:nvSpPr>
        <p:spPr>
          <a:xfrm>
            <a:off x="888392" y="4372942"/>
            <a:ext cx="1504169" cy="1397524"/>
          </a:xfrm>
          <a:prstGeom prst="rect">
            <a:avLst/>
          </a:prstGeom>
        </p:spPr>
        <p:txBody>
          <a:bodyPr anchor="ctr">
            <a:normAutofit/>
          </a:bodyPr>
          <a:lstStyle>
            <a:lvl1pPr marL="0" indent="0" algn="ctr">
              <a:buNone/>
              <a:defRPr sz="1200"/>
            </a:lvl1pPr>
          </a:lstStyle>
          <a:p>
            <a:endParaRPr lang="en-US" dirty="0"/>
          </a:p>
        </p:txBody>
      </p:sp>
      <p:sp>
        <p:nvSpPr>
          <p:cNvPr id="32" name="Picture Placeholder 2"/>
          <p:cNvSpPr>
            <a:spLocks noGrp="1"/>
          </p:cNvSpPr>
          <p:nvPr>
            <p:ph type="pic" sz="quarter" idx="64"/>
          </p:nvPr>
        </p:nvSpPr>
        <p:spPr>
          <a:xfrm>
            <a:off x="2575142" y="4372942"/>
            <a:ext cx="1504169" cy="1397524"/>
          </a:xfrm>
          <a:prstGeom prst="rect">
            <a:avLst/>
          </a:prstGeom>
        </p:spPr>
        <p:txBody>
          <a:bodyPr anchor="ctr">
            <a:normAutofit/>
          </a:bodyPr>
          <a:lstStyle>
            <a:lvl1pPr marL="0" indent="0" algn="ctr">
              <a:buNone/>
              <a:defRPr sz="1200"/>
            </a:lvl1pPr>
          </a:lstStyle>
          <a:p>
            <a:endParaRPr lang="en-US" dirty="0"/>
          </a:p>
        </p:txBody>
      </p:sp>
      <p:sp>
        <p:nvSpPr>
          <p:cNvPr id="35" name="Picture Placeholder 2"/>
          <p:cNvSpPr>
            <a:spLocks noGrp="1"/>
          </p:cNvSpPr>
          <p:nvPr>
            <p:ph type="pic" sz="quarter" idx="65"/>
          </p:nvPr>
        </p:nvSpPr>
        <p:spPr>
          <a:xfrm>
            <a:off x="4261892" y="4372942"/>
            <a:ext cx="1504169" cy="1397524"/>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4010165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4" name="TextBox 3"/>
          <p:cNvSpPr txBox="1"/>
          <p:nvPr userDrawn="1"/>
        </p:nvSpPr>
        <p:spPr>
          <a:xfrm>
            <a:off x="107505" y="6577469"/>
            <a:ext cx="1800200" cy="118430"/>
          </a:xfrm>
          <a:prstGeom prst="rect">
            <a:avLst/>
          </a:prstGeom>
          <a:noFill/>
        </p:spPr>
        <p:txBody>
          <a:bodyPr wrap="square" rtlCol="0">
            <a:spAutoFit/>
          </a:bodyPr>
          <a:lstStyle/>
          <a:p>
            <a:pPr>
              <a:lnSpc>
                <a:spcPct val="200000"/>
              </a:lnSpc>
            </a:pPr>
            <a:r>
              <a:rPr lang="en-US" altLang="zh-CN" sz="100" dirty="0">
                <a:solidFill>
                  <a:prstClr val="black"/>
                </a:solidFill>
                <a:latin typeface="微软雅黑" panose="020B0503020204020204" pitchFamily="34" charset="-122"/>
                <a:ea typeface="微软雅黑" panose="020B0503020204020204" pitchFamily="34" charset="-122"/>
                <a:hlinkClick r:id="rId2"/>
              </a:rPr>
              <a:t>PPT</a:t>
            </a:r>
            <a:r>
              <a:rPr lang="zh-CN" altLang="en-US" sz="100" dirty="0">
                <a:solidFill>
                  <a:prstClr val="black"/>
                </a:solidFill>
                <a:latin typeface="微软雅黑" panose="020B0503020204020204" pitchFamily="34" charset="-122"/>
                <a:ea typeface="微软雅黑" panose="020B0503020204020204" pitchFamily="34" charset="-122"/>
                <a:hlinkClick r:id="rId2"/>
              </a:rPr>
              <a:t>模板</a:t>
            </a:r>
            <a:r>
              <a:rPr lang="zh-CN" altLang="en-US" sz="100" dirty="0">
                <a:solidFill>
                  <a:prstClr val="black"/>
                </a:solidFill>
                <a:latin typeface="微软雅黑" panose="020B0503020204020204" pitchFamily="34" charset="-122"/>
                <a:ea typeface="微软雅黑" panose="020B0503020204020204" pitchFamily="34" charset="-122"/>
              </a:rPr>
              <a:t> </a:t>
            </a:r>
            <a:r>
              <a:rPr lang="en-US" altLang="zh-CN" sz="100" dirty="0">
                <a:solidFill>
                  <a:prstClr val="black"/>
                </a:solidFill>
                <a:latin typeface="微软雅黑" panose="020B0503020204020204" pitchFamily="34" charset="-122"/>
                <a:ea typeface="微软雅黑" panose="020B0503020204020204" pitchFamily="34" charset="-122"/>
              </a:rPr>
              <a:t>http://www.1ppt.com/moban/</a:t>
            </a:r>
            <a:r>
              <a:rPr lang="zh-CN" altLang="en-US" sz="100" dirty="0">
                <a:solidFill>
                  <a:prstClr val="black"/>
                </a:solidFill>
                <a:latin typeface="微软雅黑" panose="020B0503020204020204" pitchFamily="34" charset="-122"/>
                <a:ea typeface="微软雅黑" panose="020B0503020204020204" pitchFamily="34" charset="-122"/>
              </a:rPr>
              <a:t> </a:t>
            </a:r>
            <a:endParaRPr lang="en-US" altLang="zh-CN" sz="100" dirty="0">
              <a:solidFill>
                <a:prstClr val="black"/>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6105435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oducts Catalog 1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7" name="Picture Placeholder 2"/>
          <p:cNvSpPr>
            <a:spLocks noGrp="1"/>
          </p:cNvSpPr>
          <p:nvPr>
            <p:ph type="pic" sz="quarter" idx="60"/>
          </p:nvPr>
        </p:nvSpPr>
        <p:spPr>
          <a:xfrm>
            <a:off x="539601" y="437979"/>
            <a:ext cx="2015064" cy="5943967"/>
          </a:xfrm>
          <a:prstGeom prst="rect">
            <a:avLst/>
          </a:prstGeom>
        </p:spPr>
        <p:txBody>
          <a:bodyPr anchor="ctr">
            <a:normAutofit/>
          </a:bodyPr>
          <a:lstStyle>
            <a:lvl1pPr marL="0" indent="0" algn="ctr">
              <a:buNone/>
              <a:defRPr sz="1200"/>
            </a:lvl1pPr>
          </a:lstStyle>
          <a:p>
            <a:endParaRPr lang="en-US" dirty="0"/>
          </a:p>
        </p:txBody>
      </p:sp>
      <p:sp>
        <p:nvSpPr>
          <p:cNvPr id="23" name="Picture Placeholder 2"/>
          <p:cNvSpPr>
            <a:spLocks noGrp="1"/>
          </p:cNvSpPr>
          <p:nvPr>
            <p:ph type="pic" sz="quarter" idx="61"/>
          </p:nvPr>
        </p:nvSpPr>
        <p:spPr>
          <a:xfrm>
            <a:off x="2632351" y="437979"/>
            <a:ext cx="2015064" cy="5943967"/>
          </a:xfrm>
          <a:prstGeom prst="rect">
            <a:avLst/>
          </a:prstGeom>
        </p:spPr>
        <p:txBody>
          <a:bodyPr anchor="ctr">
            <a:normAutofit/>
          </a:bodyPr>
          <a:lstStyle>
            <a:lvl1pPr marL="0" indent="0" algn="ctr">
              <a:buNone/>
              <a:defRPr sz="1200"/>
            </a:lvl1pPr>
          </a:lstStyle>
          <a:p>
            <a:endParaRPr lang="en-US" dirty="0"/>
          </a:p>
        </p:txBody>
      </p:sp>
      <p:sp>
        <p:nvSpPr>
          <p:cNvPr id="26" name="Picture Placeholder 2"/>
          <p:cNvSpPr>
            <a:spLocks noGrp="1"/>
          </p:cNvSpPr>
          <p:nvPr>
            <p:ph type="pic" sz="quarter" idx="62"/>
          </p:nvPr>
        </p:nvSpPr>
        <p:spPr>
          <a:xfrm>
            <a:off x="4725101" y="437979"/>
            <a:ext cx="2015064" cy="5943967"/>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234733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ports &amp; Fitness 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7" name="Picture Placeholder 2"/>
          <p:cNvSpPr>
            <a:spLocks noGrp="1"/>
          </p:cNvSpPr>
          <p:nvPr>
            <p:ph type="pic" sz="quarter" idx="60"/>
          </p:nvPr>
        </p:nvSpPr>
        <p:spPr>
          <a:xfrm>
            <a:off x="0" y="1595121"/>
            <a:ext cx="6014720" cy="3510280"/>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61"/>
          </p:nvPr>
        </p:nvSpPr>
        <p:spPr>
          <a:xfrm>
            <a:off x="6177280" y="1595121"/>
            <a:ext cx="1971040" cy="1676399"/>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62"/>
          </p:nvPr>
        </p:nvSpPr>
        <p:spPr>
          <a:xfrm>
            <a:off x="6177280" y="3429001"/>
            <a:ext cx="1971040" cy="1676399"/>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364531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ports &amp; Fitness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7" name="Picture Placeholder 2"/>
          <p:cNvSpPr>
            <a:spLocks noGrp="1"/>
          </p:cNvSpPr>
          <p:nvPr>
            <p:ph type="pic" sz="quarter" idx="60"/>
          </p:nvPr>
        </p:nvSpPr>
        <p:spPr>
          <a:xfrm>
            <a:off x="5638800" y="599440"/>
            <a:ext cx="6553200" cy="575056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85637472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Foods &amp; Restaurant 1">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1" name="Picture Placeholder 3"/>
          <p:cNvSpPr>
            <a:spLocks noGrp="1"/>
          </p:cNvSpPr>
          <p:nvPr>
            <p:ph type="pic" sz="quarter" idx="17"/>
          </p:nvPr>
        </p:nvSpPr>
        <p:spPr>
          <a:xfrm>
            <a:off x="1383792" y="1699769"/>
            <a:ext cx="1755648" cy="1755646"/>
          </a:xfrm>
          <a:prstGeom prst="teardrop">
            <a:avLst/>
          </a:prstGeom>
        </p:spPr>
        <p:txBody>
          <a:bodyPr anchor="ctr">
            <a:normAutofit/>
          </a:bodyPr>
          <a:lstStyle>
            <a:lvl1pPr marL="0" indent="0" algn="ctr">
              <a:buNone/>
              <a:defRPr sz="1200">
                <a:solidFill>
                  <a:schemeClr val="bg2"/>
                </a:solidFill>
              </a:defRPr>
            </a:lvl1pPr>
          </a:lstStyle>
          <a:p>
            <a:endParaRPr lang="en-US"/>
          </a:p>
        </p:txBody>
      </p:sp>
      <p:sp>
        <p:nvSpPr>
          <p:cNvPr id="15" name="Picture Placeholder 3"/>
          <p:cNvSpPr>
            <a:spLocks noGrp="1"/>
          </p:cNvSpPr>
          <p:nvPr>
            <p:ph type="pic" sz="quarter" idx="18"/>
          </p:nvPr>
        </p:nvSpPr>
        <p:spPr>
          <a:xfrm>
            <a:off x="1383792" y="4087369"/>
            <a:ext cx="1755648" cy="1755646"/>
          </a:xfrm>
          <a:prstGeom prst="teardrop">
            <a:avLst/>
          </a:prstGeom>
        </p:spPr>
        <p:txBody>
          <a:bodyPr anchor="ctr">
            <a:normAutofit/>
          </a:bodyPr>
          <a:lstStyle>
            <a:lvl1pPr marL="0" indent="0" algn="ctr">
              <a:buNone/>
              <a:defRPr sz="1200">
                <a:solidFill>
                  <a:schemeClr val="bg2"/>
                </a:solidFill>
              </a:defRPr>
            </a:lvl1pPr>
          </a:lstStyle>
          <a:p>
            <a:endParaRPr lang="en-US"/>
          </a:p>
        </p:txBody>
      </p:sp>
      <p:sp>
        <p:nvSpPr>
          <p:cNvPr id="16" name="Picture Placeholder 3"/>
          <p:cNvSpPr>
            <a:spLocks noGrp="1"/>
          </p:cNvSpPr>
          <p:nvPr>
            <p:ph type="pic" sz="quarter" idx="19"/>
          </p:nvPr>
        </p:nvSpPr>
        <p:spPr>
          <a:xfrm>
            <a:off x="6098032" y="1699769"/>
            <a:ext cx="1755648" cy="1755646"/>
          </a:xfrm>
          <a:prstGeom prst="teardrop">
            <a:avLst/>
          </a:prstGeom>
        </p:spPr>
        <p:txBody>
          <a:bodyPr anchor="ctr">
            <a:normAutofit/>
          </a:bodyPr>
          <a:lstStyle>
            <a:lvl1pPr marL="0" indent="0" algn="ctr">
              <a:buNone/>
              <a:defRPr sz="1200">
                <a:solidFill>
                  <a:schemeClr val="bg2"/>
                </a:solidFill>
              </a:defRPr>
            </a:lvl1pPr>
          </a:lstStyle>
          <a:p>
            <a:endParaRPr lang="en-US"/>
          </a:p>
        </p:txBody>
      </p:sp>
      <p:sp>
        <p:nvSpPr>
          <p:cNvPr id="17" name="Picture Placeholder 3"/>
          <p:cNvSpPr>
            <a:spLocks noGrp="1"/>
          </p:cNvSpPr>
          <p:nvPr>
            <p:ph type="pic" sz="quarter" idx="20"/>
          </p:nvPr>
        </p:nvSpPr>
        <p:spPr>
          <a:xfrm>
            <a:off x="6098032" y="4087369"/>
            <a:ext cx="1755648" cy="1755646"/>
          </a:xfrm>
          <a:prstGeom prst="teardrop">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17648924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Foods &amp; Restaurant 2">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1" name="Picture Placeholder 3"/>
          <p:cNvSpPr>
            <a:spLocks noGrp="1"/>
          </p:cNvSpPr>
          <p:nvPr>
            <p:ph type="pic" sz="quarter" idx="17"/>
          </p:nvPr>
        </p:nvSpPr>
        <p:spPr>
          <a:xfrm>
            <a:off x="1383792" y="1699769"/>
            <a:ext cx="3157728" cy="3157724"/>
          </a:xfrm>
          <a:prstGeom prst="teardrop">
            <a:avLst/>
          </a:prstGeom>
        </p:spPr>
        <p:txBody>
          <a:bodyPr anchor="ctr">
            <a:normAutofit/>
          </a:bodyPr>
          <a:lstStyle>
            <a:lvl1pPr marL="0" indent="0" algn="ctr">
              <a:buNone/>
              <a:defRPr sz="1200">
                <a:solidFill>
                  <a:schemeClr val="bg2"/>
                </a:solidFill>
              </a:defRPr>
            </a:lvl1pPr>
          </a:lstStyle>
          <a:p>
            <a:endParaRPr lang="en-US"/>
          </a:p>
        </p:txBody>
      </p:sp>
      <p:sp>
        <p:nvSpPr>
          <p:cNvPr id="14" name="Picture Placeholder 3"/>
          <p:cNvSpPr>
            <a:spLocks noGrp="1"/>
          </p:cNvSpPr>
          <p:nvPr>
            <p:ph type="pic" sz="quarter" idx="18"/>
          </p:nvPr>
        </p:nvSpPr>
        <p:spPr>
          <a:xfrm>
            <a:off x="4167632" y="4328159"/>
            <a:ext cx="1725168" cy="1725166"/>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8" name="Picture Placeholder 3"/>
          <p:cNvSpPr>
            <a:spLocks noGrp="1"/>
          </p:cNvSpPr>
          <p:nvPr>
            <p:ph type="pic" sz="quarter" idx="19"/>
          </p:nvPr>
        </p:nvSpPr>
        <p:spPr>
          <a:xfrm>
            <a:off x="6280912" y="4328159"/>
            <a:ext cx="1725168" cy="1725166"/>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9" name="Picture Placeholder 3"/>
          <p:cNvSpPr>
            <a:spLocks noGrp="1"/>
          </p:cNvSpPr>
          <p:nvPr>
            <p:ph type="pic" sz="quarter" idx="20"/>
          </p:nvPr>
        </p:nvSpPr>
        <p:spPr>
          <a:xfrm>
            <a:off x="8394192" y="4328159"/>
            <a:ext cx="1725168" cy="1725166"/>
          </a:xfrm>
          <a:prstGeom prst="ellipse">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2145854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oods &amp; Restaurant 3">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9" name="Picture Placeholder 3"/>
          <p:cNvSpPr>
            <a:spLocks noGrp="1"/>
          </p:cNvSpPr>
          <p:nvPr>
            <p:ph type="pic" sz="quarter" idx="20"/>
          </p:nvPr>
        </p:nvSpPr>
        <p:spPr>
          <a:xfrm>
            <a:off x="4584192" y="1503679"/>
            <a:ext cx="2294128" cy="2294126"/>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5" name="Picture Placeholder 3"/>
          <p:cNvSpPr>
            <a:spLocks noGrp="1"/>
          </p:cNvSpPr>
          <p:nvPr>
            <p:ph type="pic" sz="quarter" idx="21"/>
          </p:nvPr>
        </p:nvSpPr>
        <p:spPr>
          <a:xfrm>
            <a:off x="4584192" y="3921759"/>
            <a:ext cx="2294128" cy="2294126"/>
          </a:xfrm>
          <a:prstGeom prst="ellipse">
            <a:avLst/>
          </a:prstGeom>
        </p:spPr>
        <p:txBody>
          <a:bodyPr anchor="ctr">
            <a:normAutofit/>
          </a:bodyPr>
          <a:lstStyle>
            <a:lvl1pPr marL="0" indent="0" algn="ctr">
              <a:buNone/>
              <a:defRPr sz="1200">
                <a:solidFill>
                  <a:schemeClr val="bg2"/>
                </a:solidFill>
              </a:defRPr>
            </a:lvl1pPr>
          </a:lstStyle>
          <a:p>
            <a:endParaRPr lang="en-US"/>
          </a:p>
        </p:txBody>
      </p:sp>
      <p:sp>
        <p:nvSpPr>
          <p:cNvPr id="16" name="Picture Placeholder 3"/>
          <p:cNvSpPr>
            <a:spLocks noGrp="1"/>
          </p:cNvSpPr>
          <p:nvPr>
            <p:ph type="pic" sz="quarter" idx="22"/>
          </p:nvPr>
        </p:nvSpPr>
        <p:spPr>
          <a:xfrm>
            <a:off x="7032752" y="3921759"/>
            <a:ext cx="2294128" cy="2294126"/>
          </a:xfrm>
          <a:prstGeom prst="ellipse">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12427540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Foods &amp; Restaurant 4">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2"/>
          <p:cNvSpPr>
            <a:spLocks noGrp="1"/>
          </p:cNvSpPr>
          <p:nvPr>
            <p:ph type="pic" sz="quarter" idx="60"/>
          </p:nvPr>
        </p:nvSpPr>
        <p:spPr>
          <a:xfrm>
            <a:off x="888391" y="2085889"/>
            <a:ext cx="2195049" cy="2379431"/>
          </a:xfrm>
          <a:prstGeom prst="rect">
            <a:avLst/>
          </a:prstGeom>
        </p:spPr>
        <p:txBody>
          <a:bodyPr anchor="ctr">
            <a:normAutofit/>
          </a:bodyPr>
          <a:lstStyle>
            <a:lvl1pPr marL="0" indent="0" algn="ctr">
              <a:buNone/>
              <a:defRPr sz="1200"/>
            </a:lvl1pPr>
          </a:lstStyle>
          <a:p>
            <a:endParaRPr lang="en-US" dirty="0"/>
          </a:p>
        </p:txBody>
      </p:sp>
      <p:sp>
        <p:nvSpPr>
          <p:cNvPr id="17" name="Picture Placeholder 2"/>
          <p:cNvSpPr>
            <a:spLocks noGrp="1"/>
          </p:cNvSpPr>
          <p:nvPr>
            <p:ph type="pic" sz="quarter" idx="61"/>
          </p:nvPr>
        </p:nvSpPr>
        <p:spPr>
          <a:xfrm>
            <a:off x="3169920" y="2085889"/>
            <a:ext cx="1224351" cy="1150071"/>
          </a:xfrm>
          <a:prstGeom prst="rect">
            <a:avLst/>
          </a:prstGeom>
        </p:spPr>
        <p:txBody>
          <a:bodyPr anchor="ctr">
            <a:normAutofit/>
          </a:bodyPr>
          <a:lstStyle>
            <a:lvl1pPr marL="0" indent="0" algn="ctr">
              <a:buNone/>
              <a:defRPr sz="1200"/>
            </a:lvl1pPr>
          </a:lstStyle>
          <a:p>
            <a:endParaRPr lang="en-US" dirty="0"/>
          </a:p>
        </p:txBody>
      </p:sp>
      <p:sp>
        <p:nvSpPr>
          <p:cNvPr id="18" name="Picture Placeholder 2"/>
          <p:cNvSpPr>
            <a:spLocks noGrp="1"/>
          </p:cNvSpPr>
          <p:nvPr>
            <p:ph type="pic" sz="quarter" idx="62"/>
          </p:nvPr>
        </p:nvSpPr>
        <p:spPr>
          <a:xfrm>
            <a:off x="4480750" y="2085889"/>
            <a:ext cx="1224351" cy="1150071"/>
          </a:xfrm>
          <a:prstGeom prst="rect">
            <a:avLst/>
          </a:prstGeom>
        </p:spPr>
        <p:txBody>
          <a:bodyPr anchor="ctr">
            <a:normAutofit/>
          </a:bodyPr>
          <a:lstStyle>
            <a:lvl1pPr marL="0" indent="0" algn="ctr">
              <a:buNone/>
              <a:defRPr sz="1200"/>
            </a:lvl1pPr>
          </a:lstStyle>
          <a:p>
            <a:endParaRPr lang="en-US" dirty="0"/>
          </a:p>
        </p:txBody>
      </p:sp>
      <p:sp>
        <p:nvSpPr>
          <p:cNvPr id="21" name="Picture Placeholder 2"/>
          <p:cNvSpPr>
            <a:spLocks noGrp="1"/>
          </p:cNvSpPr>
          <p:nvPr>
            <p:ph type="pic" sz="quarter" idx="64"/>
          </p:nvPr>
        </p:nvSpPr>
        <p:spPr>
          <a:xfrm>
            <a:off x="3169920" y="3315249"/>
            <a:ext cx="1224351" cy="1150071"/>
          </a:xfrm>
          <a:prstGeom prst="rect">
            <a:avLst/>
          </a:prstGeom>
        </p:spPr>
        <p:txBody>
          <a:bodyPr anchor="ctr">
            <a:normAutofit/>
          </a:bodyPr>
          <a:lstStyle>
            <a:lvl1pPr marL="0" indent="0" algn="ctr">
              <a:buNone/>
              <a:defRPr sz="1200"/>
            </a:lvl1pPr>
          </a:lstStyle>
          <a:p>
            <a:endParaRPr lang="en-US" dirty="0"/>
          </a:p>
        </p:txBody>
      </p:sp>
      <p:sp>
        <p:nvSpPr>
          <p:cNvPr id="22" name="Picture Placeholder 2"/>
          <p:cNvSpPr>
            <a:spLocks noGrp="1"/>
          </p:cNvSpPr>
          <p:nvPr>
            <p:ph type="pic" sz="quarter" idx="65"/>
          </p:nvPr>
        </p:nvSpPr>
        <p:spPr>
          <a:xfrm>
            <a:off x="4480750" y="3315249"/>
            <a:ext cx="1224351" cy="1150071"/>
          </a:xfrm>
          <a:prstGeom prst="rect">
            <a:avLst/>
          </a:prstGeom>
        </p:spPr>
        <p:txBody>
          <a:bodyPr anchor="ctr">
            <a:normAutofit/>
          </a:bodyPr>
          <a:lstStyle>
            <a:lvl1pPr marL="0" indent="0" algn="ctr">
              <a:buNone/>
              <a:defRPr sz="1200"/>
            </a:lvl1pPr>
          </a:lstStyle>
          <a:p>
            <a:endParaRPr lang="en-US" dirty="0"/>
          </a:p>
        </p:txBody>
      </p:sp>
      <p:sp>
        <p:nvSpPr>
          <p:cNvPr id="29" name="Picture Placeholder 2"/>
          <p:cNvSpPr>
            <a:spLocks noGrp="1"/>
          </p:cNvSpPr>
          <p:nvPr>
            <p:ph type="pic" sz="quarter" idx="66"/>
          </p:nvPr>
        </p:nvSpPr>
        <p:spPr>
          <a:xfrm>
            <a:off x="6486551" y="2085889"/>
            <a:ext cx="2195049" cy="2379431"/>
          </a:xfrm>
          <a:prstGeom prst="rect">
            <a:avLst/>
          </a:prstGeom>
        </p:spPr>
        <p:txBody>
          <a:bodyPr anchor="ctr">
            <a:normAutofit/>
          </a:bodyPr>
          <a:lstStyle>
            <a:lvl1pPr marL="0" indent="0" algn="ctr">
              <a:buNone/>
              <a:defRPr sz="1200"/>
            </a:lvl1pPr>
          </a:lstStyle>
          <a:p>
            <a:endParaRPr lang="en-US" dirty="0"/>
          </a:p>
        </p:txBody>
      </p:sp>
      <p:sp>
        <p:nvSpPr>
          <p:cNvPr id="31" name="Picture Placeholder 2"/>
          <p:cNvSpPr>
            <a:spLocks noGrp="1"/>
          </p:cNvSpPr>
          <p:nvPr>
            <p:ph type="pic" sz="quarter" idx="67"/>
          </p:nvPr>
        </p:nvSpPr>
        <p:spPr>
          <a:xfrm>
            <a:off x="8768080" y="2085889"/>
            <a:ext cx="1224351" cy="1150071"/>
          </a:xfrm>
          <a:prstGeom prst="rect">
            <a:avLst/>
          </a:prstGeom>
        </p:spPr>
        <p:txBody>
          <a:bodyPr anchor="ctr">
            <a:normAutofit/>
          </a:bodyPr>
          <a:lstStyle>
            <a:lvl1pPr marL="0" indent="0" algn="ctr">
              <a:buNone/>
              <a:defRPr sz="1200"/>
            </a:lvl1pPr>
          </a:lstStyle>
          <a:p>
            <a:endParaRPr lang="en-US" dirty="0"/>
          </a:p>
        </p:txBody>
      </p:sp>
      <p:sp>
        <p:nvSpPr>
          <p:cNvPr id="32" name="Picture Placeholder 2"/>
          <p:cNvSpPr>
            <a:spLocks noGrp="1"/>
          </p:cNvSpPr>
          <p:nvPr>
            <p:ph type="pic" sz="quarter" idx="68"/>
          </p:nvPr>
        </p:nvSpPr>
        <p:spPr>
          <a:xfrm>
            <a:off x="10078910" y="2085889"/>
            <a:ext cx="1224351" cy="1150071"/>
          </a:xfrm>
          <a:prstGeom prst="rect">
            <a:avLst/>
          </a:prstGeom>
        </p:spPr>
        <p:txBody>
          <a:bodyPr anchor="ctr">
            <a:normAutofit/>
          </a:bodyPr>
          <a:lstStyle>
            <a:lvl1pPr marL="0" indent="0" algn="ctr">
              <a:buNone/>
              <a:defRPr sz="1200"/>
            </a:lvl1pPr>
          </a:lstStyle>
          <a:p>
            <a:endParaRPr lang="en-US" dirty="0"/>
          </a:p>
        </p:txBody>
      </p:sp>
      <p:sp>
        <p:nvSpPr>
          <p:cNvPr id="35" name="Picture Placeholder 2"/>
          <p:cNvSpPr>
            <a:spLocks noGrp="1"/>
          </p:cNvSpPr>
          <p:nvPr>
            <p:ph type="pic" sz="quarter" idx="69"/>
          </p:nvPr>
        </p:nvSpPr>
        <p:spPr>
          <a:xfrm>
            <a:off x="8768080" y="3315249"/>
            <a:ext cx="1224351" cy="1150071"/>
          </a:xfrm>
          <a:prstGeom prst="rect">
            <a:avLst/>
          </a:prstGeom>
        </p:spPr>
        <p:txBody>
          <a:bodyPr anchor="ctr">
            <a:normAutofit/>
          </a:bodyPr>
          <a:lstStyle>
            <a:lvl1pPr marL="0" indent="0" algn="ctr">
              <a:buNone/>
              <a:defRPr sz="1200"/>
            </a:lvl1pPr>
          </a:lstStyle>
          <a:p>
            <a:endParaRPr lang="en-US" dirty="0"/>
          </a:p>
        </p:txBody>
      </p:sp>
      <p:sp>
        <p:nvSpPr>
          <p:cNvPr id="36" name="Picture Placeholder 2"/>
          <p:cNvSpPr>
            <a:spLocks noGrp="1"/>
          </p:cNvSpPr>
          <p:nvPr>
            <p:ph type="pic" sz="quarter" idx="70"/>
          </p:nvPr>
        </p:nvSpPr>
        <p:spPr>
          <a:xfrm>
            <a:off x="10078910" y="3315249"/>
            <a:ext cx="1224351" cy="1150071"/>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5089765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Foods &amp; Restaurant 5">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14" name="Picture Placeholder 3"/>
          <p:cNvSpPr>
            <a:spLocks noGrp="1"/>
          </p:cNvSpPr>
          <p:nvPr>
            <p:ph type="pic" sz="quarter" idx="20"/>
          </p:nvPr>
        </p:nvSpPr>
        <p:spPr>
          <a:xfrm>
            <a:off x="4892040" y="2573666"/>
            <a:ext cx="2545080" cy="2545078"/>
          </a:xfrm>
          <a:prstGeom prst="ellipse">
            <a:avLst/>
          </a:prstGeom>
        </p:spPr>
        <p:txBody>
          <a:bodyPr anchor="ctr">
            <a:normAutofit/>
          </a:bodyPr>
          <a:lstStyle>
            <a:lvl1pPr marL="0" indent="0" algn="ctr">
              <a:buNone/>
              <a:defRPr sz="1200">
                <a:solidFill>
                  <a:schemeClr val="bg2"/>
                </a:solidFill>
              </a:defRPr>
            </a:lvl1pPr>
          </a:lstStyle>
          <a:p>
            <a:endParaRPr lang="en-US"/>
          </a:p>
        </p:txBody>
      </p:sp>
    </p:spTree>
    <p:extLst>
      <p:ext uri="{BB962C8B-B14F-4D97-AF65-F5344CB8AC3E}">
        <p14:creationId xmlns:p14="http://schemas.microsoft.com/office/powerpoint/2010/main" val="5708405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oods &amp; Restaurant 6">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7" name="Picture Placeholder 2"/>
          <p:cNvSpPr>
            <a:spLocks noGrp="1"/>
          </p:cNvSpPr>
          <p:nvPr>
            <p:ph type="pic" sz="quarter" idx="60"/>
          </p:nvPr>
        </p:nvSpPr>
        <p:spPr>
          <a:xfrm>
            <a:off x="619760" y="599440"/>
            <a:ext cx="5476240" cy="567944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21999442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2 People">
    <p:spTree>
      <p:nvGrpSpPr>
        <p:cNvPr id="1" name=""/>
        <p:cNvGrpSpPr/>
        <p:nvPr/>
      </p:nvGrpSpPr>
      <p:grpSpPr>
        <a:xfrm>
          <a:off x="0" y="0"/>
          <a:ext cx="0" cy="0"/>
          <a:chOff x="0" y="0"/>
          <a:chExt cx="0" cy="0"/>
        </a:xfrm>
      </p:grpSpPr>
      <p:sp>
        <p:nvSpPr>
          <p:cNvPr id="12" name="Round Diagonal Corner Rectangle 11"/>
          <p:cNvSpPr/>
          <p:nvPr userDrawn="1"/>
        </p:nvSpPr>
        <p:spPr>
          <a:xfrm>
            <a:off x="11683190" y="150969"/>
            <a:ext cx="356410" cy="287010"/>
          </a:xfrm>
          <a:prstGeom prst="round2DiagRect">
            <a:avLst>
              <a:gd name="adj1" fmla="val 32340"/>
              <a:gd name="adj2" fmla="val 0"/>
            </a:avLst>
          </a:prstGeom>
          <a:solidFill>
            <a:schemeClr val="accent2">
              <a:lumMod val="7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 Diagonal Corner Rectangle 12"/>
          <p:cNvSpPr/>
          <p:nvPr userDrawn="1"/>
        </p:nvSpPr>
        <p:spPr>
          <a:xfrm>
            <a:off x="11665322" y="128915"/>
            <a:ext cx="356410" cy="287010"/>
          </a:xfrm>
          <a:prstGeom prst="round2DiagRect">
            <a:avLst>
              <a:gd name="adj1" fmla="val 32340"/>
              <a:gd name="adj2" fmla="val 0"/>
            </a:avLst>
          </a:prstGeom>
          <a:solidFill>
            <a:schemeClr val="accent2"/>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Slide Number Placeholder 5"/>
          <p:cNvSpPr txBox="1">
            <a:spLocks/>
          </p:cNvSpPr>
          <p:nvPr userDrawn="1"/>
        </p:nvSpPr>
        <p:spPr>
          <a:xfrm>
            <a:off x="11622464" y="173194"/>
            <a:ext cx="436674" cy="191932"/>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E97ECB15-F748-C140-A5C3-CF0090C943BA}" type="slidenum">
              <a:rPr lang="en-US" sz="800" b="0" i="0" smtClean="0">
                <a:solidFill>
                  <a:srgbClr val="FEFEFE"/>
                </a:solidFill>
                <a:latin typeface="Montserrat" charset="0"/>
                <a:ea typeface="Montserrat" charset="0"/>
                <a:cs typeface="Montserrat" charset="0"/>
              </a:rPr>
              <a:pPr algn="ctr"/>
              <a:t>‹#›</a:t>
            </a:fld>
            <a:endParaRPr lang="en-US" sz="800" b="0" i="0" dirty="0">
              <a:solidFill>
                <a:srgbClr val="FEFEFE"/>
              </a:solidFill>
              <a:latin typeface="Montserrat" charset="0"/>
              <a:ea typeface="Montserrat" charset="0"/>
              <a:cs typeface="Montserrat" charset="0"/>
            </a:endParaRPr>
          </a:p>
        </p:txBody>
      </p:sp>
      <p:grpSp>
        <p:nvGrpSpPr>
          <p:cNvPr id="39" name="Group 38"/>
          <p:cNvGrpSpPr/>
          <p:nvPr userDrawn="1"/>
        </p:nvGrpSpPr>
        <p:grpSpPr>
          <a:xfrm>
            <a:off x="11630384" y="6542411"/>
            <a:ext cx="390166" cy="171788"/>
            <a:chOff x="11125576" y="6251575"/>
            <a:chExt cx="288549" cy="117476"/>
          </a:xfrm>
        </p:grpSpPr>
        <p:sp>
          <p:nvSpPr>
            <p:cNvPr id="33" name="Chevron 32">
              <a:hlinkClick r:id="" action="ppaction://hlinkshowjump?jump=nextslide" tooltip="Next Slide"/>
            </p:cNvPr>
            <p:cNvSpPr/>
            <p:nvPr userDrawn="1"/>
          </p:nvSpPr>
          <p:spPr>
            <a:xfrm>
              <a:off x="11321095" y="6251575"/>
              <a:ext cx="93030" cy="117476"/>
            </a:xfrm>
            <a:prstGeom prst="chevron">
              <a:avLst>
                <a:gd name="adj" fmla="val 66337"/>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Chevron 33">
              <a:hlinkClick r:id="" action="ppaction://hlinkshowjump?jump=previousslide" tooltip="Previous Slide"/>
            </p:cNvPr>
            <p:cNvSpPr/>
            <p:nvPr userDrawn="1"/>
          </p:nvSpPr>
          <p:spPr>
            <a:xfrm rot="10800000">
              <a:off x="11125576" y="6251575"/>
              <a:ext cx="93030" cy="117476"/>
            </a:xfrm>
            <a:prstGeom prst="chevron">
              <a:avLst>
                <a:gd name="adj" fmla="val 64003"/>
              </a:avLst>
            </a:prstGeom>
            <a:solidFill>
              <a:schemeClr val="bg1">
                <a:lumMod val="7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38" name="Straight Connector 37"/>
            <p:cNvCxnSpPr/>
            <p:nvPr userDrawn="1"/>
          </p:nvCxnSpPr>
          <p:spPr>
            <a:xfrm flipV="1">
              <a:off x="11268075" y="6251575"/>
              <a:ext cx="0" cy="117476"/>
            </a:xfrm>
            <a:prstGeom prst="line">
              <a:avLst/>
            </a:prstGeom>
            <a:ln w="6350">
              <a:solidFill>
                <a:schemeClr val="bg1">
                  <a:lumMod val="75000"/>
                </a:schemeClr>
              </a:solidFill>
              <a:prstDash val="sysDot"/>
            </a:ln>
          </p:spPr>
          <p:style>
            <a:lnRef idx="1">
              <a:schemeClr val="accent1"/>
            </a:lnRef>
            <a:fillRef idx="0">
              <a:schemeClr val="accent1"/>
            </a:fillRef>
            <a:effectRef idx="0">
              <a:schemeClr val="accent1"/>
            </a:effectRef>
            <a:fontRef idx="minor">
              <a:schemeClr val="tx1"/>
            </a:fontRef>
          </p:style>
        </p:cxnSp>
      </p:grpSp>
      <p:sp>
        <p:nvSpPr>
          <p:cNvPr id="43" name="Text Placeholder 42"/>
          <p:cNvSpPr>
            <a:spLocks noGrp="1"/>
          </p:cNvSpPr>
          <p:nvPr userDrawn="1">
            <p:ph type="body" sz="quarter" idx="10" hasCustomPrompt="1"/>
          </p:nvPr>
        </p:nvSpPr>
        <p:spPr>
          <a:xfrm>
            <a:off x="8544262" y="6514090"/>
            <a:ext cx="2998268" cy="203846"/>
          </a:xfrm>
          <a:prstGeom prst="rect">
            <a:avLst/>
          </a:prstGeom>
        </p:spPr>
        <p:txBody>
          <a:bodyPr>
            <a:noAutofit/>
          </a:bodyPr>
          <a:lstStyle>
            <a:lvl1pPr marL="0" indent="0" algn="r">
              <a:buNone/>
              <a:defRPr sz="800" b="0" i="0">
                <a:solidFill>
                  <a:schemeClr val="bg2"/>
                </a:solidFill>
                <a:latin typeface="Montserrat Light" charset="0"/>
                <a:ea typeface="Montserrat Light" charset="0"/>
                <a:cs typeface="Montserrat Light" charset="0"/>
              </a:defRPr>
            </a:lvl1pPr>
            <a:lvl2pPr marL="457200" indent="0" algn="r">
              <a:buNone/>
              <a:defRPr sz="800" b="0" i="0">
                <a:solidFill>
                  <a:schemeClr val="bg2"/>
                </a:solidFill>
                <a:latin typeface="Montserrat Light" charset="0"/>
                <a:ea typeface="Montserrat Light" charset="0"/>
                <a:cs typeface="Montserrat Light" charset="0"/>
              </a:defRPr>
            </a:lvl2pPr>
            <a:lvl3pPr marL="914400" indent="0" algn="r">
              <a:buNone/>
              <a:defRPr sz="800" b="0" i="0">
                <a:solidFill>
                  <a:schemeClr val="bg2"/>
                </a:solidFill>
                <a:latin typeface="Montserrat Light" charset="0"/>
                <a:ea typeface="Montserrat Light" charset="0"/>
                <a:cs typeface="Montserrat Light" charset="0"/>
              </a:defRPr>
            </a:lvl3pPr>
            <a:lvl4pPr marL="1371600" indent="0" algn="r">
              <a:buNone/>
              <a:defRPr sz="800" b="0" i="0">
                <a:solidFill>
                  <a:schemeClr val="bg2"/>
                </a:solidFill>
                <a:latin typeface="Montserrat Light" charset="0"/>
                <a:ea typeface="Montserrat Light" charset="0"/>
                <a:cs typeface="Montserrat Light" charset="0"/>
              </a:defRPr>
            </a:lvl4pPr>
            <a:lvl5pPr marL="1828800" indent="0" algn="r">
              <a:buNone/>
              <a:defRPr sz="800" b="0" i="0">
                <a:solidFill>
                  <a:schemeClr val="bg2"/>
                </a:solidFill>
                <a:latin typeface="Montserrat Light" charset="0"/>
                <a:ea typeface="Montserrat Light" charset="0"/>
                <a:cs typeface="Montserrat Light" charset="0"/>
              </a:defRPr>
            </a:lvl5pPr>
          </a:lstStyle>
          <a:p>
            <a:pPr lvl="0"/>
            <a:r>
              <a:rPr lang="en-US" dirty="0"/>
              <a:t>Click to edit Master text styles for your custom footer</a:t>
            </a:r>
          </a:p>
        </p:txBody>
      </p:sp>
      <p:sp>
        <p:nvSpPr>
          <p:cNvPr id="27" name="Picture Placeholder 2"/>
          <p:cNvSpPr>
            <a:spLocks noGrp="1"/>
          </p:cNvSpPr>
          <p:nvPr>
            <p:ph type="pic" sz="quarter" idx="60"/>
          </p:nvPr>
        </p:nvSpPr>
        <p:spPr>
          <a:xfrm>
            <a:off x="3380179" y="0"/>
            <a:ext cx="5476240" cy="6858000"/>
          </a:xfrm>
          <a:prstGeom prst="rect">
            <a:avLst/>
          </a:prstGeom>
        </p:spPr>
        <p:txBody>
          <a:bodyPr anchor="ctr">
            <a:normAutofit/>
          </a:bodyPr>
          <a:lstStyle>
            <a:lvl1pPr marL="0" indent="0" algn="ctr">
              <a:buNone/>
              <a:defRPr sz="1200"/>
            </a:lvl1pPr>
          </a:lstStyle>
          <a:p>
            <a:endParaRPr lang="en-US" dirty="0"/>
          </a:p>
        </p:txBody>
      </p:sp>
    </p:spTree>
    <p:extLst>
      <p:ext uri="{BB962C8B-B14F-4D97-AF65-F5344CB8AC3E}">
        <p14:creationId xmlns:p14="http://schemas.microsoft.com/office/powerpoint/2010/main" val="177359509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userDrawn="1">
  <p:cSld name="Blank with Footer &amp; Head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95420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4203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2024/5/11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41430533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2024/5/11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5068343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229204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74" Type="http://schemas.openxmlformats.org/officeDocument/2006/relationships/slideLayout" Target="../slideLayouts/slideLayout74.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0.xml"/><Relationship Id="rId2" Type="http://schemas.openxmlformats.org/officeDocument/2006/relationships/slideLayout" Target="../slideLayouts/slideLayout79.xml"/><Relationship Id="rId1" Type="http://schemas.openxmlformats.org/officeDocument/2006/relationships/slideLayout" Target="../slideLayouts/slideLayout78.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557630"/>
      </p:ext>
    </p:extLst>
  </p:cSld>
  <p:clrMap bg1="lt1" tx1="dk1" bg2="lt2" tx2="dk2" accent1="accent1" accent2="accent2" accent3="accent3" accent4="accent4" accent5="accent5" accent6="accent6" hlink="hlink" folHlink="folHlink"/>
  <p:sldLayoutIdLst>
    <p:sldLayoutId id="2147483724" r:id="rId1"/>
    <p:sldLayoutId id="2147483702" r:id="rId2"/>
    <p:sldLayoutId id="2147483798" r:id="rId3"/>
    <p:sldLayoutId id="2147483799" r:id="rId4"/>
    <p:sldLayoutId id="2147483800" r:id="rId5"/>
    <p:sldLayoutId id="2147483801" r:id="rId6"/>
    <p:sldLayoutId id="2147483802" r:id="rId7"/>
    <p:sldLayoutId id="2147483803" r:id="rId8"/>
    <p:sldLayoutId id="2147483804" r:id="rId9"/>
    <p:sldLayoutId id="2147483805" r:id="rId10"/>
    <p:sldLayoutId id="2147483806" r:id="rId11"/>
    <p:sldLayoutId id="2147483807" r:id="rId12"/>
    <p:sldLayoutId id="2147483808" r:id="rId13"/>
    <p:sldLayoutId id="2147483809" r:id="rId14"/>
    <p:sldLayoutId id="2147483810" r:id="rId15"/>
    <p:sldLayoutId id="2147483811" r:id="rId16"/>
    <p:sldLayoutId id="2147483812" r:id="rId17"/>
    <p:sldLayoutId id="2147483813" r:id="rId18"/>
    <p:sldLayoutId id="2147483814" r:id="rId19"/>
    <p:sldLayoutId id="2147483815" r:id="rId20"/>
    <p:sldLayoutId id="2147483816" r:id="rId21"/>
    <p:sldLayoutId id="2147483817" r:id="rId22"/>
    <p:sldLayoutId id="2147483818" r:id="rId23"/>
    <p:sldLayoutId id="2147483819" r:id="rId24"/>
    <p:sldLayoutId id="2147483868" r:id="rId25"/>
    <p:sldLayoutId id="2147483820" r:id="rId26"/>
    <p:sldLayoutId id="2147483821" r:id="rId27"/>
    <p:sldLayoutId id="2147483822" r:id="rId28"/>
    <p:sldLayoutId id="2147483823" r:id="rId29"/>
    <p:sldLayoutId id="2147483824" r:id="rId30"/>
    <p:sldLayoutId id="2147483825" r:id="rId31"/>
    <p:sldLayoutId id="2147483826" r:id="rId32"/>
    <p:sldLayoutId id="2147483827" r:id="rId33"/>
    <p:sldLayoutId id="2147483828" r:id="rId34"/>
    <p:sldLayoutId id="2147483829" r:id="rId35"/>
    <p:sldLayoutId id="2147483830" r:id="rId36"/>
    <p:sldLayoutId id="2147483831" r:id="rId37"/>
    <p:sldLayoutId id="2147483832" r:id="rId38"/>
    <p:sldLayoutId id="2147483833" r:id="rId39"/>
    <p:sldLayoutId id="2147483834" r:id="rId40"/>
    <p:sldLayoutId id="2147483835" r:id="rId41"/>
    <p:sldLayoutId id="2147483836" r:id="rId42"/>
    <p:sldLayoutId id="2147483837" r:id="rId43"/>
    <p:sldLayoutId id="2147483838" r:id="rId44"/>
    <p:sldLayoutId id="2147483839" r:id="rId45"/>
    <p:sldLayoutId id="2147483840" r:id="rId46"/>
    <p:sldLayoutId id="2147483841" r:id="rId47"/>
    <p:sldLayoutId id="2147483842" r:id="rId48"/>
    <p:sldLayoutId id="2147483843" r:id="rId49"/>
    <p:sldLayoutId id="2147483844" r:id="rId50"/>
    <p:sldLayoutId id="2147483845" r:id="rId51"/>
    <p:sldLayoutId id="2147483846" r:id="rId52"/>
    <p:sldLayoutId id="2147483847" r:id="rId53"/>
    <p:sldLayoutId id="2147483848" r:id="rId54"/>
    <p:sldLayoutId id="2147483849" r:id="rId55"/>
    <p:sldLayoutId id="2147483850" r:id="rId56"/>
    <p:sldLayoutId id="2147483851" r:id="rId57"/>
    <p:sldLayoutId id="2147483852" r:id="rId58"/>
    <p:sldLayoutId id="2147483853" r:id="rId59"/>
    <p:sldLayoutId id="2147483854" r:id="rId60"/>
    <p:sldLayoutId id="2147483855" r:id="rId61"/>
    <p:sldLayoutId id="2147483856" r:id="rId62"/>
    <p:sldLayoutId id="2147483857" r:id="rId63"/>
    <p:sldLayoutId id="2147483858" r:id="rId64"/>
    <p:sldLayoutId id="2147483873" r:id="rId65"/>
    <p:sldLayoutId id="2147483859" r:id="rId66"/>
    <p:sldLayoutId id="2147483860" r:id="rId67"/>
    <p:sldLayoutId id="2147483861" r:id="rId68"/>
    <p:sldLayoutId id="2147483862" r:id="rId69"/>
    <p:sldLayoutId id="2147483863" r:id="rId70"/>
    <p:sldLayoutId id="2147483864" r:id="rId71"/>
    <p:sldLayoutId id="2147483865" r:id="rId72"/>
    <p:sldLayoutId id="2147483867" r:id="rId73"/>
    <p:sldLayoutId id="2147483866" r:id="rId74"/>
    <p:sldLayoutId id="2147483869" r:id="rId75"/>
    <p:sldLayoutId id="2147483870" r:id="rId76"/>
    <p:sldLayoutId id="2147483872" r:id="rId77"/>
  </p:sldLayoutIdLst>
  <mc:AlternateContent xmlns:mc="http://schemas.openxmlformats.org/markup-compatibility/2006" xmlns:p14="http://schemas.microsoft.com/office/powerpoint/2010/main">
    <mc:Choice Requires="p14">
      <p:transition p14:dur="10"/>
    </mc:Choice>
    <mc:Fallback xmlns="">
      <p:transition/>
    </mc:Fallback>
  </mc:AlternateContent>
  <p:hf hdr="0" ftr="0" dt="0"/>
  <p:txStyles>
    <p:titleStyle>
      <a:lvl1pPr algn="ctr" defTabSz="914400" rtl="0" eaLnBrk="1" latinLnBrk="0" hangingPunct="1">
        <a:lnSpc>
          <a:spcPct val="90000"/>
        </a:lnSpc>
        <a:spcBef>
          <a:spcPct val="0"/>
        </a:spcBef>
        <a:buNone/>
        <a:defRPr sz="3000" kern="1200">
          <a:solidFill>
            <a:schemeClr val="tx1"/>
          </a:solidFill>
          <a:latin typeface="+mj-lt"/>
          <a:ea typeface="+mj-ea"/>
          <a:cs typeface="+mj-cs"/>
        </a:defRPr>
      </a:lvl1pPr>
    </p:titleStyle>
    <p:bodyStyle>
      <a:lvl1pPr marL="228600" indent="-228600" algn="ctr"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ctr"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ctr" defTabSz="914400" rtl="0" eaLnBrk="1" latinLnBrk="0" hangingPunct="1">
        <a:lnSpc>
          <a:spcPct val="90000"/>
        </a:lnSpc>
        <a:spcBef>
          <a:spcPts val="500"/>
        </a:spcBef>
        <a:buFont typeface="Arial" panose="020B0604020202020204" pitchFamily="34" charset="0"/>
        <a:buChar char="•"/>
        <a:defRPr sz="1500" kern="1200">
          <a:solidFill>
            <a:schemeClr val="tx1"/>
          </a:solidFill>
          <a:latin typeface="+mn-lt"/>
          <a:ea typeface="+mn-ea"/>
          <a:cs typeface="+mn-cs"/>
        </a:defRPr>
      </a:lvl3pPr>
      <a:lvl4pPr marL="1600200" indent="-228600" algn="ctr"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ctr" defTabSz="914400" rtl="0" eaLnBrk="1" latinLnBrk="0" hangingPunct="1">
        <a:lnSpc>
          <a:spcPct val="90000"/>
        </a:lnSpc>
        <a:spcBef>
          <a:spcPts val="500"/>
        </a:spcBef>
        <a:buFont typeface="Arial" panose="020B0604020202020204" pitchFamily="34" charset="0"/>
        <a:buChar char="•"/>
        <a:defRPr sz="9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0416031"/>
      </p:ext>
    </p:extLst>
  </p:cSld>
  <p:clrMap bg1="lt1" tx1="dk1" bg2="lt2" tx2="dk2" accent1="accent1" accent2="accent2" accent3="accent3" accent4="accent4" accent5="accent5" accent6="accent6" hlink="hlink" folHlink="folHlink"/>
  <p:sldLayoutIdLst>
    <p:sldLayoutId id="2147483875" r:id="rId1"/>
    <p:sldLayoutId id="2147483876" r:id="rId2"/>
    <p:sldLayoutId id="2147483877" r:id="rId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6.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hyperlink" Target="https://www.bilibili.com/video/BV1Db411B7sR/?share_source=copy_web&amp;vd_source=379a3304217e67960dfca4cf559d6873" TargetMode="External"/><Relationship Id="rId2" Type="http://schemas.openxmlformats.org/officeDocument/2006/relationships/notesSlide" Target="../notesSlides/notesSlide9.xml"/><Relationship Id="rId1" Type="http://schemas.openxmlformats.org/officeDocument/2006/relationships/slideLayout" Target="../slideLayouts/slideLayout7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3.xml"/><Relationship Id="rId1" Type="http://schemas.openxmlformats.org/officeDocument/2006/relationships/slideLayout" Target="../slideLayouts/slideLayout7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hyperlink" Target="https://www.nature.com/articles/s41746-023-00940-6?utm_source=xmol&amp;utm_medium=affiliate&amp;utm_content=meta&amp;utm_campaign=DDCN_1_GL01_metadata" TargetMode="External"/><Relationship Id="rId2" Type="http://schemas.openxmlformats.org/officeDocument/2006/relationships/notesSlide" Target="../notesSlides/notesSlide23.xml"/><Relationship Id="rId1" Type="http://schemas.openxmlformats.org/officeDocument/2006/relationships/slideLayout" Target="../slideLayouts/slideLayout77.xml"/><Relationship Id="rId5" Type="http://schemas.openxmlformats.org/officeDocument/2006/relationships/hyperlink" Target="https://www.bilibili.com/video/BV1L34y1W7ot/?share_source=copy_web&amp;vd_source=ed8b83d75361c5f76a7b8cc81a35cd9f" TargetMode="External"/><Relationship Id="rId4" Type="http://schemas.openxmlformats.org/officeDocument/2006/relationships/hyperlink" Target="https://www.bilibili.com/video/BV1q7411G7wt/?share_source=copy_web&amp;vd_source=ed8b83d75361c5f76a7b8cc81a35cd9f"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96" name="组合 2295"/>
          <p:cNvGrpSpPr/>
          <p:nvPr/>
        </p:nvGrpSpPr>
        <p:grpSpPr>
          <a:xfrm>
            <a:off x="8540474" y="0"/>
            <a:ext cx="1090069" cy="3100177"/>
            <a:chOff x="693612" y="-428263"/>
            <a:chExt cx="1045159" cy="2972458"/>
          </a:xfrm>
        </p:grpSpPr>
        <p:grpSp>
          <p:nvGrpSpPr>
            <p:cNvPr id="2242" name="组合 2241"/>
            <p:cNvGrpSpPr/>
            <p:nvPr/>
          </p:nvGrpSpPr>
          <p:grpSpPr>
            <a:xfrm>
              <a:off x="693612" y="1462555"/>
              <a:ext cx="1045159" cy="1081640"/>
              <a:chOff x="-5944343" y="-364331"/>
              <a:chExt cx="1819275" cy="1882776"/>
            </a:xfrm>
          </p:grpSpPr>
          <p:sp>
            <p:nvSpPr>
              <p:cNvPr id="15"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594D7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6"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7"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8"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9"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0"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1"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2258" name="直接连接符 2257"/>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2298" name="组合 2297"/>
          <p:cNvGrpSpPr/>
          <p:nvPr/>
        </p:nvGrpSpPr>
        <p:grpSpPr>
          <a:xfrm>
            <a:off x="9098910" y="-15307"/>
            <a:ext cx="1192769" cy="5266457"/>
            <a:chOff x="1775252" y="-770914"/>
            <a:chExt cx="1045160" cy="4614718"/>
          </a:xfrm>
        </p:grpSpPr>
        <p:grpSp>
          <p:nvGrpSpPr>
            <p:cNvPr id="2243" name="组合 2242"/>
            <p:cNvGrpSpPr/>
            <p:nvPr/>
          </p:nvGrpSpPr>
          <p:grpSpPr>
            <a:xfrm>
              <a:off x="1775252" y="2763988"/>
              <a:ext cx="1045160" cy="1079816"/>
              <a:chOff x="-4061568" y="1901032"/>
              <a:chExt cx="1819276" cy="1879600"/>
            </a:xfrm>
          </p:grpSpPr>
          <p:sp>
            <p:nvSpPr>
              <p:cNvPr id="24"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E54B8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9"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0"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31"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240"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170" name="直接连接符 169"/>
            <p:cNvCxnSpPr/>
            <p:nvPr/>
          </p:nvCxnSpPr>
          <p:spPr>
            <a:xfrm flipV="1">
              <a:off x="2295726" y="-770914"/>
              <a:ext cx="0" cy="359872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2299" name="组合 2298"/>
          <p:cNvGrpSpPr/>
          <p:nvPr/>
        </p:nvGrpSpPr>
        <p:grpSpPr>
          <a:xfrm>
            <a:off x="9917899" y="-110600"/>
            <a:ext cx="1094887" cy="3644089"/>
            <a:chOff x="2856892" y="-501184"/>
            <a:chExt cx="1045159" cy="3478582"/>
          </a:xfrm>
        </p:grpSpPr>
        <p:grpSp>
          <p:nvGrpSpPr>
            <p:cNvPr id="2244" name="组合 2243"/>
            <p:cNvGrpSpPr/>
            <p:nvPr/>
          </p:nvGrpSpPr>
          <p:grpSpPr>
            <a:xfrm>
              <a:off x="2856892" y="1897582"/>
              <a:ext cx="1045159" cy="1079816"/>
              <a:chOff x="-2178792" y="392907"/>
              <a:chExt cx="1819275" cy="1879600"/>
            </a:xfrm>
          </p:grpSpPr>
          <p:sp>
            <p:nvSpPr>
              <p:cNvPr id="5" name="Freeform 254"/>
              <p:cNvSpPr/>
              <p:nvPr/>
            </p:nvSpPr>
            <p:spPr bwMode="auto">
              <a:xfrm>
                <a:off x="-1778742" y="392907"/>
                <a:ext cx="1041400" cy="1511300"/>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rgbClr val="9DD53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 name="Freeform 255"/>
              <p:cNvSpPr>
                <a:spLocks noEditPoints="1"/>
              </p:cNvSpPr>
              <p:nvPr/>
            </p:nvSpPr>
            <p:spPr bwMode="auto">
              <a:xfrm>
                <a:off x="-1781917" y="392907"/>
                <a:ext cx="1041400" cy="1511300"/>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 name="Freeform 256"/>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 name="Freeform 257"/>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 name="Freeform 258"/>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 name="Freeform 259"/>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 name="Freeform 260"/>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2" name="Freeform 261"/>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3" name="Freeform 262"/>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172" name="直接连接符 171"/>
            <p:cNvCxnSpPr/>
            <p:nvPr/>
          </p:nvCxnSpPr>
          <p:spPr>
            <a:xfrm flipV="1">
              <a:off x="3385856" y="-501184"/>
              <a:ext cx="0" cy="249667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7650270" y="-103716"/>
            <a:ext cx="1170628" cy="4457297"/>
            <a:chOff x="1775252" y="-135764"/>
            <a:chExt cx="1045160" cy="3979568"/>
          </a:xfrm>
        </p:grpSpPr>
        <p:grpSp>
          <p:nvGrpSpPr>
            <p:cNvPr id="54" name="组合 53"/>
            <p:cNvGrpSpPr/>
            <p:nvPr/>
          </p:nvGrpSpPr>
          <p:grpSpPr>
            <a:xfrm>
              <a:off x="1775252" y="2763988"/>
              <a:ext cx="1045160" cy="1079816"/>
              <a:chOff x="-4061568" y="1901032"/>
              <a:chExt cx="1819276" cy="1879600"/>
            </a:xfrm>
          </p:grpSpPr>
          <p:sp>
            <p:nvSpPr>
              <p:cNvPr id="56"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C09CC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7"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8"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59"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0"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1"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2"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3"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4"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55" name="直接连接符 54"/>
            <p:cNvCxnSpPr/>
            <p:nvPr/>
          </p:nvCxnSpPr>
          <p:spPr>
            <a:xfrm flipV="1">
              <a:off x="2295726" y="-135764"/>
              <a:ext cx="8489" cy="296357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65" name="TextBox 28"/>
          <p:cNvSpPr txBox="1"/>
          <p:nvPr/>
        </p:nvSpPr>
        <p:spPr>
          <a:xfrm>
            <a:off x="-1135710" y="1118551"/>
            <a:ext cx="10322944" cy="1969732"/>
          </a:xfrm>
          <a:prstGeom prst="rect">
            <a:avLst/>
          </a:prstGeom>
          <a:noFill/>
        </p:spPr>
        <p:txBody>
          <a:bodyPr wrap="square" lIns="121884" tIns="60941" rIns="121884" bIns="60941" rtlCol="0">
            <a:spAutoFit/>
          </a:bodyPr>
          <a:lstStyle/>
          <a:p>
            <a:pPr algn="ctr"/>
            <a:r>
              <a:rPr lang="zh-CN" altLang="en-US" sz="8800" dirty="0">
                <a:solidFill>
                  <a:schemeClr val="accent2"/>
                </a:solidFill>
                <a:latin typeface="汉仪夏日体W" panose="00020600040101010101" pitchFamily="18" charset="-122"/>
                <a:ea typeface="汉仪夏日体W" panose="00020600040101010101" pitchFamily="18" charset="-122"/>
                <a:cs typeface="+mn-ea"/>
                <a:sym typeface="+mn-lt"/>
              </a:rPr>
              <a:t>多发性硬化症</a:t>
            </a:r>
            <a:endParaRPr lang="en-US" altLang="zh-CN" sz="8800" dirty="0">
              <a:solidFill>
                <a:schemeClr val="accent2"/>
              </a:solidFill>
              <a:latin typeface="汉仪夏日体W" panose="00020600040101010101" pitchFamily="18" charset="-122"/>
              <a:ea typeface="汉仪夏日体W" panose="00020600040101010101" pitchFamily="18" charset="-122"/>
              <a:cs typeface="+mn-ea"/>
              <a:sym typeface="+mn-lt"/>
            </a:endParaRPr>
          </a:p>
          <a:p>
            <a:pPr algn="ctr"/>
            <a:r>
              <a:rPr lang="zh-CN" altLang="en-US" sz="3200" dirty="0">
                <a:solidFill>
                  <a:schemeClr val="accent2"/>
                </a:solidFill>
                <a:latin typeface="汉仪夏日体W" panose="00020600040101010101" pitchFamily="18" charset="-122"/>
                <a:ea typeface="汉仪夏日体W" panose="00020600040101010101" pitchFamily="18" charset="-122"/>
                <a:cs typeface="+mn-ea"/>
                <a:sym typeface="+mn-lt"/>
              </a:rPr>
              <a:t>（</a:t>
            </a:r>
            <a:r>
              <a:rPr lang="en-US" altLang="zh-CN" sz="3200" dirty="0">
                <a:solidFill>
                  <a:schemeClr val="accent2"/>
                </a:solidFill>
                <a:latin typeface="汉仪夏日体W" panose="00020600040101010101" pitchFamily="18" charset="-122"/>
                <a:ea typeface="汉仪夏日体W" panose="00020600040101010101" pitchFamily="18" charset="-122"/>
                <a:cs typeface="+mn-ea"/>
                <a:sym typeface="+mn-lt"/>
              </a:rPr>
              <a:t>MS</a:t>
            </a:r>
            <a:r>
              <a:rPr lang="zh-CN" altLang="en-US" sz="3200" dirty="0">
                <a:solidFill>
                  <a:schemeClr val="accent2"/>
                </a:solidFill>
                <a:latin typeface="汉仪夏日体W" panose="00020600040101010101" pitchFamily="18" charset="-122"/>
                <a:ea typeface="汉仪夏日体W" panose="00020600040101010101" pitchFamily="18" charset="-122"/>
                <a:cs typeface="+mn-ea"/>
                <a:sym typeface="+mn-lt"/>
              </a:rPr>
              <a:t>，</a:t>
            </a:r>
            <a:r>
              <a:rPr lang="en-US" altLang="zh-CN" sz="3200" dirty="0">
                <a:solidFill>
                  <a:schemeClr val="accent2"/>
                </a:solidFill>
                <a:latin typeface="汉仪夏日体W" panose="00020600040101010101" pitchFamily="18" charset="-122"/>
                <a:ea typeface="汉仪夏日体W" panose="00020600040101010101" pitchFamily="18" charset="-122"/>
                <a:cs typeface="+mn-ea"/>
              </a:rPr>
              <a:t>Multiple sclerosis</a:t>
            </a:r>
            <a:r>
              <a:rPr lang="zh-CN" altLang="en-US" sz="3200" dirty="0">
                <a:solidFill>
                  <a:schemeClr val="accent2"/>
                </a:solidFill>
                <a:latin typeface="汉仪夏日体W" panose="00020600040101010101" pitchFamily="18" charset="-122"/>
                <a:ea typeface="汉仪夏日体W" panose="00020600040101010101" pitchFamily="18" charset="-122"/>
                <a:cs typeface="+mn-ea"/>
                <a:sym typeface="+mn-lt"/>
              </a:rPr>
              <a:t>）</a:t>
            </a:r>
          </a:p>
        </p:txBody>
      </p:sp>
      <p:sp>
        <p:nvSpPr>
          <p:cNvPr id="67" name="文本框 66"/>
          <p:cNvSpPr txBox="1"/>
          <p:nvPr/>
        </p:nvSpPr>
        <p:spPr>
          <a:xfrm>
            <a:off x="3702828" y="3279803"/>
            <a:ext cx="4560321" cy="834909"/>
          </a:xfrm>
          <a:prstGeom prst="rect">
            <a:avLst/>
          </a:prstGeom>
          <a:noFill/>
        </p:spPr>
        <p:txBody>
          <a:bodyPr wrap="square" rtlCol="0">
            <a:spAutoFit/>
          </a:bodyPr>
          <a:lstStyle/>
          <a:p>
            <a:pPr algn="ctr">
              <a:lnSpc>
                <a:spcPct val="150000"/>
              </a:lnSpc>
            </a:pPr>
            <a:r>
              <a:rPr lang="zh-CN" altLang="en-US" sz="3600" dirty="0">
                <a:solidFill>
                  <a:schemeClr val="accent2"/>
                </a:solidFill>
                <a:latin typeface="汉仪夏日体W" panose="00020600040101010101" pitchFamily="18" charset="-122"/>
                <a:ea typeface="汉仪夏日体W" panose="00020600040101010101" pitchFamily="18" charset="-122"/>
                <a:cs typeface="+mn-ea"/>
                <a:sym typeface="+mn-lt"/>
              </a:rPr>
              <a:t>第十组</a:t>
            </a:r>
          </a:p>
        </p:txBody>
      </p:sp>
      <p:grpSp>
        <p:nvGrpSpPr>
          <p:cNvPr id="68" name="组合 67">
            <a:extLst>
              <a:ext uri="{FF2B5EF4-FFF2-40B4-BE49-F238E27FC236}">
                <a16:creationId xmlns:a16="http://schemas.microsoft.com/office/drawing/2014/main" id="{1E218E30-BC24-4281-9CFE-F60DF9A12FF3}"/>
              </a:ext>
            </a:extLst>
          </p:cNvPr>
          <p:cNvGrpSpPr/>
          <p:nvPr/>
        </p:nvGrpSpPr>
        <p:grpSpPr>
          <a:xfrm>
            <a:off x="10531476" y="7277"/>
            <a:ext cx="1094887" cy="5565190"/>
            <a:chOff x="2856892" y="-2335032"/>
            <a:chExt cx="1045159" cy="5312430"/>
          </a:xfrm>
        </p:grpSpPr>
        <p:grpSp>
          <p:nvGrpSpPr>
            <p:cNvPr id="69" name="组合 68">
              <a:extLst>
                <a:ext uri="{FF2B5EF4-FFF2-40B4-BE49-F238E27FC236}">
                  <a16:creationId xmlns:a16="http://schemas.microsoft.com/office/drawing/2014/main" id="{13ADDE74-BC6E-401A-AEC9-72EB418664E6}"/>
                </a:ext>
              </a:extLst>
            </p:cNvPr>
            <p:cNvGrpSpPr/>
            <p:nvPr/>
          </p:nvGrpSpPr>
          <p:grpSpPr>
            <a:xfrm>
              <a:off x="2856892" y="1897582"/>
              <a:ext cx="1045159" cy="1079816"/>
              <a:chOff x="-2178792" y="392907"/>
              <a:chExt cx="1819275" cy="1879600"/>
            </a:xfrm>
          </p:grpSpPr>
          <p:sp>
            <p:nvSpPr>
              <p:cNvPr id="71" name="Freeform 254">
                <a:extLst>
                  <a:ext uri="{FF2B5EF4-FFF2-40B4-BE49-F238E27FC236}">
                    <a16:creationId xmlns:a16="http://schemas.microsoft.com/office/drawing/2014/main" id="{77300DDD-BBCD-46F4-9E46-66DEC40DBAF4}"/>
                  </a:ext>
                </a:extLst>
              </p:cNvPr>
              <p:cNvSpPr/>
              <p:nvPr/>
            </p:nvSpPr>
            <p:spPr bwMode="auto">
              <a:xfrm>
                <a:off x="-1778741" y="431008"/>
                <a:ext cx="1041401" cy="1511301"/>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72" name="Freeform 255">
                <a:extLst>
                  <a:ext uri="{FF2B5EF4-FFF2-40B4-BE49-F238E27FC236}">
                    <a16:creationId xmlns:a16="http://schemas.microsoft.com/office/drawing/2014/main" id="{90C7AA14-3D3A-4483-A203-BF76BB83817D}"/>
                  </a:ext>
                </a:extLst>
              </p:cNvPr>
              <p:cNvSpPr>
                <a:spLocks noEditPoints="1"/>
              </p:cNvSpPr>
              <p:nvPr/>
            </p:nvSpPr>
            <p:spPr bwMode="auto">
              <a:xfrm>
                <a:off x="-1781918" y="392907"/>
                <a:ext cx="1041401" cy="1511301"/>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3" name="Freeform 256">
                <a:extLst>
                  <a:ext uri="{FF2B5EF4-FFF2-40B4-BE49-F238E27FC236}">
                    <a16:creationId xmlns:a16="http://schemas.microsoft.com/office/drawing/2014/main" id="{E7FC6C63-F226-4EB2-84E7-8B458072EE4B}"/>
                  </a:ext>
                </a:extLst>
              </p:cNvPr>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4" name="Freeform 257">
                <a:extLst>
                  <a:ext uri="{FF2B5EF4-FFF2-40B4-BE49-F238E27FC236}">
                    <a16:creationId xmlns:a16="http://schemas.microsoft.com/office/drawing/2014/main" id="{C97469DA-2044-4403-AF89-B08E9EE381A9}"/>
                  </a:ext>
                </a:extLst>
              </p:cNvPr>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5" name="Freeform 258">
                <a:extLst>
                  <a:ext uri="{FF2B5EF4-FFF2-40B4-BE49-F238E27FC236}">
                    <a16:creationId xmlns:a16="http://schemas.microsoft.com/office/drawing/2014/main" id="{6271CA86-81C4-4F95-9EBD-FFB1FE3E302D}"/>
                  </a:ext>
                </a:extLst>
              </p:cNvPr>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6" name="Freeform 259">
                <a:extLst>
                  <a:ext uri="{FF2B5EF4-FFF2-40B4-BE49-F238E27FC236}">
                    <a16:creationId xmlns:a16="http://schemas.microsoft.com/office/drawing/2014/main" id="{CFDEE292-A034-48A5-845E-37308746395B}"/>
                  </a:ext>
                </a:extLst>
              </p:cNvPr>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7" name="Freeform 260">
                <a:extLst>
                  <a:ext uri="{FF2B5EF4-FFF2-40B4-BE49-F238E27FC236}">
                    <a16:creationId xmlns:a16="http://schemas.microsoft.com/office/drawing/2014/main" id="{EE72D7DE-D763-4E64-B4C9-FCDB41B24F19}"/>
                  </a:ext>
                </a:extLst>
              </p:cNvPr>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8" name="Freeform 261">
                <a:extLst>
                  <a:ext uri="{FF2B5EF4-FFF2-40B4-BE49-F238E27FC236}">
                    <a16:creationId xmlns:a16="http://schemas.microsoft.com/office/drawing/2014/main" id="{1C4414B3-78F4-4A2D-B10F-1DAC6173EF53}"/>
                  </a:ext>
                </a:extLst>
              </p:cNvPr>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9" name="Freeform 262">
                <a:extLst>
                  <a:ext uri="{FF2B5EF4-FFF2-40B4-BE49-F238E27FC236}">
                    <a16:creationId xmlns:a16="http://schemas.microsoft.com/office/drawing/2014/main" id="{D76433E9-AFAC-4537-AA37-1E99B5518F11}"/>
                  </a:ext>
                </a:extLst>
              </p:cNvPr>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70" name="直接连接符 69">
              <a:extLst>
                <a:ext uri="{FF2B5EF4-FFF2-40B4-BE49-F238E27FC236}">
                  <a16:creationId xmlns:a16="http://schemas.microsoft.com/office/drawing/2014/main" id="{B31C570C-79E3-4D6C-8A69-2CAD75B7AB56}"/>
                </a:ext>
              </a:extLst>
            </p:cNvPr>
            <p:cNvCxnSpPr>
              <a:cxnSpLocks/>
            </p:cNvCxnSpPr>
            <p:nvPr/>
          </p:nvCxnSpPr>
          <p:spPr>
            <a:xfrm flipH="1" flipV="1">
              <a:off x="3353935" y="-2335032"/>
              <a:ext cx="31921" cy="433052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657C8332-9253-4E73-B9BC-37D7BD69230F}"/>
              </a:ext>
            </a:extLst>
          </p:cNvPr>
          <p:cNvGrpSpPr/>
          <p:nvPr/>
        </p:nvGrpSpPr>
        <p:grpSpPr>
          <a:xfrm>
            <a:off x="11085608" y="-11894"/>
            <a:ext cx="1090069" cy="3100177"/>
            <a:chOff x="693612" y="-428263"/>
            <a:chExt cx="1045159" cy="2972458"/>
          </a:xfrm>
        </p:grpSpPr>
        <p:grpSp>
          <p:nvGrpSpPr>
            <p:cNvPr id="81" name="组合 80">
              <a:extLst>
                <a:ext uri="{FF2B5EF4-FFF2-40B4-BE49-F238E27FC236}">
                  <a16:creationId xmlns:a16="http://schemas.microsoft.com/office/drawing/2014/main" id="{EE88FC5A-A770-43DF-9606-D55467D7C025}"/>
                </a:ext>
              </a:extLst>
            </p:cNvPr>
            <p:cNvGrpSpPr/>
            <p:nvPr/>
          </p:nvGrpSpPr>
          <p:grpSpPr>
            <a:xfrm>
              <a:off x="693612" y="1462555"/>
              <a:ext cx="1045159" cy="1081640"/>
              <a:chOff x="-5944343" y="-364331"/>
              <a:chExt cx="1819275" cy="1882776"/>
            </a:xfrm>
          </p:grpSpPr>
          <p:sp>
            <p:nvSpPr>
              <p:cNvPr id="83" name="Freeform 264">
                <a:extLst>
                  <a:ext uri="{FF2B5EF4-FFF2-40B4-BE49-F238E27FC236}">
                    <a16:creationId xmlns:a16="http://schemas.microsoft.com/office/drawing/2014/main" id="{16082A0A-1E01-4D66-88F2-82DE0EDF2097}"/>
                  </a:ext>
                </a:extLst>
              </p:cNvPr>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chemeClr val="accent3">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84" name="Freeform 265">
                <a:extLst>
                  <a:ext uri="{FF2B5EF4-FFF2-40B4-BE49-F238E27FC236}">
                    <a16:creationId xmlns:a16="http://schemas.microsoft.com/office/drawing/2014/main" id="{149E68C9-46F0-48F6-BE66-BD29CC4C1458}"/>
                  </a:ext>
                </a:extLst>
              </p:cNvPr>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5" name="Freeform 266">
                <a:extLst>
                  <a:ext uri="{FF2B5EF4-FFF2-40B4-BE49-F238E27FC236}">
                    <a16:creationId xmlns:a16="http://schemas.microsoft.com/office/drawing/2014/main" id="{A87B9AB4-F1C2-4452-805E-C17DE4A9F0C4}"/>
                  </a:ext>
                </a:extLst>
              </p:cNvPr>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6" name="Freeform 267">
                <a:extLst>
                  <a:ext uri="{FF2B5EF4-FFF2-40B4-BE49-F238E27FC236}">
                    <a16:creationId xmlns:a16="http://schemas.microsoft.com/office/drawing/2014/main" id="{F4F25064-C5CC-4B35-A796-D86C6D09D8F6}"/>
                  </a:ext>
                </a:extLst>
              </p:cNvPr>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7" name="Freeform 268">
                <a:extLst>
                  <a:ext uri="{FF2B5EF4-FFF2-40B4-BE49-F238E27FC236}">
                    <a16:creationId xmlns:a16="http://schemas.microsoft.com/office/drawing/2014/main" id="{87C5E695-68B5-49A4-AEF5-8D234810B08F}"/>
                  </a:ext>
                </a:extLst>
              </p:cNvPr>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269">
                <a:extLst>
                  <a:ext uri="{FF2B5EF4-FFF2-40B4-BE49-F238E27FC236}">
                    <a16:creationId xmlns:a16="http://schemas.microsoft.com/office/drawing/2014/main" id="{E957080D-7096-4BA2-8B35-C55B86807FB3}"/>
                  </a:ext>
                </a:extLst>
              </p:cNvPr>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270">
                <a:extLst>
                  <a:ext uri="{FF2B5EF4-FFF2-40B4-BE49-F238E27FC236}">
                    <a16:creationId xmlns:a16="http://schemas.microsoft.com/office/drawing/2014/main" id="{1AD6E0CB-FBEB-438E-B9FD-F487C4B25D8E}"/>
                  </a:ext>
                </a:extLst>
              </p:cNvPr>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271">
                <a:extLst>
                  <a:ext uri="{FF2B5EF4-FFF2-40B4-BE49-F238E27FC236}">
                    <a16:creationId xmlns:a16="http://schemas.microsoft.com/office/drawing/2014/main" id="{B7353353-19D6-4D1D-9E4A-8203E8C40675}"/>
                  </a:ext>
                </a:extLst>
              </p:cNvPr>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272">
                <a:extLst>
                  <a:ext uri="{FF2B5EF4-FFF2-40B4-BE49-F238E27FC236}">
                    <a16:creationId xmlns:a16="http://schemas.microsoft.com/office/drawing/2014/main" id="{DAEFD14D-2F09-476B-88FF-31200F0E6BDA}"/>
                  </a:ext>
                </a:extLst>
              </p:cNvPr>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82" name="直接连接符 81">
              <a:extLst>
                <a:ext uri="{FF2B5EF4-FFF2-40B4-BE49-F238E27FC236}">
                  <a16:creationId xmlns:a16="http://schemas.microsoft.com/office/drawing/2014/main" id="{7061AA06-B5EC-4A44-A20F-274C23D300C5}"/>
                </a:ext>
              </a:extLst>
            </p:cNvPr>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 name="文本框 1">
            <a:extLst>
              <a:ext uri="{FF2B5EF4-FFF2-40B4-BE49-F238E27FC236}">
                <a16:creationId xmlns:a16="http://schemas.microsoft.com/office/drawing/2014/main" id="{B7F2EED5-471B-7747-3FFC-ABF73F8C3621}"/>
              </a:ext>
            </a:extLst>
          </p:cNvPr>
          <p:cNvSpPr txBox="1"/>
          <p:nvPr/>
        </p:nvSpPr>
        <p:spPr>
          <a:xfrm>
            <a:off x="1162654" y="4274436"/>
            <a:ext cx="5606851" cy="1316194"/>
          </a:xfrm>
          <a:prstGeom prst="rect">
            <a:avLst/>
          </a:prstGeom>
          <a:noFill/>
        </p:spPr>
        <p:txBody>
          <a:bodyPr wrap="square" rtlCol="0">
            <a:spAutoFit/>
          </a:bodyPr>
          <a:lstStyle/>
          <a:p>
            <a:pPr algn="ctr">
              <a:lnSpc>
                <a:spcPct val="150000"/>
              </a:lnSpc>
            </a:pPr>
            <a:r>
              <a:rPr lang="zh-CN" altLang="en-US" sz="2800" dirty="0">
                <a:solidFill>
                  <a:schemeClr val="tx2"/>
                </a:solidFill>
                <a:latin typeface="汉仪夏日体W" panose="00020600040101010101" pitchFamily="18" charset="-122"/>
                <a:ea typeface="汉仪夏日体W" panose="00020600040101010101" pitchFamily="18" charset="-122"/>
                <a:cs typeface="+mn-ea"/>
                <a:sym typeface="+mn-lt"/>
              </a:rPr>
              <a:t>小组成员：杨俊琪 林藍颖 董若含</a:t>
            </a:r>
            <a:endParaRPr lang="en-US" altLang="zh-CN" sz="2800" dirty="0">
              <a:solidFill>
                <a:schemeClr val="tx2"/>
              </a:solidFill>
              <a:latin typeface="汉仪夏日体W" panose="00020600040101010101" pitchFamily="18" charset="-122"/>
              <a:ea typeface="汉仪夏日体W" panose="00020600040101010101" pitchFamily="18" charset="-122"/>
              <a:cs typeface="+mn-ea"/>
              <a:sym typeface="+mn-lt"/>
            </a:endParaRPr>
          </a:p>
          <a:p>
            <a:pPr algn="ctr">
              <a:lnSpc>
                <a:spcPct val="150000"/>
              </a:lnSpc>
            </a:pPr>
            <a:r>
              <a:rPr lang="zh-CN" altLang="en-US" sz="2800" dirty="0">
                <a:solidFill>
                  <a:schemeClr val="tx2"/>
                </a:solidFill>
                <a:latin typeface="汉仪夏日体W" panose="00020600040101010101" pitchFamily="18" charset="-122"/>
                <a:ea typeface="汉仪夏日体W" panose="00020600040101010101" pitchFamily="18" charset="-122"/>
                <a:cs typeface="+mn-ea"/>
                <a:sym typeface="+mn-lt"/>
              </a:rPr>
              <a:t>杨添壹 李亚轩 安润蕊</a:t>
            </a:r>
          </a:p>
        </p:txBody>
      </p:sp>
      <p:sp>
        <p:nvSpPr>
          <p:cNvPr id="3" name="TextBox 28">
            <a:extLst>
              <a:ext uri="{FF2B5EF4-FFF2-40B4-BE49-F238E27FC236}">
                <a16:creationId xmlns:a16="http://schemas.microsoft.com/office/drawing/2014/main" id="{69881EC9-C9F0-0BF2-1D00-55F0152539F4}"/>
              </a:ext>
            </a:extLst>
          </p:cNvPr>
          <p:cNvSpPr txBox="1"/>
          <p:nvPr/>
        </p:nvSpPr>
        <p:spPr>
          <a:xfrm>
            <a:off x="1307875" y="3370148"/>
            <a:ext cx="3845490" cy="800181"/>
          </a:xfrm>
          <a:prstGeom prst="rect">
            <a:avLst/>
          </a:prstGeom>
          <a:noFill/>
        </p:spPr>
        <p:txBody>
          <a:bodyPr wrap="square" lIns="121884" tIns="60941" rIns="121884" bIns="60941" rtlCol="0">
            <a:spAutoFit/>
          </a:bodyPr>
          <a:lstStyle/>
          <a:p>
            <a:pPr algn="ctr"/>
            <a:r>
              <a:rPr lang="zh-CN" altLang="en-US" sz="4400" dirty="0">
                <a:solidFill>
                  <a:schemeClr val="accent2"/>
                </a:solidFill>
                <a:latin typeface="汉仪夏日体W" panose="00020600040101010101" pitchFamily="18" charset="-122"/>
                <a:ea typeface="汉仪夏日体W" panose="00020600040101010101" pitchFamily="18" charset="-122"/>
                <a:cs typeface="+mn-ea"/>
                <a:sym typeface="+mn-lt"/>
              </a:rPr>
              <a:t>脑与认知科学</a:t>
            </a:r>
          </a:p>
        </p:txBody>
      </p:sp>
    </p:spTree>
    <p:extLst>
      <p:ext uri="{BB962C8B-B14F-4D97-AF65-F5344CB8AC3E}">
        <p14:creationId xmlns:p14="http://schemas.microsoft.com/office/powerpoint/2010/main" val="189425584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2299"/>
                                            </p:tgtEl>
                                            <p:attrNameLst>
                                              <p:attrName>style.visibility</p:attrName>
                                            </p:attrNameLst>
                                          </p:cBhvr>
                                          <p:to>
                                            <p:strVal val="visible"/>
                                          </p:to>
                                        </p:set>
                                        <p:anim calcmode="lin" valueType="num" p14:bounceEnd="23000">
                                          <p:cBhvr additive="base">
                                            <p:cTn id="7" dur="600" fill="hold"/>
                                            <p:tgtEl>
                                              <p:spTgt spid="2299"/>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2299"/>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2" presetClass="entr" presetSubtype="1" fill="hold" nodeType="afterEffect" p14:presetBounceEnd="23000">
                                      <p:stCondLst>
                                        <p:cond delay="0"/>
                                      </p:stCondLst>
                                      <p:childTnLst>
                                        <p:set>
                                          <p:cBhvr>
                                            <p:cTn id="11" dur="1" fill="hold">
                                              <p:stCondLst>
                                                <p:cond delay="0"/>
                                              </p:stCondLst>
                                            </p:cTn>
                                            <p:tgtEl>
                                              <p:spTgt spid="2298"/>
                                            </p:tgtEl>
                                            <p:attrNameLst>
                                              <p:attrName>style.visibility</p:attrName>
                                            </p:attrNameLst>
                                          </p:cBhvr>
                                          <p:to>
                                            <p:strVal val="visible"/>
                                          </p:to>
                                        </p:set>
                                        <p:anim calcmode="lin" valueType="num" p14:bounceEnd="23000">
                                          <p:cBhvr additive="base">
                                            <p:cTn id="12" dur="600" fill="hold"/>
                                            <p:tgtEl>
                                              <p:spTgt spid="2298"/>
                                            </p:tgtEl>
                                            <p:attrNameLst>
                                              <p:attrName>ppt_x</p:attrName>
                                            </p:attrNameLst>
                                          </p:cBhvr>
                                          <p:tavLst>
                                            <p:tav tm="0">
                                              <p:val>
                                                <p:strVal val="#ppt_x"/>
                                              </p:val>
                                            </p:tav>
                                            <p:tav tm="100000">
                                              <p:val>
                                                <p:strVal val="#ppt_x"/>
                                              </p:val>
                                            </p:tav>
                                          </p:tavLst>
                                        </p:anim>
                                        <p:anim calcmode="lin" valueType="num" p14:bounceEnd="23000">
                                          <p:cBhvr additive="base">
                                            <p:cTn id="13" dur="600" fill="hold"/>
                                            <p:tgtEl>
                                              <p:spTgt spid="2298"/>
                                            </p:tgtEl>
                                            <p:attrNameLst>
                                              <p:attrName>ppt_y</p:attrName>
                                            </p:attrNameLst>
                                          </p:cBhvr>
                                          <p:tavLst>
                                            <p:tav tm="0">
                                              <p:val>
                                                <p:strVal val="0-#ppt_h/2"/>
                                              </p:val>
                                            </p:tav>
                                            <p:tav tm="100000">
                                              <p:val>
                                                <p:strVal val="#ppt_y"/>
                                              </p:val>
                                            </p:tav>
                                          </p:tavLst>
                                        </p:anim>
                                      </p:childTnLst>
                                    </p:cTn>
                                  </p:par>
                                </p:childTnLst>
                              </p:cTn>
                            </p:par>
                            <p:par>
                              <p:cTn id="14" fill="hold">
                                <p:stCondLst>
                                  <p:cond delay="1200"/>
                                </p:stCondLst>
                                <p:childTnLst>
                                  <p:par>
                                    <p:cTn id="15" presetID="2" presetClass="entr" presetSubtype="1" fill="hold" nodeType="afterEffect" p14:presetBounceEnd="23000">
                                      <p:stCondLst>
                                        <p:cond delay="0"/>
                                      </p:stCondLst>
                                      <p:childTnLst>
                                        <p:set>
                                          <p:cBhvr>
                                            <p:cTn id="16" dur="1" fill="hold">
                                              <p:stCondLst>
                                                <p:cond delay="0"/>
                                              </p:stCondLst>
                                            </p:cTn>
                                            <p:tgtEl>
                                              <p:spTgt spid="2296"/>
                                            </p:tgtEl>
                                            <p:attrNameLst>
                                              <p:attrName>style.visibility</p:attrName>
                                            </p:attrNameLst>
                                          </p:cBhvr>
                                          <p:to>
                                            <p:strVal val="visible"/>
                                          </p:to>
                                        </p:set>
                                        <p:anim calcmode="lin" valueType="num" p14:bounceEnd="23000">
                                          <p:cBhvr additive="base">
                                            <p:cTn id="17" dur="600" fill="hold"/>
                                            <p:tgtEl>
                                              <p:spTgt spid="2296"/>
                                            </p:tgtEl>
                                            <p:attrNameLst>
                                              <p:attrName>ppt_x</p:attrName>
                                            </p:attrNameLst>
                                          </p:cBhvr>
                                          <p:tavLst>
                                            <p:tav tm="0">
                                              <p:val>
                                                <p:strVal val="#ppt_x"/>
                                              </p:val>
                                            </p:tav>
                                            <p:tav tm="100000">
                                              <p:val>
                                                <p:strVal val="#ppt_x"/>
                                              </p:val>
                                            </p:tav>
                                          </p:tavLst>
                                        </p:anim>
                                        <p:anim calcmode="lin" valueType="num" p14:bounceEnd="23000">
                                          <p:cBhvr additive="base">
                                            <p:cTn id="18" dur="600" fill="hold"/>
                                            <p:tgtEl>
                                              <p:spTgt spid="2296"/>
                                            </p:tgtEl>
                                            <p:attrNameLst>
                                              <p:attrName>ppt_y</p:attrName>
                                            </p:attrNameLst>
                                          </p:cBhvr>
                                          <p:tavLst>
                                            <p:tav tm="0">
                                              <p:val>
                                                <p:strVal val="0-#ppt_h/2"/>
                                              </p:val>
                                            </p:tav>
                                            <p:tav tm="100000">
                                              <p:val>
                                                <p:strVal val="#ppt_y"/>
                                              </p:val>
                                            </p:tav>
                                          </p:tavLst>
                                        </p:anim>
                                      </p:childTnLst>
                                    </p:cTn>
                                  </p:par>
                                </p:childTnLst>
                              </p:cTn>
                            </p:par>
                            <p:par>
                              <p:cTn id="19" fill="hold">
                                <p:stCondLst>
                                  <p:cond delay="1800"/>
                                </p:stCondLst>
                                <p:childTnLst>
                                  <p:par>
                                    <p:cTn id="20" presetID="2" presetClass="entr" presetSubtype="1" fill="hold" nodeType="afterEffect" p14:presetBounceEnd="23000">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14:bounceEnd="23000">
                                          <p:cBhvr additive="base">
                                            <p:cTn id="22" dur="600" fill="hold"/>
                                            <p:tgtEl>
                                              <p:spTgt spid="53"/>
                                            </p:tgtEl>
                                            <p:attrNameLst>
                                              <p:attrName>ppt_x</p:attrName>
                                            </p:attrNameLst>
                                          </p:cBhvr>
                                          <p:tavLst>
                                            <p:tav tm="0">
                                              <p:val>
                                                <p:strVal val="#ppt_x"/>
                                              </p:val>
                                            </p:tav>
                                            <p:tav tm="100000">
                                              <p:val>
                                                <p:strVal val="#ppt_x"/>
                                              </p:val>
                                            </p:tav>
                                          </p:tavLst>
                                        </p:anim>
                                        <p:anim calcmode="lin" valueType="num" p14:bounceEnd="23000">
                                          <p:cBhvr additive="base">
                                            <p:cTn id="23" dur="600" fill="hold"/>
                                            <p:tgtEl>
                                              <p:spTgt spid="53"/>
                                            </p:tgtEl>
                                            <p:attrNameLst>
                                              <p:attrName>ppt_y</p:attrName>
                                            </p:attrNameLst>
                                          </p:cBhvr>
                                          <p:tavLst>
                                            <p:tav tm="0">
                                              <p:val>
                                                <p:strVal val="0-#ppt_h/2"/>
                                              </p:val>
                                            </p:tav>
                                            <p:tav tm="100000">
                                              <p:val>
                                                <p:strVal val="#ppt_y"/>
                                              </p:val>
                                            </p:tav>
                                          </p:tavLst>
                                        </p:anim>
                                      </p:childTnLst>
                                    </p:cTn>
                                  </p:par>
                                </p:childTnLst>
                              </p:cTn>
                            </p:par>
                            <p:par>
                              <p:cTn id="24" fill="hold">
                                <p:stCondLst>
                                  <p:cond delay="2400"/>
                                </p:stCondLst>
                                <p:childTnLst>
                                  <p:par>
                                    <p:cTn id="25" presetID="56" presetClass="entr" presetSubtype="0" fill="hold" grpId="0" nodeType="afterEffect">
                                      <p:stCondLst>
                                        <p:cond delay="0"/>
                                      </p:stCondLst>
                                      <p:iterate type="lt">
                                        <p:tmPct val="10000"/>
                                      </p:iterate>
                                      <p:childTnLst>
                                        <p:set>
                                          <p:cBhvr>
                                            <p:cTn id="26" dur="1" fill="hold">
                                              <p:stCondLst>
                                                <p:cond delay="0"/>
                                              </p:stCondLst>
                                            </p:cTn>
                                            <p:tgtEl>
                                              <p:spTgt spid="65"/>
                                            </p:tgtEl>
                                            <p:attrNameLst>
                                              <p:attrName>style.visibility</p:attrName>
                                            </p:attrNameLst>
                                          </p:cBhvr>
                                          <p:to>
                                            <p:strVal val="visible"/>
                                          </p:to>
                                        </p:set>
                                        <p:anim by="(-#ppt_w*2)" calcmode="lin" valueType="num">
                                          <p:cBhvr rctx="PPT">
                                            <p:cTn id="27" dur="500" autoRev="1" fill="hold">
                                              <p:stCondLst>
                                                <p:cond delay="0"/>
                                              </p:stCondLst>
                                            </p:cTn>
                                            <p:tgtEl>
                                              <p:spTgt spid="65"/>
                                            </p:tgtEl>
                                            <p:attrNameLst>
                                              <p:attrName>ppt_w</p:attrName>
                                            </p:attrNameLst>
                                          </p:cBhvr>
                                        </p:anim>
                                        <p:anim by="(#ppt_w*0.50)" calcmode="lin" valueType="num">
                                          <p:cBhvr>
                                            <p:cTn id="28" dur="500" decel="50000" autoRev="1" fill="hold">
                                              <p:stCondLst>
                                                <p:cond delay="0"/>
                                              </p:stCondLst>
                                            </p:cTn>
                                            <p:tgtEl>
                                              <p:spTgt spid="65"/>
                                            </p:tgtEl>
                                            <p:attrNameLst>
                                              <p:attrName>ppt_x</p:attrName>
                                            </p:attrNameLst>
                                          </p:cBhvr>
                                        </p:anim>
                                        <p:anim from="(-#ppt_h/2)" to="(#ppt_y)" calcmode="lin" valueType="num">
                                          <p:cBhvr>
                                            <p:cTn id="29" dur="1000" fill="hold">
                                              <p:stCondLst>
                                                <p:cond delay="0"/>
                                              </p:stCondLst>
                                            </p:cTn>
                                            <p:tgtEl>
                                              <p:spTgt spid="65"/>
                                            </p:tgtEl>
                                            <p:attrNameLst>
                                              <p:attrName>ppt_y</p:attrName>
                                            </p:attrNameLst>
                                          </p:cBhvr>
                                        </p:anim>
                                        <p:animRot by="21600000">
                                          <p:cBhvr>
                                            <p:cTn id="30" dur="1000" fill="hold">
                                              <p:stCondLst>
                                                <p:cond delay="0"/>
                                              </p:stCondLst>
                                            </p:cTn>
                                            <p:tgtEl>
                                              <p:spTgt spid="65"/>
                                            </p:tgtEl>
                                            <p:attrNameLst>
                                              <p:attrName>r</p:attrName>
                                            </p:attrNameLst>
                                          </p:cBhvr>
                                        </p:animRot>
                                      </p:childTnLst>
                                    </p:cTn>
                                  </p:par>
                                </p:childTnLst>
                              </p:cTn>
                            </p:par>
                            <p:par>
                              <p:cTn id="31" fill="hold">
                                <p:stCondLst>
                                  <p:cond delay="6100"/>
                                </p:stCondLst>
                                <p:childTnLst>
                                  <p:par>
                                    <p:cTn id="32" presetID="10" presetClass="entr" presetSubtype="0" fill="hold" grpId="0" nodeType="after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1900"/>
                                            <p:tgtEl>
                                              <p:spTgt spid="67"/>
                                            </p:tgtEl>
                                          </p:cBhvr>
                                        </p:animEffect>
                                      </p:childTnLst>
                                    </p:cTn>
                                  </p:par>
                                </p:childTnLst>
                              </p:cTn>
                            </p:par>
                            <p:par>
                              <p:cTn id="35" fill="hold">
                                <p:stCondLst>
                                  <p:cond delay="8000"/>
                                </p:stCondLst>
                                <p:childTnLst>
                                  <p:par>
                                    <p:cTn id="36" presetID="2" presetClass="entr" presetSubtype="1" fill="hold" nodeType="afterEffect" p14:presetBounceEnd="23000">
                                      <p:stCondLst>
                                        <p:cond delay="0"/>
                                      </p:stCondLst>
                                      <p:childTnLst>
                                        <p:set>
                                          <p:cBhvr>
                                            <p:cTn id="37" dur="1" fill="hold">
                                              <p:stCondLst>
                                                <p:cond delay="0"/>
                                              </p:stCondLst>
                                            </p:cTn>
                                            <p:tgtEl>
                                              <p:spTgt spid="68"/>
                                            </p:tgtEl>
                                            <p:attrNameLst>
                                              <p:attrName>style.visibility</p:attrName>
                                            </p:attrNameLst>
                                          </p:cBhvr>
                                          <p:to>
                                            <p:strVal val="visible"/>
                                          </p:to>
                                        </p:set>
                                        <p:anim calcmode="lin" valueType="num" p14:bounceEnd="23000">
                                          <p:cBhvr additive="base">
                                            <p:cTn id="38" dur="600" fill="hold"/>
                                            <p:tgtEl>
                                              <p:spTgt spid="68"/>
                                            </p:tgtEl>
                                            <p:attrNameLst>
                                              <p:attrName>ppt_x</p:attrName>
                                            </p:attrNameLst>
                                          </p:cBhvr>
                                          <p:tavLst>
                                            <p:tav tm="0">
                                              <p:val>
                                                <p:strVal val="#ppt_x"/>
                                              </p:val>
                                            </p:tav>
                                            <p:tav tm="100000">
                                              <p:val>
                                                <p:strVal val="#ppt_x"/>
                                              </p:val>
                                            </p:tav>
                                          </p:tavLst>
                                        </p:anim>
                                        <p:anim calcmode="lin" valueType="num" p14:bounceEnd="23000">
                                          <p:cBhvr additive="base">
                                            <p:cTn id="39" dur="600" fill="hold"/>
                                            <p:tgtEl>
                                              <p:spTgt spid="68"/>
                                            </p:tgtEl>
                                            <p:attrNameLst>
                                              <p:attrName>ppt_y</p:attrName>
                                            </p:attrNameLst>
                                          </p:cBhvr>
                                          <p:tavLst>
                                            <p:tav tm="0">
                                              <p:val>
                                                <p:strVal val="0-#ppt_h/2"/>
                                              </p:val>
                                            </p:tav>
                                            <p:tav tm="100000">
                                              <p:val>
                                                <p:strVal val="#ppt_y"/>
                                              </p:val>
                                            </p:tav>
                                          </p:tavLst>
                                        </p:anim>
                                      </p:childTnLst>
                                    </p:cTn>
                                  </p:par>
                                </p:childTnLst>
                              </p:cTn>
                            </p:par>
                            <p:par>
                              <p:cTn id="40" fill="hold">
                                <p:stCondLst>
                                  <p:cond delay="8600"/>
                                </p:stCondLst>
                                <p:childTnLst>
                                  <p:par>
                                    <p:cTn id="41" presetID="2" presetClass="entr" presetSubtype="1" fill="hold" nodeType="afterEffect" p14:presetBounceEnd="23000">
                                      <p:stCondLst>
                                        <p:cond delay="0"/>
                                      </p:stCondLst>
                                      <p:childTnLst>
                                        <p:set>
                                          <p:cBhvr>
                                            <p:cTn id="42" dur="1" fill="hold">
                                              <p:stCondLst>
                                                <p:cond delay="0"/>
                                              </p:stCondLst>
                                            </p:cTn>
                                            <p:tgtEl>
                                              <p:spTgt spid="80"/>
                                            </p:tgtEl>
                                            <p:attrNameLst>
                                              <p:attrName>style.visibility</p:attrName>
                                            </p:attrNameLst>
                                          </p:cBhvr>
                                          <p:to>
                                            <p:strVal val="visible"/>
                                          </p:to>
                                        </p:set>
                                        <p:anim calcmode="lin" valueType="num" p14:bounceEnd="23000">
                                          <p:cBhvr additive="base">
                                            <p:cTn id="43" dur="600" fill="hold"/>
                                            <p:tgtEl>
                                              <p:spTgt spid="80"/>
                                            </p:tgtEl>
                                            <p:attrNameLst>
                                              <p:attrName>ppt_x</p:attrName>
                                            </p:attrNameLst>
                                          </p:cBhvr>
                                          <p:tavLst>
                                            <p:tav tm="0">
                                              <p:val>
                                                <p:strVal val="#ppt_x"/>
                                              </p:val>
                                            </p:tav>
                                            <p:tav tm="100000">
                                              <p:val>
                                                <p:strVal val="#ppt_x"/>
                                              </p:val>
                                            </p:tav>
                                          </p:tavLst>
                                        </p:anim>
                                        <p:anim calcmode="lin" valueType="num" p14:bounceEnd="23000">
                                          <p:cBhvr additive="base">
                                            <p:cTn id="44" dur="600" fill="hold"/>
                                            <p:tgtEl>
                                              <p:spTgt spid="80"/>
                                            </p:tgtEl>
                                            <p:attrNameLst>
                                              <p:attrName>ppt_y</p:attrName>
                                            </p:attrNameLst>
                                          </p:cBhvr>
                                          <p:tavLst>
                                            <p:tav tm="0">
                                              <p:val>
                                                <p:strVal val="0-#ppt_h/2"/>
                                              </p:val>
                                            </p:tav>
                                            <p:tav tm="100000">
                                              <p:val>
                                                <p:strVal val="#ppt_y"/>
                                              </p:val>
                                            </p:tav>
                                          </p:tavLst>
                                        </p:anim>
                                      </p:childTnLst>
                                    </p:cTn>
                                  </p:par>
                                </p:childTnLst>
                              </p:cTn>
                            </p:par>
                            <p:par>
                              <p:cTn id="45" fill="hold">
                                <p:stCondLst>
                                  <p:cond delay="9200"/>
                                </p:stCondLst>
                                <p:childTnLst>
                                  <p:par>
                                    <p:cTn id="46" presetID="10" presetClass="entr" presetSubtype="0" fill="hold" grpId="0"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900"/>
                                            <p:tgtEl>
                                              <p:spTgt spid="2"/>
                                            </p:tgtEl>
                                          </p:cBhvr>
                                        </p:animEffect>
                                      </p:childTnLst>
                                    </p:cTn>
                                  </p:par>
                                </p:childTnLst>
                              </p:cTn>
                            </p:par>
                            <p:par>
                              <p:cTn id="49" fill="hold">
                                <p:stCondLst>
                                  <p:cond delay="11100"/>
                                </p:stCondLst>
                                <p:childTnLst>
                                  <p:par>
                                    <p:cTn id="50" presetID="56" presetClass="entr" presetSubtype="0" fill="hold" grpId="0" nodeType="afterEffect">
                                      <p:stCondLst>
                                        <p:cond delay="0"/>
                                      </p:stCondLst>
                                      <p:iterate type="lt">
                                        <p:tmPct val="10000"/>
                                      </p:iterate>
                                      <p:childTnLst>
                                        <p:set>
                                          <p:cBhvr>
                                            <p:cTn id="51" dur="1" fill="hold">
                                              <p:stCondLst>
                                                <p:cond delay="0"/>
                                              </p:stCondLst>
                                            </p:cTn>
                                            <p:tgtEl>
                                              <p:spTgt spid="3"/>
                                            </p:tgtEl>
                                            <p:attrNameLst>
                                              <p:attrName>style.visibility</p:attrName>
                                            </p:attrNameLst>
                                          </p:cBhvr>
                                          <p:to>
                                            <p:strVal val="visible"/>
                                          </p:to>
                                        </p:set>
                                        <p:anim by="(-#ppt_w*2)" calcmode="lin" valueType="num">
                                          <p:cBhvr rctx="PPT">
                                            <p:cTn id="52" dur="500" autoRev="1" fill="hold">
                                              <p:stCondLst>
                                                <p:cond delay="0"/>
                                              </p:stCondLst>
                                            </p:cTn>
                                            <p:tgtEl>
                                              <p:spTgt spid="3"/>
                                            </p:tgtEl>
                                            <p:attrNameLst>
                                              <p:attrName>ppt_w</p:attrName>
                                            </p:attrNameLst>
                                          </p:cBhvr>
                                        </p:anim>
                                        <p:anim by="(#ppt_w*0.50)" calcmode="lin" valueType="num">
                                          <p:cBhvr>
                                            <p:cTn id="53" dur="500" decel="50000" autoRev="1" fill="hold">
                                              <p:stCondLst>
                                                <p:cond delay="0"/>
                                              </p:stCondLst>
                                            </p:cTn>
                                            <p:tgtEl>
                                              <p:spTgt spid="3"/>
                                            </p:tgtEl>
                                            <p:attrNameLst>
                                              <p:attrName>ppt_x</p:attrName>
                                            </p:attrNameLst>
                                          </p:cBhvr>
                                        </p:anim>
                                        <p:anim from="(-#ppt_h/2)" to="(#ppt_y)" calcmode="lin" valueType="num">
                                          <p:cBhvr>
                                            <p:cTn id="54" dur="1000" fill="hold">
                                              <p:stCondLst>
                                                <p:cond delay="0"/>
                                              </p:stCondLst>
                                            </p:cTn>
                                            <p:tgtEl>
                                              <p:spTgt spid="3"/>
                                            </p:tgtEl>
                                            <p:attrNameLst>
                                              <p:attrName>ppt_y</p:attrName>
                                            </p:attrNameLst>
                                          </p:cBhvr>
                                        </p:anim>
                                        <p:animRot by="21600000">
                                          <p:cBhvr>
                                            <p:cTn id="55" dur="10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7" grpId="0"/>
          <p:bldP spid="2" grpId="0"/>
          <p:bldP spid="3"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299"/>
                                            </p:tgtEl>
                                            <p:attrNameLst>
                                              <p:attrName>style.visibility</p:attrName>
                                            </p:attrNameLst>
                                          </p:cBhvr>
                                          <p:to>
                                            <p:strVal val="visible"/>
                                          </p:to>
                                        </p:set>
                                        <p:anim calcmode="lin" valueType="num">
                                          <p:cBhvr additive="base">
                                            <p:cTn id="7" dur="600" fill="hold"/>
                                            <p:tgtEl>
                                              <p:spTgt spid="2299"/>
                                            </p:tgtEl>
                                            <p:attrNameLst>
                                              <p:attrName>ppt_x</p:attrName>
                                            </p:attrNameLst>
                                          </p:cBhvr>
                                          <p:tavLst>
                                            <p:tav tm="0">
                                              <p:val>
                                                <p:strVal val="#ppt_x"/>
                                              </p:val>
                                            </p:tav>
                                            <p:tav tm="100000">
                                              <p:val>
                                                <p:strVal val="#ppt_x"/>
                                              </p:val>
                                            </p:tav>
                                          </p:tavLst>
                                        </p:anim>
                                        <p:anim calcmode="lin" valueType="num">
                                          <p:cBhvr additive="base">
                                            <p:cTn id="8" dur="600" fill="hold"/>
                                            <p:tgtEl>
                                              <p:spTgt spid="2299"/>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2" presetClass="entr" presetSubtype="1" fill="hold" nodeType="afterEffect">
                                      <p:stCondLst>
                                        <p:cond delay="0"/>
                                      </p:stCondLst>
                                      <p:childTnLst>
                                        <p:set>
                                          <p:cBhvr>
                                            <p:cTn id="11" dur="1" fill="hold">
                                              <p:stCondLst>
                                                <p:cond delay="0"/>
                                              </p:stCondLst>
                                            </p:cTn>
                                            <p:tgtEl>
                                              <p:spTgt spid="2298"/>
                                            </p:tgtEl>
                                            <p:attrNameLst>
                                              <p:attrName>style.visibility</p:attrName>
                                            </p:attrNameLst>
                                          </p:cBhvr>
                                          <p:to>
                                            <p:strVal val="visible"/>
                                          </p:to>
                                        </p:set>
                                        <p:anim calcmode="lin" valueType="num">
                                          <p:cBhvr additive="base">
                                            <p:cTn id="12" dur="600" fill="hold"/>
                                            <p:tgtEl>
                                              <p:spTgt spid="2298"/>
                                            </p:tgtEl>
                                            <p:attrNameLst>
                                              <p:attrName>ppt_x</p:attrName>
                                            </p:attrNameLst>
                                          </p:cBhvr>
                                          <p:tavLst>
                                            <p:tav tm="0">
                                              <p:val>
                                                <p:strVal val="#ppt_x"/>
                                              </p:val>
                                            </p:tav>
                                            <p:tav tm="100000">
                                              <p:val>
                                                <p:strVal val="#ppt_x"/>
                                              </p:val>
                                            </p:tav>
                                          </p:tavLst>
                                        </p:anim>
                                        <p:anim calcmode="lin" valueType="num">
                                          <p:cBhvr additive="base">
                                            <p:cTn id="13" dur="600" fill="hold"/>
                                            <p:tgtEl>
                                              <p:spTgt spid="2298"/>
                                            </p:tgtEl>
                                            <p:attrNameLst>
                                              <p:attrName>ppt_y</p:attrName>
                                            </p:attrNameLst>
                                          </p:cBhvr>
                                          <p:tavLst>
                                            <p:tav tm="0">
                                              <p:val>
                                                <p:strVal val="0-#ppt_h/2"/>
                                              </p:val>
                                            </p:tav>
                                            <p:tav tm="100000">
                                              <p:val>
                                                <p:strVal val="#ppt_y"/>
                                              </p:val>
                                            </p:tav>
                                          </p:tavLst>
                                        </p:anim>
                                      </p:childTnLst>
                                    </p:cTn>
                                  </p:par>
                                </p:childTnLst>
                              </p:cTn>
                            </p:par>
                            <p:par>
                              <p:cTn id="14" fill="hold">
                                <p:stCondLst>
                                  <p:cond delay="1200"/>
                                </p:stCondLst>
                                <p:childTnLst>
                                  <p:par>
                                    <p:cTn id="15" presetID="2" presetClass="entr" presetSubtype="1" fill="hold" nodeType="afterEffect">
                                      <p:stCondLst>
                                        <p:cond delay="0"/>
                                      </p:stCondLst>
                                      <p:childTnLst>
                                        <p:set>
                                          <p:cBhvr>
                                            <p:cTn id="16" dur="1" fill="hold">
                                              <p:stCondLst>
                                                <p:cond delay="0"/>
                                              </p:stCondLst>
                                            </p:cTn>
                                            <p:tgtEl>
                                              <p:spTgt spid="2296"/>
                                            </p:tgtEl>
                                            <p:attrNameLst>
                                              <p:attrName>style.visibility</p:attrName>
                                            </p:attrNameLst>
                                          </p:cBhvr>
                                          <p:to>
                                            <p:strVal val="visible"/>
                                          </p:to>
                                        </p:set>
                                        <p:anim calcmode="lin" valueType="num">
                                          <p:cBhvr additive="base">
                                            <p:cTn id="17" dur="600" fill="hold"/>
                                            <p:tgtEl>
                                              <p:spTgt spid="2296"/>
                                            </p:tgtEl>
                                            <p:attrNameLst>
                                              <p:attrName>ppt_x</p:attrName>
                                            </p:attrNameLst>
                                          </p:cBhvr>
                                          <p:tavLst>
                                            <p:tav tm="0">
                                              <p:val>
                                                <p:strVal val="#ppt_x"/>
                                              </p:val>
                                            </p:tav>
                                            <p:tav tm="100000">
                                              <p:val>
                                                <p:strVal val="#ppt_x"/>
                                              </p:val>
                                            </p:tav>
                                          </p:tavLst>
                                        </p:anim>
                                        <p:anim calcmode="lin" valueType="num">
                                          <p:cBhvr additive="base">
                                            <p:cTn id="18" dur="600" fill="hold"/>
                                            <p:tgtEl>
                                              <p:spTgt spid="2296"/>
                                            </p:tgtEl>
                                            <p:attrNameLst>
                                              <p:attrName>ppt_y</p:attrName>
                                            </p:attrNameLst>
                                          </p:cBhvr>
                                          <p:tavLst>
                                            <p:tav tm="0">
                                              <p:val>
                                                <p:strVal val="0-#ppt_h/2"/>
                                              </p:val>
                                            </p:tav>
                                            <p:tav tm="100000">
                                              <p:val>
                                                <p:strVal val="#ppt_y"/>
                                              </p:val>
                                            </p:tav>
                                          </p:tavLst>
                                        </p:anim>
                                      </p:childTnLst>
                                    </p:cTn>
                                  </p:par>
                                </p:childTnLst>
                              </p:cTn>
                            </p:par>
                            <p:par>
                              <p:cTn id="19" fill="hold">
                                <p:stCondLst>
                                  <p:cond delay="1800"/>
                                </p:stCondLst>
                                <p:childTnLst>
                                  <p:par>
                                    <p:cTn id="20" presetID="2" presetClass="entr" presetSubtype="1"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600" fill="hold"/>
                                            <p:tgtEl>
                                              <p:spTgt spid="53"/>
                                            </p:tgtEl>
                                            <p:attrNameLst>
                                              <p:attrName>ppt_x</p:attrName>
                                            </p:attrNameLst>
                                          </p:cBhvr>
                                          <p:tavLst>
                                            <p:tav tm="0">
                                              <p:val>
                                                <p:strVal val="#ppt_x"/>
                                              </p:val>
                                            </p:tav>
                                            <p:tav tm="100000">
                                              <p:val>
                                                <p:strVal val="#ppt_x"/>
                                              </p:val>
                                            </p:tav>
                                          </p:tavLst>
                                        </p:anim>
                                        <p:anim calcmode="lin" valueType="num">
                                          <p:cBhvr additive="base">
                                            <p:cTn id="23" dur="600" fill="hold"/>
                                            <p:tgtEl>
                                              <p:spTgt spid="53"/>
                                            </p:tgtEl>
                                            <p:attrNameLst>
                                              <p:attrName>ppt_y</p:attrName>
                                            </p:attrNameLst>
                                          </p:cBhvr>
                                          <p:tavLst>
                                            <p:tav tm="0">
                                              <p:val>
                                                <p:strVal val="0-#ppt_h/2"/>
                                              </p:val>
                                            </p:tav>
                                            <p:tav tm="100000">
                                              <p:val>
                                                <p:strVal val="#ppt_y"/>
                                              </p:val>
                                            </p:tav>
                                          </p:tavLst>
                                        </p:anim>
                                      </p:childTnLst>
                                    </p:cTn>
                                  </p:par>
                                </p:childTnLst>
                              </p:cTn>
                            </p:par>
                            <p:par>
                              <p:cTn id="24" fill="hold">
                                <p:stCondLst>
                                  <p:cond delay="2400"/>
                                </p:stCondLst>
                                <p:childTnLst>
                                  <p:par>
                                    <p:cTn id="25" presetID="56" presetClass="entr" presetSubtype="0" fill="hold" grpId="0" nodeType="afterEffect">
                                      <p:stCondLst>
                                        <p:cond delay="0"/>
                                      </p:stCondLst>
                                      <p:iterate type="lt">
                                        <p:tmPct val="10000"/>
                                      </p:iterate>
                                      <p:childTnLst>
                                        <p:set>
                                          <p:cBhvr>
                                            <p:cTn id="26" dur="1" fill="hold">
                                              <p:stCondLst>
                                                <p:cond delay="0"/>
                                              </p:stCondLst>
                                            </p:cTn>
                                            <p:tgtEl>
                                              <p:spTgt spid="65"/>
                                            </p:tgtEl>
                                            <p:attrNameLst>
                                              <p:attrName>style.visibility</p:attrName>
                                            </p:attrNameLst>
                                          </p:cBhvr>
                                          <p:to>
                                            <p:strVal val="visible"/>
                                          </p:to>
                                        </p:set>
                                        <p:anim by="(-#ppt_w*2)" calcmode="lin" valueType="num">
                                          <p:cBhvr rctx="PPT">
                                            <p:cTn id="27" dur="500" autoRev="1" fill="hold">
                                              <p:stCondLst>
                                                <p:cond delay="0"/>
                                              </p:stCondLst>
                                            </p:cTn>
                                            <p:tgtEl>
                                              <p:spTgt spid="65"/>
                                            </p:tgtEl>
                                            <p:attrNameLst>
                                              <p:attrName>ppt_w</p:attrName>
                                            </p:attrNameLst>
                                          </p:cBhvr>
                                        </p:anim>
                                        <p:anim by="(#ppt_w*0.50)" calcmode="lin" valueType="num">
                                          <p:cBhvr>
                                            <p:cTn id="28" dur="500" decel="50000" autoRev="1" fill="hold">
                                              <p:stCondLst>
                                                <p:cond delay="0"/>
                                              </p:stCondLst>
                                            </p:cTn>
                                            <p:tgtEl>
                                              <p:spTgt spid="65"/>
                                            </p:tgtEl>
                                            <p:attrNameLst>
                                              <p:attrName>ppt_x</p:attrName>
                                            </p:attrNameLst>
                                          </p:cBhvr>
                                        </p:anim>
                                        <p:anim from="(-#ppt_h/2)" to="(#ppt_y)" calcmode="lin" valueType="num">
                                          <p:cBhvr>
                                            <p:cTn id="29" dur="1000" fill="hold">
                                              <p:stCondLst>
                                                <p:cond delay="0"/>
                                              </p:stCondLst>
                                            </p:cTn>
                                            <p:tgtEl>
                                              <p:spTgt spid="65"/>
                                            </p:tgtEl>
                                            <p:attrNameLst>
                                              <p:attrName>ppt_y</p:attrName>
                                            </p:attrNameLst>
                                          </p:cBhvr>
                                        </p:anim>
                                        <p:animRot by="21600000">
                                          <p:cBhvr>
                                            <p:cTn id="30" dur="1000" fill="hold">
                                              <p:stCondLst>
                                                <p:cond delay="0"/>
                                              </p:stCondLst>
                                            </p:cTn>
                                            <p:tgtEl>
                                              <p:spTgt spid="65"/>
                                            </p:tgtEl>
                                            <p:attrNameLst>
                                              <p:attrName>r</p:attrName>
                                            </p:attrNameLst>
                                          </p:cBhvr>
                                        </p:animRot>
                                      </p:childTnLst>
                                    </p:cTn>
                                  </p:par>
                                </p:childTnLst>
                              </p:cTn>
                            </p:par>
                            <p:par>
                              <p:cTn id="31" fill="hold">
                                <p:stCondLst>
                                  <p:cond delay="6100"/>
                                </p:stCondLst>
                                <p:childTnLst>
                                  <p:par>
                                    <p:cTn id="32" presetID="10" presetClass="entr" presetSubtype="0" fill="hold" grpId="0" nodeType="after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1900"/>
                                            <p:tgtEl>
                                              <p:spTgt spid="67"/>
                                            </p:tgtEl>
                                          </p:cBhvr>
                                        </p:animEffect>
                                      </p:childTnLst>
                                    </p:cTn>
                                  </p:par>
                                </p:childTnLst>
                              </p:cTn>
                            </p:par>
                            <p:par>
                              <p:cTn id="35" fill="hold">
                                <p:stCondLst>
                                  <p:cond delay="8000"/>
                                </p:stCondLst>
                                <p:childTnLst>
                                  <p:par>
                                    <p:cTn id="36" presetID="2" presetClass="entr" presetSubtype="1" fill="hold" nodeType="afterEffect">
                                      <p:stCondLst>
                                        <p:cond delay="0"/>
                                      </p:stCondLst>
                                      <p:childTnLst>
                                        <p:set>
                                          <p:cBhvr>
                                            <p:cTn id="37" dur="1" fill="hold">
                                              <p:stCondLst>
                                                <p:cond delay="0"/>
                                              </p:stCondLst>
                                            </p:cTn>
                                            <p:tgtEl>
                                              <p:spTgt spid="68"/>
                                            </p:tgtEl>
                                            <p:attrNameLst>
                                              <p:attrName>style.visibility</p:attrName>
                                            </p:attrNameLst>
                                          </p:cBhvr>
                                          <p:to>
                                            <p:strVal val="visible"/>
                                          </p:to>
                                        </p:set>
                                        <p:anim calcmode="lin" valueType="num">
                                          <p:cBhvr additive="base">
                                            <p:cTn id="38" dur="600" fill="hold"/>
                                            <p:tgtEl>
                                              <p:spTgt spid="68"/>
                                            </p:tgtEl>
                                            <p:attrNameLst>
                                              <p:attrName>ppt_x</p:attrName>
                                            </p:attrNameLst>
                                          </p:cBhvr>
                                          <p:tavLst>
                                            <p:tav tm="0">
                                              <p:val>
                                                <p:strVal val="#ppt_x"/>
                                              </p:val>
                                            </p:tav>
                                            <p:tav tm="100000">
                                              <p:val>
                                                <p:strVal val="#ppt_x"/>
                                              </p:val>
                                            </p:tav>
                                          </p:tavLst>
                                        </p:anim>
                                        <p:anim calcmode="lin" valueType="num">
                                          <p:cBhvr additive="base">
                                            <p:cTn id="39" dur="600" fill="hold"/>
                                            <p:tgtEl>
                                              <p:spTgt spid="68"/>
                                            </p:tgtEl>
                                            <p:attrNameLst>
                                              <p:attrName>ppt_y</p:attrName>
                                            </p:attrNameLst>
                                          </p:cBhvr>
                                          <p:tavLst>
                                            <p:tav tm="0">
                                              <p:val>
                                                <p:strVal val="0-#ppt_h/2"/>
                                              </p:val>
                                            </p:tav>
                                            <p:tav tm="100000">
                                              <p:val>
                                                <p:strVal val="#ppt_y"/>
                                              </p:val>
                                            </p:tav>
                                          </p:tavLst>
                                        </p:anim>
                                      </p:childTnLst>
                                    </p:cTn>
                                  </p:par>
                                </p:childTnLst>
                              </p:cTn>
                            </p:par>
                            <p:par>
                              <p:cTn id="40" fill="hold">
                                <p:stCondLst>
                                  <p:cond delay="8600"/>
                                </p:stCondLst>
                                <p:childTnLst>
                                  <p:par>
                                    <p:cTn id="41" presetID="2" presetClass="entr" presetSubtype="1" fill="hold" nodeType="afterEffect">
                                      <p:stCondLst>
                                        <p:cond delay="0"/>
                                      </p:stCondLst>
                                      <p:childTnLst>
                                        <p:set>
                                          <p:cBhvr>
                                            <p:cTn id="42" dur="1" fill="hold">
                                              <p:stCondLst>
                                                <p:cond delay="0"/>
                                              </p:stCondLst>
                                            </p:cTn>
                                            <p:tgtEl>
                                              <p:spTgt spid="80"/>
                                            </p:tgtEl>
                                            <p:attrNameLst>
                                              <p:attrName>style.visibility</p:attrName>
                                            </p:attrNameLst>
                                          </p:cBhvr>
                                          <p:to>
                                            <p:strVal val="visible"/>
                                          </p:to>
                                        </p:set>
                                        <p:anim calcmode="lin" valueType="num">
                                          <p:cBhvr additive="base">
                                            <p:cTn id="43" dur="600" fill="hold"/>
                                            <p:tgtEl>
                                              <p:spTgt spid="80"/>
                                            </p:tgtEl>
                                            <p:attrNameLst>
                                              <p:attrName>ppt_x</p:attrName>
                                            </p:attrNameLst>
                                          </p:cBhvr>
                                          <p:tavLst>
                                            <p:tav tm="0">
                                              <p:val>
                                                <p:strVal val="#ppt_x"/>
                                              </p:val>
                                            </p:tav>
                                            <p:tav tm="100000">
                                              <p:val>
                                                <p:strVal val="#ppt_x"/>
                                              </p:val>
                                            </p:tav>
                                          </p:tavLst>
                                        </p:anim>
                                        <p:anim calcmode="lin" valueType="num">
                                          <p:cBhvr additive="base">
                                            <p:cTn id="44" dur="600" fill="hold"/>
                                            <p:tgtEl>
                                              <p:spTgt spid="80"/>
                                            </p:tgtEl>
                                            <p:attrNameLst>
                                              <p:attrName>ppt_y</p:attrName>
                                            </p:attrNameLst>
                                          </p:cBhvr>
                                          <p:tavLst>
                                            <p:tav tm="0">
                                              <p:val>
                                                <p:strVal val="0-#ppt_h/2"/>
                                              </p:val>
                                            </p:tav>
                                            <p:tav tm="100000">
                                              <p:val>
                                                <p:strVal val="#ppt_y"/>
                                              </p:val>
                                            </p:tav>
                                          </p:tavLst>
                                        </p:anim>
                                      </p:childTnLst>
                                    </p:cTn>
                                  </p:par>
                                </p:childTnLst>
                              </p:cTn>
                            </p:par>
                            <p:par>
                              <p:cTn id="45" fill="hold">
                                <p:stCondLst>
                                  <p:cond delay="9200"/>
                                </p:stCondLst>
                                <p:childTnLst>
                                  <p:par>
                                    <p:cTn id="46" presetID="10" presetClass="entr" presetSubtype="0" fill="hold" grpId="0" nodeType="after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900"/>
                                            <p:tgtEl>
                                              <p:spTgt spid="2"/>
                                            </p:tgtEl>
                                          </p:cBhvr>
                                        </p:animEffect>
                                      </p:childTnLst>
                                    </p:cTn>
                                  </p:par>
                                </p:childTnLst>
                              </p:cTn>
                            </p:par>
                            <p:par>
                              <p:cTn id="49" fill="hold">
                                <p:stCondLst>
                                  <p:cond delay="11100"/>
                                </p:stCondLst>
                                <p:childTnLst>
                                  <p:par>
                                    <p:cTn id="50" presetID="56" presetClass="entr" presetSubtype="0" fill="hold" grpId="0" nodeType="afterEffect">
                                      <p:stCondLst>
                                        <p:cond delay="0"/>
                                      </p:stCondLst>
                                      <p:iterate type="lt">
                                        <p:tmPct val="10000"/>
                                      </p:iterate>
                                      <p:childTnLst>
                                        <p:set>
                                          <p:cBhvr>
                                            <p:cTn id="51" dur="1" fill="hold">
                                              <p:stCondLst>
                                                <p:cond delay="0"/>
                                              </p:stCondLst>
                                            </p:cTn>
                                            <p:tgtEl>
                                              <p:spTgt spid="3"/>
                                            </p:tgtEl>
                                            <p:attrNameLst>
                                              <p:attrName>style.visibility</p:attrName>
                                            </p:attrNameLst>
                                          </p:cBhvr>
                                          <p:to>
                                            <p:strVal val="visible"/>
                                          </p:to>
                                        </p:set>
                                        <p:anim by="(-#ppt_w*2)" calcmode="lin" valueType="num">
                                          <p:cBhvr rctx="PPT">
                                            <p:cTn id="52" dur="500" autoRev="1" fill="hold">
                                              <p:stCondLst>
                                                <p:cond delay="0"/>
                                              </p:stCondLst>
                                            </p:cTn>
                                            <p:tgtEl>
                                              <p:spTgt spid="3"/>
                                            </p:tgtEl>
                                            <p:attrNameLst>
                                              <p:attrName>ppt_w</p:attrName>
                                            </p:attrNameLst>
                                          </p:cBhvr>
                                        </p:anim>
                                        <p:anim by="(#ppt_w*0.50)" calcmode="lin" valueType="num">
                                          <p:cBhvr>
                                            <p:cTn id="53" dur="500" decel="50000" autoRev="1" fill="hold">
                                              <p:stCondLst>
                                                <p:cond delay="0"/>
                                              </p:stCondLst>
                                            </p:cTn>
                                            <p:tgtEl>
                                              <p:spTgt spid="3"/>
                                            </p:tgtEl>
                                            <p:attrNameLst>
                                              <p:attrName>ppt_x</p:attrName>
                                            </p:attrNameLst>
                                          </p:cBhvr>
                                        </p:anim>
                                        <p:anim from="(-#ppt_h/2)" to="(#ppt_y)" calcmode="lin" valueType="num">
                                          <p:cBhvr>
                                            <p:cTn id="54" dur="1000" fill="hold">
                                              <p:stCondLst>
                                                <p:cond delay="0"/>
                                              </p:stCondLst>
                                            </p:cTn>
                                            <p:tgtEl>
                                              <p:spTgt spid="3"/>
                                            </p:tgtEl>
                                            <p:attrNameLst>
                                              <p:attrName>ppt_y</p:attrName>
                                            </p:attrNameLst>
                                          </p:cBhvr>
                                        </p:anim>
                                        <p:animRot by="21600000">
                                          <p:cBhvr>
                                            <p:cTn id="55" dur="1000" fill="hold">
                                              <p:stCondLst>
                                                <p:cond delay="0"/>
                                              </p:stCondLst>
                                            </p:cTn>
                                            <p:tgtEl>
                                              <p:spTgt spid="3"/>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7" grpId="0"/>
          <p:bldP spid="2" grpId="0"/>
          <p:bldP spid="3" grpId="0"/>
        </p:bldLst>
      </p:timing>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147"/>
          <p:cNvSpPr txBox="1">
            <a:spLocks noChangeArrowheads="1"/>
          </p:cNvSpPr>
          <p:nvPr/>
        </p:nvSpPr>
        <p:spPr bwMode="auto">
          <a:xfrm>
            <a:off x="4280421" y="-49032"/>
            <a:ext cx="284170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rIns="0">
            <a:spAutoFit/>
          </a:bodyPr>
          <a:lstStyle/>
          <a:p>
            <a:pPr algn="dist"/>
            <a:r>
              <a:rPr lang="en-US" altLang="zh-CN" sz="5400" b="1" dirty="0">
                <a:solidFill>
                  <a:srgbClr val="3B3B3B"/>
                </a:solidFill>
                <a:latin typeface="汉仪夏日体W" panose="00020600040101010101" pitchFamily="18" charset="-122"/>
                <a:ea typeface="汉仪夏日体W" panose="00020600040101010101" pitchFamily="18" charset="-122"/>
                <a:cs typeface="+mn-ea"/>
              </a:rPr>
              <a:t>catalog</a:t>
            </a:r>
            <a:endParaRPr lang="zh-CN" altLang="en-US" sz="6600" b="1" dirty="0">
              <a:solidFill>
                <a:srgbClr val="3B3B3B"/>
              </a:solidFill>
              <a:latin typeface="汉仪夏日体W" panose="00020600040101010101" pitchFamily="18" charset="-122"/>
              <a:ea typeface="汉仪夏日体W" panose="00020600040101010101" pitchFamily="18" charset="-122"/>
              <a:cs typeface="+mn-ea"/>
              <a:sym typeface="+mn-lt"/>
            </a:endParaRPr>
          </a:p>
        </p:txBody>
      </p:sp>
      <p:sp>
        <p:nvSpPr>
          <p:cNvPr id="4" name="Rectangle 148"/>
          <p:cNvSpPr>
            <a:spLocks noChangeArrowheads="1"/>
          </p:cNvSpPr>
          <p:nvPr/>
        </p:nvSpPr>
        <p:spPr bwMode="auto">
          <a:xfrm>
            <a:off x="4245480" y="925297"/>
            <a:ext cx="2969701" cy="615553"/>
          </a:xfrm>
          <a:prstGeom prst="rect">
            <a:avLst/>
          </a:prstGeom>
          <a:solidFill>
            <a:srgbClr val="9DD53E"/>
          </a:solidFill>
          <a:ln>
            <a:noFill/>
          </a:ln>
        </p:spPr>
        <p:txBody>
          <a:bodyPr wrap="square" lIns="0" tIns="0" rIns="0" bIns="0">
            <a:spAutoFit/>
          </a:bodyPr>
          <a:lstStyle/>
          <a:p>
            <a:pPr algn="ctr"/>
            <a:r>
              <a:rPr lang="en-US" altLang="zh-CN" sz="4000" dirty="0">
                <a:solidFill>
                  <a:schemeClr val="bg1">
                    <a:lumMod val="95000"/>
                  </a:schemeClr>
                </a:solidFill>
                <a:latin typeface="汉仪夏日体W" panose="00020600040101010101" pitchFamily="18" charset="-122"/>
                <a:ea typeface="汉仪夏日体W" panose="00020600040101010101" pitchFamily="18" charset="-122"/>
                <a:cs typeface="+mn-ea"/>
                <a:sym typeface="+mn-lt"/>
              </a:rPr>
              <a:t>CONTENTS</a:t>
            </a:r>
          </a:p>
        </p:txBody>
      </p:sp>
      <p:grpSp>
        <p:nvGrpSpPr>
          <p:cNvPr id="84" name="组合 83"/>
          <p:cNvGrpSpPr/>
          <p:nvPr/>
        </p:nvGrpSpPr>
        <p:grpSpPr>
          <a:xfrm>
            <a:off x="3448475" y="12205"/>
            <a:ext cx="1192769" cy="5266457"/>
            <a:chOff x="1775252" y="-770914"/>
            <a:chExt cx="1045160" cy="4614718"/>
          </a:xfrm>
        </p:grpSpPr>
        <p:grpSp>
          <p:nvGrpSpPr>
            <p:cNvPr id="85" name="组合 84"/>
            <p:cNvGrpSpPr/>
            <p:nvPr/>
          </p:nvGrpSpPr>
          <p:grpSpPr>
            <a:xfrm>
              <a:off x="1775252" y="2763988"/>
              <a:ext cx="1045160" cy="1079816"/>
              <a:chOff x="-4061568" y="1901032"/>
              <a:chExt cx="1819276" cy="1879600"/>
            </a:xfrm>
          </p:grpSpPr>
          <p:sp>
            <p:nvSpPr>
              <p:cNvPr id="87"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E54B8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8"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89"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0"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1"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2"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3"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4"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95"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86" name="直接连接符 85"/>
            <p:cNvCxnSpPr/>
            <p:nvPr/>
          </p:nvCxnSpPr>
          <p:spPr>
            <a:xfrm flipV="1">
              <a:off x="2295726" y="-770914"/>
              <a:ext cx="0" cy="359872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96" name="组合 95"/>
          <p:cNvGrpSpPr/>
          <p:nvPr/>
        </p:nvGrpSpPr>
        <p:grpSpPr>
          <a:xfrm>
            <a:off x="6921397" y="7726"/>
            <a:ext cx="1094887" cy="3644089"/>
            <a:chOff x="2856892" y="-501184"/>
            <a:chExt cx="1045159" cy="3478582"/>
          </a:xfrm>
        </p:grpSpPr>
        <p:grpSp>
          <p:nvGrpSpPr>
            <p:cNvPr id="97" name="组合 96"/>
            <p:cNvGrpSpPr/>
            <p:nvPr/>
          </p:nvGrpSpPr>
          <p:grpSpPr>
            <a:xfrm>
              <a:off x="2856892" y="1897582"/>
              <a:ext cx="1045159" cy="1079816"/>
              <a:chOff x="-2178792" y="392907"/>
              <a:chExt cx="1819275" cy="1879600"/>
            </a:xfrm>
          </p:grpSpPr>
          <p:sp>
            <p:nvSpPr>
              <p:cNvPr id="99" name="Freeform 254"/>
              <p:cNvSpPr/>
              <p:nvPr/>
            </p:nvSpPr>
            <p:spPr bwMode="auto">
              <a:xfrm>
                <a:off x="-1778742" y="392907"/>
                <a:ext cx="1041400" cy="1511300"/>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rgbClr val="9DD53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100" name="Freeform 255"/>
              <p:cNvSpPr>
                <a:spLocks noEditPoints="1"/>
              </p:cNvSpPr>
              <p:nvPr/>
            </p:nvSpPr>
            <p:spPr bwMode="auto">
              <a:xfrm>
                <a:off x="-1781918" y="392907"/>
                <a:ext cx="1041400" cy="1511301"/>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1" name="Freeform 256"/>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2" name="Freeform 257"/>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3" name="Freeform 258"/>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4" name="Freeform 259"/>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5" name="Freeform 260"/>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6" name="Freeform 261"/>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07" name="Freeform 262"/>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98" name="直接连接符 97"/>
            <p:cNvCxnSpPr/>
            <p:nvPr/>
          </p:nvCxnSpPr>
          <p:spPr>
            <a:xfrm flipV="1">
              <a:off x="3385856" y="-501184"/>
              <a:ext cx="0" cy="249667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108" name="组合 107"/>
          <p:cNvGrpSpPr/>
          <p:nvPr/>
        </p:nvGrpSpPr>
        <p:grpSpPr>
          <a:xfrm>
            <a:off x="1023367" y="0"/>
            <a:ext cx="1170628" cy="4457297"/>
            <a:chOff x="1775252" y="-135764"/>
            <a:chExt cx="1045160" cy="3979568"/>
          </a:xfrm>
        </p:grpSpPr>
        <p:grpSp>
          <p:nvGrpSpPr>
            <p:cNvPr id="109" name="组合 108"/>
            <p:cNvGrpSpPr/>
            <p:nvPr/>
          </p:nvGrpSpPr>
          <p:grpSpPr>
            <a:xfrm>
              <a:off x="1775252" y="2763988"/>
              <a:ext cx="1045160" cy="1079816"/>
              <a:chOff x="-4061568" y="1901032"/>
              <a:chExt cx="1819276" cy="1879600"/>
            </a:xfrm>
          </p:grpSpPr>
          <p:sp>
            <p:nvSpPr>
              <p:cNvPr id="111"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C09CC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112"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3"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4"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5"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6"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7"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8"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119"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110" name="直接连接符 109"/>
            <p:cNvCxnSpPr/>
            <p:nvPr/>
          </p:nvCxnSpPr>
          <p:spPr>
            <a:xfrm flipV="1">
              <a:off x="2295726" y="-135764"/>
              <a:ext cx="8489" cy="296357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120" name="文本框 119"/>
          <p:cNvSpPr txBox="1"/>
          <p:nvPr/>
        </p:nvSpPr>
        <p:spPr>
          <a:xfrm>
            <a:off x="156314" y="4808756"/>
            <a:ext cx="2928803" cy="646331"/>
          </a:xfrm>
          <a:prstGeom prst="rect">
            <a:avLst/>
          </a:prstGeom>
          <a:noFill/>
        </p:spPr>
        <p:txBody>
          <a:bodyPr wrap="square" lIns="91440" tIns="45720" rIns="91440" bIns="45720" rtlCol="0">
            <a:spAutoFit/>
          </a:bodyPr>
          <a:lstStyle/>
          <a:p>
            <a:pPr algn="ctr"/>
            <a:r>
              <a:rPr lang="zh-CN" altLang="en-US" sz="3600" dirty="0">
                <a:solidFill>
                  <a:srgbClr val="C09CC2"/>
                </a:solidFill>
                <a:latin typeface="汉仪夏日体W" panose="00020600040101010101" pitchFamily="18" charset="-122"/>
                <a:ea typeface="汉仪夏日体W" panose="00020600040101010101" pitchFamily="18" charset="-122"/>
                <a:cs typeface="+mn-ea"/>
                <a:sym typeface="+mn-lt"/>
              </a:rPr>
              <a:t>什么是</a:t>
            </a:r>
            <a:r>
              <a:rPr lang="en-US" altLang="zh-CN" sz="3600" dirty="0">
                <a:solidFill>
                  <a:srgbClr val="C09CC2"/>
                </a:solidFill>
                <a:latin typeface="汉仪夏日体W" panose="00020600040101010101" pitchFamily="18" charset="-122"/>
                <a:ea typeface="汉仪夏日体W" panose="00020600040101010101" pitchFamily="18" charset="-122"/>
                <a:cs typeface="+mn-ea"/>
                <a:sym typeface="+mn-lt"/>
              </a:rPr>
              <a:t>MS</a:t>
            </a:r>
            <a:endParaRPr lang="zh-CN" altLang="en-US" sz="3600" dirty="0">
              <a:solidFill>
                <a:srgbClr val="C09CC2"/>
              </a:solidFill>
              <a:latin typeface="汉仪夏日体W" panose="00020600040101010101" pitchFamily="18" charset="-122"/>
              <a:ea typeface="汉仪夏日体W" panose="00020600040101010101" pitchFamily="18" charset="-122"/>
              <a:cs typeface="+mn-ea"/>
              <a:sym typeface="+mn-lt"/>
            </a:endParaRPr>
          </a:p>
        </p:txBody>
      </p:sp>
      <p:sp>
        <p:nvSpPr>
          <p:cNvPr id="122" name="文本框 11"/>
          <p:cNvSpPr txBox="1"/>
          <p:nvPr/>
        </p:nvSpPr>
        <p:spPr>
          <a:xfrm>
            <a:off x="587607" y="4414894"/>
            <a:ext cx="2043824" cy="523220"/>
          </a:xfrm>
          <a:prstGeom prst="rect">
            <a:avLst/>
          </a:prstGeom>
          <a:noFill/>
        </p:spPr>
        <p:txBody>
          <a:bodyPr wrap="square" lIns="91440" tIns="45720" rIns="91440" bIns="45720" rtlCol="0">
            <a:spAutoFit/>
          </a:bodyPr>
          <a:lstStyle/>
          <a:p>
            <a:pPr algn="ctr"/>
            <a:r>
              <a:rPr lang="en-US" altLang="zh-CN" sz="2800" dirty="0">
                <a:solidFill>
                  <a:srgbClr val="C09CC2"/>
                </a:solidFill>
                <a:latin typeface="汉仪夏日体W" panose="00020600040101010101" pitchFamily="18" charset="-122"/>
                <a:ea typeface="汉仪夏日体W" panose="00020600040101010101" pitchFamily="18" charset="-122"/>
                <a:cs typeface="+mn-ea"/>
                <a:sym typeface="+mn-lt"/>
              </a:rPr>
              <a:t>PART 01</a:t>
            </a:r>
            <a:endParaRPr lang="zh-CN" altLang="en-US" sz="2800" dirty="0">
              <a:solidFill>
                <a:srgbClr val="C09CC2"/>
              </a:solidFill>
              <a:latin typeface="汉仪夏日体W" panose="00020600040101010101" pitchFamily="18" charset="-122"/>
              <a:ea typeface="汉仪夏日体W" panose="00020600040101010101" pitchFamily="18" charset="-122"/>
              <a:cs typeface="+mn-ea"/>
              <a:sym typeface="+mn-lt"/>
            </a:endParaRPr>
          </a:p>
        </p:txBody>
      </p:sp>
      <p:sp>
        <p:nvSpPr>
          <p:cNvPr id="126" name="文本框 11"/>
          <p:cNvSpPr txBox="1"/>
          <p:nvPr/>
        </p:nvSpPr>
        <p:spPr>
          <a:xfrm>
            <a:off x="2967784" y="5208927"/>
            <a:ext cx="2043824" cy="523220"/>
          </a:xfrm>
          <a:prstGeom prst="rect">
            <a:avLst/>
          </a:prstGeom>
          <a:noFill/>
        </p:spPr>
        <p:txBody>
          <a:bodyPr wrap="square" lIns="91440" tIns="45720" rIns="91440" bIns="45720" rtlCol="0">
            <a:spAutoFit/>
          </a:bodyPr>
          <a:lstStyle/>
          <a:p>
            <a:pPr algn="ctr"/>
            <a:r>
              <a:rPr lang="en-US" altLang="zh-CN" sz="2800" dirty="0">
                <a:solidFill>
                  <a:schemeClr val="accent3"/>
                </a:solidFill>
                <a:latin typeface="汉仪夏日体W" panose="00020600040101010101" pitchFamily="18" charset="-122"/>
                <a:ea typeface="汉仪夏日体W" panose="00020600040101010101" pitchFamily="18" charset="-122"/>
                <a:cs typeface="+mn-ea"/>
                <a:sym typeface="+mn-lt"/>
              </a:rPr>
              <a:t>PART 02</a:t>
            </a:r>
            <a:endParaRPr lang="zh-CN" altLang="en-US" sz="2800" dirty="0">
              <a:solidFill>
                <a:schemeClr val="accent3"/>
              </a:solidFill>
              <a:latin typeface="汉仪夏日体W" panose="00020600040101010101" pitchFamily="18" charset="-122"/>
              <a:ea typeface="汉仪夏日体W" panose="00020600040101010101" pitchFamily="18" charset="-122"/>
              <a:cs typeface="+mn-ea"/>
              <a:sym typeface="+mn-lt"/>
            </a:endParaRPr>
          </a:p>
        </p:txBody>
      </p:sp>
      <p:sp>
        <p:nvSpPr>
          <p:cNvPr id="127" name="文本框 126"/>
          <p:cNvSpPr txBox="1"/>
          <p:nvPr/>
        </p:nvSpPr>
        <p:spPr>
          <a:xfrm>
            <a:off x="5964900" y="4069087"/>
            <a:ext cx="2969705" cy="646331"/>
          </a:xfrm>
          <a:prstGeom prst="rect">
            <a:avLst/>
          </a:prstGeom>
          <a:noFill/>
        </p:spPr>
        <p:txBody>
          <a:bodyPr wrap="square" lIns="91440" tIns="45720" rIns="91440" bIns="45720" rtlCol="0">
            <a:spAutoFit/>
          </a:bodyPr>
          <a:lstStyle/>
          <a:p>
            <a:pPr algn="ctr"/>
            <a:r>
              <a:rPr lang="zh-CN" altLang="en-US" sz="3600" dirty="0">
                <a:solidFill>
                  <a:schemeClr val="accent4"/>
                </a:solidFill>
                <a:latin typeface="汉仪夏日体W" panose="00020600040101010101" pitchFamily="18" charset="-122"/>
                <a:ea typeface="汉仪夏日体W" panose="00020600040101010101" pitchFamily="18" charset="-122"/>
                <a:cs typeface="+mn-ea"/>
                <a:sym typeface="+mn-lt"/>
              </a:rPr>
              <a:t>治疗手段</a:t>
            </a:r>
          </a:p>
        </p:txBody>
      </p:sp>
      <p:sp>
        <p:nvSpPr>
          <p:cNvPr id="128" name="文本框 11"/>
          <p:cNvSpPr txBox="1"/>
          <p:nvPr/>
        </p:nvSpPr>
        <p:spPr>
          <a:xfrm>
            <a:off x="6394859" y="3666607"/>
            <a:ext cx="2043824" cy="523220"/>
          </a:xfrm>
          <a:prstGeom prst="rect">
            <a:avLst/>
          </a:prstGeom>
          <a:noFill/>
        </p:spPr>
        <p:txBody>
          <a:bodyPr wrap="square" lIns="91440" tIns="45720" rIns="91440" bIns="45720" rtlCol="0">
            <a:spAutoFit/>
          </a:bodyPr>
          <a:lstStyle/>
          <a:p>
            <a:pPr algn="ctr"/>
            <a:r>
              <a:rPr lang="en-US" altLang="zh-CN" sz="2800" dirty="0">
                <a:solidFill>
                  <a:schemeClr val="accent4"/>
                </a:solidFill>
                <a:latin typeface="汉仪夏日体W" panose="00020600040101010101" pitchFamily="18" charset="-122"/>
                <a:ea typeface="汉仪夏日体W" panose="00020600040101010101" pitchFamily="18" charset="-122"/>
                <a:cs typeface="+mn-ea"/>
                <a:sym typeface="+mn-lt"/>
              </a:rPr>
              <a:t>PART 03</a:t>
            </a:r>
            <a:endParaRPr lang="zh-CN" altLang="en-US" sz="2800" dirty="0">
              <a:solidFill>
                <a:schemeClr val="accent4"/>
              </a:solidFill>
              <a:latin typeface="汉仪夏日体W" panose="00020600040101010101" pitchFamily="18" charset="-122"/>
              <a:ea typeface="汉仪夏日体W" panose="00020600040101010101" pitchFamily="18" charset="-122"/>
              <a:cs typeface="+mn-ea"/>
              <a:sym typeface="+mn-lt"/>
            </a:endParaRPr>
          </a:p>
        </p:txBody>
      </p:sp>
      <p:grpSp>
        <p:nvGrpSpPr>
          <p:cNvPr id="60" name="组合 59">
            <a:extLst>
              <a:ext uri="{FF2B5EF4-FFF2-40B4-BE49-F238E27FC236}">
                <a16:creationId xmlns:a16="http://schemas.microsoft.com/office/drawing/2014/main" id="{07642AF4-F3E6-45E9-A827-23DA24B6554F}"/>
              </a:ext>
            </a:extLst>
          </p:cNvPr>
          <p:cNvGrpSpPr/>
          <p:nvPr/>
        </p:nvGrpSpPr>
        <p:grpSpPr>
          <a:xfrm>
            <a:off x="8743525" y="-22206"/>
            <a:ext cx="1094887" cy="5565190"/>
            <a:chOff x="2856892" y="-2335032"/>
            <a:chExt cx="1045159" cy="5312430"/>
          </a:xfrm>
        </p:grpSpPr>
        <p:grpSp>
          <p:nvGrpSpPr>
            <p:cNvPr id="61" name="组合 60">
              <a:extLst>
                <a:ext uri="{FF2B5EF4-FFF2-40B4-BE49-F238E27FC236}">
                  <a16:creationId xmlns:a16="http://schemas.microsoft.com/office/drawing/2014/main" id="{707FFC7D-C620-4B7A-89A2-D8A0FF551121}"/>
                </a:ext>
              </a:extLst>
            </p:cNvPr>
            <p:cNvGrpSpPr/>
            <p:nvPr/>
          </p:nvGrpSpPr>
          <p:grpSpPr>
            <a:xfrm>
              <a:off x="2856892" y="1897582"/>
              <a:ext cx="1045159" cy="1079816"/>
              <a:chOff x="-2178792" y="392907"/>
              <a:chExt cx="1819275" cy="1879600"/>
            </a:xfrm>
          </p:grpSpPr>
          <p:sp>
            <p:nvSpPr>
              <p:cNvPr id="63" name="Freeform 254">
                <a:extLst>
                  <a:ext uri="{FF2B5EF4-FFF2-40B4-BE49-F238E27FC236}">
                    <a16:creationId xmlns:a16="http://schemas.microsoft.com/office/drawing/2014/main" id="{460EF52A-C9E5-45AC-A41A-57D20EB6E527}"/>
                  </a:ext>
                </a:extLst>
              </p:cNvPr>
              <p:cNvSpPr/>
              <p:nvPr/>
            </p:nvSpPr>
            <p:spPr bwMode="auto">
              <a:xfrm>
                <a:off x="-1778741" y="431008"/>
                <a:ext cx="1041401" cy="1511301"/>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64" name="Freeform 255">
                <a:extLst>
                  <a:ext uri="{FF2B5EF4-FFF2-40B4-BE49-F238E27FC236}">
                    <a16:creationId xmlns:a16="http://schemas.microsoft.com/office/drawing/2014/main" id="{546DBFF6-91BC-4665-81AD-17A4DBAEFD5C}"/>
                  </a:ext>
                </a:extLst>
              </p:cNvPr>
              <p:cNvSpPr>
                <a:spLocks noEditPoints="1"/>
              </p:cNvSpPr>
              <p:nvPr/>
            </p:nvSpPr>
            <p:spPr bwMode="auto">
              <a:xfrm>
                <a:off x="-1781918" y="392907"/>
                <a:ext cx="1041401" cy="1511301"/>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5" name="Freeform 256">
                <a:extLst>
                  <a:ext uri="{FF2B5EF4-FFF2-40B4-BE49-F238E27FC236}">
                    <a16:creationId xmlns:a16="http://schemas.microsoft.com/office/drawing/2014/main" id="{1BE890B2-70B4-4409-A5CD-ADBA35FDFBFC}"/>
                  </a:ext>
                </a:extLst>
              </p:cNvPr>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6" name="Freeform 257">
                <a:extLst>
                  <a:ext uri="{FF2B5EF4-FFF2-40B4-BE49-F238E27FC236}">
                    <a16:creationId xmlns:a16="http://schemas.microsoft.com/office/drawing/2014/main" id="{1CC88FF7-7D89-4E2B-9DE7-2262437F14EF}"/>
                  </a:ext>
                </a:extLst>
              </p:cNvPr>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7" name="Freeform 258">
                <a:extLst>
                  <a:ext uri="{FF2B5EF4-FFF2-40B4-BE49-F238E27FC236}">
                    <a16:creationId xmlns:a16="http://schemas.microsoft.com/office/drawing/2014/main" id="{7B7B7CA0-41B2-4E6C-8A0C-B8C489EF15EC}"/>
                  </a:ext>
                </a:extLst>
              </p:cNvPr>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8" name="Freeform 259">
                <a:extLst>
                  <a:ext uri="{FF2B5EF4-FFF2-40B4-BE49-F238E27FC236}">
                    <a16:creationId xmlns:a16="http://schemas.microsoft.com/office/drawing/2014/main" id="{E5DD4332-1182-4042-B2DF-1852DA3F9178}"/>
                  </a:ext>
                </a:extLst>
              </p:cNvPr>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69" name="Freeform 260">
                <a:extLst>
                  <a:ext uri="{FF2B5EF4-FFF2-40B4-BE49-F238E27FC236}">
                    <a16:creationId xmlns:a16="http://schemas.microsoft.com/office/drawing/2014/main" id="{1BB84AC3-E190-43A0-A2E3-BB856100F020}"/>
                  </a:ext>
                </a:extLst>
              </p:cNvPr>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0" name="Freeform 261">
                <a:extLst>
                  <a:ext uri="{FF2B5EF4-FFF2-40B4-BE49-F238E27FC236}">
                    <a16:creationId xmlns:a16="http://schemas.microsoft.com/office/drawing/2014/main" id="{E948ECA3-A18E-478B-BA32-F545CD352A5E}"/>
                  </a:ext>
                </a:extLst>
              </p:cNvPr>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71" name="Freeform 262">
                <a:extLst>
                  <a:ext uri="{FF2B5EF4-FFF2-40B4-BE49-F238E27FC236}">
                    <a16:creationId xmlns:a16="http://schemas.microsoft.com/office/drawing/2014/main" id="{B699D5AD-E827-483F-8D35-BFB0F7E8C206}"/>
                  </a:ext>
                </a:extLst>
              </p:cNvPr>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62" name="直接连接符 61">
              <a:extLst>
                <a:ext uri="{FF2B5EF4-FFF2-40B4-BE49-F238E27FC236}">
                  <a16:creationId xmlns:a16="http://schemas.microsoft.com/office/drawing/2014/main" id="{05E37579-6FC7-4356-B6FF-3B116484336B}"/>
                </a:ext>
              </a:extLst>
            </p:cNvPr>
            <p:cNvCxnSpPr>
              <a:cxnSpLocks/>
            </p:cNvCxnSpPr>
            <p:nvPr/>
          </p:nvCxnSpPr>
          <p:spPr>
            <a:xfrm flipH="1" flipV="1">
              <a:off x="3353935" y="-2335032"/>
              <a:ext cx="31921" cy="433052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121" name="文本框 11">
            <a:extLst>
              <a:ext uri="{FF2B5EF4-FFF2-40B4-BE49-F238E27FC236}">
                <a16:creationId xmlns:a16="http://schemas.microsoft.com/office/drawing/2014/main" id="{D8EF3B1A-EB2D-45BA-BE74-3058EA20FF6B}"/>
              </a:ext>
            </a:extLst>
          </p:cNvPr>
          <p:cNvSpPr txBox="1"/>
          <p:nvPr/>
        </p:nvSpPr>
        <p:spPr>
          <a:xfrm>
            <a:off x="8313401" y="5498012"/>
            <a:ext cx="2043824" cy="523220"/>
          </a:xfrm>
          <a:prstGeom prst="rect">
            <a:avLst/>
          </a:prstGeom>
          <a:noFill/>
        </p:spPr>
        <p:txBody>
          <a:bodyPr wrap="square" lIns="91440" tIns="45720" rIns="91440" bIns="45720" rtlCol="0">
            <a:spAutoFit/>
          </a:bodyPr>
          <a:lstStyle/>
          <a:p>
            <a:pPr algn="ctr"/>
            <a:r>
              <a:rPr lang="en-US" altLang="zh-CN" sz="2800" dirty="0">
                <a:solidFill>
                  <a:srgbClr val="B2B2B2"/>
                </a:solidFill>
                <a:latin typeface="汉仪夏日体W" panose="00020600040101010101" pitchFamily="18" charset="-122"/>
                <a:ea typeface="汉仪夏日体W" panose="00020600040101010101" pitchFamily="18" charset="-122"/>
                <a:cs typeface="+mn-ea"/>
                <a:sym typeface="+mn-lt"/>
              </a:rPr>
              <a:t>PART 04</a:t>
            </a:r>
            <a:endParaRPr lang="zh-CN" altLang="en-US" sz="28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
        <p:nvSpPr>
          <p:cNvPr id="130" name="文本框 11">
            <a:extLst>
              <a:ext uri="{FF2B5EF4-FFF2-40B4-BE49-F238E27FC236}">
                <a16:creationId xmlns:a16="http://schemas.microsoft.com/office/drawing/2014/main" id="{4D2DAB67-4B37-4D89-879C-AB54CEE6DCCB}"/>
              </a:ext>
            </a:extLst>
          </p:cNvPr>
          <p:cNvSpPr txBox="1"/>
          <p:nvPr/>
        </p:nvSpPr>
        <p:spPr>
          <a:xfrm>
            <a:off x="2629210" y="5670527"/>
            <a:ext cx="2841706" cy="646331"/>
          </a:xfrm>
          <a:prstGeom prst="rect">
            <a:avLst/>
          </a:prstGeom>
          <a:noFill/>
        </p:spPr>
        <p:txBody>
          <a:bodyPr wrap="square" lIns="91440" tIns="45720" rIns="91440" bIns="45720" rtlCol="0">
            <a:spAutoFit/>
          </a:bodyPr>
          <a:lstStyle/>
          <a:p>
            <a:pPr algn="ctr"/>
            <a:r>
              <a:rPr lang="zh-CN" altLang="en-US" sz="3600" dirty="0">
                <a:solidFill>
                  <a:schemeClr val="accent3"/>
                </a:solidFill>
                <a:latin typeface="汉仪夏日体W" panose="00020600040101010101" pitchFamily="18" charset="-122"/>
                <a:ea typeface="汉仪夏日体W" panose="00020600040101010101" pitchFamily="18" charset="-122"/>
                <a:cs typeface="+mn-ea"/>
                <a:sym typeface="+mn-lt"/>
              </a:rPr>
              <a:t>临床表现</a:t>
            </a:r>
          </a:p>
        </p:txBody>
      </p:sp>
      <p:grpSp>
        <p:nvGrpSpPr>
          <p:cNvPr id="131" name="组合 130">
            <a:extLst>
              <a:ext uri="{FF2B5EF4-FFF2-40B4-BE49-F238E27FC236}">
                <a16:creationId xmlns:a16="http://schemas.microsoft.com/office/drawing/2014/main" id="{3924AF73-B2CE-4001-8106-D5A96E7C7EE4}"/>
              </a:ext>
            </a:extLst>
          </p:cNvPr>
          <p:cNvGrpSpPr/>
          <p:nvPr/>
        </p:nvGrpSpPr>
        <p:grpSpPr>
          <a:xfrm>
            <a:off x="10644951" y="-10646"/>
            <a:ext cx="1090069" cy="3100177"/>
            <a:chOff x="693612" y="-428263"/>
            <a:chExt cx="1045159" cy="2972458"/>
          </a:xfrm>
        </p:grpSpPr>
        <p:grpSp>
          <p:nvGrpSpPr>
            <p:cNvPr id="132" name="组合 131">
              <a:extLst>
                <a:ext uri="{FF2B5EF4-FFF2-40B4-BE49-F238E27FC236}">
                  <a16:creationId xmlns:a16="http://schemas.microsoft.com/office/drawing/2014/main" id="{3B88E933-7761-4D5F-A785-7380D7D0632A}"/>
                </a:ext>
              </a:extLst>
            </p:cNvPr>
            <p:cNvGrpSpPr/>
            <p:nvPr/>
          </p:nvGrpSpPr>
          <p:grpSpPr>
            <a:xfrm>
              <a:off x="693612" y="1462555"/>
              <a:ext cx="1045159" cy="1081640"/>
              <a:chOff x="-5944343" y="-364331"/>
              <a:chExt cx="1819275" cy="1882776"/>
            </a:xfrm>
          </p:grpSpPr>
          <p:sp>
            <p:nvSpPr>
              <p:cNvPr id="134" name="Freeform 264">
                <a:extLst>
                  <a:ext uri="{FF2B5EF4-FFF2-40B4-BE49-F238E27FC236}">
                    <a16:creationId xmlns:a16="http://schemas.microsoft.com/office/drawing/2014/main" id="{46BB6AC7-E343-4188-B8E6-B6649184A378}"/>
                  </a:ext>
                </a:extLst>
              </p:cNvPr>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F4B4C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latin typeface="汉仪夏日体W" panose="00020600040101010101" pitchFamily="18" charset="-122"/>
                  <a:ea typeface="汉仪夏日体W" panose="00020600040101010101" pitchFamily="18" charset="-122"/>
                  <a:cs typeface="+mn-ea"/>
                  <a:sym typeface="+mn-lt"/>
                </a:endParaRPr>
              </a:p>
            </p:txBody>
          </p:sp>
          <p:sp>
            <p:nvSpPr>
              <p:cNvPr id="135" name="Freeform 265">
                <a:extLst>
                  <a:ext uri="{FF2B5EF4-FFF2-40B4-BE49-F238E27FC236}">
                    <a16:creationId xmlns:a16="http://schemas.microsoft.com/office/drawing/2014/main" id="{69F4C66C-6394-41E4-ADD6-56C8AE6E0EE0}"/>
                  </a:ext>
                </a:extLst>
              </p:cNvPr>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36" name="Freeform 266">
                <a:extLst>
                  <a:ext uri="{FF2B5EF4-FFF2-40B4-BE49-F238E27FC236}">
                    <a16:creationId xmlns:a16="http://schemas.microsoft.com/office/drawing/2014/main" id="{7D36CB40-2E9F-4EAA-B20F-115D71688E64}"/>
                  </a:ext>
                </a:extLst>
              </p:cNvPr>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37" name="Freeform 267">
                <a:extLst>
                  <a:ext uri="{FF2B5EF4-FFF2-40B4-BE49-F238E27FC236}">
                    <a16:creationId xmlns:a16="http://schemas.microsoft.com/office/drawing/2014/main" id="{CCBE30D9-4006-4E94-9DCB-A6B281560758}"/>
                  </a:ext>
                </a:extLst>
              </p:cNvPr>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38" name="Freeform 268">
                <a:extLst>
                  <a:ext uri="{FF2B5EF4-FFF2-40B4-BE49-F238E27FC236}">
                    <a16:creationId xmlns:a16="http://schemas.microsoft.com/office/drawing/2014/main" id="{C188B838-32CD-48E6-B401-F4CE73E81ED7}"/>
                  </a:ext>
                </a:extLst>
              </p:cNvPr>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39" name="Freeform 269">
                <a:extLst>
                  <a:ext uri="{FF2B5EF4-FFF2-40B4-BE49-F238E27FC236}">
                    <a16:creationId xmlns:a16="http://schemas.microsoft.com/office/drawing/2014/main" id="{81D46065-4365-4749-B72A-24DE4D8DA0B6}"/>
                  </a:ext>
                </a:extLst>
              </p:cNvPr>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40" name="Freeform 270">
                <a:extLst>
                  <a:ext uri="{FF2B5EF4-FFF2-40B4-BE49-F238E27FC236}">
                    <a16:creationId xmlns:a16="http://schemas.microsoft.com/office/drawing/2014/main" id="{D7CEC158-AB32-4034-9D7C-CDDB3A3CDA51}"/>
                  </a:ext>
                </a:extLst>
              </p:cNvPr>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41" name="Freeform 271">
                <a:extLst>
                  <a:ext uri="{FF2B5EF4-FFF2-40B4-BE49-F238E27FC236}">
                    <a16:creationId xmlns:a16="http://schemas.microsoft.com/office/drawing/2014/main" id="{3CA07CAD-D8C5-4BB3-80AC-EBB4ED27D330}"/>
                  </a:ext>
                </a:extLst>
              </p:cNvPr>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sp>
            <p:nvSpPr>
              <p:cNvPr id="142" name="Freeform 272">
                <a:extLst>
                  <a:ext uri="{FF2B5EF4-FFF2-40B4-BE49-F238E27FC236}">
                    <a16:creationId xmlns:a16="http://schemas.microsoft.com/office/drawing/2014/main" id="{C2F4EEEC-E69E-41EC-A022-074E6F5783B7}"/>
                  </a:ext>
                </a:extLst>
              </p:cNvPr>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latin typeface="汉仪夏日体W" panose="00020600040101010101" pitchFamily="18" charset="-122"/>
                  <a:ea typeface="汉仪夏日体W" panose="00020600040101010101" pitchFamily="18" charset="-122"/>
                  <a:cs typeface="+mn-ea"/>
                  <a:sym typeface="+mn-lt"/>
                </a:endParaRPr>
              </a:p>
            </p:txBody>
          </p:sp>
        </p:grpSp>
        <p:cxnSp>
          <p:nvCxnSpPr>
            <p:cNvPr id="133" name="直接连接符 132">
              <a:extLst>
                <a:ext uri="{FF2B5EF4-FFF2-40B4-BE49-F238E27FC236}">
                  <a16:creationId xmlns:a16="http://schemas.microsoft.com/office/drawing/2014/main" id="{A8C795E3-DC71-44A7-956F-F59E08354D03}"/>
                </a:ext>
              </a:extLst>
            </p:cNvPr>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143" name="文本框 11">
            <a:extLst>
              <a:ext uri="{FF2B5EF4-FFF2-40B4-BE49-F238E27FC236}">
                <a16:creationId xmlns:a16="http://schemas.microsoft.com/office/drawing/2014/main" id="{60CA0DB4-D985-44F8-B2EC-FD506DA0BB7E}"/>
              </a:ext>
            </a:extLst>
          </p:cNvPr>
          <p:cNvSpPr txBox="1"/>
          <p:nvPr/>
        </p:nvSpPr>
        <p:spPr>
          <a:xfrm>
            <a:off x="10173780" y="3133285"/>
            <a:ext cx="2043824" cy="523220"/>
          </a:xfrm>
          <a:prstGeom prst="rect">
            <a:avLst/>
          </a:prstGeom>
          <a:noFill/>
        </p:spPr>
        <p:txBody>
          <a:bodyPr wrap="square" lIns="91440" tIns="45720" rIns="91440" bIns="45720" rtlCol="0">
            <a:spAutoFit/>
          </a:bodyPr>
          <a:lstStyle/>
          <a:p>
            <a:pPr algn="ctr"/>
            <a:r>
              <a:rPr lang="en-US" altLang="zh-CN" sz="2800" dirty="0">
                <a:solidFill>
                  <a:srgbClr val="F4B4CB"/>
                </a:solidFill>
                <a:latin typeface="汉仪夏日体W" panose="00020600040101010101" pitchFamily="18" charset="-122"/>
                <a:ea typeface="汉仪夏日体W" panose="00020600040101010101" pitchFamily="18" charset="-122"/>
                <a:cs typeface="+mn-ea"/>
                <a:sym typeface="+mn-lt"/>
              </a:rPr>
              <a:t>PART 05</a:t>
            </a:r>
            <a:endParaRPr lang="zh-CN" altLang="en-US" sz="2800" dirty="0">
              <a:solidFill>
                <a:srgbClr val="F4B4CB"/>
              </a:solidFill>
              <a:latin typeface="汉仪夏日体W" panose="00020600040101010101" pitchFamily="18" charset="-122"/>
              <a:ea typeface="汉仪夏日体W" panose="00020600040101010101" pitchFamily="18" charset="-122"/>
              <a:cs typeface="+mn-ea"/>
              <a:sym typeface="+mn-lt"/>
            </a:endParaRPr>
          </a:p>
        </p:txBody>
      </p:sp>
      <p:sp>
        <p:nvSpPr>
          <p:cNvPr id="144" name="文本框 143">
            <a:extLst>
              <a:ext uri="{FF2B5EF4-FFF2-40B4-BE49-F238E27FC236}">
                <a16:creationId xmlns:a16="http://schemas.microsoft.com/office/drawing/2014/main" id="{9BEE3EC0-DCAC-4595-940B-9D77CDA298A5}"/>
              </a:ext>
            </a:extLst>
          </p:cNvPr>
          <p:cNvSpPr txBox="1"/>
          <p:nvPr/>
        </p:nvSpPr>
        <p:spPr>
          <a:xfrm>
            <a:off x="7926476" y="5909831"/>
            <a:ext cx="2928803" cy="646331"/>
          </a:xfrm>
          <a:prstGeom prst="rect">
            <a:avLst/>
          </a:prstGeom>
          <a:noFill/>
        </p:spPr>
        <p:txBody>
          <a:bodyPr wrap="square" lIns="91440" tIns="45720" rIns="91440" bIns="45720" rtlCol="0">
            <a:spAutoFit/>
          </a:bodyPr>
          <a:lstStyle/>
          <a:p>
            <a:pPr algn="ct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AI</a:t>
            </a:r>
            <a:r>
              <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rPr>
              <a:t>与</a:t>
            </a: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MS</a:t>
            </a:r>
            <a:endPar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
        <p:nvSpPr>
          <p:cNvPr id="146" name="文本框 145">
            <a:extLst>
              <a:ext uri="{FF2B5EF4-FFF2-40B4-BE49-F238E27FC236}">
                <a16:creationId xmlns:a16="http://schemas.microsoft.com/office/drawing/2014/main" id="{810B0D93-E514-4FC9-8A9E-1B3A9CF9F222}"/>
              </a:ext>
            </a:extLst>
          </p:cNvPr>
          <p:cNvSpPr txBox="1"/>
          <p:nvPr/>
        </p:nvSpPr>
        <p:spPr>
          <a:xfrm>
            <a:off x="10357225" y="3543496"/>
            <a:ext cx="1663620" cy="646331"/>
          </a:xfrm>
          <a:prstGeom prst="rect">
            <a:avLst/>
          </a:prstGeom>
          <a:noFill/>
        </p:spPr>
        <p:txBody>
          <a:bodyPr wrap="square" lIns="91440" tIns="45720" rIns="91440" bIns="45720" rtlCol="0">
            <a:spAutoFit/>
          </a:bodyPr>
          <a:lstStyle/>
          <a:p>
            <a:pPr algn="ctr"/>
            <a:r>
              <a:rPr lang="zh-CN" altLang="en-US" sz="3600" dirty="0">
                <a:solidFill>
                  <a:srgbClr val="F4B4CB"/>
                </a:solidFill>
                <a:latin typeface="汉仪夏日体W" panose="00020600040101010101" pitchFamily="18" charset="-122"/>
                <a:ea typeface="汉仪夏日体W" panose="00020600040101010101" pitchFamily="18" charset="-122"/>
                <a:cs typeface="+mn-ea"/>
                <a:sym typeface="+mn-lt"/>
              </a:rPr>
              <a:t>选择题</a:t>
            </a:r>
          </a:p>
        </p:txBody>
      </p:sp>
    </p:spTree>
    <p:extLst>
      <p:ext uri="{BB962C8B-B14F-4D97-AF65-F5344CB8AC3E}">
        <p14:creationId xmlns:p14="http://schemas.microsoft.com/office/powerpoint/2010/main" val="386456535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14:bounceEnd="23000">
                                          <p:cBhvr additive="base">
                                            <p:cTn id="7" dur="600" fill="hold"/>
                                            <p:tgtEl>
                                              <p:spTgt spid="108"/>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08"/>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randombar(horizontal)">
                                          <p:cBhvr>
                                            <p:cTn id="12" dur="500"/>
                                            <p:tgtEl>
                                              <p:spTgt spid="122"/>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20"/>
                                            </p:tgtEl>
                                            <p:attrNameLst>
                                              <p:attrName>style.visibility</p:attrName>
                                            </p:attrNameLst>
                                          </p:cBhvr>
                                          <p:to>
                                            <p:strVal val="visible"/>
                                          </p:to>
                                        </p:set>
                                        <p:anim calcmode="lin" valueType="num">
                                          <p:cBhvr>
                                            <p:cTn id="16" dur="500" fill="hold"/>
                                            <p:tgtEl>
                                              <p:spTgt spid="120"/>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20"/>
                                            </p:tgtEl>
                                            <p:attrNameLst>
                                              <p:attrName>ppt_y</p:attrName>
                                            </p:attrNameLst>
                                          </p:cBhvr>
                                          <p:tavLst>
                                            <p:tav tm="0">
                                              <p:val>
                                                <p:strVal val="#ppt_y"/>
                                              </p:val>
                                            </p:tav>
                                            <p:tav tm="100000">
                                              <p:val>
                                                <p:strVal val="#ppt_y"/>
                                              </p:val>
                                            </p:tav>
                                          </p:tavLst>
                                        </p:anim>
                                        <p:anim calcmode="lin" valueType="num">
                                          <p:cBhvr>
                                            <p:cTn id="18" dur="500" fill="hold"/>
                                            <p:tgtEl>
                                              <p:spTgt spid="120"/>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20"/>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20"/>
                                            </p:tgtEl>
                                          </p:cBhvr>
                                        </p:animEffect>
                                      </p:childTnLst>
                                    </p:cTn>
                                  </p:par>
                                </p:childTnLst>
                              </p:cTn>
                            </p:par>
                            <p:par>
                              <p:cTn id="21" fill="hold">
                                <p:stCondLst>
                                  <p:cond delay="1800"/>
                                </p:stCondLst>
                                <p:childTnLst>
                                  <p:par>
                                    <p:cTn id="22" presetID="2" presetClass="entr" presetSubtype="1" fill="hold" nodeType="afterEffect" p14:presetBounceEnd="23000">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14:bounceEnd="23000">
                                          <p:cBhvr additive="base">
                                            <p:cTn id="24" dur="600" fill="hold"/>
                                            <p:tgtEl>
                                              <p:spTgt spid="84"/>
                                            </p:tgtEl>
                                            <p:attrNameLst>
                                              <p:attrName>ppt_x</p:attrName>
                                            </p:attrNameLst>
                                          </p:cBhvr>
                                          <p:tavLst>
                                            <p:tav tm="0">
                                              <p:val>
                                                <p:strVal val="#ppt_x"/>
                                              </p:val>
                                            </p:tav>
                                            <p:tav tm="100000">
                                              <p:val>
                                                <p:strVal val="#ppt_x"/>
                                              </p:val>
                                            </p:tav>
                                          </p:tavLst>
                                        </p:anim>
                                        <p:anim calcmode="lin" valueType="num" p14:bounceEnd="23000">
                                          <p:cBhvr additive="base">
                                            <p:cTn id="25" dur="600" fill="hold"/>
                                            <p:tgtEl>
                                              <p:spTgt spid="84"/>
                                            </p:tgtEl>
                                            <p:attrNameLst>
                                              <p:attrName>ppt_y</p:attrName>
                                            </p:attrNameLst>
                                          </p:cBhvr>
                                          <p:tavLst>
                                            <p:tav tm="0">
                                              <p:val>
                                                <p:strVal val="0-#ppt_h/2"/>
                                              </p:val>
                                            </p:tav>
                                            <p:tav tm="100000">
                                              <p:val>
                                                <p:strVal val="#ppt_y"/>
                                              </p:val>
                                            </p:tav>
                                          </p:tavLst>
                                        </p:anim>
                                      </p:childTnLst>
                                    </p:cTn>
                                  </p:par>
                                </p:childTnLst>
                              </p:cTn>
                            </p:par>
                            <p:par>
                              <p:cTn id="26" fill="hold">
                                <p:stCondLst>
                                  <p:cond delay="2400"/>
                                </p:stCondLst>
                                <p:childTnLst>
                                  <p:par>
                                    <p:cTn id="27" presetID="14" presetClass="entr" presetSubtype="10" fill="hold" grpId="0" nodeType="afterEffect">
                                      <p:stCondLst>
                                        <p:cond delay="0"/>
                                      </p:stCondLst>
                                      <p:childTnLst>
                                        <p:set>
                                          <p:cBhvr>
                                            <p:cTn id="28" dur="1" fill="hold">
                                              <p:stCondLst>
                                                <p:cond delay="0"/>
                                              </p:stCondLst>
                                            </p:cTn>
                                            <p:tgtEl>
                                              <p:spTgt spid="126"/>
                                            </p:tgtEl>
                                            <p:attrNameLst>
                                              <p:attrName>style.visibility</p:attrName>
                                            </p:attrNameLst>
                                          </p:cBhvr>
                                          <p:to>
                                            <p:strVal val="visible"/>
                                          </p:to>
                                        </p:set>
                                        <p:animEffect transition="in" filter="randombar(horizontal)">
                                          <p:cBhvr>
                                            <p:cTn id="29" dur="500"/>
                                            <p:tgtEl>
                                              <p:spTgt spid="126"/>
                                            </p:tgtEl>
                                          </p:cBhvr>
                                        </p:animEffect>
                                      </p:childTnLst>
                                    </p:cTn>
                                  </p:par>
                                </p:childTnLst>
                              </p:cTn>
                            </p:par>
                            <p:par>
                              <p:cTn id="30" fill="hold">
                                <p:stCondLst>
                                  <p:cond delay="2900"/>
                                </p:stCondLst>
                                <p:childTnLst>
                                  <p:par>
                                    <p:cTn id="31" presetID="2" presetClass="entr" presetSubtype="1" fill="hold" nodeType="afterEffect" p14:presetBounceEnd="23000">
                                      <p:stCondLst>
                                        <p:cond delay="0"/>
                                      </p:stCondLst>
                                      <p:childTnLst>
                                        <p:set>
                                          <p:cBhvr>
                                            <p:cTn id="32" dur="1" fill="hold">
                                              <p:stCondLst>
                                                <p:cond delay="0"/>
                                              </p:stCondLst>
                                            </p:cTn>
                                            <p:tgtEl>
                                              <p:spTgt spid="96"/>
                                            </p:tgtEl>
                                            <p:attrNameLst>
                                              <p:attrName>style.visibility</p:attrName>
                                            </p:attrNameLst>
                                          </p:cBhvr>
                                          <p:to>
                                            <p:strVal val="visible"/>
                                          </p:to>
                                        </p:set>
                                        <p:anim calcmode="lin" valueType="num" p14:bounceEnd="23000">
                                          <p:cBhvr additive="base">
                                            <p:cTn id="33" dur="600" fill="hold"/>
                                            <p:tgtEl>
                                              <p:spTgt spid="96"/>
                                            </p:tgtEl>
                                            <p:attrNameLst>
                                              <p:attrName>ppt_x</p:attrName>
                                            </p:attrNameLst>
                                          </p:cBhvr>
                                          <p:tavLst>
                                            <p:tav tm="0">
                                              <p:val>
                                                <p:strVal val="#ppt_x"/>
                                              </p:val>
                                            </p:tav>
                                            <p:tav tm="100000">
                                              <p:val>
                                                <p:strVal val="#ppt_x"/>
                                              </p:val>
                                            </p:tav>
                                          </p:tavLst>
                                        </p:anim>
                                        <p:anim calcmode="lin" valueType="num" p14:bounceEnd="23000">
                                          <p:cBhvr additive="base">
                                            <p:cTn id="34" dur="600" fill="hold"/>
                                            <p:tgtEl>
                                              <p:spTgt spid="96"/>
                                            </p:tgtEl>
                                            <p:attrNameLst>
                                              <p:attrName>ppt_y</p:attrName>
                                            </p:attrNameLst>
                                          </p:cBhvr>
                                          <p:tavLst>
                                            <p:tav tm="0">
                                              <p:val>
                                                <p:strVal val="0-#ppt_h/2"/>
                                              </p:val>
                                            </p:tav>
                                            <p:tav tm="100000">
                                              <p:val>
                                                <p:strVal val="#ppt_y"/>
                                              </p:val>
                                            </p:tav>
                                          </p:tavLst>
                                        </p:anim>
                                      </p:childTnLst>
                                    </p:cTn>
                                  </p:par>
                                </p:childTnLst>
                              </p:cTn>
                            </p:par>
                            <p:par>
                              <p:cTn id="35" fill="hold">
                                <p:stCondLst>
                                  <p:cond delay="3500"/>
                                </p:stCondLst>
                                <p:childTnLst>
                                  <p:par>
                                    <p:cTn id="36" presetID="14" presetClass="entr" presetSubtype="10" fill="hold" grpId="0" nodeType="afterEffect">
                                      <p:stCondLst>
                                        <p:cond delay="0"/>
                                      </p:stCondLst>
                                      <p:childTnLst>
                                        <p:set>
                                          <p:cBhvr>
                                            <p:cTn id="37" dur="1" fill="hold">
                                              <p:stCondLst>
                                                <p:cond delay="0"/>
                                              </p:stCondLst>
                                            </p:cTn>
                                            <p:tgtEl>
                                              <p:spTgt spid="128"/>
                                            </p:tgtEl>
                                            <p:attrNameLst>
                                              <p:attrName>style.visibility</p:attrName>
                                            </p:attrNameLst>
                                          </p:cBhvr>
                                          <p:to>
                                            <p:strVal val="visible"/>
                                          </p:to>
                                        </p:set>
                                        <p:animEffect transition="in" filter="randombar(horizontal)">
                                          <p:cBhvr>
                                            <p:cTn id="38" dur="500"/>
                                            <p:tgtEl>
                                              <p:spTgt spid="128"/>
                                            </p:tgtEl>
                                          </p:cBhvr>
                                        </p:animEffect>
                                      </p:childTnLst>
                                    </p:cTn>
                                  </p:par>
                                </p:childTnLst>
                              </p:cTn>
                            </p:par>
                            <p:par>
                              <p:cTn id="39" fill="hold">
                                <p:stCondLst>
                                  <p:cond delay="4000"/>
                                </p:stCondLst>
                                <p:childTnLst>
                                  <p:par>
                                    <p:cTn id="40" presetID="41" presetClass="entr" presetSubtype="0" fill="hold" grpId="0" nodeType="afterEffect">
                                      <p:stCondLst>
                                        <p:cond delay="0"/>
                                      </p:stCondLst>
                                      <p:iterate type="lt">
                                        <p:tmPct val="10000"/>
                                      </p:iterate>
                                      <p:childTnLst>
                                        <p:set>
                                          <p:cBhvr>
                                            <p:cTn id="41" dur="1" fill="hold">
                                              <p:stCondLst>
                                                <p:cond delay="0"/>
                                              </p:stCondLst>
                                            </p:cTn>
                                            <p:tgtEl>
                                              <p:spTgt spid="127"/>
                                            </p:tgtEl>
                                            <p:attrNameLst>
                                              <p:attrName>style.visibility</p:attrName>
                                            </p:attrNameLst>
                                          </p:cBhvr>
                                          <p:to>
                                            <p:strVal val="visible"/>
                                          </p:to>
                                        </p:set>
                                        <p:anim calcmode="lin" valueType="num">
                                          <p:cBhvr>
                                            <p:cTn id="42" dur="500" fill="hold"/>
                                            <p:tgtEl>
                                              <p:spTgt spid="127"/>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127"/>
                                            </p:tgtEl>
                                            <p:attrNameLst>
                                              <p:attrName>ppt_y</p:attrName>
                                            </p:attrNameLst>
                                          </p:cBhvr>
                                          <p:tavLst>
                                            <p:tav tm="0">
                                              <p:val>
                                                <p:strVal val="#ppt_y"/>
                                              </p:val>
                                            </p:tav>
                                            <p:tav tm="100000">
                                              <p:val>
                                                <p:strVal val="#ppt_y"/>
                                              </p:val>
                                            </p:tav>
                                          </p:tavLst>
                                        </p:anim>
                                        <p:anim calcmode="lin" valueType="num">
                                          <p:cBhvr>
                                            <p:cTn id="44" dur="500" fill="hold"/>
                                            <p:tgtEl>
                                              <p:spTgt spid="127"/>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127"/>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127"/>
                                            </p:tgtEl>
                                          </p:cBhvr>
                                        </p:animEffect>
                                      </p:childTnLst>
                                    </p:cTn>
                                  </p:par>
                                </p:childTnLst>
                              </p:cTn>
                            </p:par>
                            <p:par>
                              <p:cTn id="47" fill="hold">
                                <p:stCondLst>
                                  <p:cond delay="4650"/>
                                </p:stCondLst>
                                <p:childTnLst>
                                  <p:par>
                                    <p:cTn id="48" presetID="2" presetClass="entr" presetSubtype="1" fill="hold" nodeType="afterEffect" p14:presetBounceEnd="23000">
                                      <p:stCondLst>
                                        <p:cond delay="0"/>
                                      </p:stCondLst>
                                      <p:childTnLst>
                                        <p:set>
                                          <p:cBhvr>
                                            <p:cTn id="49" dur="1" fill="hold">
                                              <p:stCondLst>
                                                <p:cond delay="0"/>
                                              </p:stCondLst>
                                            </p:cTn>
                                            <p:tgtEl>
                                              <p:spTgt spid="60"/>
                                            </p:tgtEl>
                                            <p:attrNameLst>
                                              <p:attrName>style.visibility</p:attrName>
                                            </p:attrNameLst>
                                          </p:cBhvr>
                                          <p:to>
                                            <p:strVal val="visible"/>
                                          </p:to>
                                        </p:set>
                                        <p:anim calcmode="lin" valueType="num" p14:bounceEnd="23000">
                                          <p:cBhvr additive="base">
                                            <p:cTn id="50" dur="600" fill="hold"/>
                                            <p:tgtEl>
                                              <p:spTgt spid="60"/>
                                            </p:tgtEl>
                                            <p:attrNameLst>
                                              <p:attrName>ppt_x</p:attrName>
                                            </p:attrNameLst>
                                          </p:cBhvr>
                                          <p:tavLst>
                                            <p:tav tm="0">
                                              <p:val>
                                                <p:strVal val="#ppt_x"/>
                                              </p:val>
                                            </p:tav>
                                            <p:tav tm="100000">
                                              <p:val>
                                                <p:strVal val="#ppt_x"/>
                                              </p:val>
                                            </p:tav>
                                          </p:tavLst>
                                        </p:anim>
                                        <p:anim calcmode="lin" valueType="num" p14:bounceEnd="23000">
                                          <p:cBhvr additive="base">
                                            <p:cTn id="51" dur="600" fill="hold"/>
                                            <p:tgtEl>
                                              <p:spTgt spid="60"/>
                                            </p:tgtEl>
                                            <p:attrNameLst>
                                              <p:attrName>ppt_y</p:attrName>
                                            </p:attrNameLst>
                                          </p:cBhvr>
                                          <p:tavLst>
                                            <p:tav tm="0">
                                              <p:val>
                                                <p:strVal val="0-#ppt_h/2"/>
                                              </p:val>
                                            </p:tav>
                                            <p:tav tm="100000">
                                              <p:val>
                                                <p:strVal val="#ppt_y"/>
                                              </p:val>
                                            </p:tav>
                                          </p:tavLst>
                                        </p:anim>
                                      </p:childTnLst>
                                    </p:cTn>
                                  </p:par>
                                </p:childTnLst>
                              </p:cTn>
                            </p:par>
                            <p:par>
                              <p:cTn id="52" fill="hold">
                                <p:stCondLst>
                                  <p:cond delay="5250"/>
                                </p:stCondLst>
                                <p:childTnLst>
                                  <p:par>
                                    <p:cTn id="53" presetID="14" presetClass="entr" presetSubtype="10" fill="hold" grpId="0" nodeType="afterEffect">
                                      <p:stCondLst>
                                        <p:cond delay="0"/>
                                      </p:stCondLst>
                                      <p:childTnLst>
                                        <p:set>
                                          <p:cBhvr>
                                            <p:cTn id="54" dur="1" fill="hold">
                                              <p:stCondLst>
                                                <p:cond delay="0"/>
                                              </p:stCondLst>
                                            </p:cTn>
                                            <p:tgtEl>
                                              <p:spTgt spid="121"/>
                                            </p:tgtEl>
                                            <p:attrNameLst>
                                              <p:attrName>style.visibility</p:attrName>
                                            </p:attrNameLst>
                                          </p:cBhvr>
                                          <p:to>
                                            <p:strVal val="visible"/>
                                          </p:to>
                                        </p:set>
                                        <p:animEffect transition="in" filter="randombar(horizontal)">
                                          <p:cBhvr>
                                            <p:cTn id="55" dur="500"/>
                                            <p:tgtEl>
                                              <p:spTgt spid="121"/>
                                            </p:tgtEl>
                                          </p:cBhvr>
                                        </p:animEffect>
                                      </p:childTnLst>
                                    </p:cTn>
                                  </p:par>
                                </p:childTnLst>
                              </p:cTn>
                            </p:par>
                            <p:par>
                              <p:cTn id="56" fill="hold">
                                <p:stCondLst>
                                  <p:cond delay="5750"/>
                                </p:stCondLst>
                                <p:childTnLst>
                                  <p:par>
                                    <p:cTn id="57" presetID="14" presetClass="entr" presetSubtype="10" fill="hold" grpId="0" nodeType="afterEffect">
                                      <p:stCondLst>
                                        <p:cond delay="0"/>
                                      </p:stCondLst>
                                      <p:childTnLst>
                                        <p:set>
                                          <p:cBhvr>
                                            <p:cTn id="58" dur="1" fill="hold">
                                              <p:stCondLst>
                                                <p:cond delay="0"/>
                                              </p:stCondLst>
                                            </p:cTn>
                                            <p:tgtEl>
                                              <p:spTgt spid="130"/>
                                            </p:tgtEl>
                                            <p:attrNameLst>
                                              <p:attrName>style.visibility</p:attrName>
                                            </p:attrNameLst>
                                          </p:cBhvr>
                                          <p:to>
                                            <p:strVal val="visible"/>
                                          </p:to>
                                        </p:set>
                                        <p:animEffect transition="in" filter="randombar(horizontal)">
                                          <p:cBhvr>
                                            <p:cTn id="59" dur="500"/>
                                            <p:tgtEl>
                                              <p:spTgt spid="130"/>
                                            </p:tgtEl>
                                          </p:cBhvr>
                                        </p:animEffect>
                                      </p:childTnLst>
                                    </p:cTn>
                                  </p:par>
                                </p:childTnLst>
                              </p:cTn>
                            </p:par>
                            <p:par>
                              <p:cTn id="60" fill="hold">
                                <p:stCondLst>
                                  <p:cond delay="6250"/>
                                </p:stCondLst>
                                <p:childTnLst>
                                  <p:par>
                                    <p:cTn id="61" presetID="2" presetClass="entr" presetSubtype="1" fill="hold" nodeType="afterEffect" p14:presetBounceEnd="23000">
                                      <p:stCondLst>
                                        <p:cond delay="0"/>
                                      </p:stCondLst>
                                      <p:childTnLst>
                                        <p:set>
                                          <p:cBhvr>
                                            <p:cTn id="62" dur="1" fill="hold">
                                              <p:stCondLst>
                                                <p:cond delay="0"/>
                                              </p:stCondLst>
                                            </p:cTn>
                                            <p:tgtEl>
                                              <p:spTgt spid="131"/>
                                            </p:tgtEl>
                                            <p:attrNameLst>
                                              <p:attrName>style.visibility</p:attrName>
                                            </p:attrNameLst>
                                          </p:cBhvr>
                                          <p:to>
                                            <p:strVal val="visible"/>
                                          </p:to>
                                        </p:set>
                                        <p:anim calcmode="lin" valueType="num" p14:bounceEnd="23000">
                                          <p:cBhvr additive="base">
                                            <p:cTn id="63" dur="600" fill="hold"/>
                                            <p:tgtEl>
                                              <p:spTgt spid="131"/>
                                            </p:tgtEl>
                                            <p:attrNameLst>
                                              <p:attrName>ppt_x</p:attrName>
                                            </p:attrNameLst>
                                          </p:cBhvr>
                                          <p:tavLst>
                                            <p:tav tm="0">
                                              <p:val>
                                                <p:strVal val="#ppt_x"/>
                                              </p:val>
                                            </p:tav>
                                            <p:tav tm="100000">
                                              <p:val>
                                                <p:strVal val="#ppt_x"/>
                                              </p:val>
                                            </p:tav>
                                          </p:tavLst>
                                        </p:anim>
                                        <p:anim calcmode="lin" valueType="num" p14:bounceEnd="23000">
                                          <p:cBhvr additive="base">
                                            <p:cTn id="64" dur="600" fill="hold"/>
                                            <p:tgtEl>
                                              <p:spTgt spid="131"/>
                                            </p:tgtEl>
                                            <p:attrNameLst>
                                              <p:attrName>ppt_y</p:attrName>
                                            </p:attrNameLst>
                                          </p:cBhvr>
                                          <p:tavLst>
                                            <p:tav tm="0">
                                              <p:val>
                                                <p:strVal val="0-#ppt_h/2"/>
                                              </p:val>
                                            </p:tav>
                                            <p:tav tm="100000">
                                              <p:val>
                                                <p:strVal val="#ppt_y"/>
                                              </p:val>
                                            </p:tav>
                                          </p:tavLst>
                                        </p:anim>
                                      </p:childTnLst>
                                    </p:cTn>
                                  </p:par>
                                </p:childTnLst>
                              </p:cTn>
                            </p:par>
                            <p:par>
                              <p:cTn id="65" fill="hold">
                                <p:stCondLst>
                                  <p:cond delay="6850"/>
                                </p:stCondLst>
                                <p:childTnLst>
                                  <p:par>
                                    <p:cTn id="66" presetID="14" presetClass="entr" presetSubtype="10" fill="hold" grpId="0" nodeType="afterEffect">
                                      <p:stCondLst>
                                        <p:cond delay="0"/>
                                      </p:stCondLst>
                                      <p:childTnLst>
                                        <p:set>
                                          <p:cBhvr>
                                            <p:cTn id="67" dur="1" fill="hold">
                                              <p:stCondLst>
                                                <p:cond delay="0"/>
                                              </p:stCondLst>
                                            </p:cTn>
                                            <p:tgtEl>
                                              <p:spTgt spid="143"/>
                                            </p:tgtEl>
                                            <p:attrNameLst>
                                              <p:attrName>style.visibility</p:attrName>
                                            </p:attrNameLst>
                                          </p:cBhvr>
                                          <p:to>
                                            <p:strVal val="visible"/>
                                          </p:to>
                                        </p:set>
                                        <p:animEffect transition="in" filter="randombar(horizontal)">
                                          <p:cBhvr>
                                            <p:cTn id="68" dur="500"/>
                                            <p:tgtEl>
                                              <p:spTgt spid="143"/>
                                            </p:tgtEl>
                                          </p:cBhvr>
                                        </p:animEffect>
                                      </p:childTnLst>
                                    </p:cTn>
                                  </p:par>
                                </p:childTnLst>
                              </p:cTn>
                            </p:par>
                            <p:par>
                              <p:cTn id="69" fill="hold">
                                <p:stCondLst>
                                  <p:cond delay="7350"/>
                                </p:stCondLst>
                                <p:childTnLst>
                                  <p:par>
                                    <p:cTn id="70" presetID="41" presetClass="entr" presetSubtype="0" fill="hold" grpId="0" nodeType="afterEffect">
                                      <p:stCondLst>
                                        <p:cond delay="0"/>
                                      </p:stCondLst>
                                      <p:iterate type="lt">
                                        <p:tmPct val="10000"/>
                                      </p:iterate>
                                      <p:childTnLst>
                                        <p:set>
                                          <p:cBhvr>
                                            <p:cTn id="71" dur="1" fill="hold">
                                              <p:stCondLst>
                                                <p:cond delay="0"/>
                                              </p:stCondLst>
                                            </p:cTn>
                                            <p:tgtEl>
                                              <p:spTgt spid="144"/>
                                            </p:tgtEl>
                                            <p:attrNameLst>
                                              <p:attrName>style.visibility</p:attrName>
                                            </p:attrNameLst>
                                          </p:cBhvr>
                                          <p:to>
                                            <p:strVal val="visible"/>
                                          </p:to>
                                        </p:set>
                                        <p:anim calcmode="lin" valueType="num">
                                          <p:cBhvr>
                                            <p:cTn id="72" dur="500" fill="hold"/>
                                            <p:tgtEl>
                                              <p:spTgt spid="144"/>
                                            </p:tgtEl>
                                            <p:attrNameLst>
                                              <p:attrName>ppt_x</p:attrName>
                                            </p:attrNameLst>
                                          </p:cBhvr>
                                          <p:tavLst>
                                            <p:tav tm="0">
                                              <p:val>
                                                <p:strVal val="#ppt_x"/>
                                              </p:val>
                                            </p:tav>
                                            <p:tav tm="50000">
                                              <p:val>
                                                <p:strVal val="#ppt_x+.1"/>
                                              </p:val>
                                            </p:tav>
                                            <p:tav tm="100000">
                                              <p:val>
                                                <p:strVal val="#ppt_x"/>
                                              </p:val>
                                            </p:tav>
                                          </p:tavLst>
                                        </p:anim>
                                        <p:anim calcmode="lin" valueType="num">
                                          <p:cBhvr>
                                            <p:cTn id="73" dur="500" fill="hold"/>
                                            <p:tgtEl>
                                              <p:spTgt spid="144"/>
                                            </p:tgtEl>
                                            <p:attrNameLst>
                                              <p:attrName>ppt_y</p:attrName>
                                            </p:attrNameLst>
                                          </p:cBhvr>
                                          <p:tavLst>
                                            <p:tav tm="0">
                                              <p:val>
                                                <p:strVal val="#ppt_y"/>
                                              </p:val>
                                            </p:tav>
                                            <p:tav tm="100000">
                                              <p:val>
                                                <p:strVal val="#ppt_y"/>
                                              </p:val>
                                            </p:tav>
                                          </p:tavLst>
                                        </p:anim>
                                        <p:anim calcmode="lin" valueType="num">
                                          <p:cBhvr>
                                            <p:cTn id="74" dur="500" fill="hold"/>
                                            <p:tgtEl>
                                              <p:spTgt spid="144"/>
                                            </p:tgtEl>
                                            <p:attrNameLst>
                                              <p:attrName>ppt_h</p:attrName>
                                            </p:attrNameLst>
                                          </p:cBhvr>
                                          <p:tavLst>
                                            <p:tav tm="0">
                                              <p:val>
                                                <p:strVal val="#ppt_h/10"/>
                                              </p:val>
                                            </p:tav>
                                            <p:tav tm="50000">
                                              <p:val>
                                                <p:strVal val="#ppt_h+.01"/>
                                              </p:val>
                                            </p:tav>
                                            <p:tav tm="100000">
                                              <p:val>
                                                <p:strVal val="#ppt_h"/>
                                              </p:val>
                                            </p:tav>
                                          </p:tavLst>
                                        </p:anim>
                                        <p:anim calcmode="lin" valueType="num">
                                          <p:cBhvr>
                                            <p:cTn id="75" dur="500" fill="hold"/>
                                            <p:tgtEl>
                                              <p:spTgt spid="144"/>
                                            </p:tgtEl>
                                            <p:attrNameLst>
                                              <p:attrName>ppt_w</p:attrName>
                                            </p:attrNameLst>
                                          </p:cBhvr>
                                          <p:tavLst>
                                            <p:tav tm="0">
                                              <p:val>
                                                <p:strVal val="#ppt_w/10"/>
                                              </p:val>
                                            </p:tav>
                                            <p:tav tm="50000">
                                              <p:val>
                                                <p:strVal val="#ppt_w+.01"/>
                                              </p:val>
                                            </p:tav>
                                            <p:tav tm="100000">
                                              <p:val>
                                                <p:strVal val="#ppt_w"/>
                                              </p:val>
                                            </p:tav>
                                          </p:tavLst>
                                        </p:anim>
                                        <p:animEffect transition="in" filter="fade">
                                          <p:cBhvr>
                                            <p:cTn id="76" dur="500" tmFilter="0,0; .5, 1; 1, 1"/>
                                            <p:tgtEl>
                                              <p:spTgt spid="144"/>
                                            </p:tgtEl>
                                          </p:cBhvr>
                                        </p:animEffect>
                                      </p:childTnLst>
                                    </p:cTn>
                                  </p:par>
                                </p:childTnLst>
                              </p:cTn>
                            </p:par>
                            <p:par>
                              <p:cTn id="77" fill="hold">
                                <p:stCondLst>
                                  <p:cond delay="8050"/>
                                </p:stCondLst>
                                <p:childTnLst>
                                  <p:par>
                                    <p:cTn id="78" presetID="41" presetClass="entr" presetSubtype="0" fill="hold" grpId="0" nodeType="afterEffect">
                                      <p:stCondLst>
                                        <p:cond delay="0"/>
                                      </p:stCondLst>
                                      <p:iterate type="lt">
                                        <p:tmPct val="10000"/>
                                      </p:iterate>
                                      <p:childTnLst>
                                        <p:set>
                                          <p:cBhvr>
                                            <p:cTn id="79" dur="1" fill="hold">
                                              <p:stCondLst>
                                                <p:cond delay="0"/>
                                              </p:stCondLst>
                                            </p:cTn>
                                            <p:tgtEl>
                                              <p:spTgt spid="146"/>
                                            </p:tgtEl>
                                            <p:attrNameLst>
                                              <p:attrName>style.visibility</p:attrName>
                                            </p:attrNameLst>
                                          </p:cBhvr>
                                          <p:to>
                                            <p:strVal val="visible"/>
                                          </p:to>
                                        </p:set>
                                        <p:anim calcmode="lin" valueType="num">
                                          <p:cBhvr>
                                            <p:cTn id="80" dur="500" fill="hold"/>
                                            <p:tgtEl>
                                              <p:spTgt spid="146"/>
                                            </p:tgtEl>
                                            <p:attrNameLst>
                                              <p:attrName>ppt_x</p:attrName>
                                            </p:attrNameLst>
                                          </p:cBhvr>
                                          <p:tavLst>
                                            <p:tav tm="0">
                                              <p:val>
                                                <p:strVal val="#ppt_x"/>
                                              </p:val>
                                            </p:tav>
                                            <p:tav tm="50000">
                                              <p:val>
                                                <p:strVal val="#ppt_x+.1"/>
                                              </p:val>
                                            </p:tav>
                                            <p:tav tm="100000">
                                              <p:val>
                                                <p:strVal val="#ppt_x"/>
                                              </p:val>
                                            </p:tav>
                                          </p:tavLst>
                                        </p:anim>
                                        <p:anim calcmode="lin" valueType="num">
                                          <p:cBhvr>
                                            <p:cTn id="81" dur="500" fill="hold"/>
                                            <p:tgtEl>
                                              <p:spTgt spid="146"/>
                                            </p:tgtEl>
                                            <p:attrNameLst>
                                              <p:attrName>ppt_y</p:attrName>
                                            </p:attrNameLst>
                                          </p:cBhvr>
                                          <p:tavLst>
                                            <p:tav tm="0">
                                              <p:val>
                                                <p:strVal val="#ppt_y"/>
                                              </p:val>
                                            </p:tav>
                                            <p:tav tm="100000">
                                              <p:val>
                                                <p:strVal val="#ppt_y"/>
                                              </p:val>
                                            </p:tav>
                                          </p:tavLst>
                                        </p:anim>
                                        <p:anim calcmode="lin" valueType="num">
                                          <p:cBhvr>
                                            <p:cTn id="82" dur="500" fill="hold"/>
                                            <p:tgtEl>
                                              <p:spTgt spid="146"/>
                                            </p:tgtEl>
                                            <p:attrNameLst>
                                              <p:attrName>ppt_h</p:attrName>
                                            </p:attrNameLst>
                                          </p:cBhvr>
                                          <p:tavLst>
                                            <p:tav tm="0">
                                              <p:val>
                                                <p:strVal val="#ppt_h/10"/>
                                              </p:val>
                                            </p:tav>
                                            <p:tav tm="50000">
                                              <p:val>
                                                <p:strVal val="#ppt_h+.01"/>
                                              </p:val>
                                            </p:tav>
                                            <p:tav tm="100000">
                                              <p:val>
                                                <p:strVal val="#ppt_h"/>
                                              </p:val>
                                            </p:tav>
                                          </p:tavLst>
                                        </p:anim>
                                        <p:anim calcmode="lin" valueType="num">
                                          <p:cBhvr>
                                            <p:cTn id="83" dur="500" fill="hold"/>
                                            <p:tgtEl>
                                              <p:spTgt spid="146"/>
                                            </p:tgtEl>
                                            <p:attrNameLst>
                                              <p:attrName>ppt_w</p:attrName>
                                            </p:attrNameLst>
                                          </p:cBhvr>
                                          <p:tavLst>
                                            <p:tav tm="0">
                                              <p:val>
                                                <p:strVal val="#ppt_w/10"/>
                                              </p:val>
                                            </p:tav>
                                            <p:tav tm="50000">
                                              <p:val>
                                                <p:strVal val="#ppt_w+.01"/>
                                              </p:val>
                                            </p:tav>
                                            <p:tav tm="100000">
                                              <p:val>
                                                <p:strVal val="#ppt_w"/>
                                              </p:val>
                                            </p:tav>
                                          </p:tavLst>
                                        </p:anim>
                                        <p:animEffect transition="in" filter="fade">
                                          <p:cBhvr>
                                            <p:cTn id="84" dur="500" tmFilter="0,0; .5, 1; 1, 1"/>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2" grpId="0"/>
          <p:bldP spid="126" grpId="0"/>
          <p:bldP spid="127" grpId="0"/>
          <p:bldP spid="128" grpId="0"/>
          <p:bldP spid="121" grpId="0"/>
          <p:bldP spid="130" grpId="0"/>
          <p:bldP spid="143" grpId="0"/>
          <p:bldP spid="144" grpId="0"/>
          <p:bldP spid="146"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08"/>
                                            </p:tgtEl>
                                            <p:attrNameLst>
                                              <p:attrName>style.visibility</p:attrName>
                                            </p:attrNameLst>
                                          </p:cBhvr>
                                          <p:to>
                                            <p:strVal val="visible"/>
                                          </p:to>
                                        </p:set>
                                        <p:anim calcmode="lin" valueType="num">
                                          <p:cBhvr additive="base">
                                            <p:cTn id="7" dur="600" fill="hold"/>
                                            <p:tgtEl>
                                              <p:spTgt spid="108"/>
                                            </p:tgtEl>
                                            <p:attrNameLst>
                                              <p:attrName>ppt_x</p:attrName>
                                            </p:attrNameLst>
                                          </p:cBhvr>
                                          <p:tavLst>
                                            <p:tav tm="0">
                                              <p:val>
                                                <p:strVal val="#ppt_x"/>
                                              </p:val>
                                            </p:tav>
                                            <p:tav tm="100000">
                                              <p:val>
                                                <p:strVal val="#ppt_x"/>
                                              </p:val>
                                            </p:tav>
                                          </p:tavLst>
                                        </p:anim>
                                        <p:anim calcmode="lin" valueType="num">
                                          <p:cBhvr additive="base">
                                            <p:cTn id="8" dur="600" fill="hold"/>
                                            <p:tgtEl>
                                              <p:spTgt spid="108"/>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122"/>
                                            </p:tgtEl>
                                            <p:attrNameLst>
                                              <p:attrName>style.visibility</p:attrName>
                                            </p:attrNameLst>
                                          </p:cBhvr>
                                          <p:to>
                                            <p:strVal val="visible"/>
                                          </p:to>
                                        </p:set>
                                        <p:animEffect transition="in" filter="randombar(horizontal)">
                                          <p:cBhvr>
                                            <p:cTn id="12" dur="500"/>
                                            <p:tgtEl>
                                              <p:spTgt spid="122"/>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120"/>
                                            </p:tgtEl>
                                            <p:attrNameLst>
                                              <p:attrName>style.visibility</p:attrName>
                                            </p:attrNameLst>
                                          </p:cBhvr>
                                          <p:to>
                                            <p:strVal val="visible"/>
                                          </p:to>
                                        </p:set>
                                        <p:anim calcmode="lin" valueType="num">
                                          <p:cBhvr>
                                            <p:cTn id="16" dur="500" fill="hold"/>
                                            <p:tgtEl>
                                              <p:spTgt spid="120"/>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120"/>
                                            </p:tgtEl>
                                            <p:attrNameLst>
                                              <p:attrName>ppt_y</p:attrName>
                                            </p:attrNameLst>
                                          </p:cBhvr>
                                          <p:tavLst>
                                            <p:tav tm="0">
                                              <p:val>
                                                <p:strVal val="#ppt_y"/>
                                              </p:val>
                                            </p:tav>
                                            <p:tav tm="100000">
                                              <p:val>
                                                <p:strVal val="#ppt_y"/>
                                              </p:val>
                                            </p:tav>
                                          </p:tavLst>
                                        </p:anim>
                                        <p:anim calcmode="lin" valueType="num">
                                          <p:cBhvr>
                                            <p:cTn id="18" dur="500" fill="hold"/>
                                            <p:tgtEl>
                                              <p:spTgt spid="120"/>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120"/>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120"/>
                                            </p:tgtEl>
                                          </p:cBhvr>
                                        </p:animEffect>
                                      </p:childTnLst>
                                    </p:cTn>
                                  </p:par>
                                </p:childTnLst>
                              </p:cTn>
                            </p:par>
                            <p:par>
                              <p:cTn id="21" fill="hold">
                                <p:stCondLst>
                                  <p:cond delay="1800"/>
                                </p:stCondLst>
                                <p:childTnLst>
                                  <p:par>
                                    <p:cTn id="22" presetID="2" presetClass="entr" presetSubtype="1" fill="hold" nodeType="afterEffect">
                                      <p:stCondLst>
                                        <p:cond delay="0"/>
                                      </p:stCondLst>
                                      <p:childTnLst>
                                        <p:set>
                                          <p:cBhvr>
                                            <p:cTn id="23" dur="1" fill="hold">
                                              <p:stCondLst>
                                                <p:cond delay="0"/>
                                              </p:stCondLst>
                                            </p:cTn>
                                            <p:tgtEl>
                                              <p:spTgt spid="84"/>
                                            </p:tgtEl>
                                            <p:attrNameLst>
                                              <p:attrName>style.visibility</p:attrName>
                                            </p:attrNameLst>
                                          </p:cBhvr>
                                          <p:to>
                                            <p:strVal val="visible"/>
                                          </p:to>
                                        </p:set>
                                        <p:anim calcmode="lin" valueType="num">
                                          <p:cBhvr additive="base">
                                            <p:cTn id="24" dur="600" fill="hold"/>
                                            <p:tgtEl>
                                              <p:spTgt spid="84"/>
                                            </p:tgtEl>
                                            <p:attrNameLst>
                                              <p:attrName>ppt_x</p:attrName>
                                            </p:attrNameLst>
                                          </p:cBhvr>
                                          <p:tavLst>
                                            <p:tav tm="0">
                                              <p:val>
                                                <p:strVal val="#ppt_x"/>
                                              </p:val>
                                            </p:tav>
                                            <p:tav tm="100000">
                                              <p:val>
                                                <p:strVal val="#ppt_x"/>
                                              </p:val>
                                            </p:tav>
                                          </p:tavLst>
                                        </p:anim>
                                        <p:anim calcmode="lin" valueType="num">
                                          <p:cBhvr additive="base">
                                            <p:cTn id="25" dur="600" fill="hold"/>
                                            <p:tgtEl>
                                              <p:spTgt spid="84"/>
                                            </p:tgtEl>
                                            <p:attrNameLst>
                                              <p:attrName>ppt_y</p:attrName>
                                            </p:attrNameLst>
                                          </p:cBhvr>
                                          <p:tavLst>
                                            <p:tav tm="0">
                                              <p:val>
                                                <p:strVal val="0-#ppt_h/2"/>
                                              </p:val>
                                            </p:tav>
                                            <p:tav tm="100000">
                                              <p:val>
                                                <p:strVal val="#ppt_y"/>
                                              </p:val>
                                            </p:tav>
                                          </p:tavLst>
                                        </p:anim>
                                      </p:childTnLst>
                                    </p:cTn>
                                  </p:par>
                                </p:childTnLst>
                              </p:cTn>
                            </p:par>
                            <p:par>
                              <p:cTn id="26" fill="hold">
                                <p:stCondLst>
                                  <p:cond delay="2400"/>
                                </p:stCondLst>
                                <p:childTnLst>
                                  <p:par>
                                    <p:cTn id="27" presetID="14" presetClass="entr" presetSubtype="10" fill="hold" grpId="0" nodeType="afterEffect">
                                      <p:stCondLst>
                                        <p:cond delay="0"/>
                                      </p:stCondLst>
                                      <p:childTnLst>
                                        <p:set>
                                          <p:cBhvr>
                                            <p:cTn id="28" dur="1" fill="hold">
                                              <p:stCondLst>
                                                <p:cond delay="0"/>
                                              </p:stCondLst>
                                            </p:cTn>
                                            <p:tgtEl>
                                              <p:spTgt spid="126"/>
                                            </p:tgtEl>
                                            <p:attrNameLst>
                                              <p:attrName>style.visibility</p:attrName>
                                            </p:attrNameLst>
                                          </p:cBhvr>
                                          <p:to>
                                            <p:strVal val="visible"/>
                                          </p:to>
                                        </p:set>
                                        <p:animEffect transition="in" filter="randombar(horizontal)">
                                          <p:cBhvr>
                                            <p:cTn id="29" dur="500"/>
                                            <p:tgtEl>
                                              <p:spTgt spid="126"/>
                                            </p:tgtEl>
                                          </p:cBhvr>
                                        </p:animEffect>
                                      </p:childTnLst>
                                    </p:cTn>
                                  </p:par>
                                </p:childTnLst>
                              </p:cTn>
                            </p:par>
                            <p:par>
                              <p:cTn id="30" fill="hold">
                                <p:stCondLst>
                                  <p:cond delay="2900"/>
                                </p:stCondLst>
                                <p:childTnLst>
                                  <p:par>
                                    <p:cTn id="31" presetID="2" presetClass="entr" presetSubtype="1" fill="hold" nodeType="afterEffect">
                                      <p:stCondLst>
                                        <p:cond delay="0"/>
                                      </p:stCondLst>
                                      <p:childTnLst>
                                        <p:set>
                                          <p:cBhvr>
                                            <p:cTn id="32" dur="1" fill="hold">
                                              <p:stCondLst>
                                                <p:cond delay="0"/>
                                              </p:stCondLst>
                                            </p:cTn>
                                            <p:tgtEl>
                                              <p:spTgt spid="96"/>
                                            </p:tgtEl>
                                            <p:attrNameLst>
                                              <p:attrName>style.visibility</p:attrName>
                                            </p:attrNameLst>
                                          </p:cBhvr>
                                          <p:to>
                                            <p:strVal val="visible"/>
                                          </p:to>
                                        </p:set>
                                        <p:anim calcmode="lin" valueType="num">
                                          <p:cBhvr additive="base">
                                            <p:cTn id="33" dur="600" fill="hold"/>
                                            <p:tgtEl>
                                              <p:spTgt spid="96"/>
                                            </p:tgtEl>
                                            <p:attrNameLst>
                                              <p:attrName>ppt_x</p:attrName>
                                            </p:attrNameLst>
                                          </p:cBhvr>
                                          <p:tavLst>
                                            <p:tav tm="0">
                                              <p:val>
                                                <p:strVal val="#ppt_x"/>
                                              </p:val>
                                            </p:tav>
                                            <p:tav tm="100000">
                                              <p:val>
                                                <p:strVal val="#ppt_x"/>
                                              </p:val>
                                            </p:tav>
                                          </p:tavLst>
                                        </p:anim>
                                        <p:anim calcmode="lin" valueType="num">
                                          <p:cBhvr additive="base">
                                            <p:cTn id="34" dur="600" fill="hold"/>
                                            <p:tgtEl>
                                              <p:spTgt spid="96"/>
                                            </p:tgtEl>
                                            <p:attrNameLst>
                                              <p:attrName>ppt_y</p:attrName>
                                            </p:attrNameLst>
                                          </p:cBhvr>
                                          <p:tavLst>
                                            <p:tav tm="0">
                                              <p:val>
                                                <p:strVal val="0-#ppt_h/2"/>
                                              </p:val>
                                            </p:tav>
                                            <p:tav tm="100000">
                                              <p:val>
                                                <p:strVal val="#ppt_y"/>
                                              </p:val>
                                            </p:tav>
                                          </p:tavLst>
                                        </p:anim>
                                      </p:childTnLst>
                                    </p:cTn>
                                  </p:par>
                                </p:childTnLst>
                              </p:cTn>
                            </p:par>
                            <p:par>
                              <p:cTn id="35" fill="hold">
                                <p:stCondLst>
                                  <p:cond delay="3500"/>
                                </p:stCondLst>
                                <p:childTnLst>
                                  <p:par>
                                    <p:cTn id="36" presetID="14" presetClass="entr" presetSubtype="10" fill="hold" grpId="0" nodeType="afterEffect">
                                      <p:stCondLst>
                                        <p:cond delay="0"/>
                                      </p:stCondLst>
                                      <p:childTnLst>
                                        <p:set>
                                          <p:cBhvr>
                                            <p:cTn id="37" dur="1" fill="hold">
                                              <p:stCondLst>
                                                <p:cond delay="0"/>
                                              </p:stCondLst>
                                            </p:cTn>
                                            <p:tgtEl>
                                              <p:spTgt spid="128"/>
                                            </p:tgtEl>
                                            <p:attrNameLst>
                                              <p:attrName>style.visibility</p:attrName>
                                            </p:attrNameLst>
                                          </p:cBhvr>
                                          <p:to>
                                            <p:strVal val="visible"/>
                                          </p:to>
                                        </p:set>
                                        <p:animEffect transition="in" filter="randombar(horizontal)">
                                          <p:cBhvr>
                                            <p:cTn id="38" dur="500"/>
                                            <p:tgtEl>
                                              <p:spTgt spid="128"/>
                                            </p:tgtEl>
                                          </p:cBhvr>
                                        </p:animEffect>
                                      </p:childTnLst>
                                    </p:cTn>
                                  </p:par>
                                </p:childTnLst>
                              </p:cTn>
                            </p:par>
                            <p:par>
                              <p:cTn id="39" fill="hold">
                                <p:stCondLst>
                                  <p:cond delay="4000"/>
                                </p:stCondLst>
                                <p:childTnLst>
                                  <p:par>
                                    <p:cTn id="40" presetID="41" presetClass="entr" presetSubtype="0" fill="hold" grpId="0" nodeType="afterEffect">
                                      <p:stCondLst>
                                        <p:cond delay="0"/>
                                      </p:stCondLst>
                                      <p:iterate type="lt">
                                        <p:tmPct val="10000"/>
                                      </p:iterate>
                                      <p:childTnLst>
                                        <p:set>
                                          <p:cBhvr>
                                            <p:cTn id="41" dur="1" fill="hold">
                                              <p:stCondLst>
                                                <p:cond delay="0"/>
                                              </p:stCondLst>
                                            </p:cTn>
                                            <p:tgtEl>
                                              <p:spTgt spid="127"/>
                                            </p:tgtEl>
                                            <p:attrNameLst>
                                              <p:attrName>style.visibility</p:attrName>
                                            </p:attrNameLst>
                                          </p:cBhvr>
                                          <p:to>
                                            <p:strVal val="visible"/>
                                          </p:to>
                                        </p:set>
                                        <p:anim calcmode="lin" valueType="num">
                                          <p:cBhvr>
                                            <p:cTn id="42" dur="500" fill="hold"/>
                                            <p:tgtEl>
                                              <p:spTgt spid="127"/>
                                            </p:tgtEl>
                                            <p:attrNameLst>
                                              <p:attrName>ppt_x</p:attrName>
                                            </p:attrNameLst>
                                          </p:cBhvr>
                                          <p:tavLst>
                                            <p:tav tm="0">
                                              <p:val>
                                                <p:strVal val="#ppt_x"/>
                                              </p:val>
                                            </p:tav>
                                            <p:tav tm="50000">
                                              <p:val>
                                                <p:strVal val="#ppt_x+.1"/>
                                              </p:val>
                                            </p:tav>
                                            <p:tav tm="100000">
                                              <p:val>
                                                <p:strVal val="#ppt_x"/>
                                              </p:val>
                                            </p:tav>
                                          </p:tavLst>
                                        </p:anim>
                                        <p:anim calcmode="lin" valueType="num">
                                          <p:cBhvr>
                                            <p:cTn id="43" dur="500" fill="hold"/>
                                            <p:tgtEl>
                                              <p:spTgt spid="127"/>
                                            </p:tgtEl>
                                            <p:attrNameLst>
                                              <p:attrName>ppt_y</p:attrName>
                                            </p:attrNameLst>
                                          </p:cBhvr>
                                          <p:tavLst>
                                            <p:tav tm="0">
                                              <p:val>
                                                <p:strVal val="#ppt_y"/>
                                              </p:val>
                                            </p:tav>
                                            <p:tav tm="100000">
                                              <p:val>
                                                <p:strVal val="#ppt_y"/>
                                              </p:val>
                                            </p:tav>
                                          </p:tavLst>
                                        </p:anim>
                                        <p:anim calcmode="lin" valueType="num">
                                          <p:cBhvr>
                                            <p:cTn id="44" dur="500" fill="hold"/>
                                            <p:tgtEl>
                                              <p:spTgt spid="127"/>
                                            </p:tgtEl>
                                            <p:attrNameLst>
                                              <p:attrName>ppt_h</p:attrName>
                                            </p:attrNameLst>
                                          </p:cBhvr>
                                          <p:tavLst>
                                            <p:tav tm="0">
                                              <p:val>
                                                <p:strVal val="#ppt_h/10"/>
                                              </p:val>
                                            </p:tav>
                                            <p:tav tm="50000">
                                              <p:val>
                                                <p:strVal val="#ppt_h+.01"/>
                                              </p:val>
                                            </p:tav>
                                            <p:tav tm="100000">
                                              <p:val>
                                                <p:strVal val="#ppt_h"/>
                                              </p:val>
                                            </p:tav>
                                          </p:tavLst>
                                        </p:anim>
                                        <p:anim calcmode="lin" valueType="num">
                                          <p:cBhvr>
                                            <p:cTn id="45" dur="500" fill="hold"/>
                                            <p:tgtEl>
                                              <p:spTgt spid="127"/>
                                            </p:tgtEl>
                                            <p:attrNameLst>
                                              <p:attrName>ppt_w</p:attrName>
                                            </p:attrNameLst>
                                          </p:cBhvr>
                                          <p:tavLst>
                                            <p:tav tm="0">
                                              <p:val>
                                                <p:strVal val="#ppt_w/10"/>
                                              </p:val>
                                            </p:tav>
                                            <p:tav tm="50000">
                                              <p:val>
                                                <p:strVal val="#ppt_w+.01"/>
                                              </p:val>
                                            </p:tav>
                                            <p:tav tm="100000">
                                              <p:val>
                                                <p:strVal val="#ppt_w"/>
                                              </p:val>
                                            </p:tav>
                                          </p:tavLst>
                                        </p:anim>
                                        <p:animEffect transition="in" filter="fade">
                                          <p:cBhvr>
                                            <p:cTn id="46" dur="500" tmFilter="0,0; .5, 1; 1, 1"/>
                                            <p:tgtEl>
                                              <p:spTgt spid="127"/>
                                            </p:tgtEl>
                                          </p:cBhvr>
                                        </p:animEffect>
                                      </p:childTnLst>
                                    </p:cTn>
                                  </p:par>
                                </p:childTnLst>
                              </p:cTn>
                            </p:par>
                            <p:par>
                              <p:cTn id="47" fill="hold">
                                <p:stCondLst>
                                  <p:cond delay="4650"/>
                                </p:stCondLst>
                                <p:childTnLst>
                                  <p:par>
                                    <p:cTn id="48" presetID="2" presetClass="entr" presetSubtype="1" fill="hold" nodeType="afterEffect">
                                      <p:stCondLst>
                                        <p:cond delay="0"/>
                                      </p:stCondLst>
                                      <p:childTnLst>
                                        <p:set>
                                          <p:cBhvr>
                                            <p:cTn id="49" dur="1" fill="hold">
                                              <p:stCondLst>
                                                <p:cond delay="0"/>
                                              </p:stCondLst>
                                            </p:cTn>
                                            <p:tgtEl>
                                              <p:spTgt spid="60"/>
                                            </p:tgtEl>
                                            <p:attrNameLst>
                                              <p:attrName>style.visibility</p:attrName>
                                            </p:attrNameLst>
                                          </p:cBhvr>
                                          <p:to>
                                            <p:strVal val="visible"/>
                                          </p:to>
                                        </p:set>
                                        <p:anim calcmode="lin" valueType="num">
                                          <p:cBhvr additive="base">
                                            <p:cTn id="50" dur="600" fill="hold"/>
                                            <p:tgtEl>
                                              <p:spTgt spid="60"/>
                                            </p:tgtEl>
                                            <p:attrNameLst>
                                              <p:attrName>ppt_x</p:attrName>
                                            </p:attrNameLst>
                                          </p:cBhvr>
                                          <p:tavLst>
                                            <p:tav tm="0">
                                              <p:val>
                                                <p:strVal val="#ppt_x"/>
                                              </p:val>
                                            </p:tav>
                                            <p:tav tm="100000">
                                              <p:val>
                                                <p:strVal val="#ppt_x"/>
                                              </p:val>
                                            </p:tav>
                                          </p:tavLst>
                                        </p:anim>
                                        <p:anim calcmode="lin" valueType="num">
                                          <p:cBhvr additive="base">
                                            <p:cTn id="51" dur="600" fill="hold"/>
                                            <p:tgtEl>
                                              <p:spTgt spid="60"/>
                                            </p:tgtEl>
                                            <p:attrNameLst>
                                              <p:attrName>ppt_y</p:attrName>
                                            </p:attrNameLst>
                                          </p:cBhvr>
                                          <p:tavLst>
                                            <p:tav tm="0">
                                              <p:val>
                                                <p:strVal val="0-#ppt_h/2"/>
                                              </p:val>
                                            </p:tav>
                                            <p:tav tm="100000">
                                              <p:val>
                                                <p:strVal val="#ppt_y"/>
                                              </p:val>
                                            </p:tav>
                                          </p:tavLst>
                                        </p:anim>
                                      </p:childTnLst>
                                    </p:cTn>
                                  </p:par>
                                </p:childTnLst>
                              </p:cTn>
                            </p:par>
                            <p:par>
                              <p:cTn id="52" fill="hold">
                                <p:stCondLst>
                                  <p:cond delay="5250"/>
                                </p:stCondLst>
                                <p:childTnLst>
                                  <p:par>
                                    <p:cTn id="53" presetID="14" presetClass="entr" presetSubtype="10" fill="hold" grpId="0" nodeType="afterEffect">
                                      <p:stCondLst>
                                        <p:cond delay="0"/>
                                      </p:stCondLst>
                                      <p:childTnLst>
                                        <p:set>
                                          <p:cBhvr>
                                            <p:cTn id="54" dur="1" fill="hold">
                                              <p:stCondLst>
                                                <p:cond delay="0"/>
                                              </p:stCondLst>
                                            </p:cTn>
                                            <p:tgtEl>
                                              <p:spTgt spid="121"/>
                                            </p:tgtEl>
                                            <p:attrNameLst>
                                              <p:attrName>style.visibility</p:attrName>
                                            </p:attrNameLst>
                                          </p:cBhvr>
                                          <p:to>
                                            <p:strVal val="visible"/>
                                          </p:to>
                                        </p:set>
                                        <p:animEffect transition="in" filter="randombar(horizontal)">
                                          <p:cBhvr>
                                            <p:cTn id="55" dur="500"/>
                                            <p:tgtEl>
                                              <p:spTgt spid="121"/>
                                            </p:tgtEl>
                                          </p:cBhvr>
                                        </p:animEffect>
                                      </p:childTnLst>
                                    </p:cTn>
                                  </p:par>
                                </p:childTnLst>
                              </p:cTn>
                            </p:par>
                            <p:par>
                              <p:cTn id="56" fill="hold">
                                <p:stCondLst>
                                  <p:cond delay="5750"/>
                                </p:stCondLst>
                                <p:childTnLst>
                                  <p:par>
                                    <p:cTn id="57" presetID="14" presetClass="entr" presetSubtype="10" fill="hold" grpId="0" nodeType="afterEffect">
                                      <p:stCondLst>
                                        <p:cond delay="0"/>
                                      </p:stCondLst>
                                      <p:childTnLst>
                                        <p:set>
                                          <p:cBhvr>
                                            <p:cTn id="58" dur="1" fill="hold">
                                              <p:stCondLst>
                                                <p:cond delay="0"/>
                                              </p:stCondLst>
                                            </p:cTn>
                                            <p:tgtEl>
                                              <p:spTgt spid="130"/>
                                            </p:tgtEl>
                                            <p:attrNameLst>
                                              <p:attrName>style.visibility</p:attrName>
                                            </p:attrNameLst>
                                          </p:cBhvr>
                                          <p:to>
                                            <p:strVal val="visible"/>
                                          </p:to>
                                        </p:set>
                                        <p:animEffect transition="in" filter="randombar(horizontal)">
                                          <p:cBhvr>
                                            <p:cTn id="59" dur="500"/>
                                            <p:tgtEl>
                                              <p:spTgt spid="130"/>
                                            </p:tgtEl>
                                          </p:cBhvr>
                                        </p:animEffect>
                                      </p:childTnLst>
                                    </p:cTn>
                                  </p:par>
                                </p:childTnLst>
                              </p:cTn>
                            </p:par>
                            <p:par>
                              <p:cTn id="60" fill="hold">
                                <p:stCondLst>
                                  <p:cond delay="6250"/>
                                </p:stCondLst>
                                <p:childTnLst>
                                  <p:par>
                                    <p:cTn id="61" presetID="2" presetClass="entr" presetSubtype="1" fill="hold" nodeType="afterEffect">
                                      <p:stCondLst>
                                        <p:cond delay="0"/>
                                      </p:stCondLst>
                                      <p:childTnLst>
                                        <p:set>
                                          <p:cBhvr>
                                            <p:cTn id="62" dur="1" fill="hold">
                                              <p:stCondLst>
                                                <p:cond delay="0"/>
                                              </p:stCondLst>
                                            </p:cTn>
                                            <p:tgtEl>
                                              <p:spTgt spid="131"/>
                                            </p:tgtEl>
                                            <p:attrNameLst>
                                              <p:attrName>style.visibility</p:attrName>
                                            </p:attrNameLst>
                                          </p:cBhvr>
                                          <p:to>
                                            <p:strVal val="visible"/>
                                          </p:to>
                                        </p:set>
                                        <p:anim calcmode="lin" valueType="num">
                                          <p:cBhvr additive="base">
                                            <p:cTn id="63" dur="600" fill="hold"/>
                                            <p:tgtEl>
                                              <p:spTgt spid="131"/>
                                            </p:tgtEl>
                                            <p:attrNameLst>
                                              <p:attrName>ppt_x</p:attrName>
                                            </p:attrNameLst>
                                          </p:cBhvr>
                                          <p:tavLst>
                                            <p:tav tm="0">
                                              <p:val>
                                                <p:strVal val="#ppt_x"/>
                                              </p:val>
                                            </p:tav>
                                            <p:tav tm="100000">
                                              <p:val>
                                                <p:strVal val="#ppt_x"/>
                                              </p:val>
                                            </p:tav>
                                          </p:tavLst>
                                        </p:anim>
                                        <p:anim calcmode="lin" valueType="num">
                                          <p:cBhvr additive="base">
                                            <p:cTn id="64" dur="600" fill="hold"/>
                                            <p:tgtEl>
                                              <p:spTgt spid="131"/>
                                            </p:tgtEl>
                                            <p:attrNameLst>
                                              <p:attrName>ppt_y</p:attrName>
                                            </p:attrNameLst>
                                          </p:cBhvr>
                                          <p:tavLst>
                                            <p:tav tm="0">
                                              <p:val>
                                                <p:strVal val="0-#ppt_h/2"/>
                                              </p:val>
                                            </p:tav>
                                            <p:tav tm="100000">
                                              <p:val>
                                                <p:strVal val="#ppt_y"/>
                                              </p:val>
                                            </p:tav>
                                          </p:tavLst>
                                        </p:anim>
                                      </p:childTnLst>
                                    </p:cTn>
                                  </p:par>
                                </p:childTnLst>
                              </p:cTn>
                            </p:par>
                            <p:par>
                              <p:cTn id="65" fill="hold">
                                <p:stCondLst>
                                  <p:cond delay="6850"/>
                                </p:stCondLst>
                                <p:childTnLst>
                                  <p:par>
                                    <p:cTn id="66" presetID="14" presetClass="entr" presetSubtype="10" fill="hold" grpId="0" nodeType="afterEffect">
                                      <p:stCondLst>
                                        <p:cond delay="0"/>
                                      </p:stCondLst>
                                      <p:childTnLst>
                                        <p:set>
                                          <p:cBhvr>
                                            <p:cTn id="67" dur="1" fill="hold">
                                              <p:stCondLst>
                                                <p:cond delay="0"/>
                                              </p:stCondLst>
                                            </p:cTn>
                                            <p:tgtEl>
                                              <p:spTgt spid="143"/>
                                            </p:tgtEl>
                                            <p:attrNameLst>
                                              <p:attrName>style.visibility</p:attrName>
                                            </p:attrNameLst>
                                          </p:cBhvr>
                                          <p:to>
                                            <p:strVal val="visible"/>
                                          </p:to>
                                        </p:set>
                                        <p:animEffect transition="in" filter="randombar(horizontal)">
                                          <p:cBhvr>
                                            <p:cTn id="68" dur="500"/>
                                            <p:tgtEl>
                                              <p:spTgt spid="143"/>
                                            </p:tgtEl>
                                          </p:cBhvr>
                                        </p:animEffect>
                                      </p:childTnLst>
                                    </p:cTn>
                                  </p:par>
                                </p:childTnLst>
                              </p:cTn>
                            </p:par>
                            <p:par>
                              <p:cTn id="69" fill="hold">
                                <p:stCondLst>
                                  <p:cond delay="7350"/>
                                </p:stCondLst>
                                <p:childTnLst>
                                  <p:par>
                                    <p:cTn id="70" presetID="41" presetClass="entr" presetSubtype="0" fill="hold" grpId="0" nodeType="afterEffect">
                                      <p:stCondLst>
                                        <p:cond delay="0"/>
                                      </p:stCondLst>
                                      <p:iterate type="lt">
                                        <p:tmPct val="10000"/>
                                      </p:iterate>
                                      <p:childTnLst>
                                        <p:set>
                                          <p:cBhvr>
                                            <p:cTn id="71" dur="1" fill="hold">
                                              <p:stCondLst>
                                                <p:cond delay="0"/>
                                              </p:stCondLst>
                                            </p:cTn>
                                            <p:tgtEl>
                                              <p:spTgt spid="144"/>
                                            </p:tgtEl>
                                            <p:attrNameLst>
                                              <p:attrName>style.visibility</p:attrName>
                                            </p:attrNameLst>
                                          </p:cBhvr>
                                          <p:to>
                                            <p:strVal val="visible"/>
                                          </p:to>
                                        </p:set>
                                        <p:anim calcmode="lin" valueType="num">
                                          <p:cBhvr>
                                            <p:cTn id="72" dur="500" fill="hold"/>
                                            <p:tgtEl>
                                              <p:spTgt spid="144"/>
                                            </p:tgtEl>
                                            <p:attrNameLst>
                                              <p:attrName>ppt_x</p:attrName>
                                            </p:attrNameLst>
                                          </p:cBhvr>
                                          <p:tavLst>
                                            <p:tav tm="0">
                                              <p:val>
                                                <p:strVal val="#ppt_x"/>
                                              </p:val>
                                            </p:tav>
                                            <p:tav tm="50000">
                                              <p:val>
                                                <p:strVal val="#ppt_x+.1"/>
                                              </p:val>
                                            </p:tav>
                                            <p:tav tm="100000">
                                              <p:val>
                                                <p:strVal val="#ppt_x"/>
                                              </p:val>
                                            </p:tav>
                                          </p:tavLst>
                                        </p:anim>
                                        <p:anim calcmode="lin" valueType="num">
                                          <p:cBhvr>
                                            <p:cTn id="73" dur="500" fill="hold"/>
                                            <p:tgtEl>
                                              <p:spTgt spid="144"/>
                                            </p:tgtEl>
                                            <p:attrNameLst>
                                              <p:attrName>ppt_y</p:attrName>
                                            </p:attrNameLst>
                                          </p:cBhvr>
                                          <p:tavLst>
                                            <p:tav tm="0">
                                              <p:val>
                                                <p:strVal val="#ppt_y"/>
                                              </p:val>
                                            </p:tav>
                                            <p:tav tm="100000">
                                              <p:val>
                                                <p:strVal val="#ppt_y"/>
                                              </p:val>
                                            </p:tav>
                                          </p:tavLst>
                                        </p:anim>
                                        <p:anim calcmode="lin" valueType="num">
                                          <p:cBhvr>
                                            <p:cTn id="74" dur="500" fill="hold"/>
                                            <p:tgtEl>
                                              <p:spTgt spid="144"/>
                                            </p:tgtEl>
                                            <p:attrNameLst>
                                              <p:attrName>ppt_h</p:attrName>
                                            </p:attrNameLst>
                                          </p:cBhvr>
                                          <p:tavLst>
                                            <p:tav tm="0">
                                              <p:val>
                                                <p:strVal val="#ppt_h/10"/>
                                              </p:val>
                                            </p:tav>
                                            <p:tav tm="50000">
                                              <p:val>
                                                <p:strVal val="#ppt_h+.01"/>
                                              </p:val>
                                            </p:tav>
                                            <p:tav tm="100000">
                                              <p:val>
                                                <p:strVal val="#ppt_h"/>
                                              </p:val>
                                            </p:tav>
                                          </p:tavLst>
                                        </p:anim>
                                        <p:anim calcmode="lin" valueType="num">
                                          <p:cBhvr>
                                            <p:cTn id="75" dur="500" fill="hold"/>
                                            <p:tgtEl>
                                              <p:spTgt spid="144"/>
                                            </p:tgtEl>
                                            <p:attrNameLst>
                                              <p:attrName>ppt_w</p:attrName>
                                            </p:attrNameLst>
                                          </p:cBhvr>
                                          <p:tavLst>
                                            <p:tav tm="0">
                                              <p:val>
                                                <p:strVal val="#ppt_w/10"/>
                                              </p:val>
                                            </p:tav>
                                            <p:tav tm="50000">
                                              <p:val>
                                                <p:strVal val="#ppt_w+.01"/>
                                              </p:val>
                                            </p:tav>
                                            <p:tav tm="100000">
                                              <p:val>
                                                <p:strVal val="#ppt_w"/>
                                              </p:val>
                                            </p:tav>
                                          </p:tavLst>
                                        </p:anim>
                                        <p:animEffect transition="in" filter="fade">
                                          <p:cBhvr>
                                            <p:cTn id="76" dur="500" tmFilter="0,0; .5, 1; 1, 1"/>
                                            <p:tgtEl>
                                              <p:spTgt spid="144"/>
                                            </p:tgtEl>
                                          </p:cBhvr>
                                        </p:animEffect>
                                      </p:childTnLst>
                                    </p:cTn>
                                  </p:par>
                                </p:childTnLst>
                              </p:cTn>
                            </p:par>
                            <p:par>
                              <p:cTn id="77" fill="hold">
                                <p:stCondLst>
                                  <p:cond delay="8050"/>
                                </p:stCondLst>
                                <p:childTnLst>
                                  <p:par>
                                    <p:cTn id="78" presetID="41" presetClass="entr" presetSubtype="0" fill="hold" grpId="0" nodeType="afterEffect">
                                      <p:stCondLst>
                                        <p:cond delay="0"/>
                                      </p:stCondLst>
                                      <p:iterate type="lt">
                                        <p:tmPct val="10000"/>
                                      </p:iterate>
                                      <p:childTnLst>
                                        <p:set>
                                          <p:cBhvr>
                                            <p:cTn id="79" dur="1" fill="hold">
                                              <p:stCondLst>
                                                <p:cond delay="0"/>
                                              </p:stCondLst>
                                            </p:cTn>
                                            <p:tgtEl>
                                              <p:spTgt spid="146"/>
                                            </p:tgtEl>
                                            <p:attrNameLst>
                                              <p:attrName>style.visibility</p:attrName>
                                            </p:attrNameLst>
                                          </p:cBhvr>
                                          <p:to>
                                            <p:strVal val="visible"/>
                                          </p:to>
                                        </p:set>
                                        <p:anim calcmode="lin" valueType="num">
                                          <p:cBhvr>
                                            <p:cTn id="80" dur="500" fill="hold"/>
                                            <p:tgtEl>
                                              <p:spTgt spid="146"/>
                                            </p:tgtEl>
                                            <p:attrNameLst>
                                              <p:attrName>ppt_x</p:attrName>
                                            </p:attrNameLst>
                                          </p:cBhvr>
                                          <p:tavLst>
                                            <p:tav tm="0">
                                              <p:val>
                                                <p:strVal val="#ppt_x"/>
                                              </p:val>
                                            </p:tav>
                                            <p:tav tm="50000">
                                              <p:val>
                                                <p:strVal val="#ppt_x+.1"/>
                                              </p:val>
                                            </p:tav>
                                            <p:tav tm="100000">
                                              <p:val>
                                                <p:strVal val="#ppt_x"/>
                                              </p:val>
                                            </p:tav>
                                          </p:tavLst>
                                        </p:anim>
                                        <p:anim calcmode="lin" valueType="num">
                                          <p:cBhvr>
                                            <p:cTn id="81" dur="500" fill="hold"/>
                                            <p:tgtEl>
                                              <p:spTgt spid="146"/>
                                            </p:tgtEl>
                                            <p:attrNameLst>
                                              <p:attrName>ppt_y</p:attrName>
                                            </p:attrNameLst>
                                          </p:cBhvr>
                                          <p:tavLst>
                                            <p:tav tm="0">
                                              <p:val>
                                                <p:strVal val="#ppt_y"/>
                                              </p:val>
                                            </p:tav>
                                            <p:tav tm="100000">
                                              <p:val>
                                                <p:strVal val="#ppt_y"/>
                                              </p:val>
                                            </p:tav>
                                          </p:tavLst>
                                        </p:anim>
                                        <p:anim calcmode="lin" valueType="num">
                                          <p:cBhvr>
                                            <p:cTn id="82" dur="500" fill="hold"/>
                                            <p:tgtEl>
                                              <p:spTgt spid="146"/>
                                            </p:tgtEl>
                                            <p:attrNameLst>
                                              <p:attrName>ppt_h</p:attrName>
                                            </p:attrNameLst>
                                          </p:cBhvr>
                                          <p:tavLst>
                                            <p:tav tm="0">
                                              <p:val>
                                                <p:strVal val="#ppt_h/10"/>
                                              </p:val>
                                            </p:tav>
                                            <p:tav tm="50000">
                                              <p:val>
                                                <p:strVal val="#ppt_h+.01"/>
                                              </p:val>
                                            </p:tav>
                                            <p:tav tm="100000">
                                              <p:val>
                                                <p:strVal val="#ppt_h"/>
                                              </p:val>
                                            </p:tav>
                                          </p:tavLst>
                                        </p:anim>
                                        <p:anim calcmode="lin" valueType="num">
                                          <p:cBhvr>
                                            <p:cTn id="83" dur="500" fill="hold"/>
                                            <p:tgtEl>
                                              <p:spTgt spid="146"/>
                                            </p:tgtEl>
                                            <p:attrNameLst>
                                              <p:attrName>ppt_w</p:attrName>
                                            </p:attrNameLst>
                                          </p:cBhvr>
                                          <p:tavLst>
                                            <p:tav tm="0">
                                              <p:val>
                                                <p:strVal val="#ppt_w/10"/>
                                              </p:val>
                                            </p:tav>
                                            <p:tav tm="50000">
                                              <p:val>
                                                <p:strVal val="#ppt_w+.01"/>
                                              </p:val>
                                            </p:tav>
                                            <p:tav tm="100000">
                                              <p:val>
                                                <p:strVal val="#ppt_w"/>
                                              </p:val>
                                            </p:tav>
                                          </p:tavLst>
                                        </p:anim>
                                        <p:animEffect transition="in" filter="fade">
                                          <p:cBhvr>
                                            <p:cTn id="84" dur="500" tmFilter="0,0; .5, 1; 1, 1"/>
                                            <p:tgtEl>
                                              <p:spTgt spid="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p:bldP spid="122" grpId="0"/>
          <p:bldP spid="126" grpId="0"/>
          <p:bldP spid="127" grpId="0"/>
          <p:bldP spid="128" grpId="0"/>
          <p:bldP spid="121" grpId="0"/>
          <p:bldP spid="130" grpId="0"/>
          <p:bldP spid="143" grpId="0"/>
          <p:bldP spid="144" grpId="0"/>
          <p:bldP spid="14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656980" y="-28371"/>
            <a:ext cx="1090069" cy="3100177"/>
            <a:chOff x="693612" y="-428263"/>
            <a:chExt cx="1045159" cy="2972458"/>
          </a:xfrm>
        </p:grpSpPr>
        <p:grpSp>
          <p:nvGrpSpPr>
            <p:cNvPr id="18" name="组合 17"/>
            <p:cNvGrpSpPr/>
            <p:nvPr/>
          </p:nvGrpSpPr>
          <p:grpSpPr>
            <a:xfrm>
              <a:off x="693612" y="1462555"/>
              <a:ext cx="1045159" cy="1081640"/>
              <a:chOff x="-5944343" y="-364331"/>
              <a:chExt cx="1819275" cy="1882776"/>
            </a:xfrm>
          </p:grpSpPr>
          <p:sp>
            <p:nvSpPr>
              <p:cNvPr id="20"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C09CC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chemeClr val="tx2"/>
                  </a:solidFill>
                  <a:cs typeface="+mn-ea"/>
                  <a:sym typeface="+mn-lt"/>
                </a:endParaRPr>
              </a:p>
            </p:txBody>
          </p:sp>
          <p:sp>
            <p:nvSpPr>
              <p:cNvPr id="21"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cs typeface="+mn-ea"/>
                  <a:sym typeface="+mn-lt"/>
                </a:endParaRPr>
              </a:p>
            </p:txBody>
          </p:sp>
          <p:sp>
            <p:nvSpPr>
              <p:cNvPr id="22"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3"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4"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5"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6"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7"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sp>
            <p:nvSpPr>
              <p:cNvPr id="28"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cs typeface="+mn-ea"/>
                  <a:sym typeface="+mn-lt"/>
                </a:endParaRPr>
              </a:p>
            </p:txBody>
          </p:sp>
        </p:grpSp>
        <p:cxnSp>
          <p:nvCxnSpPr>
            <p:cNvPr id="19" name="直接连接符 18"/>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2746653" y="3838468"/>
            <a:ext cx="6924040" cy="830997"/>
          </a:xfrm>
          <a:prstGeom prst="rect">
            <a:avLst/>
          </a:prstGeom>
          <a:noFill/>
        </p:spPr>
        <p:txBody>
          <a:bodyPr wrap="square" lIns="91440" tIns="45720" rIns="91440" bIns="45720" rtlCol="0">
            <a:spAutoFit/>
          </a:bodyPr>
          <a:lstStyle/>
          <a:p>
            <a:pPr algn="ctr"/>
            <a:r>
              <a:rPr lang="zh-CN" altLang="en-US" sz="4800" dirty="0">
                <a:solidFill>
                  <a:srgbClr val="594D7B"/>
                </a:solidFill>
                <a:latin typeface="汉仪夏日体W" panose="00020600040101010101" pitchFamily="18" charset="-122"/>
                <a:ea typeface="汉仪夏日体W" panose="00020600040101010101" pitchFamily="18" charset="-122"/>
                <a:cs typeface="+mn-ea"/>
                <a:sym typeface="+mn-lt"/>
              </a:rPr>
              <a:t>什么是</a:t>
            </a:r>
            <a:r>
              <a:rPr lang="en-US" altLang="zh-CN" sz="4800" dirty="0">
                <a:solidFill>
                  <a:srgbClr val="594D7B"/>
                </a:solidFill>
                <a:latin typeface="汉仪夏日体W" panose="00020600040101010101" pitchFamily="18" charset="-122"/>
                <a:ea typeface="汉仪夏日体W" panose="00020600040101010101" pitchFamily="18" charset="-122"/>
                <a:cs typeface="+mn-ea"/>
                <a:sym typeface="+mn-lt"/>
              </a:rPr>
              <a:t>MS</a:t>
            </a:r>
            <a:endParaRPr lang="zh-CN" altLang="en-US" sz="4800" dirty="0">
              <a:solidFill>
                <a:srgbClr val="594D7B"/>
              </a:solidFill>
              <a:latin typeface="汉仪夏日体W" panose="00020600040101010101" pitchFamily="18" charset="-122"/>
              <a:ea typeface="汉仪夏日体W" panose="00020600040101010101" pitchFamily="18" charset="-122"/>
              <a:cs typeface="+mn-ea"/>
              <a:sym typeface="+mn-lt"/>
            </a:endParaRPr>
          </a:p>
        </p:txBody>
      </p:sp>
      <p:sp>
        <p:nvSpPr>
          <p:cNvPr id="31" name="文本框 11"/>
          <p:cNvSpPr txBox="1"/>
          <p:nvPr/>
        </p:nvSpPr>
        <p:spPr>
          <a:xfrm>
            <a:off x="4040942" y="3106634"/>
            <a:ext cx="4335463" cy="830997"/>
          </a:xfrm>
          <a:prstGeom prst="rect">
            <a:avLst/>
          </a:prstGeom>
          <a:noFill/>
        </p:spPr>
        <p:txBody>
          <a:bodyPr wrap="square" lIns="91440" tIns="45720" rIns="91440" bIns="45720" rtlCol="0">
            <a:spAutoFit/>
          </a:bodyPr>
          <a:lstStyle/>
          <a:p>
            <a:pPr algn="ctr"/>
            <a:r>
              <a:rPr lang="en-US" altLang="zh-CN" sz="4800" dirty="0">
                <a:solidFill>
                  <a:schemeClr val="accent2"/>
                </a:solidFill>
                <a:latin typeface="汉仪夏日体W" panose="00020600040101010101" pitchFamily="18" charset="-122"/>
                <a:ea typeface="汉仪夏日体W" panose="00020600040101010101" pitchFamily="18" charset="-122"/>
                <a:cs typeface="+mn-ea"/>
                <a:sym typeface="+mn-lt"/>
              </a:rPr>
              <a:t>PART 01</a:t>
            </a:r>
            <a:endParaRPr lang="zh-CN" altLang="en-US" sz="4800" dirty="0">
              <a:solidFill>
                <a:schemeClr val="accent2"/>
              </a:solidFill>
              <a:latin typeface="汉仪夏日体W" panose="00020600040101010101" pitchFamily="18" charset="-122"/>
              <a:ea typeface="汉仪夏日体W" panose="00020600040101010101" pitchFamily="18" charset="-122"/>
              <a:cs typeface="+mn-ea"/>
              <a:sym typeface="+mn-lt"/>
            </a:endParaRPr>
          </a:p>
        </p:txBody>
      </p:sp>
    </p:spTree>
    <p:extLst>
      <p:ext uri="{BB962C8B-B14F-4D97-AF65-F5344CB8AC3E}">
        <p14:creationId xmlns:p14="http://schemas.microsoft.com/office/powerpoint/2010/main" val="36262353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23000">
                                          <p:cBhvr additive="base">
                                            <p:cTn id="7" dur="600" fill="hold"/>
                                            <p:tgtEl>
                                              <p:spTgt spid="17"/>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11">
            <a:extLst>
              <a:ext uri="{FF2B5EF4-FFF2-40B4-BE49-F238E27FC236}">
                <a16:creationId xmlns:a16="http://schemas.microsoft.com/office/drawing/2014/main" id="{C018575F-CBE5-E17C-B0C5-1CAD6EFD6DA1}"/>
              </a:ext>
            </a:extLst>
          </p:cNvPr>
          <p:cNvSpPr txBox="1"/>
          <p:nvPr/>
        </p:nvSpPr>
        <p:spPr>
          <a:xfrm>
            <a:off x="-120510" y="173841"/>
            <a:ext cx="4335463" cy="646331"/>
          </a:xfrm>
          <a:prstGeom prst="rect">
            <a:avLst/>
          </a:prstGeom>
          <a:noFill/>
        </p:spPr>
        <p:txBody>
          <a:bodyPr wrap="square" lIns="91440" tIns="45720" rIns="91440" bIns="45720" rtlCol="0">
            <a:spAutoFit/>
          </a:bodyPr>
          <a:lstStyle/>
          <a:p>
            <a:pPr algn="ctr"/>
            <a:r>
              <a:rPr lang="en-US" altLang="zh-CN" sz="3600" dirty="0">
                <a:solidFill>
                  <a:schemeClr val="accent2"/>
                </a:solidFill>
                <a:latin typeface="汉仪夏日体W" panose="00020600040101010101" pitchFamily="18" charset="-122"/>
                <a:ea typeface="汉仪夏日体W" panose="00020600040101010101" pitchFamily="18" charset="-122"/>
                <a:cs typeface="+mn-ea"/>
                <a:sym typeface="+mn-lt"/>
              </a:rPr>
              <a:t>《</a:t>
            </a:r>
            <a:r>
              <a:rPr lang="zh-CN" altLang="en-US" sz="3600" dirty="0">
                <a:solidFill>
                  <a:schemeClr val="accent2"/>
                </a:solidFill>
                <a:latin typeface="汉仪夏日体W" panose="00020600040101010101" pitchFamily="18" charset="-122"/>
                <a:ea typeface="汉仪夏日体W" panose="00020600040101010101" pitchFamily="18" charset="-122"/>
                <a:cs typeface="+mn-ea"/>
                <a:sym typeface="+mn-lt"/>
              </a:rPr>
              <a:t>生命中的百米</a:t>
            </a:r>
            <a:r>
              <a:rPr lang="en-US" altLang="zh-CN" sz="3600" dirty="0">
                <a:solidFill>
                  <a:schemeClr val="accent2"/>
                </a:solidFill>
                <a:latin typeface="汉仪夏日体W" panose="00020600040101010101" pitchFamily="18" charset="-122"/>
                <a:ea typeface="汉仪夏日体W" panose="00020600040101010101" pitchFamily="18" charset="-122"/>
                <a:cs typeface="+mn-ea"/>
                <a:sym typeface="+mn-lt"/>
              </a:rPr>
              <a:t>》</a:t>
            </a:r>
            <a:endParaRPr lang="zh-CN" altLang="en-US" sz="3600" dirty="0">
              <a:solidFill>
                <a:schemeClr val="accent2"/>
              </a:solidFill>
              <a:latin typeface="汉仪夏日体W" panose="00020600040101010101" pitchFamily="18" charset="-122"/>
              <a:ea typeface="汉仪夏日体W" panose="00020600040101010101" pitchFamily="18" charset="-122"/>
              <a:cs typeface="+mn-ea"/>
              <a:sym typeface="+mn-lt"/>
            </a:endParaRPr>
          </a:p>
        </p:txBody>
      </p:sp>
      <p:pic>
        <p:nvPicPr>
          <p:cNvPr id="7" name="图片 6">
            <a:extLst>
              <a:ext uri="{FF2B5EF4-FFF2-40B4-BE49-F238E27FC236}">
                <a16:creationId xmlns:a16="http://schemas.microsoft.com/office/drawing/2014/main" id="{CF0F3516-2EEF-45A0-DB95-ACF19C75AC10}"/>
              </a:ext>
            </a:extLst>
          </p:cNvPr>
          <p:cNvPicPr>
            <a:picLocks noChangeAspect="1"/>
          </p:cNvPicPr>
          <p:nvPr/>
        </p:nvPicPr>
        <p:blipFill>
          <a:blip r:embed="rId3"/>
          <a:stretch>
            <a:fillRect/>
          </a:stretch>
        </p:blipFill>
        <p:spPr>
          <a:xfrm>
            <a:off x="7432512" y="537226"/>
            <a:ext cx="4056516" cy="5783547"/>
          </a:xfrm>
          <a:prstGeom prst="rect">
            <a:avLst/>
          </a:prstGeom>
        </p:spPr>
      </p:pic>
      <p:pic>
        <p:nvPicPr>
          <p:cNvPr id="9" name="图片 8">
            <a:extLst>
              <a:ext uri="{FF2B5EF4-FFF2-40B4-BE49-F238E27FC236}">
                <a16:creationId xmlns:a16="http://schemas.microsoft.com/office/drawing/2014/main" id="{D5D5D683-B6C0-4AC5-EEFC-2D79BD9D3BDD}"/>
              </a:ext>
            </a:extLst>
          </p:cNvPr>
          <p:cNvPicPr>
            <a:picLocks noChangeAspect="1"/>
          </p:cNvPicPr>
          <p:nvPr/>
        </p:nvPicPr>
        <p:blipFill>
          <a:blip r:embed="rId4"/>
          <a:stretch>
            <a:fillRect/>
          </a:stretch>
        </p:blipFill>
        <p:spPr>
          <a:xfrm>
            <a:off x="371224" y="4100038"/>
            <a:ext cx="6690940" cy="2370025"/>
          </a:xfrm>
          <a:prstGeom prst="rect">
            <a:avLst/>
          </a:prstGeom>
        </p:spPr>
      </p:pic>
      <p:sp>
        <p:nvSpPr>
          <p:cNvPr id="10" name="文本框 9">
            <a:extLst>
              <a:ext uri="{FF2B5EF4-FFF2-40B4-BE49-F238E27FC236}">
                <a16:creationId xmlns:a16="http://schemas.microsoft.com/office/drawing/2014/main" id="{CE107365-819A-5053-45BE-C76181AC153D}"/>
              </a:ext>
            </a:extLst>
          </p:cNvPr>
          <p:cNvSpPr txBox="1"/>
          <p:nvPr/>
        </p:nvSpPr>
        <p:spPr>
          <a:xfrm>
            <a:off x="614374" y="1336720"/>
            <a:ext cx="5824526" cy="2246769"/>
          </a:xfrm>
          <a:prstGeom prst="rect">
            <a:avLst/>
          </a:prstGeom>
          <a:noFill/>
        </p:spPr>
        <p:txBody>
          <a:bodyPr wrap="square" lIns="91440" tIns="45720" rIns="91440" bIns="45720" rtlCol="0">
            <a:spAutoFit/>
          </a:bodyPr>
          <a:lstStyle/>
          <a:p>
            <a:pPr algn="ctr"/>
            <a:r>
              <a:rPr lang="zh-CN" altLang="en-US" sz="2800" dirty="0">
                <a:latin typeface="汉仪夏日体W" panose="00020600040101010101" pitchFamily="18" charset="-122"/>
                <a:ea typeface="汉仪夏日体W" panose="00020600040101010101" pitchFamily="18" charset="-122"/>
                <a:cs typeface="+mn-ea"/>
                <a:sym typeface="+mn-lt"/>
              </a:rPr>
              <a:t>这部电影讲述了身患多发性硬化症的拉蒙从一开始的走不了百米，到后面的开始训练铁人三项，能跑能骑会游泳，即使最终病魔仍旧找上了拉蒙，但他也不曾放弃的故事</a:t>
            </a:r>
          </a:p>
        </p:txBody>
      </p:sp>
    </p:spTree>
    <p:extLst>
      <p:ext uri="{BB962C8B-B14F-4D97-AF65-F5344CB8AC3E}">
        <p14:creationId xmlns:p14="http://schemas.microsoft.com/office/powerpoint/2010/main" val="222298599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p:stCondLst>
                              <p:cond delay="500"/>
                            </p:stCondLst>
                            <p:childTnLst>
                              <p:par>
                                <p:cTn id="9" presetID="41" presetClass="entr" presetSubtype="0" fill="hold" grpId="0" nodeType="afterEffect">
                                  <p:stCondLst>
                                    <p:cond delay="0"/>
                                  </p:stCondLst>
                                  <p:iterate type="lt">
                                    <p:tmPct val="10000"/>
                                  </p:iterate>
                                  <p:childTnLst>
                                    <p:set>
                                      <p:cBhvr>
                                        <p:cTn id="10" dur="1" fill="hold">
                                          <p:stCondLst>
                                            <p:cond delay="0"/>
                                          </p:stCondLst>
                                        </p:cTn>
                                        <p:tgtEl>
                                          <p:spTgt spid="10"/>
                                        </p:tgtEl>
                                        <p:attrNameLst>
                                          <p:attrName>style.visibility</p:attrName>
                                        </p:attrNameLst>
                                      </p:cBhvr>
                                      <p:to>
                                        <p:strVal val="visible"/>
                                      </p:to>
                                    </p:set>
                                    <p:anim calcmode="lin" valueType="num">
                                      <p:cBhvr>
                                        <p:cTn id="11" dur="500" fill="hold"/>
                                        <p:tgtEl>
                                          <p:spTgt spid="10"/>
                                        </p:tgtEl>
                                        <p:attrNameLst>
                                          <p:attrName>ppt_x</p:attrName>
                                        </p:attrNameLst>
                                      </p:cBhvr>
                                      <p:tavLst>
                                        <p:tav tm="0">
                                          <p:val>
                                            <p:strVal val="#ppt_x"/>
                                          </p:val>
                                        </p:tav>
                                        <p:tav tm="50000">
                                          <p:val>
                                            <p:strVal val="#ppt_x+.1"/>
                                          </p:val>
                                        </p:tav>
                                        <p:tav tm="100000">
                                          <p:val>
                                            <p:strVal val="#ppt_x"/>
                                          </p:val>
                                        </p:tav>
                                      </p:tavLst>
                                    </p:anim>
                                    <p:anim calcmode="lin" valueType="num">
                                      <p:cBhvr>
                                        <p:cTn id="12" dur="500" fill="hold"/>
                                        <p:tgtEl>
                                          <p:spTgt spid="10"/>
                                        </p:tgtEl>
                                        <p:attrNameLst>
                                          <p:attrName>ppt_y</p:attrName>
                                        </p:attrNameLst>
                                      </p:cBhvr>
                                      <p:tavLst>
                                        <p:tav tm="0">
                                          <p:val>
                                            <p:strVal val="#ppt_y"/>
                                          </p:val>
                                        </p:tav>
                                        <p:tav tm="100000">
                                          <p:val>
                                            <p:strVal val="#ppt_y"/>
                                          </p:val>
                                        </p:tav>
                                      </p:tavLst>
                                    </p:anim>
                                    <p:anim calcmode="lin" valueType="num">
                                      <p:cBhvr>
                                        <p:cTn id="13" dur="500" fill="hold"/>
                                        <p:tgtEl>
                                          <p:spTgt spid="10"/>
                                        </p:tgtEl>
                                        <p:attrNameLst>
                                          <p:attrName>ppt_h</p:attrName>
                                        </p:attrNameLst>
                                      </p:cBhvr>
                                      <p:tavLst>
                                        <p:tav tm="0">
                                          <p:val>
                                            <p:strVal val="#ppt_h/10"/>
                                          </p:val>
                                        </p:tav>
                                        <p:tav tm="50000">
                                          <p:val>
                                            <p:strVal val="#ppt_h+.01"/>
                                          </p:val>
                                        </p:tav>
                                        <p:tav tm="100000">
                                          <p:val>
                                            <p:strVal val="#ppt_h"/>
                                          </p:val>
                                        </p:tav>
                                      </p:tavLst>
                                    </p:anim>
                                    <p:anim calcmode="lin" valueType="num">
                                      <p:cBhvr>
                                        <p:cTn id="14" dur="500" fill="hold"/>
                                        <p:tgtEl>
                                          <p:spTgt spid="10"/>
                                        </p:tgtEl>
                                        <p:attrNameLst>
                                          <p:attrName>ppt_w</p:attrName>
                                        </p:attrNameLst>
                                      </p:cBhvr>
                                      <p:tavLst>
                                        <p:tav tm="0">
                                          <p:val>
                                            <p:strVal val="#ppt_w/10"/>
                                          </p:val>
                                        </p:tav>
                                        <p:tav tm="50000">
                                          <p:val>
                                            <p:strVal val="#ppt_w+.01"/>
                                          </p:val>
                                        </p:tav>
                                        <p:tav tm="100000">
                                          <p:val>
                                            <p:strVal val="#ppt_w"/>
                                          </p:val>
                                        </p:tav>
                                      </p:tavLst>
                                    </p:anim>
                                    <p:animEffect transition="in" filter="fade">
                                      <p:cBhvr>
                                        <p:cTn id="15" dur="500" tmFilter="0,0; .5, 1; 1, 1"/>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83975" y="109248"/>
            <a:ext cx="2369976" cy="646331"/>
          </a:xfrm>
          <a:prstGeom prst="rect">
            <a:avLst/>
          </a:prstGeom>
          <a:noFill/>
        </p:spPr>
        <p:txBody>
          <a:bodyPr wrap="square">
            <a:spAutoFit/>
          </a:bodyPr>
          <a:lstStyle/>
          <a:p>
            <a:pPr algn="ctr"/>
            <a:r>
              <a:rPr lang="zh-CN" altLang="en-US" sz="3600" dirty="0">
                <a:solidFill>
                  <a:srgbClr val="594D7B"/>
                </a:solidFill>
                <a:latin typeface="汉仪夏日体W" panose="00020600040101010101" pitchFamily="18" charset="-122"/>
                <a:ea typeface="汉仪夏日体W" panose="00020600040101010101" pitchFamily="18" charset="-122"/>
                <a:cs typeface="+mn-ea"/>
                <a:sym typeface="+mn-lt"/>
              </a:rPr>
              <a:t>什么是</a:t>
            </a:r>
            <a:r>
              <a:rPr lang="en-US" altLang="zh-CN" sz="3600" dirty="0">
                <a:solidFill>
                  <a:srgbClr val="594D7B"/>
                </a:solidFill>
                <a:latin typeface="汉仪夏日体W" panose="00020600040101010101" pitchFamily="18" charset="-122"/>
                <a:ea typeface="汉仪夏日体W" panose="00020600040101010101" pitchFamily="18" charset="-122"/>
                <a:cs typeface="+mn-ea"/>
                <a:sym typeface="+mn-lt"/>
              </a:rPr>
              <a:t>MS</a:t>
            </a:r>
            <a:endParaRPr lang="zh-CN" altLang="en-US" sz="3600" dirty="0">
              <a:solidFill>
                <a:srgbClr val="594D7B"/>
              </a:solidFill>
              <a:latin typeface="汉仪夏日体W" panose="00020600040101010101" pitchFamily="18" charset="-122"/>
              <a:ea typeface="汉仪夏日体W" panose="00020600040101010101" pitchFamily="18" charset="-122"/>
              <a:cs typeface="+mn-ea"/>
              <a:sym typeface="+mn-lt"/>
            </a:endParaRPr>
          </a:p>
        </p:txBody>
      </p:sp>
      <p:pic>
        <p:nvPicPr>
          <p:cNvPr id="6" name="Picture" title="fig:">
            <a:extLst>
              <a:ext uri="{FF2B5EF4-FFF2-40B4-BE49-F238E27FC236}">
                <a16:creationId xmlns:a16="http://schemas.microsoft.com/office/drawing/2014/main" id="{E3BCEDBD-D358-4F58-C4E0-3E2C5B1ACC55}"/>
              </a:ext>
            </a:extLst>
          </p:cNvPr>
          <p:cNvPicPr/>
          <p:nvPr/>
        </p:nvPicPr>
        <p:blipFill>
          <a:blip r:embed="rId3"/>
          <a:stretch>
            <a:fillRect/>
          </a:stretch>
        </p:blipFill>
        <p:spPr bwMode="auto">
          <a:xfrm>
            <a:off x="2531706" y="0"/>
            <a:ext cx="7719528" cy="5347586"/>
          </a:xfrm>
          <a:prstGeom prst="rect">
            <a:avLst/>
          </a:prstGeom>
          <a:noFill/>
          <a:ln w="9525">
            <a:noFill/>
            <a:headEnd/>
            <a:tailEnd/>
          </a:ln>
        </p:spPr>
      </p:pic>
      <p:sp>
        <p:nvSpPr>
          <p:cNvPr id="9" name="文本框 8">
            <a:extLst>
              <a:ext uri="{FF2B5EF4-FFF2-40B4-BE49-F238E27FC236}">
                <a16:creationId xmlns:a16="http://schemas.microsoft.com/office/drawing/2014/main" id="{610C6588-1048-D962-2AF0-8BBD57E0426B}"/>
              </a:ext>
            </a:extLst>
          </p:cNvPr>
          <p:cNvSpPr txBox="1"/>
          <p:nvPr/>
        </p:nvSpPr>
        <p:spPr>
          <a:xfrm>
            <a:off x="1627415" y="5164495"/>
            <a:ext cx="9528110" cy="1384995"/>
          </a:xfrm>
          <a:prstGeom prst="rect">
            <a:avLst/>
          </a:prstGeom>
          <a:noFill/>
        </p:spPr>
        <p:txBody>
          <a:bodyPr wrap="square">
            <a:spAutoFit/>
          </a:bodyPr>
          <a:lstStyle/>
          <a:p>
            <a:pPr>
              <a:spcBef>
                <a:spcPts val="900"/>
              </a:spcBef>
              <a:spcAft>
                <a:spcPts val="900"/>
              </a:spcAft>
            </a:pPr>
            <a:r>
              <a:rPr lang="zh-CN" altLang="zh-CN" sz="2800" dirty="0">
                <a:effectLst/>
                <a:latin typeface="汉仪夏日体W" panose="00020600040101010101" pitchFamily="18" charset="-122"/>
                <a:ea typeface="汉仪夏日体W" panose="00020600040101010101" pitchFamily="18" charset="-122"/>
                <a:cs typeface="Times New Roman" panose="02020603050405020304" pitchFamily="18" charset="0"/>
              </a:rPr>
              <a:t>多发性硬化症是一种炎性脱髓鞘疾病，由自身免疫攻击</a:t>
            </a:r>
            <a:r>
              <a:rPr lang="zh-CN" altLang="zh-CN" sz="2800" dirty="0">
                <a:solidFill>
                  <a:srgbClr val="FF0000"/>
                </a:solidFill>
                <a:effectLst/>
                <a:latin typeface="汉仪夏日体W" panose="00020600040101010101" pitchFamily="18" charset="-122"/>
                <a:ea typeface="汉仪夏日体W" panose="00020600040101010101" pitchFamily="18" charset="-122"/>
                <a:cs typeface="Times New Roman" panose="02020603050405020304" pitchFamily="18" charset="0"/>
              </a:rPr>
              <a:t>髓鞘</a:t>
            </a:r>
            <a:r>
              <a:rPr lang="zh-CN" altLang="zh-CN" sz="2800" dirty="0">
                <a:effectLst/>
                <a:latin typeface="汉仪夏日体W" panose="00020600040101010101" pitchFamily="18" charset="-122"/>
                <a:ea typeface="汉仪夏日体W" panose="00020600040101010101" pitchFamily="18" charset="-122"/>
                <a:cs typeface="Times New Roman" panose="02020603050405020304" pitchFamily="18" charset="0"/>
              </a:rPr>
              <a:t>所致。髓鞘损伤或丢失。会破坏神经元之间的信号，并可能导致各种各样的神经症状。</a:t>
            </a:r>
          </a:p>
        </p:txBody>
      </p:sp>
    </p:spTree>
    <p:extLst>
      <p:ext uri="{BB962C8B-B14F-4D97-AF65-F5344CB8AC3E}">
        <p14:creationId xmlns:p14="http://schemas.microsoft.com/office/powerpoint/2010/main" val="20012764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274636" y="39841"/>
            <a:ext cx="2369976" cy="646331"/>
          </a:xfrm>
          <a:prstGeom prst="rect">
            <a:avLst/>
          </a:prstGeom>
          <a:noFill/>
        </p:spPr>
        <p:txBody>
          <a:bodyPr wrap="square">
            <a:spAutoFit/>
          </a:bodyPr>
          <a:lstStyle/>
          <a:p>
            <a:pPr algn="ctr"/>
            <a:r>
              <a:rPr lang="zh-CN" altLang="en-US" sz="3600" dirty="0">
                <a:solidFill>
                  <a:srgbClr val="594D7B"/>
                </a:solidFill>
                <a:latin typeface="汉仪夏日体W" panose="00020600040101010101" pitchFamily="18" charset="-122"/>
                <a:ea typeface="汉仪夏日体W" panose="00020600040101010101" pitchFamily="18" charset="-122"/>
                <a:cs typeface="+mn-ea"/>
                <a:sym typeface="+mn-lt"/>
              </a:rPr>
              <a:t>髓鞘</a:t>
            </a:r>
          </a:p>
        </p:txBody>
      </p:sp>
      <p:sp>
        <p:nvSpPr>
          <p:cNvPr id="9" name="文本框 8">
            <a:extLst>
              <a:ext uri="{FF2B5EF4-FFF2-40B4-BE49-F238E27FC236}">
                <a16:creationId xmlns:a16="http://schemas.microsoft.com/office/drawing/2014/main" id="{610C6588-1048-D962-2AF0-8BBD57E0426B}"/>
              </a:ext>
            </a:extLst>
          </p:cNvPr>
          <p:cNvSpPr txBox="1"/>
          <p:nvPr/>
        </p:nvSpPr>
        <p:spPr>
          <a:xfrm>
            <a:off x="845038" y="4832953"/>
            <a:ext cx="10860055" cy="1815882"/>
          </a:xfrm>
          <a:prstGeom prst="rect">
            <a:avLst/>
          </a:prstGeom>
          <a:noFill/>
        </p:spPr>
        <p:txBody>
          <a:bodyPr wrap="square">
            <a:spAutoFit/>
          </a:bodyPr>
          <a:lstStyle/>
          <a:p>
            <a:pPr>
              <a:spcBef>
                <a:spcPts val="900"/>
              </a:spcBef>
              <a:spcAft>
                <a:spcPts val="900"/>
              </a:spcAft>
            </a:pPr>
            <a:r>
              <a:rPr lang="zh-CN" altLang="en-US" sz="2800" dirty="0">
                <a:latin typeface="汉仪夏日体W" panose="00020600040101010101" pitchFamily="18" charset="-122"/>
                <a:ea typeface="汉仪夏日体W" panose="00020600040101010101" pitchFamily="18" charset="-122"/>
                <a:cs typeface="Times New Roman" panose="02020603050405020304" pitchFamily="18" charset="0"/>
              </a:rPr>
              <a:t>     如果我们将神经细胞比作是一根电线的话，那么</a:t>
            </a:r>
            <a:r>
              <a:rPr lang="zh-CN" altLang="en-US" sz="28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髓鞘可以看作是电线外面的一层胶皮，它起到了绝缘的作用</a:t>
            </a:r>
            <a:r>
              <a:rPr lang="zh-CN" altLang="en-US" sz="2800" dirty="0">
                <a:latin typeface="汉仪夏日体W" panose="00020600040101010101" pitchFamily="18" charset="-122"/>
                <a:ea typeface="汉仪夏日体W" panose="00020600040101010101" pitchFamily="18" charset="-122"/>
                <a:cs typeface="Times New Roman" panose="02020603050405020304" pitchFamily="18" charset="0"/>
              </a:rPr>
              <a:t>，</a:t>
            </a:r>
            <a:r>
              <a:rPr lang="zh-CN" altLang="zh-CN" sz="2800" dirty="0">
                <a:latin typeface="汉仪夏日体W" panose="00020600040101010101" pitchFamily="18" charset="-122"/>
                <a:ea typeface="汉仪夏日体W" panose="00020600040101010101" pitchFamily="18" charset="-122"/>
                <a:cs typeface="Times New Roman" panose="02020603050405020304" pitchFamily="18" charset="0"/>
              </a:rPr>
              <a:t>防止神经电冲动从神经元轴突传递至另一神经元轴突</a:t>
            </a:r>
            <a:r>
              <a:rPr lang="zh-CN" altLang="en-US" sz="2800" dirty="0">
                <a:latin typeface="汉仪夏日体W" panose="00020600040101010101" pitchFamily="18" charset="-122"/>
                <a:ea typeface="汉仪夏日体W" panose="00020600040101010101" pitchFamily="18" charset="-122"/>
                <a:cs typeface="Times New Roman" panose="02020603050405020304" pitchFamily="18" charset="0"/>
              </a:rPr>
              <a:t>。如果髓鞘损伤或丢失，那么将会破坏神经元之间的信号，并可能导致各种各样的神经症状。</a:t>
            </a:r>
            <a:endParaRPr lang="zh-CN" altLang="zh-CN" sz="2800" dirty="0">
              <a:latin typeface="汉仪夏日体W" panose="00020600040101010101" pitchFamily="18" charset="-122"/>
              <a:ea typeface="汉仪夏日体W" panose="00020600040101010101" pitchFamily="18" charset="-122"/>
              <a:cs typeface="Times New Roman" panose="02020603050405020304" pitchFamily="18" charset="0"/>
            </a:endParaRPr>
          </a:p>
        </p:txBody>
      </p:sp>
      <p:pic>
        <p:nvPicPr>
          <p:cNvPr id="10" name="图片 9">
            <a:extLst>
              <a:ext uri="{FF2B5EF4-FFF2-40B4-BE49-F238E27FC236}">
                <a16:creationId xmlns:a16="http://schemas.microsoft.com/office/drawing/2014/main" id="{F4E5C1FA-F092-5231-3B87-D4F6D578E689}"/>
              </a:ext>
            </a:extLst>
          </p:cNvPr>
          <p:cNvPicPr>
            <a:picLocks noChangeAspect="1"/>
          </p:cNvPicPr>
          <p:nvPr/>
        </p:nvPicPr>
        <p:blipFill>
          <a:blip r:embed="rId3"/>
          <a:stretch>
            <a:fillRect/>
          </a:stretch>
        </p:blipFill>
        <p:spPr>
          <a:xfrm>
            <a:off x="2546680" y="518680"/>
            <a:ext cx="7456770" cy="4029994"/>
          </a:xfrm>
          <a:prstGeom prst="rect">
            <a:avLst/>
          </a:prstGeom>
        </p:spPr>
      </p:pic>
    </p:spTree>
    <p:extLst>
      <p:ext uri="{BB962C8B-B14F-4D97-AF65-F5344CB8AC3E}">
        <p14:creationId xmlns:p14="http://schemas.microsoft.com/office/powerpoint/2010/main" val="215791244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594D7B"/>
                </a:solidFill>
                <a:latin typeface="汉仪夏日体W" panose="00020600040101010101" pitchFamily="18" charset="-122"/>
                <a:ea typeface="汉仪夏日体W" panose="00020600040101010101" pitchFamily="18" charset="-122"/>
                <a:cs typeface="+mn-ea"/>
                <a:sym typeface="+mn-lt"/>
              </a:rPr>
              <a:t>相关诱因</a:t>
            </a:r>
          </a:p>
        </p:txBody>
      </p:sp>
      <p:sp>
        <p:nvSpPr>
          <p:cNvPr id="9" name="文本框 8">
            <a:extLst>
              <a:ext uri="{FF2B5EF4-FFF2-40B4-BE49-F238E27FC236}">
                <a16:creationId xmlns:a16="http://schemas.microsoft.com/office/drawing/2014/main" id="{610C6588-1048-D962-2AF0-8BBD57E0426B}"/>
              </a:ext>
            </a:extLst>
          </p:cNvPr>
          <p:cNvSpPr txBox="1"/>
          <p:nvPr/>
        </p:nvSpPr>
        <p:spPr>
          <a:xfrm>
            <a:off x="462483" y="1138031"/>
            <a:ext cx="10860055" cy="3970318"/>
          </a:xfrm>
          <a:prstGeom prst="rect">
            <a:avLst/>
          </a:prstGeom>
          <a:noFill/>
        </p:spPr>
        <p:txBody>
          <a:bodyPr wrap="square">
            <a:spAutoFit/>
          </a:bodyPr>
          <a:lstStyle/>
          <a:p>
            <a:pPr>
              <a:spcBef>
                <a:spcPts val="900"/>
              </a:spcBef>
              <a:spcAft>
                <a:spcPts val="900"/>
              </a:spcAft>
            </a:pPr>
            <a:r>
              <a:rPr lang="zh-CN" altLang="en-US" sz="2400" dirty="0">
                <a:solidFill>
                  <a:srgbClr val="594D7B"/>
                </a:solidFill>
                <a:latin typeface="汉仪夏日体W" panose="00020600040101010101" pitchFamily="18" charset="-122"/>
                <a:ea typeface="汉仪夏日体W" panose="00020600040101010101" pitchFamily="18" charset="-122"/>
                <a:cs typeface="Times New Roman" panose="02020603050405020304" pitchFamily="18" charset="0"/>
              </a:rPr>
              <a:t>遗传因素：</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患者存在遗传易感性，单卵双胎患病率高于异卵双胎，部分患者有患病亲属。</a:t>
            </a:r>
          </a:p>
          <a:p>
            <a:pPr>
              <a:spcBef>
                <a:spcPts val="900"/>
              </a:spcBef>
              <a:spcAft>
                <a:spcPts val="900"/>
              </a:spcAft>
            </a:pPr>
            <a:r>
              <a:rPr lang="zh-CN" altLang="en-US" sz="2400" dirty="0">
                <a:solidFill>
                  <a:srgbClr val="594D7B"/>
                </a:solidFill>
                <a:latin typeface="汉仪夏日体W" panose="00020600040101010101" pitchFamily="18" charset="-122"/>
                <a:ea typeface="汉仪夏日体W" panose="00020600040101010101" pitchFamily="18" charset="-122"/>
                <a:cs typeface="Times New Roman" panose="02020603050405020304" pitchFamily="18" charset="0"/>
              </a:rPr>
              <a:t>环境因素：</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发病率存在“纬度效应”，与纬度增加、日照减少有关。</a:t>
            </a:r>
          </a:p>
          <a:p>
            <a:pPr>
              <a:spcBef>
                <a:spcPts val="900"/>
              </a:spcBef>
              <a:spcAft>
                <a:spcPts val="900"/>
              </a:spcAft>
            </a:pPr>
            <a:r>
              <a:rPr lang="zh-CN" altLang="en-US" sz="2400" dirty="0">
                <a:solidFill>
                  <a:srgbClr val="594D7B"/>
                </a:solidFill>
                <a:latin typeface="汉仪夏日体W" panose="00020600040101010101" pitchFamily="18" charset="-122"/>
                <a:ea typeface="汉仪夏日体W" panose="00020600040101010101" pitchFamily="18" charset="-122"/>
                <a:cs typeface="Times New Roman" panose="02020603050405020304" pitchFamily="18" charset="0"/>
              </a:rPr>
              <a:t>生活方式：</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血脂异常、吸烟等不良生活习惯可能影响</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的发生与发展。</a:t>
            </a:r>
          </a:p>
          <a:p>
            <a:pPr>
              <a:spcBef>
                <a:spcPts val="900"/>
              </a:spcBef>
              <a:spcAft>
                <a:spcPts val="900"/>
              </a:spcAft>
            </a:pPr>
            <a:r>
              <a:rPr lang="zh-CN" altLang="en-US" sz="2400" dirty="0">
                <a:solidFill>
                  <a:srgbClr val="594D7B"/>
                </a:solidFill>
                <a:latin typeface="汉仪夏日体W" panose="00020600040101010101" pitchFamily="18" charset="-122"/>
                <a:ea typeface="汉仪夏日体W" panose="00020600040101010101" pitchFamily="18" charset="-122"/>
                <a:cs typeface="Times New Roman" panose="02020603050405020304" pitchFamily="18" charset="0"/>
              </a:rPr>
              <a:t>病毒感染：</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EB</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病毒、</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HHV-6</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病毒感染与</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发病相关，可能通过分子模拟、旁路激活等机制诱发自身免疫反应。</a:t>
            </a:r>
          </a:p>
          <a:p>
            <a:pPr>
              <a:spcBef>
                <a:spcPts val="900"/>
              </a:spcBef>
              <a:spcAft>
                <a:spcPts val="900"/>
              </a:spcAft>
            </a:pPr>
            <a:r>
              <a:rPr lang="zh-CN" altLang="en-US" sz="2400" dirty="0">
                <a:solidFill>
                  <a:srgbClr val="594D7B"/>
                </a:solidFill>
                <a:latin typeface="汉仪夏日体W" panose="00020600040101010101" pitchFamily="18" charset="-122"/>
                <a:ea typeface="汉仪夏日体W" panose="00020600040101010101" pitchFamily="18" charset="-122"/>
                <a:cs typeface="Times New Roman" panose="02020603050405020304" pitchFamily="18" charset="0"/>
              </a:rPr>
              <a:t>免疫因素：</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的发病与免疫系统异常有关，活化的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CD4+ T</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细胞等免疫细胞通过分泌炎性因子等破坏血脑屏障，浸润中枢，导致脱髓鞘等病理改变。</a:t>
            </a:r>
          </a:p>
        </p:txBody>
      </p:sp>
      <p:sp>
        <p:nvSpPr>
          <p:cNvPr id="6" name="文本框 5">
            <a:extLst>
              <a:ext uri="{FF2B5EF4-FFF2-40B4-BE49-F238E27FC236}">
                <a16:creationId xmlns:a16="http://schemas.microsoft.com/office/drawing/2014/main" id="{DD61A3CE-7E8D-C84E-6DA1-B68C288338F6}"/>
              </a:ext>
            </a:extLst>
          </p:cNvPr>
          <p:cNvSpPr txBox="1"/>
          <p:nvPr/>
        </p:nvSpPr>
        <p:spPr>
          <a:xfrm>
            <a:off x="989719" y="5560208"/>
            <a:ext cx="9805581" cy="523220"/>
          </a:xfrm>
          <a:prstGeom prst="rect">
            <a:avLst/>
          </a:prstGeom>
          <a:noFill/>
        </p:spPr>
        <p:txBody>
          <a:bodyPr wrap="square">
            <a:spAutoFit/>
          </a:bodyPr>
          <a:lstStyle/>
          <a:p>
            <a:pPr>
              <a:spcBef>
                <a:spcPts val="900"/>
              </a:spcBef>
              <a:spcAft>
                <a:spcPts val="900"/>
              </a:spcAft>
            </a:pPr>
            <a:r>
              <a:rPr lang="zh-CN" altLang="en-US" sz="2800" b="1" dirty="0">
                <a:solidFill>
                  <a:srgbClr val="FF0000"/>
                </a:solidFill>
                <a:effectLst/>
                <a:latin typeface="汉仪夏日体W" panose="00020600040101010101" pitchFamily="18" charset="-122"/>
                <a:ea typeface="汉仪夏日体W" panose="00020600040101010101" pitchFamily="18" charset="-122"/>
                <a:cs typeface="Times New Roman" panose="02020603050405020304" pitchFamily="18" charset="0"/>
              </a:rPr>
              <a:t>具体</a:t>
            </a:r>
            <a:r>
              <a:rPr lang="zh-CN" altLang="zh-CN" sz="2800" b="1" dirty="0">
                <a:solidFill>
                  <a:srgbClr val="FF0000"/>
                </a:solidFill>
                <a:effectLst/>
                <a:latin typeface="汉仪夏日体W" panose="00020600040101010101" pitchFamily="18" charset="-122"/>
                <a:ea typeface="汉仪夏日体W" panose="00020600040101010101" pitchFamily="18" charset="-122"/>
                <a:cs typeface="Times New Roman" panose="02020603050405020304" pitchFamily="18" charset="0"/>
              </a:rPr>
              <a:t>是什么触发了免疫系统对髓鞘的攻击目前还在研究中</a:t>
            </a:r>
            <a:endParaRPr lang="zh-CN" altLang="zh-CN" sz="2800" dirty="0">
              <a:solidFill>
                <a:srgbClr val="FF0000"/>
              </a:solidFill>
              <a:effectLst/>
              <a:latin typeface="汉仪夏日体W" panose="00020600040101010101" pitchFamily="18" charset="-122"/>
              <a:ea typeface="汉仪夏日体W" panose="00020600040101010101" pitchFamily="18" charset="-122"/>
              <a:cs typeface="Times New Roman" panose="02020603050405020304" pitchFamily="18" charset="0"/>
            </a:endParaRPr>
          </a:p>
        </p:txBody>
      </p:sp>
    </p:spTree>
    <p:extLst>
      <p:ext uri="{BB962C8B-B14F-4D97-AF65-F5344CB8AC3E}">
        <p14:creationId xmlns:p14="http://schemas.microsoft.com/office/powerpoint/2010/main" val="238688218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656980" y="-28371"/>
            <a:ext cx="1090069" cy="3100177"/>
            <a:chOff x="693612" y="-428263"/>
            <a:chExt cx="1045159" cy="2972458"/>
          </a:xfrm>
        </p:grpSpPr>
        <p:grpSp>
          <p:nvGrpSpPr>
            <p:cNvPr id="18" name="组合 17"/>
            <p:cNvGrpSpPr/>
            <p:nvPr/>
          </p:nvGrpSpPr>
          <p:grpSpPr>
            <a:xfrm>
              <a:off x="693612" y="1462555"/>
              <a:ext cx="1045159" cy="1081640"/>
              <a:chOff x="-5944343" y="-364331"/>
              <a:chExt cx="1819275" cy="1882776"/>
            </a:xfrm>
          </p:grpSpPr>
          <p:sp>
            <p:nvSpPr>
              <p:cNvPr id="20"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E54B8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FFFFFF"/>
                  </a:solidFill>
                  <a:cs typeface="+mn-ea"/>
                  <a:sym typeface="+mn-lt"/>
                </a:endParaRPr>
              </a:p>
            </p:txBody>
          </p:sp>
          <p:sp>
            <p:nvSpPr>
              <p:cNvPr id="21"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E54B81"/>
                  </a:solidFill>
                  <a:cs typeface="+mn-ea"/>
                  <a:sym typeface="+mn-lt"/>
                </a:endParaRPr>
              </a:p>
            </p:txBody>
          </p:sp>
          <p:sp>
            <p:nvSpPr>
              <p:cNvPr id="22"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3"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4"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5"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6"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7"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8"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grpSp>
        <p:cxnSp>
          <p:nvCxnSpPr>
            <p:cNvPr id="19" name="直接连接符 18"/>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2746653" y="3838468"/>
            <a:ext cx="6924040" cy="830997"/>
          </a:xfrm>
          <a:prstGeom prst="rect">
            <a:avLst/>
          </a:prstGeom>
          <a:noFill/>
        </p:spPr>
        <p:txBody>
          <a:bodyPr wrap="square" lIns="91440" tIns="45720" rIns="91440" bIns="45720" rtlCol="0">
            <a:spAutoFit/>
          </a:bodyPr>
          <a:lstStyle/>
          <a:p>
            <a:pPr algn="ctr"/>
            <a:r>
              <a:rPr lang="zh-CN" altLang="en-US" sz="4800" dirty="0">
                <a:solidFill>
                  <a:srgbClr val="E54B81"/>
                </a:solidFill>
                <a:latin typeface="汉仪夏日体W" panose="00020600040101010101" pitchFamily="18" charset="-122"/>
                <a:ea typeface="汉仪夏日体W" panose="00020600040101010101" pitchFamily="18" charset="-122"/>
                <a:cs typeface="+mn-ea"/>
                <a:sym typeface="+mn-lt"/>
              </a:rPr>
              <a:t>临床表现</a:t>
            </a:r>
          </a:p>
        </p:txBody>
      </p:sp>
      <p:sp>
        <p:nvSpPr>
          <p:cNvPr id="31" name="文本框 11"/>
          <p:cNvSpPr txBox="1"/>
          <p:nvPr/>
        </p:nvSpPr>
        <p:spPr>
          <a:xfrm>
            <a:off x="4040942" y="3106634"/>
            <a:ext cx="4335463" cy="830997"/>
          </a:xfrm>
          <a:prstGeom prst="rect">
            <a:avLst/>
          </a:prstGeom>
          <a:noFill/>
        </p:spPr>
        <p:txBody>
          <a:bodyPr wrap="square" lIns="91440" tIns="45720" rIns="91440" bIns="45720" rtlCol="0">
            <a:spAutoFit/>
          </a:bodyPr>
          <a:lstStyle/>
          <a:p>
            <a:pPr algn="ctr"/>
            <a:r>
              <a:rPr lang="en-US" altLang="zh-CN" sz="4800" dirty="0">
                <a:solidFill>
                  <a:srgbClr val="E54B81"/>
                </a:solidFill>
                <a:latin typeface="汉仪夏日体W" panose="00020600040101010101" pitchFamily="18" charset="-122"/>
                <a:ea typeface="汉仪夏日体W" panose="00020600040101010101" pitchFamily="18" charset="-122"/>
                <a:cs typeface="+mn-ea"/>
                <a:sym typeface="+mn-lt"/>
              </a:rPr>
              <a:t>PART 02</a:t>
            </a:r>
            <a:endParaRPr lang="zh-CN" altLang="en-US" sz="4800" dirty="0">
              <a:solidFill>
                <a:srgbClr val="E54B81"/>
              </a:solidFill>
              <a:latin typeface="汉仪夏日体W" panose="00020600040101010101" pitchFamily="18" charset="-122"/>
              <a:ea typeface="汉仪夏日体W" panose="00020600040101010101" pitchFamily="18" charset="-122"/>
              <a:cs typeface="+mn-ea"/>
              <a:sym typeface="+mn-lt"/>
            </a:endParaRPr>
          </a:p>
        </p:txBody>
      </p:sp>
    </p:spTree>
    <p:extLst>
      <p:ext uri="{BB962C8B-B14F-4D97-AF65-F5344CB8AC3E}">
        <p14:creationId xmlns:p14="http://schemas.microsoft.com/office/powerpoint/2010/main" val="337518385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23000">
                                          <p:cBhvr additive="base">
                                            <p:cTn id="7" dur="600" fill="hold"/>
                                            <p:tgtEl>
                                              <p:spTgt spid="17"/>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E54B81"/>
                </a:solidFill>
                <a:latin typeface="汉仪夏日体W" panose="00020600040101010101" pitchFamily="18" charset="-122"/>
                <a:ea typeface="汉仪夏日体W" panose="00020600040101010101" pitchFamily="18" charset="-122"/>
                <a:cs typeface="+mn-ea"/>
                <a:sym typeface="+mn-lt"/>
              </a:rPr>
              <a:t>临床症状</a:t>
            </a:r>
          </a:p>
        </p:txBody>
      </p:sp>
      <p:sp>
        <p:nvSpPr>
          <p:cNvPr id="11" name="文本框 10">
            <a:extLst>
              <a:ext uri="{FF2B5EF4-FFF2-40B4-BE49-F238E27FC236}">
                <a16:creationId xmlns:a16="http://schemas.microsoft.com/office/drawing/2014/main" id="{1E4F4EFB-FD22-CD63-C1AE-E3F3C38AB40F}"/>
              </a:ext>
            </a:extLst>
          </p:cNvPr>
          <p:cNvSpPr txBox="1"/>
          <p:nvPr/>
        </p:nvSpPr>
        <p:spPr>
          <a:xfrm>
            <a:off x="211276" y="996494"/>
            <a:ext cx="10661042" cy="5447645"/>
          </a:xfrm>
          <a:prstGeom prst="rect">
            <a:avLst/>
          </a:prstGeom>
          <a:noFill/>
        </p:spPr>
        <p:txBody>
          <a:bodyPr wrap="square">
            <a:spAutoFit/>
          </a:bodyPr>
          <a:lstStyle/>
          <a:p>
            <a:pPr>
              <a:spcBef>
                <a:spcPts val="900"/>
              </a:spcBef>
              <a:spcAft>
                <a:spcPts val="900"/>
              </a:spcAft>
            </a:pP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多发性硬化</a:t>
            </a:r>
            <a:r>
              <a:rPr lang="zh-CN" altLang="en-US"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可能表现</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的一些常见症状和体征：</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1.</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运动障碍：包括肌无力、肌张力异常、协调障碍、肢体震颤和不稳定步态。</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2.</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感觉障碍：可能表现为感觉丧失、针刺感、感觉异常</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3.</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视力问题：可能出现视力模糊、双重视觉、眼球震颤、眼球运动障碍、视野缺损或视力丧失。</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4.</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疲劳：多数患者会感到极度疲劳，即使在休息后也无法缓解。</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5.</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神经痛：可能出现面部疼痛、颈部或背部疼痛，或者其他神经痛的表现。</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6.</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肌肉痉挛和痉挛性疼痛：可能导致肢体痉挛、痛性抽搐或疼痛。</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7.</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随意运动障碍：可能出现运动不协调、动作无力或不稳定。</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8.</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膀胱和肠道功能障碍：包括尿频、尿急、尿失禁、排尿困难、便秘或失禁。</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9.</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认知障碍：可能涉及记忆力减退、注意力不集中、信息处理速度下降和思维灵活性减退等。</a:t>
            </a:r>
          </a:p>
          <a:p>
            <a:pPr>
              <a:spcBef>
                <a:spcPts val="900"/>
              </a:spcBef>
              <a:spcAft>
                <a:spcPts val="900"/>
              </a:spcAft>
            </a:pPr>
            <a:r>
              <a:rPr lang="en-US" altLang="zh-CN" dirty="0">
                <a:latin typeface="汉仪夏日体W" panose="00020600040101010101" pitchFamily="18" charset="-122"/>
                <a:ea typeface="汉仪夏日体W" panose="00020600040101010101" pitchFamily="18" charset="-122"/>
                <a:cs typeface="Times New Roman" panose="02020603050405020304" pitchFamily="18" charset="0"/>
              </a:rPr>
              <a:t>10.</a:t>
            </a:r>
            <a:r>
              <a:rPr lang="zh-CN" altLang="en-US" dirty="0">
                <a:latin typeface="汉仪夏日体W" panose="00020600040101010101" pitchFamily="18" charset="-122"/>
                <a:ea typeface="汉仪夏日体W" panose="00020600040101010101" pitchFamily="18" charset="-122"/>
                <a:cs typeface="Times New Roman" panose="02020603050405020304" pitchFamily="18" charset="0"/>
              </a:rPr>
              <a:t>情绪和心理问题：多发性硬化患者可能出现抑郁、焦虑、易怒、情绪波动和社交退缩等心理问题。</a:t>
            </a:r>
          </a:p>
        </p:txBody>
      </p:sp>
      <p:sp>
        <p:nvSpPr>
          <p:cNvPr id="12" name="文本框 11">
            <a:extLst>
              <a:ext uri="{FF2B5EF4-FFF2-40B4-BE49-F238E27FC236}">
                <a16:creationId xmlns:a16="http://schemas.microsoft.com/office/drawing/2014/main" id="{0EC06C47-EDF6-AFD0-39C5-3FED8D21C351}"/>
              </a:ext>
            </a:extLst>
          </p:cNvPr>
          <p:cNvSpPr txBox="1"/>
          <p:nvPr/>
        </p:nvSpPr>
        <p:spPr>
          <a:xfrm>
            <a:off x="7847763" y="78284"/>
            <a:ext cx="4535156" cy="1754326"/>
          </a:xfrm>
          <a:prstGeom prst="rect">
            <a:avLst/>
          </a:prstGeom>
          <a:noFill/>
        </p:spPr>
        <p:txBody>
          <a:bodyPr wrap="square">
            <a:spAutoFit/>
          </a:bodyPr>
          <a:lstStyle/>
          <a:p>
            <a:pPr algn="ctr"/>
            <a:r>
              <a:rPr lang="zh-CN" altLang="en-US" sz="3600" dirty="0">
                <a:solidFill>
                  <a:srgbClr val="FF0000"/>
                </a:solidFill>
                <a:latin typeface="汉仪夏日体W" panose="00020600040101010101" pitchFamily="18" charset="-122"/>
                <a:ea typeface="汉仪夏日体W" panose="00020600040101010101" pitchFamily="18" charset="-122"/>
                <a:cs typeface="+mn-ea"/>
                <a:sym typeface="+mn-lt"/>
              </a:rPr>
              <a:t>这个症状就像雪花，每一片都不同，在每个人身上都不一样</a:t>
            </a:r>
          </a:p>
        </p:txBody>
      </p:sp>
      <p:sp>
        <p:nvSpPr>
          <p:cNvPr id="14" name="文本框 13">
            <a:extLst>
              <a:ext uri="{FF2B5EF4-FFF2-40B4-BE49-F238E27FC236}">
                <a16:creationId xmlns:a16="http://schemas.microsoft.com/office/drawing/2014/main" id="{F1143419-EE04-DA47-68EB-AB092E18F7D2}"/>
              </a:ext>
            </a:extLst>
          </p:cNvPr>
          <p:cNvSpPr txBox="1"/>
          <p:nvPr/>
        </p:nvSpPr>
        <p:spPr>
          <a:xfrm>
            <a:off x="8341807" y="3120151"/>
            <a:ext cx="3638917" cy="2031325"/>
          </a:xfrm>
          <a:prstGeom prst="rect">
            <a:avLst/>
          </a:prstGeom>
          <a:noFill/>
        </p:spPr>
        <p:txBody>
          <a:bodyPr wrap="square">
            <a:spAutoFit/>
          </a:bodyPr>
          <a:lstStyle/>
          <a:p>
            <a:r>
              <a:rPr lang="zh-CN" altLang="en-US" dirty="0">
                <a:latin typeface="汉仪夏日体W" panose="00020600040101010101" pitchFamily="18" charset="-122"/>
                <a:ea typeface="汉仪夏日体W" panose="00020600040101010101" pitchFamily="18" charset="-122"/>
              </a:rPr>
              <a:t>【《地狱男爵》女主患多发性硬化症后首次接受采访  坚强又乐观】 </a:t>
            </a:r>
            <a:r>
              <a:rPr lang="zh-CN" altLang="en-US" dirty="0">
                <a:latin typeface="汉仪夏日体W" panose="00020600040101010101" pitchFamily="18" charset="-122"/>
                <a:ea typeface="汉仪夏日体W" panose="00020600040101010101" pitchFamily="18" charset="-122"/>
                <a:hlinkClick r:id="rId3"/>
              </a:rPr>
              <a:t>https://www.bilibili.com/video/BV1Db411B7sR/?share_source=copy_web&amp;vd_source=379a3304217e67960dfca4cf559d6873</a:t>
            </a:r>
            <a:endParaRPr lang="zh-CN" altLang="en-US" dirty="0">
              <a:latin typeface="汉仪夏日体W" panose="00020600040101010101" pitchFamily="18" charset="-122"/>
              <a:ea typeface="汉仪夏日体W" panose="00020600040101010101" pitchFamily="18" charset="-122"/>
            </a:endParaRPr>
          </a:p>
        </p:txBody>
      </p:sp>
    </p:spTree>
    <p:extLst>
      <p:ext uri="{BB962C8B-B14F-4D97-AF65-F5344CB8AC3E}">
        <p14:creationId xmlns:p14="http://schemas.microsoft.com/office/powerpoint/2010/main" val="3513570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E54B81"/>
                </a:solidFill>
                <a:latin typeface="汉仪夏日体W" panose="00020600040101010101" pitchFamily="18" charset="-122"/>
                <a:ea typeface="汉仪夏日体W" panose="00020600040101010101" pitchFamily="18" charset="-122"/>
                <a:cs typeface="+mn-ea"/>
                <a:sym typeface="+mn-lt"/>
              </a:rPr>
              <a:t>临床诊断</a:t>
            </a:r>
          </a:p>
        </p:txBody>
      </p:sp>
      <p:sp>
        <p:nvSpPr>
          <p:cNvPr id="9" name="文本框 8">
            <a:extLst>
              <a:ext uri="{FF2B5EF4-FFF2-40B4-BE49-F238E27FC236}">
                <a16:creationId xmlns:a16="http://schemas.microsoft.com/office/drawing/2014/main" id="{610C6588-1048-D962-2AF0-8BBD57E0426B}"/>
              </a:ext>
            </a:extLst>
          </p:cNvPr>
          <p:cNvSpPr txBox="1"/>
          <p:nvPr/>
        </p:nvSpPr>
        <p:spPr>
          <a:xfrm>
            <a:off x="665972" y="886822"/>
            <a:ext cx="10860055" cy="2169825"/>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几乎所有已确诊的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患者，都存在异常的脑</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MRI</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表现，都需要进行</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MRI</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检查。</a:t>
            </a:r>
          </a:p>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脑</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MRI</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通常表现</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为特征性部位的多灶性</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T2</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高信号脑白质病变</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，包括脑室周围、近皮层区域、幕下区域。</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在</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T1</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加权像上，病变可能出现低信号的表现</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。脊髓损伤则发生在</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80%</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90%</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患者，最常见于颈椎。病变延伸超过一个或两个椎骨段，并且经常偏离中心，邻接软膜表面。</a:t>
            </a:r>
          </a:p>
        </p:txBody>
      </p:sp>
      <p:pic>
        <p:nvPicPr>
          <p:cNvPr id="2" name="Picture" title="fig:">
            <a:extLst>
              <a:ext uri="{FF2B5EF4-FFF2-40B4-BE49-F238E27FC236}">
                <a16:creationId xmlns:a16="http://schemas.microsoft.com/office/drawing/2014/main" id="{192C85B0-357C-0A41-7C39-F7236D611B1E}"/>
              </a:ext>
            </a:extLst>
          </p:cNvPr>
          <p:cNvPicPr/>
          <p:nvPr/>
        </p:nvPicPr>
        <p:blipFill>
          <a:blip r:embed="rId3"/>
          <a:stretch>
            <a:fillRect/>
          </a:stretch>
        </p:blipFill>
        <p:spPr bwMode="auto">
          <a:xfrm>
            <a:off x="2092569" y="3200436"/>
            <a:ext cx="3072284" cy="3600703"/>
          </a:xfrm>
          <a:prstGeom prst="rect">
            <a:avLst/>
          </a:prstGeom>
          <a:noFill/>
          <a:ln w="9525">
            <a:noFill/>
            <a:headEnd/>
            <a:tailEnd/>
          </a:ln>
        </p:spPr>
      </p:pic>
      <p:pic>
        <p:nvPicPr>
          <p:cNvPr id="3" name="Picture" title="fig:">
            <a:extLst>
              <a:ext uri="{FF2B5EF4-FFF2-40B4-BE49-F238E27FC236}">
                <a16:creationId xmlns:a16="http://schemas.microsoft.com/office/drawing/2014/main" id="{A4E23375-0BDF-434E-FF3E-9051AEB0DBE7}"/>
              </a:ext>
            </a:extLst>
          </p:cNvPr>
          <p:cNvPicPr/>
          <p:nvPr/>
        </p:nvPicPr>
        <p:blipFill>
          <a:blip r:embed="rId4"/>
          <a:stretch>
            <a:fillRect/>
          </a:stretch>
        </p:blipFill>
        <p:spPr bwMode="auto">
          <a:xfrm>
            <a:off x="7027149" y="3056647"/>
            <a:ext cx="2035050" cy="3744492"/>
          </a:xfrm>
          <a:prstGeom prst="rect">
            <a:avLst/>
          </a:prstGeom>
          <a:noFill/>
          <a:ln w="9525">
            <a:noFill/>
            <a:headEnd/>
            <a:tailEnd/>
          </a:ln>
        </p:spPr>
      </p:pic>
    </p:spTree>
    <p:extLst>
      <p:ext uri="{BB962C8B-B14F-4D97-AF65-F5344CB8AC3E}">
        <p14:creationId xmlns:p14="http://schemas.microsoft.com/office/powerpoint/2010/main" val="15089022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656980" y="-28371"/>
            <a:ext cx="1090069" cy="3100177"/>
            <a:chOff x="693612" y="-428263"/>
            <a:chExt cx="1045159" cy="2972458"/>
          </a:xfrm>
        </p:grpSpPr>
        <p:grpSp>
          <p:nvGrpSpPr>
            <p:cNvPr id="18" name="组合 17"/>
            <p:cNvGrpSpPr/>
            <p:nvPr/>
          </p:nvGrpSpPr>
          <p:grpSpPr>
            <a:xfrm>
              <a:off x="693612" y="1462555"/>
              <a:ext cx="1045159" cy="1081640"/>
              <a:chOff x="-5944343" y="-364331"/>
              <a:chExt cx="1819275" cy="1882776"/>
            </a:xfrm>
          </p:grpSpPr>
          <p:sp>
            <p:nvSpPr>
              <p:cNvPr id="20"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9DD53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FFFFFF"/>
                  </a:solidFill>
                  <a:cs typeface="+mn-ea"/>
                  <a:sym typeface="+mn-lt"/>
                </a:endParaRPr>
              </a:p>
            </p:txBody>
          </p:sp>
          <p:sp>
            <p:nvSpPr>
              <p:cNvPr id="21"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E54B81"/>
                  </a:solidFill>
                  <a:cs typeface="+mn-ea"/>
                  <a:sym typeface="+mn-lt"/>
                </a:endParaRPr>
              </a:p>
            </p:txBody>
          </p:sp>
          <p:sp>
            <p:nvSpPr>
              <p:cNvPr id="22"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3"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4"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5"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6"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7"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8"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grpSp>
        <p:cxnSp>
          <p:nvCxnSpPr>
            <p:cNvPr id="19" name="直接连接符 18"/>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2746653" y="3838468"/>
            <a:ext cx="6924040" cy="830997"/>
          </a:xfrm>
          <a:prstGeom prst="rect">
            <a:avLst/>
          </a:prstGeom>
          <a:noFill/>
        </p:spPr>
        <p:txBody>
          <a:bodyPr wrap="square" lIns="91440" tIns="45720" rIns="91440" bIns="45720" rtlCol="0">
            <a:spAutoFit/>
          </a:bodyPr>
          <a:lstStyle/>
          <a:p>
            <a:pPr algn="ctr"/>
            <a:r>
              <a:rPr lang="zh-CN" altLang="en-US" sz="4800" dirty="0">
                <a:solidFill>
                  <a:srgbClr val="9DD53E"/>
                </a:solidFill>
                <a:latin typeface="汉仪夏日体W" panose="00020600040101010101" pitchFamily="18" charset="-122"/>
                <a:ea typeface="汉仪夏日体W" panose="00020600040101010101" pitchFamily="18" charset="-122"/>
                <a:cs typeface="+mn-ea"/>
                <a:sym typeface="+mn-lt"/>
              </a:rPr>
              <a:t>治疗手段</a:t>
            </a:r>
          </a:p>
        </p:txBody>
      </p:sp>
      <p:sp>
        <p:nvSpPr>
          <p:cNvPr id="31" name="文本框 11"/>
          <p:cNvSpPr txBox="1"/>
          <p:nvPr/>
        </p:nvSpPr>
        <p:spPr>
          <a:xfrm>
            <a:off x="4040942" y="3106634"/>
            <a:ext cx="4335463" cy="830997"/>
          </a:xfrm>
          <a:prstGeom prst="rect">
            <a:avLst/>
          </a:prstGeom>
          <a:noFill/>
        </p:spPr>
        <p:txBody>
          <a:bodyPr wrap="square" lIns="91440" tIns="45720" rIns="91440" bIns="45720" rtlCol="0">
            <a:spAutoFit/>
          </a:bodyPr>
          <a:lstStyle/>
          <a:p>
            <a:pPr algn="ctr"/>
            <a:r>
              <a:rPr lang="en-US" altLang="zh-CN" sz="4800" dirty="0">
                <a:solidFill>
                  <a:srgbClr val="9DD53E"/>
                </a:solidFill>
                <a:latin typeface="汉仪夏日体W" panose="00020600040101010101" pitchFamily="18" charset="-122"/>
                <a:ea typeface="汉仪夏日体W" panose="00020600040101010101" pitchFamily="18" charset="-122"/>
                <a:cs typeface="+mn-ea"/>
                <a:sym typeface="+mn-lt"/>
              </a:rPr>
              <a:t>PART 03</a:t>
            </a:r>
            <a:endParaRPr lang="zh-CN" altLang="en-US" sz="4800" dirty="0">
              <a:solidFill>
                <a:srgbClr val="9DD53E"/>
              </a:solidFill>
              <a:latin typeface="汉仪夏日体W" panose="00020600040101010101" pitchFamily="18" charset="-122"/>
              <a:ea typeface="汉仪夏日体W" panose="00020600040101010101" pitchFamily="18" charset="-122"/>
              <a:cs typeface="+mn-ea"/>
              <a:sym typeface="+mn-lt"/>
            </a:endParaRPr>
          </a:p>
        </p:txBody>
      </p:sp>
    </p:spTree>
    <p:extLst>
      <p:ext uri="{BB962C8B-B14F-4D97-AF65-F5344CB8AC3E}">
        <p14:creationId xmlns:p14="http://schemas.microsoft.com/office/powerpoint/2010/main" val="5781265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23000">
                                          <p:cBhvr additive="base">
                                            <p:cTn id="7" dur="600" fill="hold"/>
                                            <p:tgtEl>
                                              <p:spTgt spid="17"/>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9DD53E"/>
                </a:solidFill>
                <a:latin typeface="汉仪夏日体W" panose="00020600040101010101" pitchFamily="18" charset="-122"/>
                <a:ea typeface="汉仪夏日体W" panose="00020600040101010101" pitchFamily="18" charset="-122"/>
                <a:cs typeface="+mn-ea"/>
                <a:sym typeface="+mn-lt"/>
              </a:rPr>
              <a:t>治疗手段</a:t>
            </a:r>
          </a:p>
        </p:txBody>
      </p:sp>
      <p:sp>
        <p:nvSpPr>
          <p:cNvPr id="9" name="文本框 8">
            <a:extLst>
              <a:ext uri="{FF2B5EF4-FFF2-40B4-BE49-F238E27FC236}">
                <a16:creationId xmlns:a16="http://schemas.microsoft.com/office/drawing/2014/main" id="{610C6588-1048-D962-2AF0-8BBD57E0426B}"/>
              </a:ext>
            </a:extLst>
          </p:cNvPr>
          <p:cNvSpPr txBox="1"/>
          <p:nvPr/>
        </p:nvSpPr>
        <p:spPr>
          <a:xfrm>
            <a:off x="665971" y="1521411"/>
            <a:ext cx="10860055" cy="2169825"/>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多发性硬化症（</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）的急性发作的治疗通常包括高剂量的皮质类固醇。</a:t>
            </a:r>
          </a:p>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通过这些皮质类固醇药物的作用，迅速减轻由于自身免疫反应引起的中枢神经系统的炎症。有助于快速减轻症状，改善患者的神经功能，并缩短急性发作的持续时间。</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长期使用可能会有严重的副作用，如骨质疏松、高血压和免疫系统抑制等，但它们在控制急性症状方面非常有效。</a:t>
            </a:r>
          </a:p>
        </p:txBody>
      </p:sp>
      <p:sp>
        <p:nvSpPr>
          <p:cNvPr id="10" name="文本框 9">
            <a:extLst>
              <a:ext uri="{FF2B5EF4-FFF2-40B4-BE49-F238E27FC236}">
                <a16:creationId xmlns:a16="http://schemas.microsoft.com/office/drawing/2014/main" id="{B19835E6-C5A5-106A-C4CF-17C56AC34D88}"/>
              </a:ext>
            </a:extLst>
          </p:cNvPr>
          <p:cNvSpPr txBox="1"/>
          <p:nvPr/>
        </p:nvSpPr>
        <p:spPr>
          <a:xfrm>
            <a:off x="665972" y="690414"/>
            <a:ext cx="10860055" cy="830997"/>
          </a:xfrm>
          <a:prstGeom prst="rect">
            <a:avLst/>
          </a:prstGeom>
          <a:noFill/>
        </p:spPr>
        <p:txBody>
          <a:bodyPr wrap="square">
            <a:spAutoFit/>
          </a:bodyPr>
          <a:lstStyle/>
          <a:p>
            <a:pPr>
              <a:spcBef>
                <a:spcPts val="900"/>
              </a:spcBef>
              <a:spcAft>
                <a:spcPts val="900"/>
              </a:spcAft>
            </a:pP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目前无法治愈多发性硬化症</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，但部分疗法已被证实能有效控制疾病。</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治疗的目标为恢复患者的功能、预防再次发作和失能。</a:t>
            </a:r>
          </a:p>
        </p:txBody>
      </p:sp>
      <p:pic>
        <p:nvPicPr>
          <p:cNvPr id="11" name="Picture" title="fig:">
            <a:extLst>
              <a:ext uri="{FF2B5EF4-FFF2-40B4-BE49-F238E27FC236}">
                <a16:creationId xmlns:a16="http://schemas.microsoft.com/office/drawing/2014/main" id="{AE65765E-D765-92BB-F3CA-691A64B68CFB}"/>
              </a:ext>
            </a:extLst>
          </p:cNvPr>
          <p:cNvPicPr/>
          <p:nvPr/>
        </p:nvPicPr>
        <p:blipFill>
          <a:blip r:embed="rId3"/>
          <a:stretch>
            <a:fillRect/>
          </a:stretch>
        </p:blipFill>
        <p:spPr bwMode="auto">
          <a:xfrm>
            <a:off x="3861918" y="3691236"/>
            <a:ext cx="4608842" cy="2620140"/>
          </a:xfrm>
          <a:prstGeom prst="rect">
            <a:avLst/>
          </a:prstGeom>
          <a:noFill/>
          <a:ln w="9525">
            <a:noFill/>
            <a:headEnd/>
            <a:tailEnd/>
          </a:ln>
        </p:spPr>
      </p:pic>
      <p:sp>
        <p:nvSpPr>
          <p:cNvPr id="13" name="文本框 12">
            <a:extLst>
              <a:ext uri="{FF2B5EF4-FFF2-40B4-BE49-F238E27FC236}">
                <a16:creationId xmlns:a16="http://schemas.microsoft.com/office/drawing/2014/main" id="{18EF0AA4-0D0F-7DE8-54F6-A0A8C14250E3}"/>
              </a:ext>
            </a:extLst>
          </p:cNvPr>
          <p:cNvSpPr txBox="1"/>
          <p:nvPr/>
        </p:nvSpPr>
        <p:spPr>
          <a:xfrm>
            <a:off x="4798088" y="6457184"/>
            <a:ext cx="6099348" cy="369332"/>
          </a:xfrm>
          <a:prstGeom prst="rect">
            <a:avLst/>
          </a:prstGeom>
          <a:noFill/>
        </p:spPr>
        <p:txBody>
          <a:bodyPr wrap="square">
            <a:spAutoFit/>
          </a:bodyPr>
          <a:lstStyle/>
          <a:p>
            <a:pPr>
              <a:spcBef>
                <a:spcPts val="900"/>
              </a:spcBef>
              <a:spcAft>
                <a:spcPts val="900"/>
              </a:spcAft>
            </a:pPr>
            <a:r>
              <a:rPr lang="zh-CN" altLang="zh-CN" sz="1800" dirty="0">
                <a:effectLst/>
                <a:latin typeface="汉仪夏日体W" panose="00020600040101010101" pitchFamily="18" charset="-122"/>
                <a:ea typeface="汉仪夏日体W" panose="00020600040101010101" pitchFamily="18" charset="-122"/>
                <a:cs typeface="Times New Roman" panose="02020603050405020304" pitchFamily="18" charset="0"/>
              </a:rPr>
              <a:t>注射药物（奥法妥木单抗）</a:t>
            </a:r>
          </a:p>
        </p:txBody>
      </p:sp>
    </p:spTree>
    <p:extLst>
      <p:ext uri="{BB962C8B-B14F-4D97-AF65-F5344CB8AC3E}">
        <p14:creationId xmlns:p14="http://schemas.microsoft.com/office/powerpoint/2010/main" val="92358296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1" y="39841"/>
            <a:ext cx="2652765" cy="646331"/>
          </a:xfrm>
          <a:prstGeom prst="rect">
            <a:avLst/>
          </a:prstGeom>
          <a:noFill/>
        </p:spPr>
        <p:txBody>
          <a:bodyPr wrap="square">
            <a:spAutoFit/>
          </a:bodyPr>
          <a:lstStyle/>
          <a:p>
            <a:pPr algn="ctr"/>
            <a:r>
              <a:rPr lang="zh-CN" altLang="en-US" sz="3600" dirty="0">
                <a:solidFill>
                  <a:srgbClr val="9DD53E"/>
                </a:solidFill>
                <a:latin typeface="汉仪夏日体W" panose="00020600040101010101" pitchFamily="18" charset="-122"/>
                <a:ea typeface="汉仪夏日体W" panose="00020600040101010101" pitchFamily="18" charset="-122"/>
                <a:cs typeface="+mn-ea"/>
                <a:sym typeface="+mn-lt"/>
              </a:rPr>
              <a:t>干细胞疗法</a:t>
            </a:r>
          </a:p>
        </p:txBody>
      </p:sp>
      <p:sp>
        <p:nvSpPr>
          <p:cNvPr id="10" name="文本框 9">
            <a:extLst>
              <a:ext uri="{FF2B5EF4-FFF2-40B4-BE49-F238E27FC236}">
                <a16:creationId xmlns:a16="http://schemas.microsoft.com/office/drawing/2014/main" id="{B19835E6-C5A5-106A-C4CF-17C56AC34D88}"/>
              </a:ext>
            </a:extLst>
          </p:cNvPr>
          <p:cNvSpPr txBox="1"/>
          <p:nvPr/>
        </p:nvSpPr>
        <p:spPr>
          <a:xfrm>
            <a:off x="133407" y="1305341"/>
            <a:ext cx="7523434" cy="4247317"/>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干细胞是能够转化为不同细胞类型的细胞。 它们还可以更新，产生源源不断的新细胞。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MSC</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（间充质干细胞）可以帮助身体对抗炎症。 干细胞一旦交付后将有助于调节免疫系统并防止未来髓磷脂的分解。</a:t>
            </a:r>
          </a:p>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由于干细胞疗法既可以免疫调节（意味着它可以控制免疫系统）又可以再生，因此它是治疗多发性硬化症和其他以炎症和组织退化为特征的疾病的一种有前途的治疗选择。 </a:t>
            </a:r>
          </a:p>
          <a:p>
            <a:pPr>
              <a:spcBef>
                <a:spcPts val="900"/>
              </a:spcBef>
              <a:spcAft>
                <a:spcPts val="900"/>
              </a:spcAft>
            </a:pP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目前尚无批准的</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干细胞疗法，但有多种方法正在临床试验中进行测试。</a:t>
            </a:r>
          </a:p>
        </p:txBody>
      </p:sp>
      <p:pic>
        <p:nvPicPr>
          <p:cNvPr id="2" name="Picture" title="fig:">
            <a:extLst>
              <a:ext uri="{FF2B5EF4-FFF2-40B4-BE49-F238E27FC236}">
                <a16:creationId xmlns:a16="http://schemas.microsoft.com/office/drawing/2014/main" id="{95232AD1-D1EE-E480-C4D9-F3C4C7053F80}"/>
              </a:ext>
            </a:extLst>
          </p:cNvPr>
          <p:cNvPicPr/>
          <p:nvPr/>
        </p:nvPicPr>
        <p:blipFill>
          <a:blip r:embed="rId3"/>
          <a:stretch>
            <a:fillRect/>
          </a:stretch>
        </p:blipFill>
        <p:spPr bwMode="auto">
          <a:xfrm>
            <a:off x="7791393" y="1459230"/>
            <a:ext cx="4267200" cy="3939540"/>
          </a:xfrm>
          <a:prstGeom prst="rect">
            <a:avLst/>
          </a:prstGeom>
          <a:noFill/>
          <a:ln w="9525">
            <a:noFill/>
            <a:headEnd/>
            <a:tailEnd/>
          </a:ln>
        </p:spPr>
      </p:pic>
    </p:spTree>
    <p:extLst>
      <p:ext uri="{BB962C8B-B14F-4D97-AF65-F5344CB8AC3E}">
        <p14:creationId xmlns:p14="http://schemas.microsoft.com/office/powerpoint/2010/main" val="610166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656980" y="-28371"/>
            <a:ext cx="1090069" cy="3100177"/>
            <a:chOff x="693612" y="-428263"/>
            <a:chExt cx="1045159" cy="2972458"/>
          </a:xfrm>
        </p:grpSpPr>
        <p:grpSp>
          <p:nvGrpSpPr>
            <p:cNvPr id="18" name="组合 17"/>
            <p:cNvGrpSpPr/>
            <p:nvPr/>
          </p:nvGrpSpPr>
          <p:grpSpPr>
            <a:xfrm>
              <a:off x="693612" y="1462555"/>
              <a:ext cx="1045159" cy="1081640"/>
              <a:chOff x="-5944343" y="-364331"/>
              <a:chExt cx="1819275" cy="1882776"/>
            </a:xfrm>
          </p:grpSpPr>
          <p:sp>
            <p:nvSpPr>
              <p:cNvPr id="20"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B2B2B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FFFFFF"/>
                  </a:solidFill>
                  <a:cs typeface="+mn-ea"/>
                  <a:sym typeface="+mn-lt"/>
                </a:endParaRPr>
              </a:p>
            </p:txBody>
          </p:sp>
          <p:sp>
            <p:nvSpPr>
              <p:cNvPr id="21"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E54B81"/>
                  </a:solidFill>
                  <a:cs typeface="+mn-ea"/>
                  <a:sym typeface="+mn-lt"/>
                </a:endParaRPr>
              </a:p>
            </p:txBody>
          </p:sp>
          <p:sp>
            <p:nvSpPr>
              <p:cNvPr id="22"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3"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4"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5"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6"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7"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8"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grpSp>
        <p:cxnSp>
          <p:nvCxnSpPr>
            <p:cNvPr id="19" name="直接连接符 18"/>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2746653" y="3838468"/>
            <a:ext cx="6924040" cy="830997"/>
          </a:xfrm>
          <a:prstGeom prst="rect">
            <a:avLst/>
          </a:prstGeom>
          <a:noFill/>
        </p:spPr>
        <p:txBody>
          <a:bodyPr wrap="square" lIns="91440" tIns="45720" rIns="91440" bIns="45720" rtlCol="0">
            <a:spAutoFit/>
          </a:bodyPr>
          <a:lstStyle/>
          <a:p>
            <a:pPr algn="ctr"/>
            <a:r>
              <a:rPr lang="en-US" altLang="zh-CN" sz="4800" dirty="0">
                <a:solidFill>
                  <a:srgbClr val="B2B2B2"/>
                </a:solidFill>
                <a:latin typeface="汉仪夏日体W" panose="00020600040101010101" pitchFamily="18" charset="-122"/>
                <a:ea typeface="汉仪夏日体W" panose="00020600040101010101" pitchFamily="18" charset="-122"/>
                <a:cs typeface="+mn-ea"/>
                <a:sym typeface="+mn-lt"/>
              </a:rPr>
              <a:t>AI</a:t>
            </a:r>
            <a:r>
              <a:rPr lang="zh-CN" altLang="en-US" sz="4800" dirty="0">
                <a:solidFill>
                  <a:srgbClr val="B2B2B2"/>
                </a:solidFill>
                <a:latin typeface="汉仪夏日体W" panose="00020600040101010101" pitchFamily="18" charset="-122"/>
                <a:ea typeface="汉仪夏日体W" panose="00020600040101010101" pitchFamily="18" charset="-122"/>
                <a:cs typeface="+mn-ea"/>
                <a:sym typeface="+mn-lt"/>
              </a:rPr>
              <a:t>与</a:t>
            </a:r>
            <a:r>
              <a:rPr lang="en-US" altLang="zh-CN" sz="4800" dirty="0">
                <a:solidFill>
                  <a:srgbClr val="B2B2B2"/>
                </a:solidFill>
                <a:latin typeface="汉仪夏日体W" panose="00020600040101010101" pitchFamily="18" charset="-122"/>
                <a:ea typeface="汉仪夏日体W" panose="00020600040101010101" pitchFamily="18" charset="-122"/>
                <a:cs typeface="+mn-ea"/>
                <a:sym typeface="+mn-lt"/>
              </a:rPr>
              <a:t>MS</a:t>
            </a:r>
            <a:endParaRPr lang="zh-CN" altLang="en-US" sz="48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
        <p:nvSpPr>
          <p:cNvPr id="31" name="文本框 11"/>
          <p:cNvSpPr txBox="1"/>
          <p:nvPr/>
        </p:nvSpPr>
        <p:spPr>
          <a:xfrm>
            <a:off x="4040942" y="3106634"/>
            <a:ext cx="4335463" cy="830997"/>
          </a:xfrm>
          <a:prstGeom prst="rect">
            <a:avLst/>
          </a:prstGeom>
          <a:noFill/>
        </p:spPr>
        <p:txBody>
          <a:bodyPr wrap="square" lIns="91440" tIns="45720" rIns="91440" bIns="45720" rtlCol="0">
            <a:spAutoFit/>
          </a:bodyPr>
          <a:lstStyle/>
          <a:p>
            <a:pPr algn="ctr"/>
            <a:r>
              <a:rPr lang="en-US" altLang="zh-CN" sz="4800" dirty="0">
                <a:solidFill>
                  <a:srgbClr val="B2B2B2"/>
                </a:solidFill>
                <a:latin typeface="汉仪夏日体W" panose="00020600040101010101" pitchFamily="18" charset="-122"/>
                <a:ea typeface="汉仪夏日体W" panose="00020600040101010101" pitchFamily="18" charset="-122"/>
                <a:cs typeface="+mn-ea"/>
                <a:sym typeface="+mn-lt"/>
              </a:rPr>
              <a:t>PART 04</a:t>
            </a:r>
            <a:endParaRPr lang="zh-CN" altLang="en-US" sz="48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Tree>
    <p:extLst>
      <p:ext uri="{BB962C8B-B14F-4D97-AF65-F5344CB8AC3E}">
        <p14:creationId xmlns:p14="http://schemas.microsoft.com/office/powerpoint/2010/main" val="17674216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23000">
                                          <p:cBhvr additive="base">
                                            <p:cTn id="7" dur="600" fill="hold"/>
                                            <p:tgtEl>
                                              <p:spTgt spid="17"/>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AI</a:t>
            </a:r>
            <a:r>
              <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rPr>
              <a:t>与</a:t>
            </a: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MS</a:t>
            </a:r>
            <a:endPar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
        <p:nvSpPr>
          <p:cNvPr id="9" name="文本框 8">
            <a:extLst>
              <a:ext uri="{FF2B5EF4-FFF2-40B4-BE49-F238E27FC236}">
                <a16:creationId xmlns:a16="http://schemas.microsoft.com/office/drawing/2014/main" id="{610C6588-1048-D962-2AF0-8BBD57E0426B}"/>
              </a:ext>
            </a:extLst>
          </p:cNvPr>
          <p:cNvSpPr txBox="1"/>
          <p:nvPr/>
        </p:nvSpPr>
        <p:spPr>
          <a:xfrm>
            <a:off x="665971" y="5073989"/>
            <a:ext cx="10860055" cy="830997"/>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论文介绍了一种基于深度神经网络的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MRI</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监测工具</a:t>
            </a:r>
            <a:r>
              <a:rPr lang="en-US" altLang="zh-CN" sz="2400" dirty="0" err="1">
                <a:latin typeface="汉仪夏日体W" panose="00020600040101010101" pitchFamily="18" charset="-122"/>
                <a:ea typeface="汉仪夏日体W" panose="00020600040101010101" pitchFamily="18" charset="-122"/>
                <a:cs typeface="Times New Roman" panose="02020603050405020304" pitchFamily="18" charset="0"/>
              </a:rPr>
              <a:t>iQ</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-Solutions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（简称</a:t>
            </a:r>
            <a:r>
              <a:rPr lang="en-US" altLang="zh-CN" sz="2400" dirty="0" err="1">
                <a:latin typeface="汉仪夏日体W" panose="00020600040101010101" pitchFamily="18" charset="-122"/>
                <a:ea typeface="汉仪夏日体W" panose="00020600040101010101" pitchFamily="18" charset="-122"/>
                <a:cs typeface="Times New Roman" panose="02020603050405020304" pitchFamily="18" charset="0"/>
              </a:rPr>
              <a:t>iQ</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），用于在多发性硬化症的临床实践中进行监测。</a:t>
            </a:r>
          </a:p>
        </p:txBody>
      </p:sp>
      <p:pic>
        <p:nvPicPr>
          <p:cNvPr id="7" name="图片 6">
            <a:extLst>
              <a:ext uri="{FF2B5EF4-FFF2-40B4-BE49-F238E27FC236}">
                <a16:creationId xmlns:a16="http://schemas.microsoft.com/office/drawing/2014/main" id="{E396163B-B54F-2729-9C79-59C1F8EF8DB3}"/>
              </a:ext>
            </a:extLst>
          </p:cNvPr>
          <p:cNvPicPr>
            <a:picLocks noChangeAspect="1"/>
          </p:cNvPicPr>
          <p:nvPr/>
        </p:nvPicPr>
        <p:blipFill>
          <a:blip r:embed="rId3"/>
          <a:stretch>
            <a:fillRect/>
          </a:stretch>
        </p:blipFill>
        <p:spPr>
          <a:xfrm>
            <a:off x="530335" y="953014"/>
            <a:ext cx="11131329" cy="3779759"/>
          </a:xfrm>
          <a:prstGeom prst="rect">
            <a:avLst/>
          </a:prstGeom>
        </p:spPr>
      </p:pic>
    </p:spTree>
    <p:extLst>
      <p:ext uri="{BB962C8B-B14F-4D97-AF65-F5344CB8AC3E}">
        <p14:creationId xmlns:p14="http://schemas.microsoft.com/office/powerpoint/2010/main" val="911391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AI</a:t>
            </a:r>
            <a:r>
              <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rPr>
              <a:t>与</a:t>
            </a:r>
            <a:r>
              <a:rPr lang="en-US" altLang="zh-CN" sz="3600" dirty="0">
                <a:solidFill>
                  <a:srgbClr val="B2B2B2"/>
                </a:solidFill>
                <a:latin typeface="汉仪夏日体W" panose="00020600040101010101" pitchFamily="18" charset="-122"/>
                <a:ea typeface="汉仪夏日体W" panose="00020600040101010101" pitchFamily="18" charset="-122"/>
                <a:cs typeface="+mn-ea"/>
                <a:sym typeface="+mn-lt"/>
              </a:rPr>
              <a:t>MS</a:t>
            </a:r>
            <a:endParaRPr lang="zh-CN" altLang="en-US" sz="3600" dirty="0">
              <a:solidFill>
                <a:srgbClr val="B2B2B2"/>
              </a:solidFill>
              <a:latin typeface="汉仪夏日体W" panose="00020600040101010101" pitchFamily="18" charset="-122"/>
              <a:ea typeface="汉仪夏日体W" panose="00020600040101010101" pitchFamily="18" charset="-122"/>
              <a:cs typeface="+mn-ea"/>
              <a:sym typeface="+mn-lt"/>
            </a:endParaRPr>
          </a:p>
        </p:txBody>
      </p:sp>
      <p:sp>
        <p:nvSpPr>
          <p:cNvPr id="9" name="文本框 8">
            <a:extLst>
              <a:ext uri="{FF2B5EF4-FFF2-40B4-BE49-F238E27FC236}">
                <a16:creationId xmlns:a16="http://schemas.microsoft.com/office/drawing/2014/main" id="{610C6588-1048-D962-2AF0-8BBD57E0426B}"/>
              </a:ext>
            </a:extLst>
          </p:cNvPr>
          <p:cNvSpPr txBox="1"/>
          <p:nvPr/>
        </p:nvSpPr>
        <p:spPr>
          <a:xfrm>
            <a:off x="264038" y="672134"/>
            <a:ext cx="11341808" cy="2308324"/>
          </a:xfrm>
          <a:prstGeom prst="rect">
            <a:avLst/>
          </a:prstGeom>
          <a:noFill/>
        </p:spPr>
        <p:txBody>
          <a:bodyPr wrap="square">
            <a:spAutoFit/>
          </a:bodyPr>
          <a:lstStyle/>
          <a:p>
            <a:pPr>
              <a:spcBef>
                <a:spcPts val="900"/>
              </a:spcBef>
              <a:spcAft>
                <a:spcPts val="900"/>
              </a:spcAft>
            </a:pPr>
            <a:r>
              <a:rPr lang="en-US" altLang="zh-CN" sz="2400" dirty="0" err="1">
                <a:latin typeface="汉仪夏日体W" panose="00020600040101010101" pitchFamily="18" charset="-122"/>
                <a:ea typeface="汉仪夏日体W" panose="00020600040101010101" pitchFamily="18" charset="-122"/>
                <a:cs typeface="Times New Roman" panose="02020603050405020304" pitchFamily="18" charset="0"/>
              </a:rPr>
              <a:t>iQ</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使用</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3D-UNet</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作为核心网络提取图像特征，使用</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LG-Net</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模型对</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3D T1</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图像进行处理，分析脑的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MRI</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扫描，并生成与</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相关的特定报告，包括横截面和纵向全脑、脑亚结构和病变指标。工具自动返回与先前研究配准的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3D FLAIR</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系列图像，同时提供标注了病变的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3D FLAIR</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图像。其中，</a:t>
            </a:r>
            <a:r>
              <a:rPr lang="zh-CN" altLang="en-US" sz="2400" dirty="0">
                <a:solidFill>
                  <a:srgbClr val="0070C0"/>
                </a:solidFill>
                <a:latin typeface="汉仪夏日体W" panose="00020600040101010101" pitchFamily="18" charset="-122"/>
                <a:ea typeface="汉仪夏日体W" panose="00020600040101010101" pitchFamily="18" charset="-122"/>
                <a:cs typeface="Times New Roman" panose="02020603050405020304" pitchFamily="18" charset="0"/>
              </a:rPr>
              <a:t>蓝色表示新出现的病变</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r>
              <a:rPr lang="zh-CN" altLang="en-US" sz="2400" dirty="0">
                <a:solidFill>
                  <a:srgbClr val="00B050"/>
                </a:solidFill>
                <a:latin typeface="汉仪夏日体W" panose="00020600040101010101" pitchFamily="18" charset="-122"/>
                <a:ea typeface="汉仪夏日体W" panose="00020600040101010101" pitchFamily="18" charset="-122"/>
                <a:cs typeface="Times New Roman" panose="02020603050405020304" pitchFamily="18" charset="0"/>
              </a:rPr>
              <a:t>绿色表示扩大的病变</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。同时，还返回标注了整个</a:t>
            </a:r>
            <a:r>
              <a:rPr lang="zh-CN" altLang="en-US" sz="2400" dirty="0">
                <a:solidFill>
                  <a:srgbClr val="FFC000"/>
                </a:solidFill>
                <a:latin typeface="汉仪夏日体W" panose="00020600040101010101" pitchFamily="18" charset="-122"/>
                <a:ea typeface="汉仪夏日体W" panose="00020600040101010101" pitchFamily="18" charset="-122"/>
                <a:cs typeface="Times New Roman" panose="02020603050405020304" pitchFamily="18" charset="0"/>
              </a:rPr>
              <a:t>大脑（黄色）</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和</a:t>
            </a:r>
            <a:r>
              <a:rPr lang="zh-CN" altLang="en-US" sz="2400" dirty="0">
                <a:solidFill>
                  <a:schemeClr val="accent3">
                    <a:lumMod val="75000"/>
                  </a:schemeClr>
                </a:solidFill>
                <a:latin typeface="汉仪夏日体W" panose="00020600040101010101" pitchFamily="18" charset="-122"/>
                <a:ea typeface="汉仪夏日体W" panose="00020600040101010101" pitchFamily="18" charset="-122"/>
                <a:cs typeface="Times New Roman" panose="02020603050405020304" pitchFamily="18" charset="0"/>
              </a:rPr>
              <a:t>丘脑（粉色）</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3D-T1</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序列图像。</a:t>
            </a:r>
          </a:p>
        </p:txBody>
      </p:sp>
      <p:pic>
        <p:nvPicPr>
          <p:cNvPr id="2" name="图片 1">
            <a:extLst>
              <a:ext uri="{FF2B5EF4-FFF2-40B4-BE49-F238E27FC236}">
                <a16:creationId xmlns:a16="http://schemas.microsoft.com/office/drawing/2014/main" id="{CF3DF53D-8270-CFFE-5340-F3C0E61C9C2F}"/>
              </a:ext>
            </a:extLst>
          </p:cNvPr>
          <p:cNvPicPr>
            <a:picLocks noChangeAspect="1"/>
          </p:cNvPicPr>
          <p:nvPr/>
        </p:nvPicPr>
        <p:blipFill>
          <a:blip r:embed="rId3"/>
          <a:stretch>
            <a:fillRect/>
          </a:stretch>
        </p:blipFill>
        <p:spPr>
          <a:xfrm>
            <a:off x="2107551" y="2980458"/>
            <a:ext cx="7654781" cy="3568421"/>
          </a:xfrm>
          <a:prstGeom prst="rect">
            <a:avLst/>
          </a:prstGeom>
        </p:spPr>
      </p:pic>
    </p:spTree>
    <p:extLst>
      <p:ext uri="{BB962C8B-B14F-4D97-AF65-F5344CB8AC3E}">
        <p14:creationId xmlns:p14="http://schemas.microsoft.com/office/powerpoint/2010/main" val="497696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5656980" y="-28371"/>
            <a:ext cx="1090069" cy="3100177"/>
            <a:chOff x="693612" y="-428263"/>
            <a:chExt cx="1045159" cy="2972458"/>
          </a:xfrm>
        </p:grpSpPr>
        <p:grpSp>
          <p:nvGrpSpPr>
            <p:cNvPr id="18" name="组合 17"/>
            <p:cNvGrpSpPr/>
            <p:nvPr/>
          </p:nvGrpSpPr>
          <p:grpSpPr>
            <a:xfrm>
              <a:off x="693612" y="1462555"/>
              <a:ext cx="1045159" cy="1081640"/>
              <a:chOff x="-5944343" y="-364331"/>
              <a:chExt cx="1819275" cy="1882776"/>
            </a:xfrm>
          </p:grpSpPr>
          <p:sp>
            <p:nvSpPr>
              <p:cNvPr id="20"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F4B4C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FFFFFF"/>
                  </a:solidFill>
                  <a:cs typeface="+mn-ea"/>
                  <a:sym typeface="+mn-lt"/>
                </a:endParaRPr>
              </a:p>
            </p:txBody>
          </p:sp>
          <p:sp>
            <p:nvSpPr>
              <p:cNvPr id="21"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solidFill>
                    <a:srgbClr val="E54B81"/>
                  </a:solidFill>
                  <a:cs typeface="+mn-ea"/>
                  <a:sym typeface="+mn-lt"/>
                </a:endParaRPr>
              </a:p>
            </p:txBody>
          </p:sp>
          <p:sp>
            <p:nvSpPr>
              <p:cNvPr id="22"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3"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4"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5"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6"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7"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sp>
            <p:nvSpPr>
              <p:cNvPr id="28"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solidFill>
                    <a:srgbClr val="E54B81"/>
                  </a:solidFill>
                  <a:cs typeface="+mn-ea"/>
                  <a:sym typeface="+mn-lt"/>
                </a:endParaRPr>
              </a:p>
            </p:txBody>
          </p:sp>
        </p:grpSp>
        <p:cxnSp>
          <p:nvCxnSpPr>
            <p:cNvPr id="19" name="直接连接符 18"/>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29" name="文本框 28"/>
          <p:cNvSpPr txBox="1"/>
          <p:nvPr/>
        </p:nvSpPr>
        <p:spPr>
          <a:xfrm>
            <a:off x="2746653" y="3838468"/>
            <a:ext cx="6924040" cy="830997"/>
          </a:xfrm>
          <a:prstGeom prst="rect">
            <a:avLst/>
          </a:prstGeom>
          <a:noFill/>
        </p:spPr>
        <p:txBody>
          <a:bodyPr wrap="square" lIns="91440" tIns="45720" rIns="91440" bIns="45720" rtlCol="0">
            <a:spAutoFit/>
          </a:bodyPr>
          <a:lstStyle/>
          <a:p>
            <a:pPr algn="ctr"/>
            <a:r>
              <a:rPr lang="zh-CN" altLang="en-US" sz="4800" dirty="0">
                <a:solidFill>
                  <a:srgbClr val="F4B4CB"/>
                </a:solidFill>
                <a:latin typeface="汉仪夏日体W" panose="00020600040101010101" pitchFamily="18" charset="-122"/>
                <a:ea typeface="汉仪夏日体W" panose="00020600040101010101" pitchFamily="18" charset="-122"/>
                <a:cs typeface="+mn-ea"/>
                <a:sym typeface="+mn-lt"/>
              </a:rPr>
              <a:t>选择题</a:t>
            </a:r>
          </a:p>
        </p:txBody>
      </p:sp>
      <p:sp>
        <p:nvSpPr>
          <p:cNvPr id="31" name="文本框 11"/>
          <p:cNvSpPr txBox="1"/>
          <p:nvPr/>
        </p:nvSpPr>
        <p:spPr>
          <a:xfrm>
            <a:off x="4040942" y="3106634"/>
            <a:ext cx="4335463" cy="830997"/>
          </a:xfrm>
          <a:prstGeom prst="rect">
            <a:avLst/>
          </a:prstGeom>
          <a:noFill/>
        </p:spPr>
        <p:txBody>
          <a:bodyPr wrap="square" lIns="91440" tIns="45720" rIns="91440" bIns="45720" rtlCol="0">
            <a:spAutoFit/>
          </a:bodyPr>
          <a:lstStyle/>
          <a:p>
            <a:pPr algn="ctr"/>
            <a:r>
              <a:rPr lang="en-US" altLang="zh-CN" sz="4800" dirty="0">
                <a:solidFill>
                  <a:srgbClr val="F4B4CB"/>
                </a:solidFill>
                <a:latin typeface="汉仪夏日体W" panose="00020600040101010101" pitchFamily="18" charset="-122"/>
                <a:ea typeface="汉仪夏日体W" panose="00020600040101010101" pitchFamily="18" charset="-122"/>
                <a:cs typeface="+mn-ea"/>
                <a:sym typeface="+mn-lt"/>
              </a:rPr>
              <a:t>PART 05</a:t>
            </a:r>
            <a:endParaRPr lang="zh-CN" altLang="en-US" sz="4800" dirty="0">
              <a:solidFill>
                <a:srgbClr val="F4B4CB"/>
              </a:solidFill>
              <a:latin typeface="汉仪夏日体W" panose="00020600040101010101" pitchFamily="18" charset="-122"/>
              <a:ea typeface="汉仪夏日体W" panose="00020600040101010101" pitchFamily="18" charset="-122"/>
              <a:cs typeface="+mn-ea"/>
              <a:sym typeface="+mn-lt"/>
            </a:endParaRPr>
          </a:p>
        </p:txBody>
      </p:sp>
    </p:spTree>
    <p:extLst>
      <p:ext uri="{BB962C8B-B14F-4D97-AF65-F5344CB8AC3E}">
        <p14:creationId xmlns:p14="http://schemas.microsoft.com/office/powerpoint/2010/main" val="98597008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14:bounceEnd="23000">
                                          <p:cBhvr additive="base">
                                            <p:cTn id="7" dur="600" fill="hold"/>
                                            <p:tgtEl>
                                              <p:spTgt spid="17"/>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600" fill="hold"/>
                                            <p:tgtEl>
                                              <p:spTgt spid="17"/>
                                            </p:tgtEl>
                                            <p:attrNameLst>
                                              <p:attrName>ppt_x</p:attrName>
                                            </p:attrNameLst>
                                          </p:cBhvr>
                                          <p:tavLst>
                                            <p:tav tm="0">
                                              <p:val>
                                                <p:strVal val="#ppt_x"/>
                                              </p:val>
                                            </p:tav>
                                            <p:tav tm="100000">
                                              <p:val>
                                                <p:strVal val="#ppt_x"/>
                                              </p:val>
                                            </p:tav>
                                          </p:tavLst>
                                        </p:anim>
                                        <p:anim calcmode="lin" valueType="num">
                                          <p:cBhvr additive="base">
                                            <p:cTn id="8" dur="600" fill="hold"/>
                                            <p:tgtEl>
                                              <p:spTgt spid="17"/>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14" presetClass="entr" presetSubtype="10" fill="hold" grpId="0" nodeType="after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randombar(horizontal)">
                                          <p:cBhvr>
                                            <p:cTn id="12" dur="500"/>
                                            <p:tgtEl>
                                              <p:spTgt spid="31"/>
                                            </p:tgtEl>
                                          </p:cBhvr>
                                        </p:animEffect>
                                      </p:childTnLst>
                                    </p:cTn>
                                  </p:par>
                                </p:childTnLst>
                              </p:cTn>
                            </p:par>
                            <p:par>
                              <p:cTn id="13" fill="hold">
                                <p:stCondLst>
                                  <p:cond delay="1100"/>
                                </p:stCondLst>
                                <p:childTnLst>
                                  <p:par>
                                    <p:cTn id="14" presetID="41" presetClass="entr" presetSubtype="0" fill="hold" grpId="0" nodeType="afterEffect">
                                      <p:stCondLst>
                                        <p:cond delay="0"/>
                                      </p:stCondLst>
                                      <p:iterate type="lt">
                                        <p:tmPct val="10000"/>
                                      </p:iterate>
                                      <p:childTnLst>
                                        <p:set>
                                          <p:cBhvr>
                                            <p:cTn id="15" dur="1" fill="hold">
                                              <p:stCondLst>
                                                <p:cond delay="0"/>
                                              </p:stCondLst>
                                            </p:cTn>
                                            <p:tgtEl>
                                              <p:spTgt spid="29"/>
                                            </p:tgtEl>
                                            <p:attrNameLst>
                                              <p:attrName>style.visibility</p:attrName>
                                            </p:attrNameLst>
                                          </p:cBhvr>
                                          <p:to>
                                            <p:strVal val="visible"/>
                                          </p:to>
                                        </p:set>
                                        <p:anim calcmode="lin" valueType="num">
                                          <p:cBhvr>
                                            <p:cTn id="16" dur="500" fill="hold"/>
                                            <p:tgtEl>
                                              <p:spTgt spid="29"/>
                                            </p:tgtEl>
                                            <p:attrNameLst>
                                              <p:attrName>ppt_x</p:attrName>
                                            </p:attrNameLst>
                                          </p:cBhvr>
                                          <p:tavLst>
                                            <p:tav tm="0">
                                              <p:val>
                                                <p:strVal val="#ppt_x"/>
                                              </p:val>
                                            </p:tav>
                                            <p:tav tm="50000">
                                              <p:val>
                                                <p:strVal val="#ppt_x+.1"/>
                                              </p:val>
                                            </p:tav>
                                            <p:tav tm="100000">
                                              <p:val>
                                                <p:strVal val="#ppt_x"/>
                                              </p:val>
                                            </p:tav>
                                          </p:tavLst>
                                        </p:anim>
                                        <p:anim calcmode="lin" valueType="num">
                                          <p:cBhvr>
                                            <p:cTn id="17" dur="500" fill="hold"/>
                                            <p:tgtEl>
                                              <p:spTgt spid="29"/>
                                            </p:tgtEl>
                                            <p:attrNameLst>
                                              <p:attrName>ppt_y</p:attrName>
                                            </p:attrNameLst>
                                          </p:cBhvr>
                                          <p:tavLst>
                                            <p:tav tm="0">
                                              <p:val>
                                                <p:strVal val="#ppt_y"/>
                                              </p:val>
                                            </p:tav>
                                            <p:tav tm="100000">
                                              <p:val>
                                                <p:strVal val="#ppt_y"/>
                                              </p:val>
                                            </p:tav>
                                          </p:tavLst>
                                        </p:anim>
                                        <p:anim calcmode="lin" valueType="num">
                                          <p:cBhvr>
                                            <p:cTn id="18" dur="500" fill="hold"/>
                                            <p:tgtEl>
                                              <p:spTgt spid="29"/>
                                            </p:tgtEl>
                                            <p:attrNameLst>
                                              <p:attrName>ppt_h</p:attrName>
                                            </p:attrNameLst>
                                          </p:cBhvr>
                                          <p:tavLst>
                                            <p:tav tm="0">
                                              <p:val>
                                                <p:strVal val="#ppt_h/10"/>
                                              </p:val>
                                            </p:tav>
                                            <p:tav tm="50000">
                                              <p:val>
                                                <p:strVal val="#ppt_h+.01"/>
                                              </p:val>
                                            </p:tav>
                                            <p:tav tm="100000">
                                              <p:val>
                                                <p:strVal val="#ppt_h"/>
                                              </p:val>
                                            </p:tav>
                                          </p:tavLst>
                                        </p:anim>
                                        <p:anim calcmode="lin" valueType="num">
                                          <p:cBhvr>
                                            <p:cTn id="19" dur="500" fill="hold"/>
                                            <p:tgtEl>
                                              <p:spTgt spid="29"/>
                                            </p:tgtEl>
                                            <p:attrNameLst>
                                              <p:attrName>ppt_w</p:attrName>
                                            </p:attrNameLst>
                                          </p:cBhvr>
                                          <p:tavLst>
                                            <p:tav tm="0">
                                              <p:val>
                                                <p:strVal val="#ppt_w/10"/>
                                              </p:val>
                                            </p:tav>
                                            <p:tav tm="50000">
                                              <p:val>
                                                <p:strVal val="#ppt_w+.01"/>
                                              </p:val>
                                            </p:tav>
                                            <p:tav tm="100000">
                                              <p:val>
                                                <p:strVal val="#ppt_w"/>
                                              </p:val>
                                            </p:tav>
                                          </p:tavLst>
                                        </p:anim>
                                        <p:animEffect transition="in" filter="fade">
                                          <p:cBhvr>
                                            <p:cTn id="20" dur="500" tmFilter="0,0; .5, 1; 1, 1"/>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1" grpId="0"/>
        </p:bldLst>
      </p:timing>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F5B8CE"/>
                </a:solidFill>
                <a:latin typeface="汉仪夏日体W" panose="00020600040101010101" pitchFamily="18" charset="-122"/>
                <a:ea typeface="汉仪夏日体W" panose="00020600040101010101" pitchFamily="18" charset="-122"/>
                <a:cs typeface="+mn-ea"/>
                <a:sym typeface="+mn-lt"/>
              </a:rPr>
              <a:t>选择题</a:t>
            </a:r>
          </a:p>
        </p:txBody>
      </p:sp>
      <p:sp>
        <p:nvSpPr>
          <p:cNvPr id="2" name="文本框 1">
            <a:extLst>
              <a:ext uri="{FF2B5EF4-FFF2-40B4-BE49-F238E27FC236}">
                <a16:creationId xmlns:a16="http://schemas.microsoft.com/office/drawing/2014/main" id="{A2C96E45-88E9-F19F-D31F-6B51C2BD8801}"/>
              </a:ext>
            </a:extLst>
          </p:cNvPr>
          <p:cNvSpPr txBox="1"/>
          <p:nvPr/>
        </p:nvSpPr>
        <p:spPr>
          <a:xfrm>
            <a:off x="963834" y="118262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1</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是自身免疫系统攻击哪个部位导致的疾病（ ）</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 </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髓鞘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b</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脊髓</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c</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干细胞</a:t>
            </a:r>
          </a:p>
        </p:txBody>
      </p:sp>
      <p:sp>
        <p:nvSpPr>
          <p:cNvPr id="3" name="文本框 2">
            <a:extLst>
              <a:ext uri="{FF2B5EF4-FFF2-40B4-BE49-F238E27FC236}">
                <a16:creationId xmlns:a16="http://schemas.microsoft.com/office/drawing/2014/main" id="{60C569E7-2320-0AF1-8141-A11FD17911C9}"/>
              </a:ext>
            </a:extLst>
          </p:cNvPr>
          <p:cNvSpPr txBox="1"/>
          <p:nvPr/>
        </p:nvSpPr>
        <p:spPr>
          <a:xfrm>
            <a:off x="963834" y="317390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2</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的诊断手段是（ ）</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A.MRI		B.CT		C.DWI</a:t>
            </a:r>
            <a:endPar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endParaRPr>
          </a:p>
        </p:txBody>
      </p:sp>
    </p:spTree>
    <p:extLst>
      <p:ext uri="{BB962C8B-B14F-4D97-AF65-F5344CB8AC3E}">
        <p14:creationId xmlns:p14="http://schemas.microsoft.com/office/powerpoint/2010/main" val="11356896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F5B8CE"/>
                </a:solidFill>
                <a:latin typeface="汉仪夏日体W" panose="00020600040101010101" pitchFamily="18" charset="-122"/>
                <a:ea typeface="汉仪夏日体W" panose="00020600040101010101" pitchFamily="18" charset="-122"/>
                <a:cs typeface="+mn-ea"/>
                <a:sym typeface="+mn-lt"/>
              </a:rPr>
              <a:t>选择题</a:t>
            </a:r>
          </a:p>
        </p:txBody>
      </p:sp>
      <p:sp>
        <p:nvSpPr>
          <p:cNvPr id="2" name="文本框 1">
            <a:extLst>
              <a:ext uri="{FF2B5EF4-FFF2-40B4-BE49-F238E27FC236}">
                <a16:creationId xmlns:a16="http://schemas.microsoft.com/office/drawing/2014/main" id="{A2C96E45-88E9-F19F-D31F-6B51C2BD8801}"/>
              </a:ext>
            </a:extLst>
          </p:cNvPr>
          <p:cNvSpPr txBox="1"/>
          <p:nvPr/>
        </p:nvSpPr>
        <p:spPr>
          <a:xfrm>
            <a:off x="963834" y="118262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1</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是自身免疫系统攻击哪个部位导致的疾病（</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A</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 </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髓鞘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b</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脊髓</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c</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干细胞</a:t>
            </a:r>
          </a:p>
        </p:txBody>
      </p:sp>
      <p:sp>
        <p:nvSpPr>
          <p:cNvPr id="3" name="文本框 2">
            <a:extLst>
              <a:ext uri="{FF2B5EF4-FFF2-40B4-BE49-F238E27FC236}">
                <a16:creationId xmlns:a16="http://schemas.microsoft.com/office/drawing/2014/main" id="{60C569E7-2320-0AF1-8141-A11FD17911C9}"/>
              </a:ext>
            </a:extLst>
          </p:cNvPr>
          <p:cNvSpPr txBox="1"/>
          <p:nvPr/>
        </p:nvSpPr>
        <p:spPr>
          <a:xfrm>
            <a:off x="963834" y="317390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2</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的诊断手段是（ ）</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A.MRI		B.CT		C.DWI</a:t>
            </a:r>
            <a:endPar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endParaRPr>
          </a:p>
        </p:txBody>
      </p:sp>
    </p:spTree>
    <p:extLst>
      <p:ext uri="{BB962C8B-B14F-4D97-AF65-F5344CB8AC3E}">
        <p14:creationId xmlns:p14="http://schemas.microsoft.com/office/powerpoint/2010/main" val="41721018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solidFill>
                  <a:srgbClr val="F5B8CE"/>
                </a:solidFill>
                <a:latin typeface="汉仪夏日体W" panose="00020600040101010101" pitchFamily="18" charset="-122"/>
                <a:ea typeface="汉仪夏日体W" panose="00020600040101010101" pitchFamily="18" charset="-122"/>
                <a:cs typeface="+mn-ea"/>
                <a:sym typeface="+mn-lt"/>
              </a:rPr>
              <a:t>选择题</a:t>
            </a:r>
          </a:p>
        </p:txBody>
      </p:sp>
      <p:sp>
        <p:nvSpPr>
          <p:cNvPr id="2" name="文本框 1">
            <a:extLst>
              <a:ext uri="{FF2B5EF4-FFF2-40B4-BE49-F238E27FC236}">
                <a16:creationId xmlns:a16="http://schemas.microsoft.com/office/drawing/2014/main" id="{A2C96E45-88E9-F19F-D31F-6B51C2BD8801}"/>
              </a:ext>
            </a:extLst>
          </p:cNvPr>
          <p:cNvSpPr txBox="1"/>
          <p:nvPr/>
        </p:nvSpPr>
        <p:spPr>
          <a:xfrm>
            <a:off x="963834" y="118262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1</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是自身免疫系统攻击哪个部位导致的疾病（</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A</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 </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髓鞘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b</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脊髓</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		c</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干细胞</a:t>
            </a:r>
          </a:p>
        </p:txBody>
      </p:sp>
      <p:sp>
        <p:nvSpPr>
          <p:cNvPr id="3" name="文本框 2">
            <a:extLst>
              <a:ext uri="{FF2B5EF4-FFF2-40B4-BE49-F238E27FC236}">
                <a16:creationId xmlns:a16="http://schemas.microsoft.com/office/drawing/2014/main" id="{60C569E7-2320-0AF1-8141-A11FD17911C9}"/>
              </a:ext>
            </a:extLst>
          </p:cNvPr>
          <p:cNvSpPr txBox="1"/>
          <p:nvPr/>
        </p:nvSpPr>
        <p:spPr>
          <a:xfrm>
            <a:off x="963834" y="3173908"/>
            <a:ext cx="11341808" cy="1061829"/>
          </a:xfrm>
          <a:prstGeom prst="rect">
            <a:avLst/>
          </a:prstGeom>
          <a:noFill/>
        </p:spPr>
        <p:txBody>
          <a:bodyPr wrap="square">
            <a:spAutoFit/>
          </a:bodyPr>
          <a:lstStyle/>
          <a:p>
            <a:pPr>
              <a:spcBef>
                <a:spcPts val="900"/>
              </a:spcBef>
              <a:spcAft>
                <a:spcPts val="900"/>
              </a:spcAft>
            </a:pP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选择题</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2</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 </a:t>
            </a: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MS</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的诊断手段是（</a:t>
            </a:r>
            <a:r>
              <a:rPr lang="en-US" altLang="zh-CN" sz="2400" dirty="0">
                <a:solidFill>
                  <a:srgbClr val="FF0000"/>
                </a:solidFill>
                <a:latin typeface="汉仪夏日体W" panose="00020600040101010101" pitchFamily="18" charset="-122"/>
                <a:ea typeface="汉仪夏日体W" panose="00020600040101010101" pitchFamily="18" charset="-122"/>
                <a:cs typeface="Times New Roman" panose="02020603050405020304" pitchFamily="18" charset="0"/>
              </a:rPr>
              <a:t>A</a:t>
            </a:r>
            <a:r>
              <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rPr>
              <a:t>）</a:t>
            </a:r>
            <a:endPar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endParaRPr>
          </a:p>
          <a:p>
            <a:pPr>
              <a:spcBef>
                <a:spcPts val="900"/>
              </a:spcBef>
              <a:spcAft>
                <a:spcPts val="900"/>
              </a:spcAft>
            </a:pPr>
            <a:r>
              <a:rPr lang="en-US" altLang="zh-CN" sz="2400" dirty="0">
                <a:latin typeface="汉仪夏日体W" panose="00020600040101010101" pitchFamily="18" charset="-122"/>
                <a:ea typeface="汉仪夏日体W" panose="00020600040101010101" pitchFamily="18" charset="-122"/>
                <a:cs typeface="Times New Roman" panose="02020603050405020304" pitchFamily="18" charset="0"/>
              </a:rPr>
              <a:t>A.MRI		B.CT		C.DWI</a:t>
            </a:r>
            <a:endParaRPr lang="zh-CN" altLang="en-US" sz="2400" dirty="0">
              <a:latin typeface="汉仪夏日体W" panose="00020600040101010101" pitchFamily="18" charset="-122"/>
              <a:ea typeface="汉仪夏日体W" panose="00020600040101010101" pitchFamily="18" charset="-122"/>
              <a:cs typeface="Times New Roman" panose="02020603050405020304" pitchFamily="18" charset="0"/>
            </a:endParaRPr>
          </a:p>
        </p:txBody>
      </p:sp>
    </p:spTree>
    <p:extLst>
      <p:ext uri="{BB962C8B-B14F-4D97-AF65-F5344CB8AC3E}">
        <p14:creationId xmlns:p14="http://schemas.microsoft.com/office/powerpoint/2010/main" val="61855871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39039318-1F58-49C9-0D31-FD2C299818E6}"/>
              </a:ext>
            </a:extLst>
          </p:cNvPr>
          <p:cNvPicPr>
            <a:picLocks noChangeAspect="1"/>
          </p:cNvPicPr>
          <p:nvPr/>
        </p:nvPicPr>
        <p:blipFill>
          <a:blip r:embed="rId3"/>
          <a:stretch>
            <a:fillRect/>
          </a:stretch>
        </p:blipFill>
        <p:spPr>
          <a:xfrm>
            <a:off x="0" y="846573"/>
            <a:ext cx="12063894" cy="5164854"/>
          </a:xfrm>
          <a:prstGeom prst="rect">
            <a:avLst/>
          </a:prstGeom>
        </p:spPr>
      </p:pic>
    </p:spTree>
    <p:extLst>
      <p:ext uri="{BB962C8B-B14F-4D97-AF65-F5344CB8AC3E}">
        <p14:creationId xmlns:p14="http://schemas.microsoft.com/office/powerpoint/2010/main" val="294967170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33BB48F-BDA7-B23D-3E31-FE38D9DDCECB}"/>
              </a:ext>
            </a:extLst>
          </p:cNvPr>
          <p:cNvPicPr>
            <a:picLocks noChangeAspect="1"/>
          </p:cNvPicPr>
          <p:nvPr/>
        </p:nvPicPr>
        <p:blipFill>
          <a:blip r:embed="rId3"/>
          <a:stretch>
            <a:fillRect/>
          </a:stretch>
        </p:blipFill>
        <p:spPr>
          <a:xfrm>
            <a:off x="2929243" y="277187"/>
            <a:ext cx="6333514" cy="6303626"/>
          </a:xfrm>
          <a:prstGeom prst="rect">
            <a:avLst/>
          </a:prstGeom>
        </p:spPr>
      </p:pic>
    </p:spTree>
    <p:extLst>
      <p:ext uri="{BB962C8B-B14F-4D97-AF65-F5344CB8AC3E}">
        <p14:creationId xmlns:p14="http://schemas.microsoft.com/office/powerpoint/2010/main" val="41425798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8DC883-178F-EF13-5105-EF7BED27AE0C}"/>
              </a:ext>
            </a:extLst>
          </p:cNvPr>
          <p:cNvSpPr txBox="1"/>
          <p:nvPr/>
        </p:nvSpPr>
        <p:spPr>
          <a:xfrm>
            <a:off x="0" y="39841"/>
            <a:ext cx="2369976" cy="646331"/>
          </a:xfrm>
          <a:prstGeom prst="rect">
            <a:avLst/>
          </a:prstGeom>
          <a:noFill/>
        </p:spPr>
        <p:txBody>
          <a:bodyPr wrap="square">
            <a:spAutoFit/>
          </a:bodyPr>
          <a:lstStyle/>
          <a:p>
            <a:pPr algn="ctr"/>
            <a:r>
              <a:rPr lang="zh-CN" altLang="en-US" sz="3600" dirty="0">
                <a:latin typeface="汉仪夏日体W" panose="00020600040101010101" pitchFamily="18" charset="-122"/>
                <a:ea typeface="汉仪夏日体W" panose="00020600040101010101" pitchFamily="18" charset="-122"/>
                <a:cs typeface="+mn-ea"/>
                <a:sym typeface="+mn-lt"/>
              </a:rPr>
              <a:t>参考资料</a:t>
            </a:r>
          </a:p>
        </p:txBody>
      </p:sp>
      <p:sp>
        <p:nvSpPr>
          <p:cNvPr id="3" name="文本框 2">
            <a:extLst>
              <a:ext uri="{FF2B5EF4-FFF2-40B4-BE49-F238E27FC236}">
                <a16:creationId xmlns:a16="http://schemas.microsoft.com/office/drawing/2014/main" id="{444B2883-CE0B-EF34-8474-E605DE7BFFFC}"/>
              </a:ext>
            </a:extLst>
          </p:cNvPr>
          <p:cNvSpPr txBox="1"/>
          <p:nvPr/>
        </p:nvSpPr>
        <p:spPr>
          <a:xfrm>
            <a:off x="1472083" y="1550128"/>
            <a:ext cx="9098782" cy="1200329"/>
          </a:xfrm>
          <a:prstGeom prst="rect">
            <a:avLst/>
          </a:prstGeom>
          <a:noFill/>
        </p:spPr>
        <p:txBody>
          <a:bodyPr wrap="square">
            <a:spAutoFit/>
          </a:bodyPr>
          <a:lstStyle/>
          <a:p>
            <a:r>
              <a:rPr lang="en-US" altLang="zh-CN" dirty="0">
                <a:latin typeface="Cambria" panose="02040503050406030204" pitchFamily="18" charset="0"/>
                <a:ea typeface="宋体" panose="02010600030101010101" pitchFamily="2" charset="-122"/>
                <a:cs typeface="Times New Roman" panose="02020603050405020304" pitchFamily="18" charset="0"/>
              </a:rPr>
              <a:t>[1]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程芸</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李映霞</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李海霞</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周喆</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谷有全</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多发性硬化发病机制的研究进展</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[J]. </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神经损伤与功能重建</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 2021, 17(11): 1678-1682.</a:t>
            </a:r>
          </a:p>
          <a:p>
            <a:r>
              <a:rPr lang="en-US" altLang="zh-CN" dirty="0">
                <a:latin typeface="Cambria" panose="02040503050406030204" pitchFamily="18" charset="0"/>
                <a:ea typeface="宋体" panose="02010600030101010101" pitchFamily="2" charset="-122"/>
                <a:cs typeface="Times New Roman" panose="02020603050405020304" pitchFamily="18" charset="0"/>
                <a:hlinkClick r:id="rId3">
                  <a:extLst>
                    <a:ext uri="{A12FA001-AC4F-418D-AE19-62706E023703}">
                      <ahyp:hlinkClr xmlns:ahyp="http://schemas.microsoft.com/office/drawing/2018/hyperlinkcolor" val="tx"/>
                    </a:ext>
                  </a:extLst>
                </a:hlinkClick>
              </a:rPr>
              <a:t>[2]A real-world clinical validation for AI-based MRI monitoring in multiple sclerosis | </a:t>
            </a:r>
            <a:r>
              <a:rPr lang="en-US" altLang="zh-CN" dirty="0" err="1">
                <a:latin typeface="Cambria" panose="02040503050406030204" pitchFamily="18" charset="0"/>
                <a:ea typeface="宋体" panose="02010600030101010101" pitchFamily="2" charset="-122"/>
                <a:cs typeface="Times New Roman" panose="02020603050405020304" pitchFamily="18" charset="0"/>
                <a:hlinkClick r:id="rId3">
                  <a:extLst>
                    <a:ext uri="{A12FA001-AC4F-418D-AE19-62706E023703}">
                      <ahyp:hlinkClr xmlns:ahyp="http://schemas.microsoft.com/office/drawing/2018/hyperlinkcolor" val="tx"/>
                    </a:ext>
                  </a:extLst>
                </a:hlinkClick>
              </a:rPr>
              <a:t>npj</a:t>
            </a:r>
            <a:r>
              <a:rPr lang="en-US" altLang="zh-CN" dirty="0">
                <a:latin typeface="Cambria" panose="02040503050406030204" pitchFamily="18" charset="0"/>
                <a:ea typeface="宋体" panose="02010600030101010101" pitchFamily="2" charset="-122"/>
                <a:cs typeface="Times New Roman" panose="02020603050405020304" pitchFamily="18" charset="0"/>
                <a:hlinkClick r:id="rId3">
                  <a:extLst>
                    <a:ext uri="{A12FA001-AC4F-418D-AE19-62706E023703}">
                      <ahyp:hlinkClr xmlns:ahyp="http://schemas.microsoft.com/office/drawing/2018/hyperlinkcolor" val="tx"/>
                    </a:ext>
                  </a:extLst>
                </a:hlinkClick>
              </a:rPr>
              <a:t> Digital Medicine (nature.com)</a:t>
            </a:r>
            <a:endParaRPr lang="zh-CN" altLang="en-US" dirty="0">
              <a:latin typeface="Cambria" panose="020405030504060302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ED9F37F8-A6FD-858C-91A5-DE98FE62A1AF}"/>
              </a:ext>
            </a:extLst>
          </p:cNvPr>
          <p:cNvSpPr txBox="1"/>
          <p:nvPr/>
        </p:nvSpPr>
        <p:spPr>
          <a:xfrm>
            <a:off x="1472084" y="2886754"/>
            <a:ext cx="8907863" cy="1154162"/>
          </a:xfrm>
          <a:prstGeom prst="rect">
            <a:avLst/>
          </a:prstGeom>
          <a:noFill/>
        </p:spPr>
        <p:txBody>
          <a:bodyPr wrap="square">
            <a:spAutoFit/>
          </a:bodyPr>
          <a:lstStyle/>
          <a:p>
            <a:pPr>
              <a:spcBef>
                <a:spcPts val="900"/>
              </a:spcBef>
              <a:spcAft>
                <a:spcPts val="900"/>
              </a:spcAft>
            </a:pP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【多发性硬化症科普动画】</a:t>
            </a:r>
          </a:p>
          <a:p>
            <a:pPr>
              <a:spcBef>
                <a:spcPts val="900"/>
              </a:spcBef>
              <a:spcAft>
                <a:spcPts val="900"/>
              </a:spcAft>
            </a:pPr>
            <a:r>
              <a:rPr lang="en-US" altLang="zh-CN" sz="1800" dirty="0">
                <a:solidFill>
                  <a:srgbClr val="4F81BD"/>
                </a:solidFill>
                <a:effectLst/>
                <a:latin typeface="Cambria" panose="02040503050406030204" pitchFamily="18" charset="0"/>
                <a:ea typeface="宋体" panose="02010600030101010101" pitchFamily="2" charset="-122"/>
                <a:cs typeface="Times New Roman" panose="02020603050405020304" pitchFamily="18" charset="0"/>
                <a:hlinkClick r:id="rId4"/>
              </a:rPr>
              <a:t>https://www.bilibili.com/video/BV1q7411G7wt/?share_source=copy_web&amp;vd_source=ed8b83d75361c5f76a7b8cc81a35cd9f</a:t>
            </a:r>
            <a:endParaRPr lang="zh-CN" altLang="zh-CN" sz="1800" dirty="0">
              <a:effectLst/>
              <a:latin typeface="Cambria" panose="020405030504060302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2368E39D-01C3-9FF4-BB73-B2B1E6F418E8}"/>
              </a:ext>
            </a:extLst>
          </p:cNvPr>
          <p:cNvSpPr txBox="1"/>
          <p:nvPr/>
        </p:nvSpPr>
        <p:spPr>
          <a:xfrm>
            <a:off x="1472083" y="4313509"/>
            <a:ext cx="8907863" cy="1154162"/>
          </a:xfrm>
          <a:prstGeom prst="rect">
            <a:avLst/>
          </a:prstGeom>
          <a:noFill/>
        </p:spPr>
        <p:txBody>
          <a:bodyPr wrap="square">
            <a:spAutoFit/>
          </a:bodyPr>
          <a:lstStyle/>
          <a:p>
            <a:pPr>
              <a:spcBef>
                <a:spcPts val="900"/>
              </a:spcBef>
              <a:spcAft>
                <a:spcPts val="900"/>
              </a:spcAft>
            </a:pP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【多发性硬化症｜摧毁心智的可怕疾病，至暗时刻如何破局？】 </a:t>
            </a:r>
          </a:p>
          <a:p>
            <a:pPr>
              <a:spcBef>
                <a:spcPts val="900"/>
              </a:spcBef>
              <a:spcAft>
                <a:spcPts val="900"/>
              </a:spcAft>
            </a:pPr>
            <a:r>
              <a:rPr lang="en-US" altLang="zh-CN" sz="1800" dirty="0">
                <a:solidFill>
                  <a:srgbClr val="4F81BD"/>
                </a:solidFill>
                <a:effectLst/>
                <a:latin typeface="Cambria" panose="02040503050406030204" pitchFamily="18" charset="0"/>
                <a:ea typeface="宋体" panose="02010600030101010101" pitchFamily="2" charset="-122"/>
                <a:cs typeface="Times New Roman" panose="02020603050405020304" pitchFamily="18" charset="0"/>
                <a:hlinkClick r:id="rId5"/>
              </a:rPr>
              <a:t>https://www.bilibili.com/video/BV1L34y1W7ot/?share_source=copy_web&amp;vd_source=ed8b83d75361c5f76a7b8cc81a35cd9f</a:t>
            </a:r>
            <a:endParaRPr lang="zh-CN" altLang="zh-CN" sz="1800" dirty="0">
              <a:effectLst/>
              <a:latin typeface="Cambria" panose="020405030504060302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13754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96" name="组合 2295"/>
          <p:cNvGrpSpPr/>
          <p:nvPr/>
        </p:nvGrpSpPr>
        <p:grpSpPr>
          <a:xfrm>
            <a:off x="8252263" y="-105642"/>
            <a:ext cx="1090069" cy="3100177"/>
            <a:chOff x="693612" y="-428263"/>
            <a:chExt cx="1045159" cy="2972458"/>
          </a:xfrm>
        </p:grpSpPr>
        <p:grpSp>
          <p:nvGrpSpPr>
            <p:cNvPr id="2242" name="组合 2241"/>
            <p:cNvGrpSpPr/>
            <p:nvPr/>
          </p:nvGrpSpPr>
          <p:grpSpPr>
            <a:xfrm>
              <a:off x="693612" y="1462555"/>
              <a:ext cx="1045159" cy="1081640"/>
              <a:chOff x="-5944343" y="-364331"/>
              <a:chExt cx="1819275" cy="1882776"/>
            </a:xfrm>
          </p:grpSpPr>
          <p:sp>
            <p:nvSpPr>
              <p:cNvPr id="15" name="Freeform 264"/>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rgbClr val="594D7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6" name="Freeform 265"/>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7" name="Freeform 266"/>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8" name="Freeform 267"/>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9" name="Freeform 268"/>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0" name="Freeform 269"/>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1" name="Freeform 270"/>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2" name="Freeform 271"/>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3" name="Freeform 272"/>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2258" name="直接连接符 2257"/>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2298" name="组合 2297"/>
          <p:cNvGrpSpPr/>
          <p:nvPr/>
        </p:nvGrpSpPr>
        <p:grpSpPr>
          <a:xfrm>
            <a:off x="8979063" y="-97064"/>
            <a:ext cx="1192769" cy="5266457"/>
            <a:chOff x="1775252" y="-770914"/>
            <a:chExt cx="1045160" cy="4614718"/>
          </a:xfrm>
        </p:grpSpPr>
        <p:grpSp>
          <p:nvGrpSpPr>
            <p:cNvPr id="2243" name="组合 2242"/>
            <p:cNvGrpSpPr/>
            <p:nvPr/>
          </p:nvGrpSpPr>
          <p:grpSpPr>
            <a:xfrm>
              <a:off x="1775252" y="2763988"/>
              <a:ext cx="1045160" cy="1079816"/>
              <a:chOff x="-4061568" y="1901032"/>
              <a:chExt cx="1819276" cy="1879600"/>
            </a:xfrm>
          </p:grpSpPr>
          <p:sp>
            <p:nvSpPr>
              <p:cNvPr id="24"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E54B81"/>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5"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6"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7"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8"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9"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30"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31"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2240"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170" name="直接连接符 169"/>
            <p:cNvCxnSpPr/>
            <p:nvPr/>
          </p:nvCxnSpPr>
          <p:spPr>
            <a:xfrm flipV="1">
              <a:off x="2295726" y="-770914"/>
              <a:ext cx="0" cy="359872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2299" name="组合 2298"/>
          <p:cNvGrpSpPr/>
          <p:nvPr/>
        </p:nvGrpSpPr>
        <p:grpSpPr>
          <a:xfrm>
            <a:off x="9778462" y="-216242"/>
            <a:ext cx="1094887" cy="3644089"/>
            <a:chOff x="2856892" y="-501184"/>
            <a:chExt cx="1045159" cy="3478582"/>
          </a:xfrm>
        </p:grpSpPr>
        <p:grpSp>
          <p:nvGrpSpPr>
            <p:cNvPr id="2244" name="组合 2243"/>
            <p:cNvGrpSpPr/>
            <p:nvPr/>
          </p:nvGrpSpPr>
          <p:grpSpPr>
            <a:xfrm>
              <a:off x="2856892" y="1897582"/>
              <a:ext cx="1045159" cy="1079816"/>
              <a:chOff x="-2178792" y="392907"/>
              <a:chExt cx="1819275" cy="1879600"/>
            </a:xfrm>
          </p:grpSpPr>
          <p:sp>
            <p:nvSpPr>
              <p:cNvPr id="5" name="Freeform 254"/>
              <p:cNvSpPr/>
              <p:nvPr/>
            </p:nvSpPr>
            <p:spPr bwMode="auto">
              <a:xfrm>
                <a:off x="-1778742" y="392907"/>
                <a:ext cx="1041400" cy="1511300"/>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rgbClr val="9DD53E"/>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 name="Freeform 255"/>
              <p:cNvSpPr>
                <a:spLocks noEditPoints="1"/>
              </p:cNvSpPr>
              <p:nvPr/>
            </p:nvSpPr>
            <p:spPr bwMode="auto">
              <a:xfrm>
                <a:off x="-1781917" y="392907"/>
                <a:ext cx="1041400" cy="1511300"/>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 name="Freeform 256"/>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 name="Freeform 257"/>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9" name="Freeform 258"/>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0" name="Freeform 259"/>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1" name="Freeform 260"/>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2" name="Freeform 261"/>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13" name="Freeform 262"/>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172" name="直接连接符 171"/>
            <p:cNvCxnSpPr/>
            <p:nvPr/>
          </p:nvCxnSpPr>
          <p:spPr>
            <a:xfrm flipV="1">
              <a:off x="3385856" y="-501184"/>
              <a:ext cx="0" cy="249667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53" name="组合 52"/>
          <p:cNvGrpSpPr/>
          <p:nvPr/>
        </p:nvGrpSpPr>
        <p:grpSpPr>
          <a:xfrm>
            <a:off x="7362059" y="-209358"/>
            <a:ext cx="1170628" cy="4457297"/>
            <a:chOff x="1775252" y="-135764"/>
            <a:chExt cx="1045160" cy="3979568"/>
          </a:xfrm>
        </p:grpSpPr>
        <p:grpSp>
          <p:nvGrpSpPr>
            <p:cNvPr id="54" name="组合 53"/>
            <p:cNvGrpSpPr/>
            <p:nvPr/>
          </p:nvGrpSpPr>
          <p:grpSpPr>
            <a:xfrm>
              <a:off x="1775252" y="2763988"/>
              <a:ext cx="1045160" cy="1079816"/>
              <a:chOff x="-4061568" y="1901032"/>
              <a:chExt cx="1819276" cy="1879600"/>
            </a:xfrm>
          </p:grpSpPr>
          <p:sp>
            <p:nvSpPr>
              <p:cNvPr id="56" name="Freeform 273"/>
              <p:cNvSpPr/>
              <p:nvPr/>
            </p:nvSpPr>
            <p:spPr bwMode="auto">
              <a:xfrm>
                <a:off x="-3661518" y="1901032"/>
                <a:ext cx="1041400" cy="1509713"/>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8"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3" y="475"/>
                      <a:pt x="164" y="475"/>
                    </a:cubicBezTo>
                    <a:cubicBezTo>
                      <a:pt x="254" y="475"/>
                      <a:pt x="328" y="402"/>
                      <a:pt x="328" y="311"/>
                    </a:cubicBezTo>
                    <a:cubicBezTo>
                      <a:pt x="328" y="279"/>
                      <a:pt x="318" y="249"/>
                      <a:pt x="301" y="222"/>
                    </a:cubicBezTo>
                    <a:close/>
                  </a:path>
                </a:pathLst>
              </a:custGeom>
              <a:solidFill>
                <a:srgbClr val="C09CC2"/>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57" name="Freeform 274"/>
              <p:cNvSpPr>
                <a:spLocks noEditPoints="1"/>
              </p:cNvSpPr>
              <p:nvPr/>
            </p:nvSpPr>
            <p:spPr bwMode="auto">
              <a:xfrm>
                <a:off x="-3664693" y="1901032"/>
                <a:ext cx="1041400" cy="1509713"/>
              </a:xfrm>
              <a:custGeom>
                <a:avLst/>
                <a:gdLst>
                  <a:gd name="T0" fmla="*/ 328 w 328"/>
                  <a:gd name="T1" fmla="*/ 311 h 475"/>
                  <a:gd name="T2" fmla="*/ 240 w 328"/>
                  <a:gd name="T3" fmla="*/ 166 h 475"/>
                  <a:gd name="T4" fmla="*/ 237 w 328"/>
                  <a:gd name="T5" fmla="*/ 30 h 475"/>
                  <a:gd name="T6" fmla="*/ 88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5 w 328"/>
                  <a:gd name="T29" fmla="*/ 149 h 475"/>
                  <a:gd name="T30" fmla="*/ 171 w 328"/>
                  <a:gd name="T31" fmla="*/ 169 h 475"/>
                  <a:gd name="T32" fmla="*/ 162 w 328"/>
                  <a:gd name="T33" fmla="*/ 304 h 475"/>
                  <a:gd name="T34" fmla="*/ 158 w 328"/>
                  <a:gd name="T35" fmla="*/ 341 h 475"/>
                  <a:gd name="T36" fmla="*/ 158 w 328"/>
                  <a:gd name="T37" fmla="*/ 324 h 475"/>
                  <a:gd name="T38" fmla="*/ 101 w 328"/>
                  <a:gd name="T39" fmla="*/ 183 h 475"/>
                  <a:gd name="T40" fmla="*/ 107 w 328"/>
                  <a:gd name="T41" fmla="*/ 142 h 475"/>
                  <a:gd name="T42" fmla="*/ 136 w 328"/>
                  <a:gd name="T43" fmla="*/ 169 h 475"/>
                  <a:gd name="T44" fmla="*/ 108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0 w 328"/>
                  <a:gd name="T61" fmla="*/ 169 h 475"/>
                  <a:gd name="T62" fmla="*/ 218 w 328"/>
                  <a:gd name="T63" fmla="*/ 161 h 475"/>
                  <a:gd name="T64" fmla="*/ 224 w 328"/>
                  <a:gd name="T65" fmla="*/ 181 h 475"/>
                  <a:gd name="T66" fmla="*/ 164 w 328"/>
                  <a:gd name="T67" fmla="*/ 454 h 475"/>
                  <a:gd name="T68" fmla="*/ 101 w 328"/>
                  <a:gd name="T69" fmla="*/ 183 h 475"/>
                  <a:gd name="T70" fmla="*/ 119 w 328"/>
                  <a:gd name="T71" fmla="*/ 330 h 475"/>
                  <a:gd name="T72" fmla="*/ 106 w 328"/>
                  <a:gd name="T73" fmla="*/ 333 h 475"/>
                  <a:gd name="T74" fmla="*/ 124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4"/>
                    </a:moveTo>
                    <a:cubicBezTo>
                      <a:pt x="161" y="304"/>
                      <a:pt x="159" y="305"/>
                      <a:pt x="158" y="306"/>
                    </a:cubicBezTo>
                    <a:cubicBezTo>
                      <a:pt x="157" y="305"/>
                      <a:pt x="155" y="304"/>
                      <a:pt x="154" y="304"/>
                    </a:cubicBezTo>
                    <a:cubicBezTo>
                      <a:pt x="149" y="301"/>
                      <a:pt x="143" y="299"/>
                      <a:pt x="137" y="298"/>
                    </a:cubicBezTo>
                    <a:cubicBezTo>
                      <a:pt x="142" y="263"/>
                      <a:pt x="144" y="203"/>
                      <a:pt x="145" y="169"/>
                    </a:cubicBezTo>
                    <a:cubicBezTo>
                      <a:pt x="145" y="160"/>
                      <a:pt x="145" y="152"/>
                      <a:pt x="145" y="149"/>
                    </a:cubicBezTo>
                    <a:cubicBezTo>
                      <a:pt x="171" y="153"/>
                      <a:pt x="171" y="153"/>
                      <a:pt x="171" y="153"/>
                    </a:cubicBezTo>
                    <a:cubicBezTo>
                      <a:pt x="171" y="157"/>
                      <a:pt x="171" y="163"/>
                      <a:pt x="171" y="169"/>
                    </a:cubicBezTo>
                    <a:cubicBezTo>
                      <a:pt x="172" y="203"/>
                      <a:pt x="174" y="263"/>
                      <a:pt x="179" y="298"/>
                    </a:cubicBezTo>
                    <a:cubicBezTo>
                      <a:pt x="173" y="299"/>
                      <a:pt x="167" y="301"/>
                      <a:pt x="162" y="304"/>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3"/>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7" y="298"/>
                    </a:cubicBezTo>
                    <a:cubicBezTo>
                      <a:pt x="121" y="298"/>
                      <a:pt x="114" y="301"/>
                      <a:pt x="108"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2" y="315"/>
                      <a:pt x="146" y="316"/>
                    </a:cubicBezTo>
                    <a:cubicBezTo>
                      <a:pt x="140" y="323"/>
                      <a:pt x="140" y="331"/>
                      <a:pt x="140" y="335"/>
                    </a:cubicBezTo>
                    <a:cubicBezTo>
                      <a:pt x="140"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8" y="355"/>
                      <a:pt x="208" y="355"/>
                      <a:pt x="213" y="350"/>
                    </a:cubicBezTo>
                    <a:cubicBezTo>
                      <a:pt x="218" y="345"/>
                      <a:pt x="220" y="337"/>
                      <a:pt x="219" y="329"/>
                    </a:cubicBezTo>
                    <a:cubicBezTo>
                      <a:pt x="217" y="319"/>
                      <a:pt x="213" y="311"/>
                      <a:pt x="208" y="306"/>
                    </a:cubicBezTo>
                    <a:cubicBezTo>
                      <a:pt x="202" y="301"/>
                      <a:pt x="196" y="298"/>
                      <a:pt x="189" y="298"/>
                    </a:cubicBezTo>
                    <a:cubicBezTo>
                      <a:pt x="184" y="268"/>
                      <a:pt x="182" y="206"/>
                      <a:pt x="180" y="169"/>
                    </a:cubicBezTo>
                    <a:cubicBezTo>
                      <a:pt x="180" y="164"/>
                      <a:pt x="180" y="159"/>
                      <a:pt x="180" y="155"/>
                    </a:cubicBezTo>
                    <a:cubicBezTo>
                      <a:pt x="218" y="161"/>
                      <a:pt x="218" y="161"/>
                      <a:pt x="218" y="161"/>
                    </a:cubicBezTo>
                    <a:cubicBezTo>
                      <a:pt x="218" y="179"/>
                      <a:pt x="218" y="179"/>
                      <a:pt x="218"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3"/>
                    </a:cubicBezTo>
                    <a:close/>
                    <a:moveTo>
                      <a:pt x="124" y="314"/>
                    </a:moveTo>
                    <a:cubicBezTo>
                      <a:pt x="123" y="321"/>
                      <a:pt x="121" y="326"/>
                      <a:pt x="119" y="330"/>
                    </a:cubicBezTo>
                    <a:cubicBezTo>
                      <a:pt x="114" y="338"/>
                      <a:pt x="110" y="339"/>
                      <a:pt x="108" y="336"/>
                    </a:cubicBezTo>
                    <a:cubicBezTo>
                      <a:pt x="107" y="335"/>
                      <a:pt x="106" y="334"/>
                      <a:pt x="106" y="333"/>
                    </a:cubicBezTo>
                    <a:cubicBezTo>
                      <a:pt x="107" y="327"/>
                      <a:pt x="109" y="323"/>
                      <a:pt x="113" y="319"/>
                    </a:cubicBezTo>
                    <a:cubicBezTo>
                      <a:pt x="116" y="316"/>
                      <a:pt x="120" y="315"/>
                      <a:pt x="124" y="314"/>
                    </a:cubicBezTo>
                    <a:close/>
                    <a:moveTo>
                      <a:pt x="192" y="314"/>
                    </a:moveTo>
                    <a:cubicBezTo>
                      <a:pt x="196" y="315"/>
                      <a:pt x="200" y="316"/>
                      <a:pt x="203" y="319"/>
                    </a:cubicBezTo>
                    <a:cubicBezTo>
                      <a:pt x="207" y="323"/>
                      <a:pt x="209" y="327"/>
                      <a:pt x="210" y="333"/>
                    </a:cubicBezTo>
                    <a:cubicBezTo>
                      <a:pt x="210" y="334"/>
                      <a:pt x="209"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58" name="Freeform 275"/>
              <p:cNvSpPr/>
              <p:nvPr/>
            </p:nvSpPr>
            <p:spPr bwMode="auto">
              <a:xfrm>
                <a:off x="-2540742" y="2934495"/>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59" name="Freeform 276"/>
              <p:cNvSpPr/>
              <p:nvPr/>
            </p:nvSpPr>
            <p:spPr bwMode="auto">
              <a:xfrm>
                <a:off x="-3236068" y="3488532"/>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0" name="Freeform 277"/>
              <p:cNvSpPr/>
              <p:nvPr/>
            </p:nvSpPr>
            <p:spPr bwMode="auto">
              <a:xfrm>
                <a:off x="-4061568" y="2899570"/>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1" name="Freeform 278"/>
              <p:cNvSpPr/>
              <p:nvPr/>
            </p:nvSpPr>
            <p:spPr bwMode="auto">
              <a:xfrm>
                <a:off x="-3890118" y="2304257"/>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4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2" y="47"/>
                      <a:pt x="77" y="43"/>
                    </a:cubicBezTo>
                    <a:cubicBezTo>
                      <a:pt x="22" y="3"/>
                      <a:pt x="22" y="3"/>
                      <a:pt x="22" y="3"/>
                    </a:cubicBezTo>
                    <a:cubicBezTo>
                      <a:pt x="20" y="1"/>
                      <a:pt x="17" y="0"/>
                      <a:pt x="15" y="0"/>
                    </a:cubicBezTo>
                    <a:cubicBezTo>
                      <a:pt x="11" y="0"/>
                      <a:pt x="7" y="2"/>
                      <a:pt x="4" y="5"/>
                    </a:cubicBezTo>
                    <a:cubicBezTo>
                      <a:pt x="0" y="11"/>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2" name="Freeform 279"/>
              <p:cNvSpPr/>
              <p:nvPr/>
            </p:nvSpPr>
            <p:spPr bwMode="auto">
              <a:xfrm>
                <a:off x="-2674092" y="2304257"/>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1"/>
                      <a:pt x="79" y="5"/>
                    </a:cubicBezTo>
                    <a:cubicBezTo>
                      <a:pt x="77" y="2"/>
                      <a:pt x="73" y="0"/>
                      <a:pt x="69" y="0"/>
                    </a:cubicBezTo>
                    <a:cubicBezTo>
                      <a:pt x="67" y="0"/>
                      <a:pt x="64" y="1"/>
                      <a:pt x="62" y="3"/>
                    </a:cubicBezTo>
                    <a:cubicBezTo>
                      <a:pt x="7" y="43"/>
                      <a:pt x="7" y="43"/>
                      <a:pt x="7" y="43"/>
                    </a:cubicBezTo>
                    <a:cubicBezTo>
                      <a:pt x="1"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3" name="Freeform 280"/>
              <p:cNvSpPr/>
              <p:nvPr/>
            </p:nvSpPr>
            <p:spPr bwMode="auto">
              <a:xfrm>
                <a:off x="-3839318" y="3363120"/>
                <a:ext cx="244475" cy="233363"/>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64" name="Freeform 281"/>
              <p:cNvSpPr/>
              <p:nvPr/>
            </p:nvSpPr>
            <p:spPr bwMode="auto">
              <a:xfrm>
                <a:off x="-2728067" y="3363120"/>
                <a:ext cx="244475" cy="233363"/>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55" name="直接连接符 54"/>
            <p:cNvCxnSpPr/>
            <p:nvPr/>
          </p:nvCxnSpPr>
          <p:spPr>
            <a:xfrm flipV="1">
              <a:off x="2295726" y="-135764"/>
              <a:ext cx="8489" cy="2963571"/>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
        <p:nvSpPr>
          <p:cNvPr id="65" name="TextBox 28"/>
          <p:cNvSpPr txBox="1"/>
          <p:nvPr/>
        </p:nvSpPr>
        <p:spPr>
          <a:xfrm>
            <a:off x="202268" y="974526"/>
            <a:ext cx="7123395" cy="4555055"/>
          </a:xfrm>
          <a:prstGeom prst="rect">
            <a:avLst/>
          </a:prstGeom>
          <a:noFill/>
        </p:spPr>
        <p:txBody>
          <a:bodyPr wrap="square" lIns="121884" tIns="60941" rIns="121884" bIns="60941"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600" b="0" i="0" u="none" strike="noStrike" kern="1200" cap="none" spc="0" normalizeH="0" baseline="0" noProof="0" dirty="0">
                <a:ln>
                  <a:noFill/>
                </a:ln>
                <a:solidFill>
                  <a:srgbClr val="594D7B"/>
                </a:solidFill>
                <a:effectLst/>
                <a:uLnTx/>
                <a:uFillTx/>
                <a:latin typeface="汉仪夏日体W" panose="00020600040101010101" pitchFamily="18" charset="-122"/>
                <a:ea typeface="汉仪夏日体W" panose="00020600040101010101" pitchFamily="18" charset="-122"/>
                <a:cs typeface="+mn-ea"/>
                <a:sym typeface="+mn-lt"/>
              </a:rPr>
              <a:t>THANKS For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600" dirty="0">
                <a:solidFill>
                  <a:srgbClr val="594D7B"/>
                </a:solidFill>
                <a:latin typeface="汉仪夏日体W" panose="00020600040101010101" pitchFamily="18" charset="-122"/>
                <a:ea typeface="汉仪夏日体W" panose="00020600040101010101" pitchFamily="18" charset="-122"/>
                <a:cs typeface="+mn-ea"/>
                <a:sym typeface="+mn-lt"/>
              </a:rPr>
              <a:t>LISTENING</a:t>
            </a:r>
            <a:endParaRPr kumimoji="0" lang="zh-CN" altLang="en-US" sz="9600" b="0" i="0" u="none" strike="noStrike" kern="1200" cap="none" spc="0" normalizeH="0" baseline="0" noProof="0" dirty="0">
              <a:ln>
                <a:noFill/>
              </a:ln>
              <a:solidFill>
                <a:srgbClr val="594D7B"/>
              </a:solidFill>
              <a:effectLst/>
              <a:uLnTx/>
              <a:uFillTx/>
              <a:latin typeface="汉仪夏日体W" panose="00020600040101010101" pitchFamily="18" charset="-122"/>
              <a:ea typeface="汉仪夏日体W" panose="00020600040101010101" pitchFamily="18" charset="-122"/>
              <a:cs typeface="+mn-ea"/>
              <a:sym typeface="+mn-lt"/>
            </a:endParaRPr>
          </a:p>
        </p:txBody>
      </p:sp>
      <p:grpSp>
        <p:nvGrpSpPr>
          <p:cNvPr id="68" name="组合 67">
            <a:extLst>
              <a:ext uri="{FF2B5EF4-FFF2-40B4-BE49-F238E27FC236}">
                <a16:creationId xmlns:a16="http://schemas.microsoft.com/office/drawing/2014/main" id="{1E218E30-BC24-4281-9CFE-F60DF9A12FF3}"/>
              </a:ext>
            </a:extLst>
          </p:cNvPr>
          <p:cNvGrpSpPr/>
          <p:nvPr/>
        </p:nvGrpSpPr>
        <p:grpSpPr>
          <a:xfrm>
            <a:off x="10497329" y="-102387"/>
            <a:ext cx="1094887" cy="5565190"/>
            <a:chOff x="2856892" y="-2335032"/>
            <a:chExt cx="1045159" cy="5312430"/>
          </a:xfrm>
        </p:grpSpPr>
        <p:grpSp>
          <p:nvGrpSpPr>
            <p:cNvPr id="69" name="组合 68">
              <a:extLst>
                <a:ext uri="{FF2B5EF4-FFF2-40B4-BE49-F238E27FC236}">
                  <a16:creationId xmlns:a16="http://schemas.microsoft.com/office/drawing/2014/main" id="{13ADDE74-BC6E-401A-AEC9-72EB418664E6}"/>
                </a:ext>
              </a:extLst>
            </p:cNvPr>
            <p:cNvGrpSpPr/>
            <p:nvPr/>
          </p:nvGrpSpPr>
          <p:grpSpPr>
            <a:xfrm>
              <a:off x="2856892" y="1897582"/>
              <a:ext cx="1045159" cy="1079816"/>
              <a:chOff x="-2178792" y="392907"/>
              <a:chExt cx="1819275" cy="1879600"/>
            </a:xfrm>
          </p:grpSpPr>
          <p:sp>
            <p:nvSpPr>
              <p:cNvPr id="71" name="Freeform 254">
                <a:extLst>
                  <a:ext uri="{FF2B5EF4-FFF2-40B4-BE49-F238E27FC236}">
                    <a16:creationId xmlns:a16="http://schemas.microsoft.com/office/drawing/2014/main" id="{77300DDD-BBCD-46F4-9E46-66DEC40DBAF4}"/>
                  </a:ext>
                </a:extLst>
              </p:cNvPr>
              <p:cNvSpPr/>
              <p:nvPr/>
            </p:nvSpPr>
            <p:spPr bwMode="auto">
              <a:xfrm>
                <a:off x="-1778741" y="431008"/>
                <a:ext cx="1041401" cy="1511301"/>
              </a:xfrm>
              <a:custGeom>
                <a:avLst/>
                <a:gdLst>
                  <a:gd name="T0" fmla="*/ 301 w 328"/>
                  <a:gd name="T1" fmla="*/ 222 h 475"/>
                  <a:gd name="T2" fmla="*/ 240 w 328"/>
                  <a:gd name="T3" fmla="*/ 166 h 475"/>
                  <a:gd name="T4" fmla="*/ 239 w 328"/>
                  <a:gd name="T5" fmla="*/ 37 h 475"/>
                  <a:gd name="T6" fmla="*/ 237 w 328"/>
                  <a:gd name="T7" fmla="*/ 30 h 475"/>
                  <a:gd name="T8" fmla="*/ 165 w 328"/>
                  <a:gd name="T9" fmla="*/ 0 h 475"/>
                  <a:gd name="T10" fmla="*/ 88 w 328"/>
                  <a:gd name="T11" fmla="*/ 30 h 475"/>
                  <a:gd name="T12" fmla="*/ 85 w 328"/>
                  <a:gd name="T13" fmla="*/ 37 h 475"/>
                  <a:gd name="T14" fmla="*/ 85 w 328"/>
                  <a:gd name="T15" fmla="*/ 168 h 475"/>
                  <a:gd name="T16" fmla="*/ 26 w 328"/>
                  <a:gd name="T17" fmla="*/ 223 h 475"/>
                  <a:gd name="T18" fmla="*/ 0 w 328"/>
                  <a:gd name="T19" fmla="*/ 311 h 475"/>
                  <a:gd name="T20" fmla="*/ 164 w 328"/>
                  <a:gd name="T21" fmla="*/ 475 h 475"/>
                  <a:gd name="T22" fmla="*/ 328 w 328"/>
                  <a:gd name="T23" fmla="*/ 311 h 475"/>
                  <a:gd name="T24" fmla="*/ 301 w 328"/>
                  <a:gd name="T25" fmla="*/ 222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5">
                    <a:moveTo>
                      <a:pt x="301" y="222"/>
                    </a:moveTo>
                    <a:cubicBezTo>
                      <a:pt x="286" y="198"/>
                      <a:pt x="265" y="179"/>
                      <a:pt x="240" y="166"/>
                    </a:cubicBezTo>
                    <a:cubicBezTo>
                      <a:pt x="239" y="165"/>
                      <a:pt x="239" y="37"/>
                      <a:pt x="239" y="37"/>
                    </a:cubicBezTo>
                    <a:cubicBezTo>
                      <a:pt x="239" y="35"/>
                      <a:pt x="239" y="32"/>
                      <a:pt x="237" y="30"/>
                    </a:cubicBezTo>
                    <a:cubicBezTo>
                      <a:pt x="236" y="29"/>
                      <a:pt x="210" y="0"/>
                      <a:pt x="165" y="0"/>
                    </a:cubicBezTo>
                    <a:cubicBezTo>
                      <a:pt x="121" y="0"/>
                      <a:pt x="90" y="28"/>
                      <a:pt x="88" y="30"/>
                    </a:cubicBezTo>
                    <a:cubicBezTo>
                      <a:pt x="86" y="32"/>
                      <a:pt x="85" y="34"/>
                      <a:pt x="85" y="37"/>
                    </a:cubicBezTo>
                    <a:cubicBezTo>
                      <a:pt x="85" y="37"/>
                      <a:pt x="85" y="166"/>
                      <a:pt x="85" y="168"/>
                    </a:cubicBezTo>
                    <a:cubicBezTo>
                      <a:pt x="61" y="181"/>
                      <a:pt x="40" y="200"/>
                      <a:pt x="26" y="223"/>
                    </a:cubicBezTo>
                    <a:cubicBezTo>
                      <a:pt x="9" y="250"/>
                      <a:pt x="0" y="280"/>
                      <a:pt x="0" y="311"/>
                    </a:cubicBezTo>
                    <a:cubicBezTo>
                      <a:pt x="0" y="402"/>
                      <a:pt x="74" y="475"/>
                      <a:pt x="164" y="475"/>
                    </a:cubicBezTo>
                    <a:cubicBezTo>
                      <a:pt x="254" y="475"/>
                      <a:pt x="328" y="402"/>
                      <a:pt x="328" y="311"/>
                    </a:cubicBezTo>
                    <a:cubicBezTo>
                      <a:pt x="328" y="279"/>
                      <a:pt x="319" y="249"/>
                      <a:pt x="301" y="222"/>
                    </a:cubicBezTo>
                    <a:close/>
                  </a:path>
                </a:pathLst>
              </a:custGeom>
              <a:solidFill>
                <a:schemeClr val="tx2">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000000"/>
                  </a:solidFill>
                  <a:effectLst/>
                  <a:uLnTx/>
                  <a:uFillTx/>
                  <a:latin typeface="Agency FB"/>
                  <a:ea typeface="方正细谭黑简体"/>
                  <a:cs typeface="+mn-ea"/>
                  <a:sym typeface="+mn-lt"/>
                </a:endParaRPr>
              </a:p>
            </p:txBody>
          </p:sp>
          <p:sp>
            <p:nvSpPr>
              <p:cNvPr id="72" name="Freeform 255">
                <a:extLst>
                  <a:ext uri="{FF2B5EF4-FFF2-40B4-BE49-F238E27FC236}">
                    <a16:creationId xmlns:a16="http://schemas.microsoft.com/office/drawing/2014/main" id="{90C7AA14-3D3A-4483-A203-BF76BB83817D}"/>
                  </a:ext>
                </a:extLst>
              </p:cNvPr>
              <p:cNvSpPr>
                <a:spLocks noEditPoints="1"/>
              </p:cNvSpPr>
              <p:nvPr/>
            </p:nvSpPr>
            <p:spPr bwMode="auto">
              <a:xfrm>
                <a:off x="-1781918" y="392907"/>
                <a:ext cx="1041401" cy="1511301"/>
              </a:xfrm>
              <a:custGeom>
                <a:avLst/>
                <a:gdLst>
                  <a:gd name="T0" fmla="*/ 328 w 328"/>
                  <a:gd name="T1" fmla="*/ 311 h 475"/>
                  <a:gd name="T2" fmla="*/ 240 w 328"/>
                  <a:gd name="T3" fmla="*/ 166 h 475"/>
                  <a:gd name="T4" fmla="*/ 237 w 328"/>
                  <a:gd name="T5" fmla="*/ 30 h 475"/>
                  <a:gd name="T6" fmla="*/ 89 w 328"/>
                  <a:gd name="T7" fmla="*/ 30 h 475"/>
                  <a:gd name="T8" fmla="*/ 85 w 328"/>
                  <a:gd name="T9" fmla="*/ 168 h 475"/>
                  <a:gd name="T10" fmla="*/ 0 w 328"/>
                  <a:gd name="T11" fmla="*/ 311 h 475"/>
                  <a:gd name="T12" fmla="*/ 106 w 328"/>
                  <a:gd name="T13" fmla="*/ 56 h 475"/>
                  <a:gd name="T14" fmla="*/ 218 w 328"/>
                  <a:gd name="T15" fmla="*/ 99 h 475"/>
                  <a:gd name="T16" fmla="*/ 106 w 328"/>
                  <a:gd name="T17" fmla="*/ 56 h 475"/>
                  <a:gd name="T18" fmla="*/ 218 w 328"/>
                  <a:gd name="T19" fmla="*/ 120 h 475"/>
                  <a:gd name="T20" fmla="*/ 218 w 328"/>
                  <a:gd name="T21" fmla="*/ 140 h 475"/>
                  <a:gd name="T22" fmla="*/ 106 w 328"/>
                  <a:gd name="T23" fmla="*/ 100 h 475"/>
                  <a:gd name="T24" fmla="*/ 158 w 328"/>
                  <a:gd name="T25" fmla="*/ 306 h 475"/>
                  <a:gd name="T26" fmla="*/ 137 w 328"/>
                  <a:gd name="T27" fmla="*/ 298 h 475"/>
                  <a:gd name="T28" fmla="*/ 146 w 328"/>
                  <a:gd name="T29" fmla="*/ 149 h 475"/>
                  <a:gd name="T30" fmla="*/ 171 w 328"/>
                  <a:gd name="T31" fmla="*/ 169 h 475"/>
                  <a:gd name="T32" fmla="*/ 162 w 328"/>
                  <a:gd name="T33" fmla="*/ 303 h 475"/>
                  <a:gd name="T34" fmla="*/ 158 w 328"/>
                  <a:gd name="T35" fmla="*/ 341 h 475"/>
                  <a:gd name="T36" fmla="*/ 158 w 328"/>
                  <a:gd name="T37" fmla="*/ 324 h 475"/>
                  <a:gd name="T38" fmla="*/ 101 w 328"/>
                  <a:gd name="T39" fmla="*/ 182 h 475"/>
                  <a:gd name="T40" fmla="*/ 107 w 328"/>
                  <a:gd name="T41" fmla="*/ 142 h 475"/>
                  <a:gd name="T42" fmla="*/ 136 w 328"/>
                  <a:gd name="T43" fmla="*/ 169 h 475"/>
                  <a:gd name="T44" fmla="*/ 109 w 328"/>
                  <a:gd name="T45" fmla="*/ 306 h 475"/>
                  <a:gd name="T46" fmla="*/ 103 w 328"/>
                  <a:gd name="T47" fmla="*/ 350 h 475"/>
                  <a:gd name="T48" fmla="*/ 134 w 328"/>
                  <a:gd name="T49" fmla="*/ 313 h 475"/>
                  <a:gd name="T50" fmla="*/ 140 w 328"/>
                  <a:gd name="T51" fmla="*/ 335 h 475"/>
                  <a:gd name="T52" fmla="*/ 176 w 328"/>
                  <a:gd name="T53" fmla="*/ 335 h 475"/>
                  <a:gd name="T54" fmla="*/ 182 w 328"/>
                  <a:gd name="T55" fmla="*/ 313 h 475"/>
                  <a:gd name="T56" fmla="*/ 213 w 328"/>
                  <a:gd name="T57" fmla="*/ 350 h 475"/>
                  <a:gd name="T58" fmla="*/ 208 w 328"/>
                  <a:gd name="T59" fmla="*/ 306 h 475"/>
                  <a:gd name="T60" fmla="*/ 181 w 328"/>
                  <a:gd name="T61" fmla="*/ 169 h 475"/>
                  <a:gd name="T62" fmla="*/ 218 w 328"/>
                  <a:gd name="T63" fmla="*/ 161 h 475"/>
                  <a:gd name="T64" fmla="*/ 224 w 328"/>
                  <a:gd name="T65" fmla="*/ 181 h 475"/>
                  <a:gd name="T66" fmla="*/ 164 w 328"/>
                  <a:gd name="T67" fmla="*/ 454 h 475"/>
                  <a:gd name="T68" fmla="*/ 101 w 328"/>
                  <a:gd name="T69" fmla="*/ 182 h 475"/>
                  <a:gd name="T70" fmla="*/ 119 w 328"/>
                  <a:gd name="T71" fmla="*/ 330 h 475"/>
                  <a:gd name="T72" fmla="*/ 106 w 328"/>
                  <a:gd name="T73" fmla="*/ 333 h 475"/>
                  <a:gd name="T74" fmla="*/ 125 w 328"/>
                  <a:gd name="T75" fmla="*/ 314 h 475"/>
                  <a:gd name="T76" fmla="*/ 203 w 328"/>
                  <a:gd name="T77" fmla="*/ 319 h 475"/>
                  <a:gd name="T78" fmla="*/ 208 w 328"/>
                  <a:gd name="T79" fmla="*/ 336 h 475"/>
                  <a:gd name="T80" fmla="*/ 192 w 328"/>
                  <a:gd name="T81" fmla="*/ 314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8" h="475">
                    <a:moveTo>
                      <a:pt x="164" y="475"/>
                    </a:moveTo>
                    <a:cubicBezTo>
                      <a:pt x="254" y="475"/>
                      <a:pt x="328" y="402"/>
                      <a:pt x="328" y="311"/>
                    </a:cubicBezTo>
                    <a:cubicBezTo>
                      <a:pt x="328" y="279"/>
                      <a:pt x="319" y="249"/>
                      <a:pt x="301" y="222"/>
                    </a:cubicBezTo>
                    <a:cubicBezTo>
                      <a:pt x="286" y="198"/>
                      <a:pt x="265" y="179"/>
                      <a:pt x="240" y="166"/>
                    </a:cubicBezTo>
                    <a:cubicBezTo>
                      <a:pt x="240" y="165"/>
                      <a:pt x="240" y="37"/>
                      <a:pt x="240" y="37"/>
                    </a:cubicBezTo>
                    <a:cubicBezTo>
                      <a:pt x="240" y="35"/>
                      <a:pt x="239" y="32"/>
                      <a:pt x="237" y="30"/>
                    </a:cubicBezTo>
                    <a:cubicBezTo>
                      <a:pt x="236" y="29"/>
                      <a:pt x="210" y="0"/>
                      <a:pt x="165" y="0"/>
                    </a:cubicBezTo>
                    <a:cubicBezTo>
                      <a:pt x="121" y="0"/>
                      <a:pt x="90" y="28"/>
                      <a:pt x="89" y="30"/>
                    </a:cubicBezTo>
                    <a:cubicBezTo>
                      <a:pt x="87" y="32"/>
                      <a:pt x="85" y="34"/>
                      <a:pt x="85" y="37"/>
                    </a:cubicBezTo>
                    <a:cubicBezTo>
                      <a:pt x="85" y="37"/>
                      <a:pt x="85" y="166"/>
                      <a:pt x="85" y="168"/>
                    </a:cubicBezTo>
                    <a:cubicBezTo>
                      <a:pt x="61" y="181"/>
                      <a:pt x="41" y="200"/>
                      <a:pt x="26" y="223"/>
                    </a:cubicBezTo>
                    <a:cubicBezTo>
                      <a:pt x="9" y="250"/>
                      <a:pt x="0" y="280"/>
                      <a:pt x="0" y="311"/>
                    </a:cubicBezTo>
                    <a:cubicBezTo>
                      <a:pt x="0" y="402"/>
                      <a:pt x="74" y="475"/>
                      <a:pt x="164" y="475"/>
                    </a:cubicBezTo>
                    <a:close/>
                    <a:moveTo>
                      <a:pt x="106" y="56"/>
                    </a:moveTo>
                    <a:cubicBezTo>
                      <a:pt x="218" y="76"/>
                      <a:pt x="218" y="76"/>
                      <a:pt x="218" y="76"/>
                    </a:cubicBezTo>
                    <a:cubicBezTo>
                      <a:pt x="218" y="99"/>
                      <a:pt x="218" y="99"/>
                      <a:pt x="218" y="99"/>
                    </a:cubicBezTo>
                    <a:cubicBezTo>
                      <a:pt x="106" y="79"/>
                      <a:pt x="106" y="79"/>
                      <a:pt x="106" y="79"/>
                    </a:cubicBezTo>
                    <a:lnTo>
                      <a:pt x="106" y="56"/>
                    </a:lnTo>
                    <a:close/>
                    <a:moveTo>
                      <a:pt x="106" y="100"/>
                    </a:moveTo>
                    <a:cubicBezTo>
                      <a:pt x="218" y="120"/>
                      <a:pt x="218" y="120"/>
                      <a:pt x="218" y="120"/>
                    </a:cubicBezTo>
                    <a:cubicBezTo>
                      <a:pt x="218" y="134"/>
                      <a:pt x="218" y="134"/>
                      <a:pt x="218" y="134"/>
                    </a:cubicBezTo>
                    <a:cubicBezTo>
                      <a:pt x="218" y="140"/>
                      <a:pt x="218" y="140"/>
                      <a:pt x="218" y="140"/>
                    </a:cubicBezTo>
                    <a:cubicBezTo>
                      <a:pt x="106" y="121"/>
                      <a:pt x="106" y="121"/>
                      <a:pt x="106" y="121"/>
                    </a:cubicBezTo>
                    <a:lnTo>
                      <a:pt x="106" y="100"/>
                    </a:lnTo>
                    <a:close/>
                    <a:moveTo>
                      <a:pt x="162" y="303"/>
                    </a:moveTo>
                    <a:cubicBezTo>
                      <a:pt x="161" y="304"/>
                      <a:pt x="159" y="305"/>
                      <a:pt x="158" y="306"/>
                    </a:cubicBezTo>
                    <a:cubicBezTo>
                      <a:pt x="157" y="305"/>
                      <a:pt x="156" y="304"/>
                      <a:pt x="154" y="303"/>
                    </a:cubicBezTo>
                    <a:cubicBezTo>
                      <a:pt x="149" y="301"/>
                      <a:pt x="143" y="299"/>
                      <a:pt x="137" y="298"/>
                    </a:cubicBezTo>
                    <a:cubicBezTo>
                      <a:pt x="142" y="263"/>
                      <a:pt x="144" y="203"/>
                      <a:pt x="145" y="169"/>
                    </a:cubicBezTo>
                    <a:cubicBezTo>
                      <a:pt x="145" y="160"/>
                      <a:pt x="145" y="152"/>
                      <a:pt x="146" y="149"/>
                    </a:cubicBezTo>
                    <a:cubicBezTo>
                      <a:pt x="171" y="153"/>
                      <a:pt x="171" y="153"/>
                      <a:pt x="171" y="153"/>
                    </a:cubicBezTo>
                    <a:cubicBezTo>
                      <a:pt x="171" y="157"/>
                      <a:pt x="171" y="163"/>
                      <a:pt x="171" y="169"/>
                    </a:cubicBezTo>
                    <a:cubicBezTo>
                      <a:pt x="172" y="203"/>
                      <a:pt x="174" y="263"/>
                      <a:pt x="179" y="298"/>
                    </a:cubicBezTo>
                    <a:cubicBezTo>
                      <a:pt x="173" y="299"/>
                      <a:pt x="167" y="301"/>
                      <a:pt x="162" y="303"/>
                    </a:cubicBezTo>
                    <a:close/>
                    <a:moveTo>
                      <a:pt x="167" y="334"/>
                    </a:moveTo>
                    <a:cubicBezTo>
                      <a:pt x="167" y="336"/>
                      <a:pt x="162" y="341"/>
                      <a:pt x="158" y="341"/>
                    </a:cubicBezTo>
                    <a:cubicBezTo>
                      <a:pt x="154" y="341"/>
                      <a:pt x="149" y="336"/>
                      <a:pt x="149" y="334"/>
                    </a:cubicBezTo>
                    <a:cubicBezTo>
                      <a:pt x="149" y="332"/>
                      <a:pt x="152" y="327"/>
                      <a:pt x="158" y="324"/>
                    </a:cubicBezTo>
                    <a:cubicBezTo>
                      <a:pt x="165" y="327"/>
                      <a:pt x="167" y="332"/>
                      <a:pt x="167" y="334"/>
                    </a:cubicBezTo>
                    <a:close/>
                    <a:moveTo>
                      <a:pt x="101" y="182"/>
                    </a:moveTo>
                    <a:cubicBezTo>
                      <a:pt x="107" y="180"/>
                      <a:pt x="107" y="180"/>
                      <a:pt x="107" y="180"/>
                    </a:cubicBezTo>
                    <a:cubicBezTo>
                      <a:pt x="107" y="142"/>
                      <a:pt x="107" y="142"/>
                      <a:pt x="107" y="142"/>
                    </a:cubicBezTo>
                    <a:cubicBezTo>
                      <a:pt x="136" y="147"/>
                      <a:pt x="136" y="147"/>
                      <a:pt x="136" y="147"/>
                    </a:cubicBezTo>
                    <a:cubicBezTo>
                      <a:pt x="136" y="152"/>
                      <a:pt x="136" y="160"/>
                      <a:pt x="136" y="169"/>
                    </a:cubicBezTo>
                    <a:cubicBezTo>
                      <a:pt x="135" y="206"/>
                      <a:pt x="132" y="268"/>
                      <a:pt x="128" y="298"/>
                    </a:cubicBezTo>
                    <a:cubicBezTo>
                      <a:pt x="121" y="298"/>
                      <a:pt x="114" y="301"/>
                      <a:pt x="109" y="306"/>
                    </a:cubicBezTo>
                    <a:cubicBezTo>
                      <a:pt x="103" y="311"/>
                      <a:pt x="99" y="319"/>
                      <a:pt x="97" y="329"/>
                    </a:cubicBezTo>
                    <a:cubicBezTo>
                      <a:pt x="96" y="337"/>
                      <a:pt x="98" y="345"/>
                      <a:pt x="103" y="350"/>
                    </a:cubicBezTo>
                    <a:cubicBezTo>
                      <a:pt x="109" y="355"/>
                      <a:pt x="118" y="355"/>
                      <a:pt x="126" y="340"/>
                    </a:cubicBezTo>
                    <a:cubicBezTo>
                      <a:pt x="129" y="334"/>
                      <a:pt x="132" y="325"/>
                      <a:pt x="134" y="313"/>
                    </a:cubicBezTo>
                    <a:cubicBezTo>
                      <a:pt x="138" y="314"/>
                      <a:pt x="143" y="315"/>
                      <a:pt x="146" y="316"/>
                    </a:cubicBezTo>
                    <a:cubicBezTo>
                      <a:pt x="141" y="323"/>
                      <a:pt x="140" y="331"/>
                      <a:pt x="140" y="335"/>
                    </a:cubicBezTo>
                    <a:cubicBezTo>
                      <a:pt x="141" y="346"/>
                      <a:pt x="149" y="357"/>
                      <a:pt x="158" y="357"/>
                    </a:cubicBezTo>
                    <a:cubicBezTo>
                      <a:pt x="167" y="357"/>
                      <a:pt x="176" y="346"/>
                      <a:pt x="176" y="335"/>
                    </a:cubicBezTo>
                    <a:cubicBezTo>
                      <a:pt x="176" y="331"/>
                      <a:pt x="176" y="323"/>
                      <a:pt x="170" y="316"/>
                    </a:cubicBezTo>
                    <a:cubicBezTo>
                      <a:pt x="174" y="315"/>
                      <a:pt x="178" y="314"/>
                      <a:pt x="182" y="313"/>
                    </a:cubicBezTo>
                    <a:cubicBezTo>
                      <a:pt x="184" y="325"/>
                      <a:pt x="187" y="334"/>
                      <a:pt x="190" y="340"/>
                    </a:cubicBezTo>
                    <a:cubicBezTo>
                      <a:pt x="199" y="355"/>
                      <a:pt x="208" y="355"/>
                      <a:pt x="213" y="350"/>
                    </a:cubicBezTo>
                    <a:cubicBezTo>
                      <a:pt x="218" y="345"/>
                      <a:pt x="220" y="337"/>
                      <a:pt x="219" y="329"/>
                    </a:cubicBezTo>
                    <a:cubicBezTo>
                      <a:pt x="217" y="319"/>
                      <a:pt x="214" y="311"/>
                      <a:pt x="208" y="306"/>
                    </a:cubicBezTo>
                    <a:cubicBezTo>
                      <a:pt x="202" y="301"/>
                      <a:pt x="196" y="298"/>
                      <a:pt x="189" y="298"/>
                    </a:cubicBezTo>
                    <a:cubicBezTo>
                      <a:pt x="184" y="268"/>
                      <a:pt x="182" y="206"/>
                      <a:pt x="181" y="169"/>
                    </a:cubicBezTo>
                    <a:cubicBezTo>
                      <a:pt x="180" y="164"/>
                      <a:pt x="180" y="159"/>
                      <a:pt x="180" y="155"/>
                    </a:cubicBezTo>
                    <a:cubicBezTo>
                      <a:pt x="218" y="161"/>
                      <a:pt x="218" y="161"/>
                      <a:pt x="218" y="161"/>
                    </a:cubicBezTo>
                    <a:cubicBezTo>
                      <a:pt x="219" y="179"/>
                      <a:pt x="219" y="179"/>
                      <a:pt x="219" y="179"/>
                    </a:cubicBezTo>
                    <a:cubicBezTo>
                      <a:pt x="224" y="181"/>
                      <a:pt x="224" y="181"/>
                      <a:pt x="224" y="181"/>
                    </a:cubicBezTo>
                    <a:cubicBezTo>
                      <a:pt x="275" y="205"/>
                      <a:pt x="307" y="256"/>
                      <a:pt x="307" y="311"/>
                    </a:cubicBezTo>
                    <a:cubicBezTo>
                      <a:pt x="307" y="390"/>
                      <a:pt x="243" y="454"/>
                      <a:pt x="164" y="454"/>
                    </a:cubicBezTo>
                    <a:cubicBezTo>
                      <a:pt x="85" y="454"/>
                      <a:pt x="21" y="390"/>
                      <a:pt x="21" y="311"/>
                    </a:cubicBezTo>
                    <a:cubicBezTo>
                      <a:pt x="21" y="256"/>
                      <a:pt x="52" y="207"/>
                      <a:pt x="101" y="182"/>
                    </a:cubicBezTo>
                    <a:close/>
                    <a:moveTo>
                      <a:pt x="125" y="314"/>
                    </a:moveTo>
                    <a:cubicBezTo>
                      <a:pt x="123" y="321"/>
                      <a:pt x="121" y="326"/>
                      <a:pt x="119" y="330"/>
                    </a:cubicBezTo>
                    <a:cubicBezTo>
                      <a:pt x="115" y="338"/>
                      <a:pt x="110" y="339"/>
                      <a:pt x="108" y="336"/>
                    </a:cubicBezTo>
                    <a:cubicBezTo>
                      <a:pt x="107" y="335"/>
                      <a:pt x="106" y="334"/>
                      <a:pt x="106" y="333"/>
                    </a:cubicBezTo>
                    <a:cubicBezTo>
                      <a:pt x="107" y="327"/>
                      <a:pt x="109" y="323"/>
                      <a:pt x="113" y="319"/>
                    </a:cubicBezTo>
                    <a:cubicBezTo>
                      <a:pt x="116" y="316"/>
                      <a:pt x="120" y="315"/>
                      <a:pt x="125" y="314"/>
                    </a:cubicBezTo>
                    <a:close/>
                    <a:moveTo>
                      <a:pt x="192" y="314"/>
                    </a:moveTo>
                    <a:cubicBezTo>
                      <a:pt x="196" y="315"/>
                      <a:pt x="200" y="316"/>
                      <a:pt x="203" y="319"/>
                    </a:cubicBezTo>
                    <a:cubicBezTo>
                      <a:pt x="207" y="323"/>
                      <a:pt x="209" y="327"/>
                      <a:pt x="210" y="333"/>
                    </a:cubicBezTo>
                    <a:cubicBezTo>
                      <a:pt x="210" y="334"/>
                      <a:pt x="210" y="335"/>
                      <a:pt x="208" y="336"/>
                    </a:cubicBezTo>
                    <a:cubicBezTo>
                      <a:pt x="206" y="339"/>
                      <a:pt x="202" y="338"/>
                      <a:pt x="197" y="330"/>
                    </a:cubicBezTo>
                    <a:cubicBezTo>
                      <a:pt x="195" y="326"/>
                      <a:pt x="193" y="321"/>
                      <a:pt x="192" y="31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3" name="Freeform 256">
                <a:extLst>
                  <a:ext uri="{FF2B5EF4-FFF2-40B4-BE49-F238E27FC236}">
                    <a16:creationId xmlns:a16="http://schemas.microsoft.com/office/drawing/2014/main" id="{E7FC6C63-F226-4EB2-84E7-8B458072EE4B}"/>
                  </a:ext>
                </a:extLst>
              </p:cNvPr>
              <p:cNvSpPr/>
              <p:nvPr/>
            </p:nvSpPr>
            <p:spPr bwMode="auto">
              <a:xfrm>
                <a:off x="-657967" y="1426370"/>
                <a:ext cx="298450" cy="79375"/>
              </a:xfrm>
              <a:custGeom>
                <a:avLst/>
                <a:gdLst>
                  <a:gd name="T0" fmla="*/ 0 w 94"/>
                  <a:gd name="T1" fmla="*/ 12 h 25"/>
                  <a:gd name="T2" fmla="*/ 13 w 94"/>
                  <a:gd name="T3" fmla="*/ 25 h 25"/>
                  <a:gd name="T4" fmla="*/ 81 w 94"/>
                  <a:gd name="T5" fmla="*/ 25 h 25"/>
                  <a:gd name="T6" fmla="*/ 94 w 94"/>
                  <a:gd name="T7" fmla="*/ 12 h 25"/>
                  <a:gd name="T8" fmla="*/ 81 w 94"/>
                  <a:gd name="T9" fmla="*/ 0 h 25"/>
                  <a:gd name="T10" fmla="*/ 13 w 94"/>
                  <a:gd name="T11" fmla="*/ 0 h 25"/>
                  <a:gd name="T12" fmla="*/ 0 w 94"/>
                  <a:gd name="T13" fmla="*/ 12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0" y="12"/>
                    </a:moveTo>
                    <a:cubicBezTo>
                      <a:pt x="0" y="19"/>
                      <a:pt x="6" y="25"/>
                      <a:pt x="13" y="25"/>
                    </a:cubicBezTo>
                    <a:cubicBezTo>
                      <a:pt x="81" y="25"/>
                      <a:pt x="81" y="25"/>
                      <a:pt x="81" y="25"/>
                    </a:cubicBezTo>
                    <a:cubicBezTo>
                      <a:pt x="88" y="25"/>
                      <a:pt x="94" y="19"/>
                      <a:pt x="94" y="12"/>
                    </a:cubicBezTo>
                    <a:cubicBezTo>
                      <a:pt x="94" y="6"/>
                      <a:pt x="88" y="0"/>
                      <a:pt x="81" y="0"/>
                    </a:cubicBezTo>
                    <a:cubicBezTo>
                      <a:pt x="13" y="0"/>
                      <a:pt x="13" y="0"/>
                      <a:pt x="13" y="0"/>
                    </a:cubicBezTo>
                    <a:cubicBezTo>
                      <a:pt x="6" y="0"/>
                      <a:pt x="0" y="6"/>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4" name="Freeform 257">
                <a:extLst>
                  <a:ext uri="{FF2B5EF4-FFF2-40B4-BE49-F238E27FC236}">
                    <a16:creationId xmlns:a16="http://schemas.microsoft.com/office/drawing/2014/main" id="{C97469DA-2044-4403-AF89-B08E9EE381A9}"/>
                  </a:ext>
                </a:extLst>
              </p:cNvPr>
              <p:cNvSpPr/>
              <p:nvPr/>
            </p:nvSpPr>
            <p:spPr bwMode="auto">
              <a:xfrm>
                <a:off x="-1353292" y="1980407"/>
                <a:ext cx="79375" cy="292100"/>
              </a:xfrm>
              <a:custGeom>
                <a:avLst/>
                <a:gdLst>
                  <a:gd name="T0" fmla="*/ 13 w 25"/>
                  <a:gd name="T1" fmla="*/ 0 h 92"/>
                  <a:gd name="T2" fmla="*/ 0 w 25"/>
                  <a:gd name="T3" fmla="*/ 13 h 92"/>
                  <a:gd name="T4" fmla="*/ 0 w 25"/>
                  <a:gd name="T5" fmla="*/ 79 h 92"/>
                  <a:gd name="T6" fmla="*/ 13 w 25"/>
                  <a:gd name="T7" fmla="*/ 92 h 92"/>
                  <a:gd name="T8" fmla="*/ 25 w 25"/>
                  <a:gd name="T9" fmla="*/ 79 h 92"/>
                  <a:gd name="T10" fmla="*/ 25 w 25"/>
                  <a:gd name="T11" fmla="*/ 13 h 92"/>
                  <a:gd name="T12" fmla="*/ 13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3" y="0"/>
                    </a:moveTo>
                    <a:cubicBezTo>
                      <a:pt x="6" y="0"/>
                      <a:pt x="0" y="6"/>
                      <a:pt x="0" y="13"/>
                    </a:cubicBezTo>
                    <a:cubicBezTo>
                      <a:pt x="0" y="79"/>
                      <a:pt x="0" y="79"/>
                      <a:pt x="0" y="79"/>
                    </a:cubicBezTo>
                    <a:cubicBezTo>
                      <a:pt x="0" y="86"/>
                      <a:pt x="6" y="92"/>
                      <a:pt x="13" y="92"/>
                    </a:cubicBezTo>
                    <a:cubicBezTo>
                      <a:pt x="20" y="92"/>
                      <a:pt x="25" y="86"/>
                      <a:pt x="25" y="79"/>
                    </a:cubicBezTo>
                    <a:cubicBezTo>
                      <a:pt x="25" y="13"/>
                      <a:pt x="25" y="13"/>
                      <a:pt x="25" y="13"/>
                    </a:cubicBezTo>
                    <a:cubicBezTo>
                      <a:pt x="25" y="6"/>
                      <a:pt x="20" y="0"/>
                      <a:pt x="1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5" name="Freeform 258">
                <a:extLst>
                  <a:ext uri="{FF2B5EF4-FFF2-40B4-BE49-F238E27FC236}">
                    <a16:creationId xmlns:a16="http://schemas.microsoft.com/office/drawing/2014/main" id="{6271CA86-81C4-4F95-9EBD-FFB1FE3E302D}"/>
                  </a:ext>
                </a:extLst>
              </p:cNvPr>
              <p:cNvSpPr/>
              <p:nvPr/>
            </p:nvSpPr>
            <p:spPr bwMode="auto">
              <a:xfrm>
                <a:off x="-2178792" y="1391445"/>
                <a:ext cx="298450" cy="76200"/>
              </a:xfrm>
              <a:custGeom>
                <a:avLst/>
                <a:gdLst>
                  <a:gd name="T0" fmla="*/ 13 w 94"/>
                  <a:gd name="T1" fmla="*/ 24 h 24"/>
                  <a:gd name="T2" fmla="*/ 81 w 94"/>
                  <a:gd name="T3" fmla="*/ 24 h 24"/>
                  <a:gd name="T4" fmla="*/ 94 w 94"/>
                  <a:gd name="T5" fmla="*/ 12 h 24"/>
                  <a:gd name="T6" fmla="*/ 81 w 94"/>
                  <a:gd name="T7" fmla="*/ 0 h 24"/>
                  <a:gd name="T8" fmla="*/ 13 w 94"/>
                  <a:gd name="T9" fmla="*/ 0 h 24"/>
                  <a:gd name="T10" fmla="*/ 0 w 94"/>
                  <a:gd name="T11" fmla="*/ 12 h 24"/>
                  <a:gd name="T12" fmla="*/ 13 w 94"/>
                  <a:gd name="T13" fmla="*/ 24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13" y="24"/>
                    </a:moveTo>
                    <a:cubicBezTo>
                      <a:pt x="81" y="24"/>
                      <a:pt x="81" y="24"/>
                      <a:pt x="81" y="24"/>
                    </a:cubicBezTo>
                    <a:cubicBezTo>
                      <a:pt x="88" y="24"/>
                      <a:pt x="94" y="19"/>
                      <a:pt x="94" y="12"/>
                    </a:cubicBezTo>
                    <a:cubicBezTo>
                      <a:pt x="94" y="5"/>
                      <a:pt x="88" y="0"/>
                      <a:pt x="81" y="0"/>
                    </a:cubicBezTo>
                    <a:cubicBezTo>
                      <a:pt x="13" y="0"/>
                      <a:pt x="13" y="0"/>
                      <a:pt x="13" y="0"/>
                    </a:cubicBezTo>
                    <a:cubicBezTo>
                      <a:pt x="6" y="0"/>
                      <a:pt x="0" y="5"/>
                      <a:pt x="0" y="12"/>
                    </a:cubicBezTo>
                    <a:cubicBezTo>
                      <a:pt x="0" y="19"/>
                      <a:pt x="6" y="24"/>
                      <a:pt x="13" y="24"/>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6" name="Freeform 259">
                <a:extLst>
                  <a:ext uri="{FF2B5EF4-FFF2-40B4-BE49-F238E27FC236}">
                    <a16:creationId xmlns:a16="http://schemas.microsoft.com/office/drawing/2014/main" id="{CFDEE292-A034-48A5-845E-37308746395B}"/>
                  </a:ext>
                </a:extLst>
              </p:cNvPr>
              <p:cNvSpPr/>
              <p:nvPr/>
            </p:nvSpPr>
            <p:spPr bwMode="auto">
              <a:xfrm>
                <a:off x="-2007342" y="797720"/>
                <a:ext cx="266700" cy="212725"/>
              </a:xfrm>
              <a:custGeom>
                <a:avLst/>
                <a:gdLst>
                  <a:gd name="T0" fmla="*/ 7 w 84"/>
                  <a:gd name="T1" fmla="*/ 22 h 67"/>
                  <a:gd name="T2" fmla="*/ 62 w 84"/>
                  <a:gd name="T3" fmla="*/ 63 h 67"/>
                  <a:gd name="T4" fmla="*/ 79 w 84"/>
                  <a:gd name="T5" fmla="*/ 60 h 67"/>
                  <a:gd name="T6" fmla="*/ 77 w 84"/>
                  <a:gd name="T7" fmla="*/ 43 h 67"/>
                  <a:gd name="T8" fmla="*/ 22 w 84"/>
                  <a:gd name="T9" fmla="*/ 3 h 67"/>
                  <a:gd name="T10" fmla="*/ 15 w 84"/>
                  <a:gd name="T11" fmla="*/ 0 h 67"/>
                  <a:gd name="T12" fmla="*/ 5 w 84"/>
                  <a:gd name="T13" fmla="*/ 5 h 67"/>
                  <a:gd name="T14" fmla="*/ 7 w 84"/>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7" y="22"/>
                    </a:moveTo>
                    <a:cubicBezTo>
                      <a:pt x="62" y="63"/>
                      <a:pt x="62" y="63"/>
                      <a:pt x="62" y="63"/>
                    </a:cubicBezTo>
                    <a:cubicBezTo>
                      <a:pt x="67" y="67"/>
                      <a:pt x="75" y="66"/>
                      <a:pt x="79" y="60"/>
                    </a:cubicBezTo>
                    <a:cubicBezTo>
                      <a:pt x="84" y="55"/>
                      <a:pt x="83" y="47"/>
                      <a:pt x="77" y="43"/>
                    </a:cubicBezTo>
                    <a:cubicBezTo>
                      <a:pt x="22" y="3"/>
                      <a:pt x="22" y="3"/>
                      <a:pt x="22" y="3"/>
                    </a:cubicBezTo>
                    <a:cubicBezTo>
                      <a:pt x="20" y="1"/>
                      <a:pt x="17" y="0"/>
                      <a:pt x="15" y="0"/>
                    </a:cubicBezTo>
                    <a:cubicBezTo>
                      <a:pt x="11" y="0"/>
                      <a:pt x="7" y="2"/>
                      <a:pt x="5" y="5"/>
                    </a:cubicBezTo>
                    <a:cubicBezTo>
                      <a:pt x="0" y="10"/>
                      <a:pt x="1" y="18"/>
                      <a:pt x="7"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7" name="Freeform 260">
                <a:extLst>
                  <a:ext uri="{FF2B5EF4-FFF2-40B4-BE49-F238E27FC236}">
                    <a16:creationId xmlns:a16="http://schemas.microsoft.com/office/drawing/2014/main" id="{EE72D7DE-D763-4E64-B4C9-FCDB41B24F19}"/>
                  </a:ext>
                </a:extLst>
              </p:cNvPr>
              <p:cNvSpPr/>
              <p:nvPr/>
            </p:nvSpPr>
            <p:spPr bwMode="auto">
              <a:xfrm>
                <a:off x="-791317" y="797720"/>
                <a:ext cx="266700" cy="212725"/>
              </a:xfrm>
              <a:custGeom>
                <a:avLst/>
                <a:gdLst>
                  <a:gd name="T0" fmla="*/ 22 w 84"/>
                  <a:gd name="T1" fmla="*/ 63 h 67"/>
                  <a:gd name="T2" fmla="*/ 77 w 84"/>
                  <a:gd name="T3" fmla="*/ 22 h 67"/>
                  <a:gd name="T4" fmla="*/ 79 w 84"/>
                  <a:gd name="T5" fmla="*/ 5 h 67"/>
                  <a:gd name="T6" fmla="*/ 69 w 84"/>
                  <a:gd name="T7" fmla="*/ 0 h 67"/>
                  <a:gd name="T8" fmla="*/ 62 w 84"/>
                  <a:gd name="T9" fmla="*/ 3 h 67"/>
                  <a:gd name="T10" fmla="*/ 7 w 84"/>
                  <a:gd name="T11" fmla="*/ 43 h 67"/>
                  <a:gd name="T12" fmla="*/ 5 w 84"/>
                  <a:gd name="T13" fmla="*/ 60 h 67"/>
                  <a:gd name="T14" fmla="*/ 22 w 84"/>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 h="67">
                    <a:moveTo>
                      <a:pt x="22" y="63"/>
                    </a:moveTo>
                    <a:cubicBezTo>
                      <a:pt x="77" y="22"/>
                      <a:pt x="77" y="22"/>
                      <a:pt x="77" y="22"/>
                    </a:cubicBezTo>
                    <a:cubicBezTo>
                      <a:pt x="83" y="18"/>
                      <a:pt x="84" y="10"/>
                      <a:pt x="79" y="5"/>
                    </a:cubicBezTo>
                    <a:cubicBezTo>
                      <a:pt x="77" y="2"/>
                      <a:pt x="73" y="0"/>
                      <a:pt x="69" y="0"/>
                    </a:cubicBezTo>
                    <a:cubicBezTo>
                      <a:pt x="67" y="0"/>
                      <a:pt x="64" y="1"/>
                      <a:pt x="62" y="3"/>
                    </a:cubicBezTo>
                    <a:cubicBezTo>
                      <a:pt x="7" y="43"/>
                      <a:pt x="7" y="43"/>
                      <a:pt x="7" y="43"/>
                    </a:cubicBezTo>
                    <a:cubicBezTo>
                      <a:pt x="2" y="47"/>
                      <a:pt x="0" y="55"/>
                      <a:pt x="5" y="60"/>
                    </a:cubicBezTo>
                    <a:cubicBezTo>
                      <a:pt x="9" y="66"/>
                      <a:pt x="17"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8" name="Freeform 261">
                <a:extLst>
                  <a:ext uri="{FF2B5EF4-FFF2-40B4-BE49-F238E27FC236}">
                    <a16:creationId xmlns:a16="http://schemas.microsoft.com/office/drawing/2014/main" id="{1C4414B3-78F4-4A2D-B10F-1DAC6173EF53}"/>
                  </a:ext>
                </a:extLst>
              </p:cNvPr>
              <p:cNvSpPr/>
              <p:nvPr/>
            </p:nvSpPr>
            <p:spPr bwMode="auto">
              <a:xfrm>
                <a:off x="-1956542" y="1856582"/>
                <a:ext cx="244475" cy="231775"/>
              </a:xfrm>
              <a:custGeom>
                <a:avLst/>
                <a:gdLst>
                  <a:gd name="T0" fmla="*/ 63 w 77"/>
                  <a:gd name="T1" fmla="*/ 0 h 73"/>
                  <a:gd name="T2" fmla="*/ 54 w 77"/>
                  <a:gd name="T3" fmla="*/ 3 h 73"/>
                  <a:gd name="T4" fmla="*/ 5 w 77"/>
                  <a:gd name="T5" fmla="*/ 51 h 73"/>
                  <a:gd name="T6" fmla="*/ 5 w 77"/>
                  <a:gd name="T7" fmla="*/ 68 h 73"/>
                  <a:gd name="T8" fmla="*/ 23 w 77"/>
                  <a:gd name="T9" fmla="*/ 68 h 73"/>
                  <a:gd name="T10" fmla="*/ 72 w 77"/>
                  <a:gd name="T11" fmla="*/ 21 h 73"/>
                  <a:gd name="T12" fmla="*/ 72 w 77"/>
                  <a:gd name="T13" fmla="*/ 3 h 73"/>
                  <a:gd name="T14" fmla="*/ 63 w 77"/>
                  <a:gd name="T15" fmla="*/ 0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63" y="0"/>
                    </a:moveTo>
                    <a:cubicBezTo>
                      <a:pt x="60" y="0"/>
                      <a:pt x="56" y="1"/>
                      <a:pt x="54" y="3"/>
                    </a:cubicBezTo>
                    <a:cubicBezTo>
                      <a:pt x="5" y="51"/>
                      <a:pt x="5" y="51"/>
                      <a:pt x="5" y="51"/>
                    </a:cubicBezTo>
                    <a:cubicBezTo>
                      <a:pt x="0" y="55"/>
                      <a:pt x="0" y="63"/>
                      <a:pt x="5" y="68"/>
                    </a:cubicBezTo>
                    <a:cubicBezTo>
                      <a:pt x="10" y="73"/>
                      <a:pt x="18" y="73"/>
                      <a:pt x="23" y="68"/>
                    </a:cubicBezTo>
                    <a:cubicBezTo>
                      <a:pt x="72" y="21"/>
                      <a:pt x="72" y="21"/>
                      <a:pt x="72" y="21"/>
                    </a:cubicBezTo>
                    <a:cubicBezTo>
                      <a:pt x="77" y="16"/>
                      <a:pt x="77" y="8"/>
                      <a:pt x="72" y="3"/>
                    </a:cubicBezTo>
                    <a:cubicBezTo>
                      <a:pt x="69" y="1"/>
                      <a:pt x="66" y="0"/>
                      <a:pt x="63"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79" name="Freeform 262">
                <a:extLst>
                  <a:ext uri="{FF2B5EF4-FFF2-40B4-BE49-F238E27FC236}">
                    <a16:creationId xmlns:a16="http://schemas.microsoft.com/office/drawing/2014/main" id="{D76433E9-AFAC-4537-AA37-1E99B5518F11}"/>
                  </a:ext>
                </a:extLst>
              </p:cNvPr>
              <p:cNvSpPr/>
              <p:nvPr/>
            </p:nvSpPr>
            <p:spPr bwMode="auto">
              <a:xfrm>
                <a:off x="-845292" y="1856582"/>
                <a:ext cx="244475" cy="231775"/>
              </a:xfrm>
              <a:custGeom>
                <a:avLst/>
                <a:gdLst>
                  <a:gd name="T0" fmla="*/ 23 w 77"/>
                  <a:gd name="T1" fmla="*/ 3 h 73"/>
                  <a:gd name="T2" fmla="*/ 14 w 77"/>
                  <a:gd name="T3" fmla="*/ 0 h 73"/>
                  <a:gd name="T4" fmla="*/ 5 w 77"/>
                  <a:gd name="T5" fmla="*/ 3 h 73"/>
                  <a:gd name="T6" fmla="*/ 5 w 77"/>
                  <a:gd name="T7" fmla="*/ 21 h 73"/>
                  <a:gd name="T8" fmla="*/ 54 w 77"/>
                  <a:gd name="T9" fmla="*/ 68 h 73"/>
                  <a:gd name="T10" fmla="*/ 72 w 77"/>
                  <a:gd name="T11" fmla="*/ 68 h 73"/>
                  <a:gd name="T12" fmla="*/ 72 w 77"/>
                  <a:gd name="T13" fmla="*/ 51 h 73"/>
                  <a:gd name="T14" fmla="*/ 23 w 77"/>
                  <a:gd name="T15" fmla="*/ 3 h 7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7" h="73">
                    <a:moveTo>
                      <a:pt x="23" y="3"/>
                    </a:moveTo>
                    <a:cubicBezTo>
                      <a:pt x="21" y="1"/>
                      <a:pt x="17" y="0"/>
                      <a:pt x="14" y="0"/>
                    </a:cubicBezTo>
                    <a:cubicBezTo>
                      <a:pt x="11" y="0"/>
                      <a:pt x="8" y="1"/>
                      <a:pt x="5" y="3"/>
                    </a:cubicBezTo>
                    <a:cubicBezTo>
                      <a:pt x="0" y="8"/>
                      <a:pt x="0" y="16"/>
                      <a:pt x="5" y="21"/>
                    </a:cubicBezTo>
                    <a:cubicBezTo>
                      <a:pt x="54" y="68"/>
                      <a:pt x="54" y="68"/>
                      <a:pt x="54" y="68"/>
                    </a:cubicBezTo>
                    <a:cubicBezTo>
                      <a:pt x="59" y="73"/>
                      <a:pt x="67" y="73"/>
                      <a:pt x="72" y="68"/>
                    </a:cubicBezTo>
                    <a:cubicBezTo>
                      <a:pt x="77" y="63"/>
                      <a:pt x="77" y="55"/>
                      <a:pt x="72" y="51"/>
                    </a:cubicBezTo>
                    <a:lnTo>
                      <a:pt x="23" y="3"/>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70" name="直接连接符 69">
              <a:extLst>
                <a:ext uri="{FF2B5EF4-FFF2-40B4-BE49-F238E27FC236}">
                  <a16:creationId xmlns:a16="http://schemas.microsoft.com/office/drawing/2014/main" id="{B31C570C-79E3-4D6C-8A69-2CAD75B7AB56}"/>
                </a:ext>
              </a:extLst>
            </p:cNvPr>
            <p:cNvCxnSpPr>
              <a:cxnSpLocks/>
            </p:cNvCxnSpPr>
            <p:nvPr/>
          </p:nvCxnSpPr>
          <p:spPr>
            <a:xfrm flipH="1" flipV="1">
              <a:off x="3353935" y="-2335032"/>
              <a:ext cx="31921" cy="4330523"/>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grpSp>
        <p:nvGrpSpPr>
          <p:cNvPr id="80" name="组合 79">
            <a:extLst>
              <a:ext uri="{FF2B5EF4-FFF2-40B4-BE49-F238E27FC236}">
                <a16:creationId xmlns:a16="http://schemas.microsoft.com/office/drawing/2014/main" id="{657C8332-9253-4E73-B9BC-37D7BD69230F}"/>
              </a:ext>
            </a:extLst>
          </p:cNvPr>
          <p:cNvGrpSpPr/>
          <p:nvPr/>
        </p:nvGrpSpPr>
        <p:grpSpPr>
          <a:xfrm>
            <a:off x="11088321" y="-156717"/>
            <a:ext cx="1090069" cy="3100177"/>
            <a:chOff x="693612" y="-428263"/>
            <a:chExt cx="1045159" cy="2972458"/>
          </a:xfrm>
        </p:grpSpPr>
        <p:grpSp>
          <p:nvGrpSpPr>
            <p:cNvPr id="81" name="组合 80">
              <a:extLst>
                <a:ext uri="{FF2B5EF4-FFF2-40B4-BE49-F238E27FC236}">
                  <a16:creationId xmlns:a16="http://schemas.microsoft.com/office/drawing/2014/main" id="{EE88FC5A-A770-43DF-9606-D55467D7C025}"/>
                </a:ext>
              </a:extLst>
            </p:cNvPr>
            <p:cNvGrpSpPr/>
            <p:nvPr/>
          </p:nvGrpSpPr>
          <p:grpSpPr>
            <a:xfrm>
              <a:off x="693612" y="1462555"/>
              <a:ext cx="1045159" cy="1081640"/>
              <a:chOff x="-5944343" y="-364331"/>
              <a:chExt cx="1819275" cy="1882776"/>
            </a:xfrm>
          </p:grpSpPr>
          <p:sp>
            <p:nvSpPr>
              <p:cNvPr id="83" name="Freeform 264">
                <a:extLst>
                  <a:ext uri="{FF2B5EF4-FFF2-40B4-BE49-F238E27FC236}">
                    <a16:creationId xmlns:a16="http://schemas.microsoft.com/office/drawing/2014/main" id="{16082A0A-1E01-4D66-88F2-82DE0EDF2097}"/>
                  </a:ext>
                </a:extLst>
              </p:cNvPr>
              <p:cNvSpPr/>
              <p:nvPr/>
            </p:nvSpPr>
            <p:spPr bwMode="auto">
              <a:xfrm>
                <a:off x="-5544293" y="-364331"/>
                <a:ext cx="1041400" cy="1514475"/>
              </a:xfrm>
              <a:custGeom>
                <a:avLst/>
                <a:gdLst>
                  <a:gd name="T0" fmla="*/ 302 w 328"/>
                  <a:gd name="T1" fmla="*/ 223 h 476"/>
                  <a:gd name="T2" fmla="*/ 240 w 328"/>
                  <a:gd name="T3" fmla="*/ 167 h 476"/>
                  <a:gd name="T4" fmla="*/ 240 w 328"/>
                  <a:gd name="T5" fmla="*/ 38 h 476"/>
                  <a:gd name="T6" fmla="*/ 237 w 328"/>
                  <a:gd name="T7" fmla="*/ 31 h 476"/>
                  <a:gd name="T8" fmla="*/ 166 w 328"/>
                  <a:gd name="T9" fmla="*/ 0 h 476"/>
                  <a:gd name="T10" fmla="*/ 89 w 328"/>
                  <a:gd name="T11" fmla="*/ 30 h 476"/>
                  <a:gd name="T12" fmla="*/ 86 w 328"/>
                  <a:gd name="T13" fmla="*/ 38 h 476"/>
                  <a:gd name="T14" fmla="*/ 85 w 328"/>
                  <a:gd name="T15" fmla="*/ 168 h 476"/>
                  <a:gd name="T16" fmla="*/ 26 w 328"/>
                  <a:gd name="T17" fmla="*/ 224 h 476"/>
                  <a:gd name="T18" fmla="*/ 0 w 328"/>
                  <a:gd name="T19" fmla="*/ 312 h 476"/>
                  <a:gd name="T20" fmla="*/ 164 w 328"/>
                  <a:gd name="T21" fmla="*/ 476 h 476"/>
                  <a:gd name="T22" fmla="*/ 328 w 328"/>
                  <a:gd name="T23" fmla="*/ 312 h 476"/>
                  <a:gd name="T24" fmla="*/ 302 w 328"/>
                  <a:gd name="T25" fmla="*/ 223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28" h="476">
                    <a:moveTo>
                      <a:pt x="302" y="223"/>
                    </a:moveTo>
                    <a:cubicBezTo>
                      <a:pt x="286" y="199"/>
                      <a:pt x="265" y="180"/>
                      <a:pt x="240" y="167"/>
                    </a:cubicBezTo>
                    <a:cubicBezTo>
                      <a:pt x="240" y="166"/>
                      <a:pt x="240" y="38"/>
                      <a:pt x="240" y="38"/>
                    </a:cubicBezTo>
                    <a:cubicBezTo>
                      <a:pt x="240" y="35"/>
                      <a:pt x="239" y="33"/>
                      <a:pt x="237" y="31"/>
                    </a:cubicBezTo>
                    <a:cubicBezTo>
                      <a:pt x="236" y="30"/>
                      <a:pt x="211" y="0"/>
                      <a:pt x="166" y="0"/>
                    </a:cubicBezTo>
                    <a:cubicBezTo>
                      <a:pt x="121" y="0"/>
                      <a:pt x="90" y="29"/>
                      <a:pt x="89" y="30"/>
                    </a:cubicBezTo>
                    <a:cubicBezTo>
                      <a:pt x="87" y="32"/>
                      <a:pt x="86" y="35"/>
                      <a:pt x="86" y="38"/>
                    </a:cubicBezTo>
                    <a:cubicBezTo>
                      <a:pt x="86" y="38"/>
                      <a:pt x="86" y="167"/>
                      <a:pt x="85" y="168"/>
                    </a:cubicBezTo>
                    <a:cubicBezTo>
                      <a:pt x="61" y="182"/>
                      <a:pt x="41" y="201"/>
                      <a:pt x="26" y="224"/>
                    </a:cubicBezTo>
                    <a:cubicBezTo>
                      <a:pt x="9" y="250"/>
                      <a:pt x="0" y="281"/>
                      <a:pt x="0" y="312"/>
                    </a:cubicBezTo>
                    <a:cubicBezTo>
                      <a:pt x="0" y="402"/>
                      <a:pt x="74" y="476"/>
                      <a:pt x="164" y="476"/>
                    </a:cubicBezTo>
                    <a:cubicBezTo>
                      <a:pt x="255" y="476"/>
                      <a:pt x="328" y="402"/>
                      <a:pt x="328" y="312"/>
                    </a:cubicBezTo>
                    <a:cubicBezTo>
                      <a:pt x="328" y="280"/>
                      <a:pt x="319" y="249"/>
                      <a:pt x="302" y="223"/>
                    </a:cubicBezTo>
                    <a:close/>
                  </a:path>
                </a:pathLst>
              </a:custGeom>
              <a:solidFill>
                <a:schemeClr val="accent3">
                  <a:lumMod val="40000"/>
                  <a:lumOff val="6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000000"/>
                  </a:solidFill>
                  <a:effectLst/>
                  <a:uLnTx/>
                  <a:uFillTx/>
                  <a:latin typeface="Agency FB"/>
                  <a:ea typeface="方正细谭黑简体"/>
                  <a:cs typeface="+mn-ea"/>
                  <a:sym typeface="+mn-lt"/>
                </a:endParaRPr>
              </a:p>
            </p:txBody>
          </p:sp>
          <p:sp>
            <p:nvSpPr>
              <p:cNvPr id="84" name="Freeform 265">
                <a:extLst>
                  <a:ext uri="{FF2B5EF4-FFF2-40B4-BE49-F238E27FC236}">
                    <a16:creationId xmlns:a16="http://schemas.microsoft.com/office/drawing/2014/main" id="{149E68C9-46F0-48F6-BE66-BD29CC4C1458}"/>
                  </a:ext>
                </a:extLst>
              </p:cNvPr>
              <p:cNvSpPr>
                <a:spLocks noEditPoints="1"/>
              </p:cNvSpPr>
              <p:nvPr/>
            </p:nvSpPr>
            <p:spPr bwMode="auto">
              <a:xfrm>
                <a:off x="-5544293" y="-364331"/>
                <a:ext cx="1038225" cy="1514475"/>
              </a:xfrm>
              <a:custGeom>
                <a:avLst/>
                <a:gdLst>
                  <a:gd name="T0" fmla="*/ 327 w 327"/>
                  <a:gd name="T1" fmla="*/ 312 h 476"/>
                  <a:gd name="T2" fmla="*/ 239 w 327"/>
                  <a:gd name="T3" fmla="*/ 167 h 476"/>
                  <a:gd name="T4" fmla="*/ 237 w 327"/>
                  <a:gd name="T5" fmla="*/ 31 h 476"/>
                  <a:gd name="T6" fmla="*/ 88 w 327"/>
                  <a:gd name="T7" fmla="*/ 30 h 476"/>
                  <a:gd name="T8" fmla="*/ 84 w 327"/>
                  <a:gd name="T9" fmla="*/ 168 h 476"/>
                  <a:gd name="T10" fmla="*/ 0 w 327"/>
                  <a:gd name="T11" fmla="*/ 312 h 476"/>
                  <a:gd name="T12" fmla="*/ 106 w 327"/>
                  <a:gd name="T13" fmla="*/ 56 h 476"/>
                  <a:gd name="T14" fmla="*/ 218 w 327"/>
                  <a:gd name="T15" fmla="*/ 100 h 476"/>
                  <a:gd name="T16" fmla="*/ 106 w 327"/>
                  <a:gd name="T17" fmla="*/ 56 h 476"/>
                  <a:gd name="T18" fmla="*/ 218 w 327"/>
                  <a:gd name="T19" fmla="*/ 121 h 476"/>
                  <a:gd name="T20" fmla="*/ 218 w 327"/>
                  <a:gd name="T21" fmla="*/ 141 h 476"/>
                  <a:gd name="T22" fmla="*/ 106 w 327"/>
                  <a:gd name="T23" fmla="*/ 101 h 476"/>
                  <a:gd name="T24" fmla="*/ 158 w 327"/>
                  <a:gd name="T25" fmla="*/ 307 h 476"/>
                  <a:gd name="T26" fmla="*/ 137 w 327"/>
                  <a:gd name="T27" fmla="*/ 299 h 476"/>
                  <a:gd name="T28" fmla="*/ 145 w 327"/>
                  <a:gd name="T29" fmla="*/ 149 h 476"/>
                  <a:gd name="T30" fmla="*/ 171 w 327"/>
                  <a:gd name="T31" fmla="*/ 170 h 476"/>
                  <a:gd name="T32" fmla="*/ 162 w 327"/>
                  <a:gd name="T33" fmla="*/ 304 h 476"/>
                  <a:gd name="T34" fmla="*/ 158 w 327"/>
                  <a:gd name="T35" fmla="*/ 342 h 476"/>
                  <a:gd name="T36" fmla="*/ 158 w 327"/>
                  <a:gd name="T37" fmla="*/ 324 h 476"/>
                  <a:gd name="T38" fmla="*/ 101 w 327"/>
                  <a:gd name="T39" fmla="*/ 183 h 476"/>
                  <a:gd name="T40" fmla="*/ 106 w 327"/>
                  <a:gd name="T41" fmla="*/ 143 h 476"/>
                  <a:gd name="T42" fmla="*/ 135 w 327"/>
                  <a:gd name="T43" fmla="*/ 170 h 476"/>
                  <a:gd name="T44" fmla="*/ 108 w 327"/>
                  <a:gd name="T45" fmla="*/ 307 h 476"/>
                  <a:gd name="T46" fmla="*/ 103 w 327"/>
                  <a:gd name="T47" fmla="*/ 351 h 476"/>
                  <a:gd name="T48" fmla="*/ 134 w 327"/>
                  <a:gd name="T49" fmla="*/ 314 h 476"/>
                  <a:gd name="T50" fmla="*/ 140 w 327"/>
                  <a:gd name="T51" fmla="*/ 335 h 476"/>
                  <a:gd name="T52" fmla="*/ 176 w 327"/>
                  <a:gd name="T53" fmla="*/ 335 h 476"/>
                  <a:gd name="T54" fmla="*/ 181 w 327"/>
                  <a:gd name="T55" fmla="*/ 314 h 476"/>
                  <a:gd name="T56" fmla="*/ 212 w 327"/>
                  <a:gd name="T57" fmla="*/ 351 h 476"/>
                  <a:gd name="T58" fmla="*/ 207 w 327"/>
                  <a:gd name="T59" fmla="*/ 307 h 476"/>
                  <a:gd name="T60" fmla="*/ 180 w 327"/>
                  <a:gd name="T61" fmla="*/ 170 h 476"/>
                  <a:gd name="T62" fmla="*/ 218 w 327"/>
                  <a:gd name="T63" fmla="*/ 162 h 476"/>
                  <a:gd name="T64" fmla="*/ 224 w 327"/>
                  <a:gd name="T65" fmla="*/ 182 h 476"/>
                  <a:gd name="T66" fmla="*/ 163 w 327"/>
                  <a:gd name="T67" fmla="*/ 455 h 476"/>
                  <a:gd name="T68" fmla="*/ 101 w 327"/>
                  <a:gd name="T69" fmla="*/ 183 h 476"/>
                  <a:gd name="T70" fmla="*/ 119 w 327"/>
                  <a:gd name="T71" fmla="*/ 331 h 476"/>
                  <a:gd name="T72" fmla="*/ 106 w 327"/>
                  <a:gd name="T73" fmla="*/ 333 h 476"/>
                  <a:gd name="T74" fmla="*/ 124 w 327"/>
                  <a:gd name="T75" fmla="*/ 315 h 476"/>
                  <a:gd name="T76" fmla="*/ 203 w 327"/>
                  <a:gd name="T77" fmla="*/ 320 h 476"/>
                  <a:gd name="T78" fmla="*/ 208 w 327"/>
                  <a:gd name="T79" fmla="*/ 337 h 476"/>
                  <a:gd name="T80" fmla="*/ 191 w 327"/>
                  <a:gd name="T81" fmla="*/ 315 h 4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7" h="476">
                    <a:moveTo>
                      <a:pt x="163" y="476"/>
                    </a:moveTo>
                    <a:cubicBezTo>
                      <a:pt x="254" y="476"/>
                      <a:pt x="327" y="402"/>
                      <a:pt x="327" y="312"/>
                    </a:cubicBezTo>
                    <a:cubicBezTo>
                      <a:pt x="327" y="280"/>
                      <a:pt x="318" y="249"/>
                      <a:pt x="301" y="223"/>
                    </a:cubicBezTo>
                    <a:cubicBezTo>
                      <a:pt x="285" y="199"/>
                      <a:pt x="264" y="180"/>
                      <a:pt x="239" y="167"/>
                    </a:cubicBezTo>
                    <a:cubicBezTo>
                      <a:pt x="239" y="166"/>
                      <a:pt x="239" y="38"/>
                      <a:pt x="239" y="38"/>
                    </a:cubicBezTo>
                    <a:cubicBezTo>
                      <a:pt x="239" y="35"/>
                      <a:pt x="238" y="33"/>
                      <a:pt x="237" y="31"/>
                    </a:cubicBezTo>
                    <a:cubicBezTo>
                      <a:pt x="235" y="30"/>
                      <a:pt x="210" y="0"/>
                      <a:pt x="165" y="0"/>
                    </a:cubicBezTo>
                    <a:cubicBezTo>
                      <a:pt x="120" y="0"/>
                      <a:pt x="89" y="29"/>
                      <a:pt x="88" y="30"/>
                    </a:cubicBezTo>
                    <a:cubicBezTo>
                      <a:pt x="86" y="32"/>
                      <a:pt x="85" y="35"/>
                      <a:pt x="85" y="38"/>
                    </a:cubicBezTo>
                    <a:cubicBezTo>
                      <a:pt x="85" y="38"/>
                      <a:pt x="85" y="167"/>
                      <a:pt x="84" y="168"/>
                    </a:cubicBezTo>
                    <a:cubicBezTo>
                      <a:pt x="60" y="182"/>
                      <a:pt x="40" y="201"/>
                      <a:pt x="25" y="224"/>
                    </a:cubicBezTo>
                    <a:cubicBezTo>
                      <a:pt x="8" y="250"/>
                      <a:pt x="0" y="281"/>
                      <a:pt x="0" y="312"/>
                    </a:cubicBezTo>
                    <a:cubicBezTo>
                      <a:pt x="0" y="402"/>
                      <a:pt x="73" y="476"/>
                      <a:pt x="163" y="476"/>
                    </a:cubicBezTo>
                    <a:close/>
                    <a:moveTo>
                      <a:pt x="106" y="56"/>
                    </a:moveTo>
                    <a:cubicBezTo>
                      <a:pt x="218" y="76"/>
                      <a:pt x="218" y="76"/>
                      <a:pt x="218" y="76"/>
                    </a:cubicBezTo>
                    <a:cubicBezTo>
                      <a:pt x="218" y="100"/>
                      <a:pt x="218" y="100"/>
                      <a:pt x="218" y="100"/>
                    </a:cubicBezTo>
                    <a:cubicBezTo>
                      <a:pt x="106" y="80"/>
                      <a:pt x="106" y="80"/>
                      <a:pt x="106" y="80"/>
                    </a:cubicBezTo>
                    <a:lnTo>
                      <a:pt x="106" y="56"/>
                    </a:lnTo>
                    <a:close/>
                    <a:moveTo>
                      <a:pt x="106" y="101"/>
                    </a:moveTo>
                    <a:cubicBezTo>
                      <a:pt x="218" y="121"/>
                      <a:pt x="218" y="121"/>
                      <a:pt x="218" y="121"/>
                    </a:cubicBezTo>
                    <a:cubicBezTo>
                      <a:pt x="218" y="134"/>
                      <a:pt x="218" y="134"/>
                      <a:pt x="218" y="134"/>
                    </a:cubicBezTo>
                    <a:cubicBezTo>
                      <a:pt x="218" y="141"/>
                      <a:pt x="218" y="141"/>
                      <a:pt x="218" y="141"/>
                    </a:cubicBezTo>
                    <a:cubicBezTo>
                      <a:pt x="106" y="122"/>
                      <a:pt x="106" y="122"/>
                      <a:pt x="106" y="122"/>
                    </a:cubicBezTo>
                    <a:lnTo>
                      <a:pt x="106" y="101"/>
                    </a:lnTo>
                    <a:close/>
                    <a:moveTo>
                      <a:pt x="162" y="304"/>
                    </a:moveTo>
                    <a:cubicBezTo>
                      <a:pt x="160" y="305"/>
                      <a:pt x="159" y="306"/>
                      <a:pt x="158" y="307"/>
                    </a:cubicBezTo>
                    <a:cubicBezTo>
                      <a:pt x="156" y="306"/>
                      <a:pt x="155" y="305"/>
                      <a:pt x="154" y="304"/>
                    </a:cubicBezTo>
                    <a:cubicBezTo>
                      <a:pt x="149" y="302"/>
                      <a:pt x="143" y="300"/>
                      <a:pt x="137" y="299"/>
                    </a:cubicBezTo>
                    <a:cubicBezTo>
                      <a:pt x="142" y="264"/>
                      <a:pt x="144" y="204"/>
                      <a:pt x="145" y="170"/>
                    </a:cubicBezTo>
                    <a:cubicBezTo>
                      <a:pt x="145" y="161"/>
                      <a:pt x="145" y="153"/>
                      <a:pt x="145" y="149"/>
                    </a:cubicBezTo>
                    <a:cubicBezTo>
                      <a:pt x="170" y="154"/>
                      <a:pt x="170" y="154"/>
                      <a:pt x="170" y="154"/>
                    </a:cubicBezTo>
                    <a:cubicBezTo>
                      <a:pt x="170" y="158"/>
                      <a:pt x="171" y="163"/>
                      <a:pt x="171" y="170"/>
                    </a:cubicBezTo>
                    <a:cubicBezTo>
                      <a:pt x="171" y="204"/>
                      <a:pt x="174" y="264"/>
                      <a:pt x="179" y="299"/>
                    </a:cubicBezTo>
                    <a:cubicBezTo>
                      <a:pt x="173" y="300"/>
                      <a:pt x="167" y="302"/>
                      <a:pt x="162" y="304"/>
                    </a:cubicBezTo>
                    <a:close/>
                    <a:moveTo>
                      <a:pt x="166" y="334"/>
                    </a:moveTo>
                    <a:cubicBezTo>
                      <a:pt x="166" y="337"/>
                      <a:pt x="161" y="342"/>
                      <a:pt x="158" y="342"/>
                    </a:cubicBezTo>
                    <a:cubicBezTo>
                      <a:pt x="154" y="342"/>
                      <a:pt x="149" y="337"/>
                      <a:pt x="149" y="334"/>
                    </a:cubicBezTo>
                    <a:cubicBezTo>
                      <a:pt x="149" y="332"/>
                      <a:pt x="151" y="328"/>
                      <a:pt x="158" y="324"/>
                    </a:cubicBezTo>
                    <a:cubicBezTo>
                      <a:pt x="164" y="328"/>
                      <a:pt x="167" y="332"/>
                      <a:pt x="166" y="334"/>
                    </a:cubicBezTo>
                    <a:close/>
                    <a:moveTo>
                      <a:pt x="101" y="183"/>
                    </a:moveTo>
                    <a:cubicBezTo>
                      <a:pt x="106" y="180"/>
                      <a:pt x="106" y="180"/>
                      <a:pt x="106" y="180"/>
                    </a:cubicBezTo>
                    <a:cubicBezTo>
                      <a:pt x="106" y="143"/>
                      <a:pt x="106" y="143"/>
                      <a:pt x="106" y="143"/>
                    </a:cubicBezTo>
                    <a:cubicBezTo>
                      <a:pt x="136" y="148"/>
                      <a:pt x="136" y="148"/>
                      <a:pt x="136" y="148"/>
                    </a:cubicBezTo>
                    <a:cubicBezTo>
                      <a:pt x="136" y="153"/>
                      <a:pt x="135" y="161"/>
                      <a:pt x="135" y="170"/>
                    </a:cubicBezTo>
                    <a:cubicBezTo>
                      <a:pt x="134" y="207"/>
                      <a:pt x="132" y="268"/>
                      <a:pt x="127" y="299"/>
                    </a:cubicBezTo>
                    <a:cubicBezTo>
                      <a:pt x="120" y="299"/>
                      <a:pt x="113" y="302"/>
                      <a:pt x="108" y="307"/>
                    </a:cubicBezTo>
                    <a:cubicBezTo>
                      <a:pt x="102" y="312"/>
                      <a:pt x="98" y="320"/>
                      <a:pt x="97" y="329"/>
                    </a:cubicBezTo>
                    <a:cubicBezTo>
                      <a:pt x="95" y="338"/>
                      <a:pt x="98" y="346"/>
                      <a:pt x="103" y="351"/>
                    </a:cubicBezTo>
                    <a:cubicBezTo>
                      <a:pt x="108" y="356"/>
                      <a:pt x="117" y="356"/>
                      <a:pt x="125" y="341"/>
                    </a:cubicBezTo>
                    <a:cubicBezTo>
                      <a:pt x="129" y="335"/>
                      <a:pt x="132" y="326"/>
                      <a:pt x="134" y="314"/>
                    </a:cubicBezTo>
                    <a:cubicBezTo>
                      <a:pt x="138" y="314"/>
                      <a:pt x="142" y="315"/>
                      <a:pt x="146" y="317"/>
                    </a:cubicBezTo>
                    <a:cubicBezTo>
                      <a:pt x="140" y="324"/>
                      <a:pt x="139" y="332"/>
                      <a:pt x="140" y="335"/>
                    </a:cubicBezTo>
                    <a:cubicBezTo>
                      <a:pt x="140" y="346"/>
                      <a:pt x="148" y="358"/>
                      <a:pt x="158" y="358"/>
                    </a:cubicBezTo>
                    <a:cubicBezTo>
                      <a:pt x="167" y="358"/>
                      <a:pt x="175" y="346"/>
                      <a:pt x="176" y="335"/>
                    </a:cubicBezTo>
                    <a:cubicBezTo>
                      <a:pt x="176" y="332"/>
                      <a:pt x="175" y="324"/>
                      <a:pt x="170" y="317"/>
                    </a:cubicBezTo>
                    <a:cubicBezTo>
                      <a:pt x="173" y="315"/>
                      <a:pt x="177" y="314"/>
                      <a:pt x="181" y="314"/>
                    </a:cubicBezTo>
                    <a:cubicBezTo>
                      <a:pt x="184" y="326"/>
                      <a:pt x="186" y="335"/>
                      <a:pt x="190" y="341"/>
                    </a:cubicBezTo>
                    <a:cubicBezTo>
                      <a:pt x="198" y="356"/>
                      <a:pt x="207" y="356"/>
                      <a:pt x="212" y="351"/>
                    </a:cubicBezTo>
                    <a:cubicBezTo>
                      <a:pt x="217" y="346"/>
                      <a:pt x="220" y="338"/>
                      <a:pt x="218" y="329"/>
                    </a:cubicBezTo>
                    <a:cubicBezTo>
                      <a:pt x="217" y="320"/>
                      <a:pt x="213" y="312"/>
                      <a:pt x="207" y="307"/>
                    </a:cubicBezTo>
                    <a:cubicBezTo>
                      <a:pt x="202" y="302"/>
                      <a:pt x="195" y="299"/>
                      <a:pt x="188" y="299"/>
                    </a:cubicBezTo>
                    <a:cubicBezTo>
                      <a:pt x="184" y="268"/>
                      <a:pt x="181" y="207"/>
                      <a:pt x="180" y="170"/>
                    </a:cubicBezTo>
                    <a:cubicBezTo>
                      <a:pt x="180" y="165"/>
                      <a:pt x="180" y="160"/>
                      <a:pt x="180" y="155"/>
                    </a:cubicBezTo>
                    <a:cubicBezTo>
                      <a:pt x="218" y="162"/>
                      <a:pt x="218" y="162"/>
                      <a:pt x="218" y="162"/>
                    </a:cubicBezTo>
                    <a:cubicBezTo>
                      <a:pt x="218" y="179"/>
                      <a:pt x="218" y="179"/>
                      <a:pt x="218" y="179"/>
                    </a:cubicBezTo>
                    <a:cubicBezTo>
                      <a:pt x="224" y="182"/>
                      <a:pt x="224" y="182"/>
                      <a:pt x="224" y="182"/>
                    </a:cubicBezTo>
                    <a:cubicBezTo>
                      <a:pt x="274" y="206"/>
                      <a:pt x="307" y="257"/>
                      <a:pt x="307" y="312"/>
                    </a:cubicBezTo>
                    <a:cubicBezTo>
                      <a:pt x="307" y="391"/>
                      <a:pt x="242" y="455"/>
                      <a:pt x="163" y="455"/>
                    </a:cubicBezTo>
                    <a:cubicBezTo>
                      <a:pt x="84" y="455"/>
                      <a:pt x="20" y="391"/>
                      <a:pt x="20" y="312"/>
                    </a:cubicBezTo>
                    <a:cubicBezTo>
                      <a:pt x="20" y="257"/>
                      <a:pt x="51" y="208"/>
                      <a:pt x="101" y="183"/>
                    </a:cubicBezTo>
                    <a:close/>
                    <a:moveTo>
                      <a:pt x="124" y="315"/>
                    </a:moveTo>
                    <a:cubicBezTo>
                      <a:pt x="122" y="321"/>
                      <a:pt x="121" y="327"/>
                      <a:pt x="119" y="331"/>
                    </a:cubicBezTo>
                    <a:cubicBezTo>
                      <a:pt x="114" y="339"/>
                      <a:pt x="110" y="339"/>
                      <a:pt x="107" y="337"/>
                    </a:cubicBezTo>
                    <a:cubicBezTo>
                      <a:pt x="106" y="336"/>
                      <a:pt x="106" y="335"/>
                      <a:pt x="106" y="333"/>
                    </a:cubicBezTo>
                    <a:cubicBezTo>
                      <a:pt x="107" y="328"/>
                      <a:pt x="109" y="323"/>
                      <a:pt x="112" y="320"/>
                    </a:cubicBezTo>
                    <a:cubicBezTo>
                      <a:pt x="116" y="317"/>
                      <a:pt x="120" y="315"/>
                      <a:pt x="124" y="315"/>
                    </a:cubicBezTo>
                    <a:close/>
                    <a:moveTo>
                      <a:pt x="191" y="315"/>
                    </a:moveTo>
                    <a:cubicBezTo>
                      <a:pt x="196" y="315"/>
                      <a:pt x="199" y="317"/>
                      <a:pt x="203" y="320"/>
                    </a:cubicBezTo>
                    <a:cubicBezTo>
                      <a:pt x="206" y="323"/>
                      <a:pt x="209" y="328"/>
                      <a:pt x="209" y="333"/>
                    </a:cubicBezTo>
                    <a:cubicBezTo>
                      <a:pt x="210" y="335"/>
                      <a:pt x="209" y="336"/>
                      <a:pt x="208" y="337"/>
                    </a:cubicBezTo>
                    <a:cubicBezTo>
                      <a:pt x="206" y="339"/>
                      <a:pt x="201" y="339"/>
                      <a:pt x="197" y="331"/>
                    </a:cubicBezTo>
                    <a:cubicBezTo>
                      <a:pt x="195" y="327"/>
                      <a:pt x="193" y="321"/>
                      <a:pt x="191" y="31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5" name="Freeform 266">
                <a:extLst>
                  <a:ext uri="{FF2B5EF4-FFF2-40B4-BE49-F238E27FC236}">
                    <a16:creationId xmlns:a16="http://schemas.microsoft.com/office/drawing/2014/main" id="{A87B9AB4-F1C2-4452-805E-C17DE4A9F0C4}"/>
                  </a:ext>
                </a:extLst>
              </p:cNvPr>
              <p:cNvSpPr/>
              <p:nvPr/>
            </p:nvSpPr>
            <p:spPr bwMode="auto">
              <a:xfrm>
                <a:off x="-4423518" y="672307"/>
                <a:ext cx="298450" cy="76200"/>
              </a:xfrm>
              <a:custGeom>
                <a:avLst/>
                <a:gdLst>
                  <a:gd name="T0" fmla="*/ 0 w 94"/>
                  <a:gd name="T1" fmla="*/ 12 h 24"/>
                  <a:gd name="T2" fmla="*/ 13 w 94"/>
                  <a:gd name="T3" fmla="*/ 24 h 24"/>
                  <a:gd name="T4" fmla="*/ 82 w 94"/>
                  <a:gd name="T5" fmla="*/ 24 h 24"/>
                  <a:gd name="T6" fmla="*/ 94 w 94"/>
                  <a:gd name="T7" fmla="*/ 12 h 24"/>
                  <a:gd name="T8" fmla="*/ 82 w 94"/>
                  <a:gd name="T9" fmla="*/ 0 h 24"/>
                  <a:gd name="T10" fmla="*/ 13 w 94"/>
                  <a:gd name="T11" fmla="*/ 0 h 24"/>
                  <a:gd name="T12" fmla="*/ 0 w 94"/>
                  <a:gd name="T13" fmla="*/ 12 h 24"/>
                </a:gdLst>
                <a:ahLst/>
                <a:cxnLst>
                  <a:cxn ang="0">
                    <a:pos x="T0" y="T1"/>
                  </a:cxn>
                  <a:cxn ang="0">
                    <a:pos x="T2" y="T3"/>
                  </a:cxn>
                  <a:cxn ang="0">
                    <a:pos x="T4" y="T5"/>
                  </a:cxn>
                  <a:cxn ang="0">
                    <a:pos x="T6" y="T7"/>
                  </a:cxn>
                  <a:cxn ang="0">
                    <a:pos x="T8" y="T9"/>
                  </a:cxn>
                  <a:cxn ang="0">
                    <a:pos x="T10" y="T11"/>
                  </a:cxn>
                  <a:cxn ang="0">
                    <a:pos x="T12" y="T13"/>
                  </a:cxn>
                </a:cxnLst>
                <a:rect l="0" t="0" r="r" b="b"/>
                <a:pathLst>
                  <a:path w="94" h="24">
                    <a:moveTo>
                      <a:pt x="0" y="12"/>
                    </a:moveTo>
                    <a:cubicBezTo>
                      <a:pt x="0" y="19"/>
                      <a:pt x="6" y="24"/>
                      <a:pt x="13" y="24"/>
                    </a:cubicBezTo>
                    <a:cubicBezTo>
                      <a:pt x="82" y="24"/>
                      <a:pt x="82" y="24"/>
                      <a:pt x="82" y="24"/>
                    </a:cubicBezTo>
                    <a:cubicBezTo>
                      <a:pt x="89" y="24"/>
                      <a:pt x="94" y="19"/>
                      <a:pt x="94" y="12"/>
                    </a:cubicBezTo>
                    <a:cubicBezTo>
                      <a:pt x="94" y="5"/>
                      <a:pt x="89" y="0"/>
                      <a:pt x="82" y="0"/>
                    </a:cubicBezTo>
                    <a:cubicBezTo>
                      <a:pt x="13" y="0"/>
                      <a:pt x="13" y="0"/>
                      <a:pt x="13" y="0"/>
                    </a:cubicBezTo>
                    <a:cubicBezTo>
                      <a:pt x="6" y="0"/>
                      <a:pt x="0" y="5"/>
                      <a:pt x="0" y="1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6" name="Freeform 267">
                <a:extLst>
                  <a:ext uri="{FF2B5EF4-FFF2-40B4-BE49-F238E27FC236}">
                    <a16:creationId xmlns:a16="http://schemas.microsoft.com/office/drawing/2014/main" id="{F4F25064-C5CC-4B35-A796-D86C6D09D8F6}"/>
                  </a:ext>
                </a:extLst>
              </p:cNvPr>
              <p:cNvSpPr/>
              <p:nvPr/>
            </p:nvSpPr>
            <p:spPr bwMode="auto">
              <a:xfrm>
                <a:off x="-5115668" y="1226345"/>
                <a:ext cx="79375" cy="292100"/>
              </a:xfrm>
              <a:custGeom>
                <a:avLst/>
                <a:gdLst>
                  <a:gd name="T0" fmla="*/ 12 w 25"/>
                  <a:gd name="T1" fmla="*/ 0 h 92"/>
                  <a:gd name="T2" fmla="*/ 0 w 25"/>
                  <a:gd name="T3" fmla="*/ 12 h 92"/>
                  <a:gd name="T4" fmla="*/ 0 w 25"/>
                  <a:gd name="T5" fmla="*/ 79 h 92"/>
                  <a:gd name="T6" fmla="*/ 12 w 25"/>
                  <a:gd name="T7" fmla="*/ 92 h 92"/>
                  <a:gd name="T8" fmla="*/ 25 w 25"/>
                  <a:gd name="T9" fmla="*/ 79 h 92"/>
                  <a:gd name="T10" fmla="*/ 25 w 25"/>
                  <a:gd name="T11" fmla="*/ 12 h 92"/>
                  <a:gd name="T12" fmla="*/ 12 w 25"/>
                  <a:gd name="T13" fmla="*/ 0 h 92"/>
                </a:gdLst>
                <a:ahLst/>
                <a:cxnLst>
                  <a:cxn ang="0">
                    <a:pos x="T0" y="T1"/>
                  </a:cxn>
                  <a:cxn ang="0">
                    <a:pos x="T2" y="T3"/>
                  </a:cxn>
                  <a:cxn ang="0">
                    <a:pos x="T4" y="T5"/>
                  </a:cxn>
                  <a:cxn ang="0">
                    <a:pos x="T6" y="T7"/>
                  </a:cxn>
                  <a:cxn ang="0">
                    <a:pos x="T8" y="T9"/>
                  </a:cxn>
                  <a:cxn ang="0">
                    <a:pos x="T10" y="T11"/>
                  </a:cxn>
                  <a:cxn ang="0">
                    <a:pos x="T12" y="T13"/>
                  </a:cxn>
                </a:cxnLst>
                <a:rect l="0" t="0" r="r" b="b"/>
                <a:pathLst>
                  <a:path w="25" h="92">
                    <a:moveTo>
                      <a:pt x="12" y="0"/>
                    </a:moveTo>
                    <a:cubicBezTo>
                      <a:pt x="5" y="0"/>
                      <a:pt x="0" y="5"/>
                      <a:pt x="0" y="12"/>
                    </a:cubicBezTo>
                    <a:cubicBezTo>
                      <a:pt x="0" y="79"/>
                      <a:pt x="0" y="79"/>
                      <a:pt x="0" y="79"/>
                    </a:cubicBezTo>
                    <a:cubicBezTo>
                      <a:pt x="0" y="86"/>
                      <a:pt x="5" y="92"/>
                      <a:pt x="12" y="92"/>
                    </a:cubicBezTo>
                    <a:cubicBezTo>
                      <a:pt x="19" y="92"/>
                      <a:pt x="25" y="86"/>
                      <a:pt x="25" y="79"/>
                    </a:cubicBezTo>
                    <a:cubicBezTo>
                      <a:pt x="25" y="12"/>
                      <a:pt x="25" y="12"/>
                      <a:pt x="25" y="12"/>
                    </a:cubicBezTo>
                    <a:cubicBezTo>
                      <a:pt x="25" y="5"/>
                      <a:pt x="19" y="0"/>
                      <a:pt x="1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7" name="Freeform 268">
                <a:extLst>
                  <a:ext uri="{FF2B5EF4-FFF2-40B4-BE49-F238E27FC236}">
                    <a16:creationId xmlns:a16="http://schemas.microsoft.com/office/drawing/2014/main" id="{87C5E695-68B5-49A4-AEF5-8D234810B08F}"/>
                  </a:ext>
                </a:extLst>
              </p:cNvPr>
              <p:cNvSpPr/>
              <p:nvPr/>
            </p:nvSpPr>
            <p:spPr bwMode="auto">
              <a:xfrm>
                <a:off x="-5944343" y="634207"/>
                <a:ext cx="298450" cy="79375"/>
              </a:xfrm>
              <a:custGeom>
                <a:avLst/>
                <a:gdLst>
                  <a:gd name="T0" fmla="*/ 13 w 94"/>
                  <a:gd name="T1" fmla="*/ 25 h 25"/>
                  <a:gd name="T2" fmla="*/ 82 w 94"/>
                  <a:gd name="T3" fmla="*/ 25 h 25"/>
                  <a:gd name="T4" fmla="*/ 94 w 94"/>
                  <a:gd name="T5" fmla="*/ 13 h 25"/>
                  <a:gd name="T6" fmla="*/ 82 w 94"/>
                  <a:gd name="T7" fmla="*/ 0 h 25"/>
                  <a:gd name="T8" fmla="*/ 13 w 94"/>
                  <a:gd name="T9" fmla="*/ 0 h 25"/>
                  <a:gd name="T10" fmla="*/ 0 w 94"/>
                  <a:gd name="T11" fmla="*/ 13 h 25"/>
                  <a:gd name="T12" fmla="*/ 13 w 94"/>
                  <a:gd name="T13" fmla="*/ 25 h 25"/>
                </a:gdLst>
                <a:ahLst/>
                <a:cxnLst>
                  <a:cxn ang="0">
                    <a:pos x="T0" y="T1"/>
                  </a:cxn>
                  <a:cxn ang="0">
                    <a:pos x="T2" y="T3"/>
                  </a:cxn>
                  <a:cxn ang="0">
                    <a:pos x="T4" y="T5"/>
                  </a:cxn>
                  <a:cxn ang="0">
                    <a:pos x="T6" y="T7"/>
                  </a:cxn>
                  <a:cxn ang="0">
                    <a:pos x="T8" y="T9"/>
                  </a:cxn>
                  <a:cxn ang="0">
                    <a:pos x="T10" y="T11"/>
                  </a:cxn>
                  <a:cxn ang="0">
                    <a:pos x="T12" y="T13"/>
                  </a:cxn>
                </a:cxnLst>
                <a:rect l="0" t="0" r="r" b="b"/>
                <a:pathLst>
                  <a:path w="94" h="25">
                    <a:moveTo>
                      <a:pt x="13" y="25"/>
                    </a:moveTo>
                    <a:cubicBezTo>
                      <a:pt x="82" y="25"/>
                      <a:pt x="82" y="25"/>
                      <a:pt x="82" y="25"/>
                    </a:cubicBezTo>
                    <a:cubicBezTo>
                      <a:pt x="89" y="25"/>
                      <a:pt x="94" y="20"/>
                      <a:pt x="94" y="13"/>
                    </a:cubicBezTo>
                    <a:cubicBezTo>
                      <a:pt x="94" y="6"/>
                      <a:pt x="89" y="0"/>
                      <a:pt x="82" y="0"/>
                    </a:cubicBezTo>
                    <a:cubicBezTo>
                      <a:pt x="13" y="0"/>
                      <a:pt x="13" y="0"/>
                      <a:pt x="13" y="0"/>
                    </a:cubicBezTo>
                    <a:cubicBezTo>
                      <a:pt x="6" y="0"/>
                      <a:pt x="0" y="6"/>
                      <a:pt x="0" y="13"/>
                    </a:cubicBezTo>
                    <a:cubicBezTo>
                      <a:pt x="0" y="20"/>
                      <a:pt x="6" y="25"/>
                      <a:pt x="13" y="25"/>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8" name="Freeform 269">
                <a:extLst>
                  <a:ext uri="{FF2B5EF4-FFF2-40B4-BE49-F238E27FC236}">
                    <a16:creationId xmlns:a16="http://schemas.microsoft.com/office/drawing/2014/main" id="{E957080D-7096-4BA2-8B35-C55B86807FB3}"/>
                  </a:ext>
                </a:extLst>
              </p:cNvPr>
              <p:cNvSpPr/>
              <p:nvPr/>
            </p:nvSpPr>
            <p:spPr bwMode="auto">
              <a:xfrm>
                <a:off x="-5769718" y="43657"/>
                <a:ext cx="263525" cy="212725"/>
              </a:xfrm>
              <a:custGeom>
                <a:avLst/>
                <a:gdLst>
                  <a:gd name="T0" fmla="*/ 6 w 83"/>
                  <a:gd name="T1" fmla="*/ 22 h 67"/>
                  <a:gd name="T2" fmla="*/ 61 w 83"/>
                  <a:gd name="T3" fmla="*/ 63 h 67"/>
                  <a:gd name="T4" fmla="*/ 79 w 83"/>
                  <a:gd name="T5" fmla="*/ 60 h 67"/>
                  <a:gd name="T6" fmla="*/ 76 w 83"/>
                  <a:gd name="T7" fmla="*/ 43 h 67"/>
                  <a:gd name="T8" fmla="*/ 22 w 83"/>
                  <a:gd name="T9" fmla="*/ 2 h 67"/>
                  <a:gd name="T10" fmla="*/ 14 w 83"/>
                  <a:gd name="T11" fmla="*/ 0 h 67"/>
                  <a:gd name="T12" fmla="*/ 4 w 83"/>
                  <a:gd name="T13" fmla="*/ 5 h 67"/>
                  <a:gd name="T14" fmla="*/ 6 w 83"/>
                  <a:gd name="T15" fmla="*/ 22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6" y="22"/>
                    </a:moveTo>
                    <a:cubicBezTo>
                      <a:pt x="61" y="63"/>
                      <a:pt x="61" y="63"/>
                      <a:pt x="61" y="63"/>
                    </a:cubicBezTo>
                    <a:cubicBezTo>
                      <a:pt x="67" y="67"/>
                      <a:pt x="75" y="66"/>
                      <a:pt x="79" y="60"/>
                    </a:cubicBezTo>
                    <a:cubicBezTo>
                      <a:pt x="83" y="55"/>
                      <a:pt x="82" y="47"/>
                      <a:pt x="76" y="43"/>
                    </a:cubicBezTo>
                    <a:cubicBezTo>
                      <a:pt x="22" y="2"/>
                      <a:pt x="22" y="2"/>
                      <a:pt x="22" y="2"/>
                    </a:cubicBezTo>
                    <a:cubicBezTo>
                      <a:pt x="19" y="1"/>
                      <a:pt x="17" y="0"/>
                      <a:pt x="14" y="0"/>
                    </a:cubicBezTo>
                    <a:cubicBezTo>
                      <a:pt x="10" y="0"/>
                      <a:pt x="6" y="2"/>
                      <a:pt x="4" y="5"/>
                    </a:cubicBezTo>
                    <a:cubicBezTo>
                      <a:pt x="0" y="10"/>
                      <a:pt x="1" y="18"/>
                      <a:pt x="6" y="22"/>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89" name="Freeform 270">
                <a:extLst>
                  <a:ext uri="{FF2B5EF4-FFF2-40B4-BE49-F238E27FC236}">
                    <a16:creationId xmlns:a16="http://schemas.microsoft.com/office/drawing/2014/main" id="{1AD6E0CB-FBEB-438E-B9FD-F487C4B25D8E}"/>
                  </a:ext>
                </a:extLst>
              </p:cNvPr>
              <p:cNvSpPr/>
              <p:nvPr/>
            </p:nvSpPr>
            <p:spPr bwMode="auto">
              <a:xfrm>
                <a:off x="-4553693" y="43657"/>
                <a:ext cx="263525" cy="212725"/>
              </a:xfrm>
              <a:custGeom>
                <a:avLst/>
                <a:gdLst>
                  <a:gd name="T0" fmla="*/ 22 w 83"/>
                  <a:gd name="T1" fmla="*/ 63 h 67"/>
                  <a:gd name="T2" fmla="*/ 77 w 83"/>
                  <a:gd name="T3" fmla="*/ 22 h 67"/>
                  <a:gd name="T4" fmla="*/ 79 w 83"/>
                  <a:gd name="T5" fmla="*/ 5 h 67"/>
                  <a:gd name="T6" fmla="*/ 69 w 83"/>
                  <a:gd name="T7" fmla="*/ 0 h 67"/>
                  <a:gd name="T8" fmla="*/ 61 w 83"/>
                  <a:gd name="T9" fmla="*/ 2 h 67"/>
                  <a:gd name="T10" fmla="*/ 7 w 83"/>
                  <a:gd name="T11" fmla="*/ 43 h 67"/>
                  <a:gd name="T12" fmla="*/ 4 w 83"/>
                  <a:gd name="T13" fmla="*/ 60 h 67"/>
                  <a:gd name="T14" fmla="*/ 22 w 83"/>
                  <a:gd name="T15" fmla="*/ 63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 h="67">
                    <a:moveTo>
                      <a:pt x="22" y="63"/>
                    </a:moveTo>
                    <a:cubicBezTo>
                      <a:pt x="77" y="22"/>
                      <a:pt x="77" y="22"/>
                      <a:pt x="77" y="22"/>
                    </a:cubicBezTo>
                    <a:cubicBezTo>
                      <a:pt x="82" y="18"/>
                      <a:pt x="83" y="10"/>
                      <a:pt x="79" y="5"/>
                    </a:cubicBezTo>
                    <a:cubicBezTo>
                      <a:pt x="76" y="2"/>
                      <a:pt x="73" y="0"/>
                      <a:pt x="69" y="0"/>
                    </a:cubicBezTo>
                    <a:cubicBezTo>
                      <a:pt x="66" y="0"/>
                      <a:pt x="64" y="1"/>
                      <a:pt x="61" y="2"/>
                    </a:cubicBezTo>
                    <a:cubicBezTo>
                      <a:pt x="7" y="43"/>
                      <a:pt x="7" y="43"/>
                      <a:pt x="7" y="43"/>
                    </a:cubicBezTo>
                    <a:cubicBezTo>
                      <a:pt x="1" y="47"/>
                      <a:pt x="0" y="55"/>
                      <a:pt x="4" y="60"/>
                    </a:cubicBezTo>
                    <a:cubicBezTo>
                      <a:pt x="8" y="66"/>
                      <a:pt x="16" y="67"/>
                      <a:pt x="22" y="63"/>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90" name="Freeform 271">
                <a:extLst>
                  <a:ext uri="{FF2B5EF4-FFF2-40B4-BE49-F238E27FC236}">
                    <a16:creationId xmlns:a16="http://schemas.microsoft.com/office/drawing/2014/main" id="{B7353353-19D6-4D1D-9E4A-8203E8C40675}"/>
                  </a:ext>
                </a:extLst>
              </p:cNvPr>
              <p:cNvSpPr/>
              <p:nvPr/>
            </p:nvSpPr>
            <p:spPr bwMode="auto">
              <a:xfrm>
                <a:off x="-5718918" y="1099345"/>
                <a:ext cx="241300" cy="234950"/>
              </a:xfrm>
              <a:custGeom>
                <a:avLst/>
                <a:gdLst>
                  <a:gd name="T0" fmla="*/ 62 w 76"/>
                  <a:gd name="T1" fmla="*/ 0 h 74"/>
                  <a:gd name="T2" fmla="*/ 53 w 76"/>
                  <a:gd name="T3" fmla="*/ 4 h 74"/>
                  <a:gd name="T4" fmla="*/ 5 w 76"/>
                  <a:gd name="T5" fmla="*/ 51 h 74"/>
                  <a:gd name="T6" fmla="*/ 5 w 76"/>
                  <a:gd name="T7" fmla="*/ 69 h 74"/>
                  <a:gd name="T8" fmla="*/ 23 w 76"/>
                  <a:gd name="T9" fmla="*/ 69 h 74"/>
                  <a:gd name="T10" fmla="*/ 71 w 76"/>
                  <a:gd name="T11" fmla="*/ 22 h 74"/>
                  <a:gd name="T12" fmla="*/ 71 w 76"/>
                  <a:gd name="T13" fmla="*/ 4 h 74"/>
                  <a:gd name="T14" fmla="*/ 62 w 76"/>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62" y="0"/>
                    </a:moveTo>
                    <a:cubicBezTo>
                      <a:pt x="59" y="0"/>
                      <a:pt x="56" y="2"/>
                      <a:pt x="53" y="4"/>
                    </a:cubicBezTo>
                    <a:cubicBezTo>
                      <a:pt x="5" y="51"/>
                      <a:pt x="5" y="51"/>
                      <a:pt x="5" y="51"/>
                    </a:cubicBezTo>
                    <a:cubicBezTo>
                      <a:pt x="0" y="56"/>
                      <a:pt x="0" y="64"/>
                      <a:pt x="5" y="69"/>
                    </a:cubicBezTo>
                    <a:cubicBezTo>
                      <a:pt x="10" y="74"/>
                      <a:pt x="18" y="74"/>
                      <a:pt x="23" y="69"/>
                    </a:cubicBezTo>
                    <a:cubicBezTo>
                      <a:pt x="71" y="22"/>
                      <a:pt x="71" y="22"/>
                      <a:pt x="71" y="22"/>
                    </a:cubicBezTo>
                    <a:cubicBezTo>
                      <a:pt x="76" y="17"/>
                      <a:pt x="76" y="9"/>
                      <a:pt x="71" y="4"/>
                    </a:cubicBezTo>
                    <a:cubicBezTo>
                      <a:pt x="69" y="2"/>
                      <a:pt x="66" y="0"/>
                      <a:pt x="62" y="0"/>
                    </a:cubicBez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sp>
            <p:nvSpPr>
              <p:cNvPr id="91" name="Freeform 272">
                <a:extLst>
                  <a:ext uri="{FF2B5EF4-FFF2-40B4-BE49-F238E27FC236}">
                    <a16:creationId xmlns:a16="http://schemas.microsoft.com/office/drawing/2014/main" id="{DAEFD14D-2F09-476B-88FF-31200F0E6BDA}"/>
                  </a:ext>
                </a:extLst>
              </p:cNvPr>
              <p:cNvSpPr/>
              <p:nvPr/>
            </p:nvSpPr>
            <p:spPr bwMode="auto">
              <a:xfrm>
                <a:off x="-4607668" y="1099345"/>
                <a:ext cx="241300" cy="234950"/>
              </a:xfrm>
              <a:custGeom>
                <a:avLst/>
                <a:gdLst>
                  <a:gd name="T0" fmla="*/ 23 w 76"/>
                  <a:gd name="T1" fmla="*/ 4 h 74"/>
                  <a:gd name="T2" fmla="*/ 14 w 76"/>
                  <a:gd name="T3" fmla="*/ 0 h 74"/>
                  <a:gd name="T4" fmla="*/ 5 w 76"/>
                  <a:gd name="T5" fmla="*/ 4 h 74"/>
                  <a:gd name="T6" fmla="*/ 5 w 76"/>
                  <a:gd name="T7" fmla="*/ 22 h 74"/>
                  <a:gd name="T8" fmla="*/ 53 w 76"/>
                  <a:gd name="T9" fmla="*/ 69 h 74"/>
                  <a:gd name="T10" fmla="*/ 71 w 76"/>
                  <a:gd name="T11" fmla="*/ 69 h 74"/>
                  <a:gd name="T12" fmla="*/ 71 w 76"/>
                  <a:gd name="T13" fmla="*/ 51 h 74"/>
                  <a:gd name="T14" fmla="*/ 23 w 76"/>
                  <a:gd name="T15" fmla="*/ 4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74">
                    <a:moveTo>
                      <a:pt x="23" y="4"/>
                    </a:moveTo>
                    <a:cubicBezTo>
                      <a:pt x="20" y="2"/>
                      <a:pt x="17" y="0"/>
                      <a:pt x="14" y="0"/>
                    </a:cubicBezTo>
                    <a:cubicBezTo>
                      <a:pt x="10" y="0"/>
                      <a:pt x="7" y="2"/>
                      <a:pt x="5" y="4"/>
                    </a:cubicBezTo>
                    <a:cubicBezTo>
                      <a:pt x="0" y="9"/>
                      <a:pt x="0" y="17"/>
                      <a:pt x="5" y="22"/>
                    </a:cubicBezTo>
                    <a:cubicBezTo>
                      <a:pt x="53" y="69"/>
                      <a:pt x="53" y="69"/>
                      <a:pt x="53" y="69"/>
                    </a:cubicBezTo>
                    <a:cubicBezTo>
                      <a:pt x="58" y="74"/>
                      <a:pt x="66" y="74"/>
                      <a:pt x="71" y="69"/>
                    </a:cubicBezTo>
                    <a:cubicBezTo>
                      <a:pt x="76" y="64"/>
                      <a:pt x="76" y="56"/>
                      <a:pt x="71" y="51"/>
                    </a:cubicBezTo>
                    <a:lnTo>
                      <a:pt x="23" y="4"/>
                    </a:lnTo>
                    <a:close/>
                  </a:path>
                </a:pathLst>
              </a:custGeom>
              <a:solidFill>
                <a:srgbClr val="3B3B3B"/>
              </a:solid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gency FB"/>
                  <a:ea typeface="方正细谭黑简体"/>
                  <a:cs typeface="+mn-ea"/>
                  <a:sym typeface="+mn-lt"/>
                </a:endParaRPr>
              </a:p>
            </p:txBody>
          </p:sp>
        </p:grpSp>
        <p:cxnSp>
          <p:nvCxnSpPr>
            <p:cNvPr id="82" name="直接连接符 81">
              <a:extLst>
                <a:ext uri="{FF2B5EF4-FFF2-40B4-BE49-F238E27FC236}">
                  <a16:creationId xmlns:a16="http://schemas.microsoft.com/office/drawing/2014/main" id="{7061AA06-B5EC-4A44-A20F-274C23D300C5}"/>
                </a:ext>
              </a:extLst>
            </p:cNvPr>
            <p:cNvCxnSpPr/>
            <p:nvPr/>
          </p:nvCxnSpPr>
          <p:spPr>
            <a:xfrm flipV="1">
              <a:off x="1222576" y="-428263"/>
              <a:ext cx="0" cy="1890817"/>
            </a:xfrm>
            <a:prstGeom prst="line">
              <a:avLst/>
            </a:prstGeom>
            <a:ln w="12700">
              <a:solidFill>
                <a:srgbClr val="3B3B3B"/>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969327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14:presetBounceEnd="23000">
                                      <p:stCondLst>
                                        <p:cond delay="0"/>
                                      </p:stCondLst>
                                      <p:childTnLst>
                                        <p:set>
                                          <p:cBhvr>
                                            <p:cTn id="6" dur="1" fill="hold">
                                              <p:stCondLst>
                                                <p:cond delay="0"/>
                                              </p:stCondLst>
                                            </p:cTn>
                                            <p:tgtEl>
                                              <p:spTgt spid="2299"/>
                                            </p:tgtEl>
                                            <p:attrNameLst>
                                              <p:attrName>style.visibility</p:attrName>
                                            </p:attrNameLst>
                                          </p:cBhvr>
                                          <p:to>
                                            <p:strVal val="visible"/>
                                          </p:to>
                                        </p:set>
                                        <p:anim calcmode="lin" valueType="num" p14:bounceEnd="23000">
                                          <p:cBhvr additive="base">
                                            <p:cTn id="7" dur="600" fill="hold"/>
                                            <p:tgtEl>
                                              <p:spTgt spid="2299"/>
                                            </p:tgtEl>
                                            <p:attrNameLst>
                                              <p:attrName>ppt_x</p:attrName>
                                            </p:attrNameLst>
                                          </p:cBhvr>
                                          <p:tavLst>
                                            <p:tav tm="0">
                                              <p:val>
                                                <p:strVal val="#ppt_x"/>
                                              </p:val>
                                            </p:tav>
                                            <p:tav tm="100000">
                                              <p:val>
                                                <p:strVal val="#ppt_x"/>
                                              </p:val>
                                            </p:tav>
                                          </p:tavLst>
                                        </p:anim>
                                        <p:anim calcmode="lin" valueType="num" p14:bounceEnd="23000">
                                          <p:cBhvr additive="base">
                                            <p:cTn id="8" dur="600" fill="hold"/>
                                            <p:tgtEl>
                                              <p:spTgt spid="2299"/>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2" presetClass="entr" presetSubtype="1" fill="hold" nodeType="afterEffect" p14:presetBounceEnd="23000">
                                      <p:stCondLst>
                                        <p:cond delay="0"/>
                                      </p:stCondLst>
                                      <p:childTnLst>
                                        <p:set>
                                          <p:cBhvr>
                                            <p:cTn id="11" dur="1" fill="hold">
                                              <p:stCondLst>
                                                <p:cond delay="0"/>
                                              </p:stCondLst>
                                            </p:cTn>
                                            <p:tgtEl>
                                              <p:spTgt spid="2298"/>
                                            </p:tgtEl>
                                            <p:attrNameLst>
                                              <p:attrName>style.visibility</p:attrName>
                                            </p:attrNameLst>
                                          </p:cBhvr>
                                          <p:to>
                                            <p:strVal val="visible"/>
                                          </p:to>
                                        </p:set>
                                        <p:anim calcmode="lin" valueType="num" p14:bounceEnd="23000">
                                          <p:cBhvr additive="base">
                                            <p:cTn id="12" dur="600" fill="hold"/>
                                            <p:tgtEl>
                                              <p:spTgt spid="2298"/>
                                            </p:tgtEl>
                                            <p:attrNameLst>
                                              <p:attrName>ppt_x</p:attrName>
                                            </p:attrNameLst>
                                          </p:cBhvr>
                                          <p:tavLst>
                                            <p:tav tm="0">
                                              <p:val>
                                                <p:strVal val="#ppt_x"/>
                                              </p:val>
                                            </p:tav>
                                            <p:tav tm="100000">
                                              <p:val>
                                                <p:strVal val="#ppt_x"/>
                                              </p:val>
                                            </p:tav>
                                          </p:tavLst>
                                        </p:anim>
                                        <p:anim calcmode="lin" valueType="num" p14:bounceEnd="23000">
                                          <p:cBhvr additive="base">
                                            <p:cTn id="13" dur="600" fill="hold"/>
                                            <p:tgtEl>
                                              <p:spTgt spid="2298"/>
                                            </p:tgtEl>
                                            <p:attrNameLst>
                                              <p:attrName>ppt_y</p:attrName>
                                            </p:attrNameLst>
                                          </p:cBhvr>
                                          <p:tavLst>
                                            <p:tav tm="0">
                                              <p:val>
                                                <p:strVal val="0-#ppt_h/2"/>
                                              </p:val>
                                            </p:tav>
                                            <p:tav tm="100000">
                                              <p:val>
                                                <p:strVal val="#ppt_y"/>
                                              </p:val>
                                            </p:tav>
                                          </p:tavLst>
                                        </p:anim>
                                      </p:childTnLst>
                                    </p:cTn>
                                  </p:par>
                                </p:childTnLst>
                              </p:cTn>
                            </p:par>
                            <p:par>
                              <p:cTn id="14" fill="hold">
                                <p:stCondLst>
                                  <p:cond delay="1200"/>
                                </p:stCondLst>
                                <p:childTnLst>
                                  <p:par>
                                    <p:cTn id="15" presetID="2" presetClass="entr" presetSubtype="1" fill="hold" nodeType="afterEffect" p14:presetBounceEnd="23000">
                                      <p:stCondLst>
                                        <p:cond delay="0"/>
                                      </p:stCondLst>
                                      <p:childTnLst>
                                        <p:set>
                                          <p:cBhvr>
                                            <p:cTn id="16" dur="1" fill="hold">
                                              <p:stCondLst>
                                                <p:cond delay="0"/>
                                              </p:stCondLst>
                                            </p:cTn>
                                            <p:tgtEl>
                                              <p:spTgt spid="2296"/>
                                            </p:tgtEl>
                                            <p:attrNameLst>
                                              <p:attrName>style.visibility</p:attrName>
                                            </p:attrNameLst>
                                          </p:cBhvr>
                                          <p:to>
                                            <p:strVal val="visible"/>
                                          </p:to>
                                        </p:set>
                                        <p:anim calcmode="lin" valueType="num" p14:bounceEnd="23000">
                                          <p:cBhvr additive="base">
                                            <p:cTn id="17" dur="600" fill="hold"/>
                                            <p:tgtEl>
                                              <p:spTgt spid="2296"/>
                                            </p:tgtEl>
                                            <p:attrNameLst>
                                              <p:attrName>ppt_x</p:attrName>
                                            </p:attrNameLst>
                                          </p:cBhvr>
                                          <p:tavLst>
                                            <p:tav tm="0">
                                              <p:val>
                                                <p:strVal val="#ppt_x"/>
                                              </p:val>
                                            </p:tav>
                                            <p:tav tm="100000">
                                              <p:val>
                                                <p:strVal val="#ppt_x"/>
                                              </p:val>
                                            </p:tav>
                                          </p:tavLst>
                                        </p:anim>
                                        <p:anim calcmode="lin" valueType="num" p14:bounceEnd="23000">
                                          <p:cBhvr additive="base">
                                            <p:cTn id="18" dur="600" fill="hold"/>
                                            <p:tgtEl>
                                              <p:spTgt spid="2296"/>
                                            </p:tgtEl>
                                            <p:attrNameLst>
                                              <p:attrName>ppt_y</p:attrName>
                                            </p:attrNameLst>
                                          </p:cBhvr>
                                          <p:tavLst>
                                            <p:tav tm="0">
                                              <p:val>
                                                <p:strVal val="0-#ppt_h/2"/>
                                              </p:val>
                                            </p:tav>
                                            <p:tav tm="100000">
                                              <p:val>
                                                <p:strVal val="#ppt_y"/>
                                              </p:val>
                                            </p:tav>
                                          </p:tavLst>
                                        </p:anim>
                                      </p:childTnLst>
                                    </p:cTn>
                                  </p:par>
                                </p:childTnLst>
                              </p:cTn>
                            </p:par>
                            <p:par>
                              <p:cTn id="19" fill="hold">
                                <p:stCondLst>
                                  <p:cond delay="1800"/>
                                </p:stCondLst>
                                <p:childTnLst>
                                  <p:par>
                                    <p:cTn id="20" presetID="2" presetClass="entr" presetSubtype="1" fill="hold" nodeType="afterEffect" p14:presetBounceEnd="23000">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14:bounceEnd="23000">
                                          <p:cBhvr additive="base">
                                            <p:cTn id="22" dur="600" fill="hold"/>
                                            <p:tgtEl>
                                              <p:spTgt spid="53"/>
                                            </p:tgtEl>
                                            <p:attrNameLst>
                                              <p:attrName>ppt_x</p:attrName>
                                            </p:attrNameLst>
                                          </p:cBhvr>
                                          <p:tavLst>
                                            <p:tav tm="0">
                                              <p:val>
                                                <p:strVal val="#ppt_x"/>
                                              </p:val>
                                            </p:tav>
                                            <p:tav tm="100000">
                                              <p:val>
                                                <p:strVal val="#ppt_x"/>
                                              </p:val>
                                            </p:tav>
                                          </p:tavLst>
                                        </p:anim>
                                        <p:anim calcmode="lin" valueType="num" p14:bounceEnd="23000">
                                          <p:cBhvr additive="base">
                                            <p:cTn id="23" dur="600" fill="hold"/>
                                            <p:tgtEl>
                                              <p:spTgt spid="53"/>
                                            </p:tgtEl>
                                            <p:attrNameLst>
                                              <p:attrName>ppt_y</p:attrName>
                                            </p:attrNameLst>
                                          </p:cBhvr>
                                          <p:tavLst>
                                            <p:tav tm="0">
                                              <p:val>
                                                <p:strVal val="0-#ppt_h/2"/>
                                              </p:val>
                                            </p:tav>
                                            <p:tav tm="100000">
                                              <p:val>
                                                <p:strVal val="#ppt_y"/>
                                              </p:val>
                                            </p:tav>
                                          </p:tavLst>
                                        </p:anim>
                                      </p:childTnLst>
                                    </p:cTn>
                                  </p:par>
                                </p:childTnLst>
                              </p:cTn>
                            </p:par>
                            <p:par>
                              <p:cTn id="24" fill="hold">
                                <p:stCondLst>
                                  <p:cond delay="2400"/>
                                </p:stCondLst>
                                <p:childTnLst>
                                  <p:par>
                                    <p:cTn id="25" presetID="56" presetClass="entr" presetSubtype="0" fill="hold" grpId="0" nodeType="afterEffect">
                                      <p:stCondLst>
                                        <p:cond delay="0"/>
                                      </p:stCondLst>
                                      <p:iterate type="lt">
                                        <p:tmPct val="10000"/>
                                      </p:iterate>
                                      <p:childTnLst>
                                        <p:set>
                                          <p:cBhvr>
                                            <p:cTn id="26" dur="1" fill="hold">
                                              <p:stCondLst>
                                                <p:cond delay="0"/>
                                              </p:stCondLst>
                                            </p:cTn>
                                            <p:tgtEl>
                                              <p:spTgt spid="65"/>
                                            </p:tgtEl>
                                            <p:attrNameLst>
                                              <p:attrName>style.visibility</p:attrName>
                                            </p:attrNameLst>
                                          </p:cBhvr>
                                          <p:to>
                                            <p:strVal val="visible"/>
                                          </p:to>
                                        </p:set>
                                        <p:anim by="(-#ppt_w*2)" calcmode="lin" valueType="num">
                                          <p:cBhvr rctx="PPT">
                                            <p:cTn id="27" dur="500" autoRev="1" fill="hold">
                                              <p:stCondLst>
                                                <p:cond delay="0"/>
                                              </p:stCondLst>
                                            </p:cTn>
                                            <p:tgtEl>
                                              <p:spTgt spid="65"/>
                                            </p:tgtEl>
                                            <p:attrNameLst>
                                              <p:attrName>ppt_w</p:attrName>
                                            </p:attrNameLst>
                                          </p:cBhvr>
                                        </p:anim>
                                        <p:anim by="(#ppt_w*0.50)" calcmode="lin" valueType="num">
                                          <p:cBhvr>
                                            <p:cTn id="28" dur="500" decel="50000" autoRev="1" fill="hold">
                                              <p:stCondLst>
                                                <p:cond delay="0"/>
                                              </p:stCondLst>
                                            </p:cTn>
                                            <p:tgtEl>
                                              <p:spTgt spid="65"/>
                                            </p:tgtEl>
                                            <p:attrNameLst>
                                              <p:attrName>ppt_x</p:attrName>
                                            </p:attrNameLst>
                                          </p:cBhvr>
                                        </p:anim>
                                        <p:anim from="(-#ppt_h/2)" to="(#ppt_y)" calcmode="lin" valueType="num">
                                          <p:cBhvr>
                                            <p:cTn id="29" dur="1000" fill="hold">
                                              <p:stCondLst>
                                                <p:cond delay="0"/>
                                              </p:stCondLst>
                                            </p:cTn>
                                            <p:tgtEl>
                                              <p:spTgt spid="65"/>
                                            </p:tgtEl>
                                            <p:attrNameLst>
                                              <p:attrName>ppt_y</p:attrName>
                                            </p:attrNameLst>
                                          </p:cBhvr>
                                        </p:anim>
                                        <p:animRot by="21600000">
                                          <p:cBhvr>
                                            <p:cTn id="30" dur="1000" fill="hold">
                                              <p:stCondLst>
                                                <p:cond delay="0"/>
                                              </p:stCondLst>
                                            </p:cTn>
                                            <p:tgtEl>
                                              <p:spTgt spid="65"/>
                                            </p:tgtEl>
                                            <p:attrNameLst>
                                              <p:attrName>r</p:attrName>
                                            </p:attrNameLst>
                                          </p:cBhvr>
                                        </p:animRot>
                                      </p:childTnLst>
                                    </p:cTn>
                                  </p:par>
                                </p:childTnLst>
                              </p:cTn>
                            </p:par>
                            <p:par>
                              <p:cTn id="31" fill="hold">
                                <p:stCondLst>
                                  <p:cond delay="5100"/>
                                </p:stCondLst>
                                <p:childTnLst>
                                  <p:par>
                                    <p:cTn id="32" presetID="2" presetClass="entr" presetSubtype="1" fill="hold" nodeType="afterEffect" p14:presetBounceEnd="23000">
                                      <p:stCondLst>
                                        <p:cond delay="0"/>
                                      </p:stCondLst>
                                      <p:childTnLst>
                                        <p:set>
                                          <p:cBhvr>
                                            <p:cTn id="33" dur="1" fill="hold">
                                              <p:stCondLst>
                                                <p:cond delay="0"/>
                                              </p:stCondLst>
                                            </p:cTn>
                                            <p:tgtEl>
                                              <p:spTgt spid="68"/>
                                            </p:tgtEl>
                                            <p:attrNameLst>
                                              <p:attrName>style.visibility</p:attrName>
                                            </p:attrNameLst>
                                          </p:cBhvr>
                                          <p:to>
                                            <p:strVal val="visible"/>
                                          </p:to>
                                        </p:set>
                                        <p:anim calcmode="lin" valueType="num" p14:bounceEnd="23000">
                                          <p:cBhvr additive="base">
                                            <p:cTn id="34" dur="600" fill="hold"/>
                                            <p:tgtEl>
                                              <p:spTgt spid="68"/>
                                            </p:tgtEl>
                                            <p:attrNameLst>
                                              <p:attrName>ppt_x</p:attrName>
                                            </p:attrNameLst>
                                          </p:cBhvr>
                                          <p:tavLst>
                                            <p:tav tm="0">
                                              <p:val>
                                                <p:strVal val="#ppt_x"/>
                                              </p:val>
                                            </p:tav>
                                            <p:tav tm="100000">
                                              <p:val>
                                                <p:strVal val="#ppt_x"/>
                                              </p:val>
                                            </p:tav>
                                          </p:tavLst>
                                        </p:anim>
                                        <p:anim calcmode="lin" valueType="num" p14:bounceEnd="23000">
                                          <p:cBhvr additive="base">
                                            <p:cTn id="35" dur="600" fill="hold"/>
                                            <p:tgtEl>
                                              <p:spTgt spid="68"/>
                                            </p:tgtEl>
                                            <p:attrNameLst>
                                              <p:attrName>ppt_y</p:attrName>
                                            </p:attrNameLst>
                                          </p:cBhvr>
                                          <p:tavLst>
                                            <p:tav tm="0">
                                              <p:val>
                                                <p:strVal val="0-#ppt_h/2"/>
                                              </p:val>
                                            </p:tav>
                                            <p:tav tm="100000">
                                              <p:val>
                                                <p:strVal val="#ppt_y"/>
                                              </p:val>
                                            </p:tav>
                                          </p:tavLst>
                                        </p:anim>
                                      </p:childTnLst>
                                    </p:cTn>
                                  </p:par>
                                </p:childTnLst>
                              </p:cTn>
                            </p:par>
                            <p:par>
                              <p:cTn id="36" fill="hold">
                                <p:stCondLst>
                                  <p:cond delay="5700"/>
                                </p:stCondLst>
                                <p:childTnLst>
                                  <p:par>
                                    <p:cTn id="37" presetID="2" presetClass="entr" presetSubtype="1" fill="hold" nodeType="afterEffect" p14:presetBounceEnd="23000">
                                      <p:stCondLst>
                                        <p:cond delay="0"/>
                                      </p:stCondLst>
                                      <p:childTnLst>
                                        <p:set>
                                          <p:cBhvr>
                                            <p:cTn id="38" dur="1" fill="hold">
                                              <p:stCondLst>
                                                <p:cond delay="0"/>
                                              </p:stCondLst>
                                            </p:cTn>
                                            <p:tgtEl>
                                              <p:spTgt spid="80"/>
                                            </p:tgtEl>
                                            <p:attrNameLst>
                                              <p:attrName>style.visibility</p:attrName>
                                            </p:attrNameLst>
                                          </p:cBhvr>
                                          <p:to>
                                            <p:strVal val="visible"/>
                                          </p:to>
                                        </p:set>
                                        <p:anim calcmode="lin" valueType="num" p14:bounceEnd="23000">
                                          <p:cBhvr additive="base">
                                            <p:cTn id="39" dur="600" fill="hold"/>
                                            <p:tgtEl>
                                              <p:spTgt spid="80"/>
                                            </p:tgtEl>
                                            <p:attrNameLst>
                                              <p:attrName>ppt_x</p:attrName>
                                            </p:attrNameLst>
                                          </p:cBhvr>
                                          <p:tavLst>
                                            <p:tav tm="0">
                                              <p:val>
                                                <p:strVal val="#ppt_x"/>
                                              </p:val>
                                            </p:tav>
                                            <p:tav tm="100000">
                                              <p:val>
                                                <p:strVal val="#ppt_x"/>
                                              </p:val>
                                            </p:tav>
                                          </p:tavLst>
                                        </p:anim>
                                        <p:anim calcmode="lin" valueType="num" p14:bounceEnd="23000">
                                          <p:cBhvr additive="base">
                                            <p:cTn id="40" dur="600" fill="hold"/>
                                            <p:tgtEl>
                                              <p:spTgt spid="8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2299"/>
                                            </p:tgtEl>
                                            <p:attrNameLst>
                                              <p:attrName>style.visibility</p:attrName>
                                            </p:attrNameLst>
                                          </p:cBhvr>
                                          <p:to>
                                            <p:strVal val="visible"/>
                                          </p:to>
                                        </p:set>
                                        <p:anim calcmode="lin" valueType="num">
                                          <p:cBhvr additive="base">
                                            <p:cTn id="7" dur="600" fill="hold"/>
                                            <p:tgtEl>
                                              <p:spTgt spid="2299"/>
                                            </p:tgtEl>
                                            <p:attrNameLst>
                                              <p:attrName>ppt_x</p:attrName>
                                            </p:attrNameLst>
                                          </p:cBhvr>
                                          <p:tavLst>
                                            <p:tav tm="0">
                                              <p:val>
                                                <p:strVal val="#ppt_x"/>
                                              </p:val>
                                            </p:tav>
                                            <p:tav tm="100000">
                                              <p:val>
                                                <p:strVal val="#ppt_x"/>
                                              </p:val>
                                            </p:tav>
                                          </p:tavLst>
                                        </p:anim>
                                        <p:anim calcmode="lin" valueType="num">
                                          <p:cBhvr additive="base">
                                            <p:cTn id="8" dur="600" fill="hold"/>
                                            <p:tgtEl>
                                              <p:spTgt spid="2299"/>
                                            </p:tgtEl>
                                            <p:attrNameLst>
                                              <p:attrName>ppt_y</p:attrName>
                                            </p:attrNameLst>
                                          </p:cBhvr>
                                          <p:tavLst>
                                            <p:tav tm="0">
                                              <p:val>
                                                <p:strVal val="0-#ppt_h/2"/>
                                              </p:val>
                                            </p:tav>
                                            <p:tav tm="100000">
                                              <p:val>
                                                <p:strVal val="#ppt_y"/>
                                              </p:val>
                                            </p:tav>
                                          </p:tavLst>
                                        </p:anim>
                                      </p:childTnLst>
                                    </p:cTn>
                                  </p:par>
                                </p:childTnLst>
                              </p:cTn>
                            </p:par>
                            <p:par>
                              <p:cTn id="9" fill="hold">
                                <p:stCondLst>
                                  <p:cond delay="600"/>
                                </p:stCondLst>
                                <p:childTnLst>
                                  <p:par>
                                    <p:cTn id="10" presetID="2" presetClass="entr" presetSubtype="1" fill="hold" nodeType="afterEffect">
                                      <p:stCondLst>
                                        <p:cond delay="0"/>
                                      </p:stCondLst>
                                      <p:childTnLst>
                                        <p:set>
                                          <p:cBhvr>
                                            <p:cTn id="11" dur="1" fill="hold">
                                              <p:stCondLst>
                                                <p:cond delay="0"/>
                                              </p:stCondLst>
                                            </p:cTn>
                                            <p:tgtEl>
                                              <p:spTgt spid="2298"/>
                                            </p:tgtEl>
                                            <p:attrNameLst>
                                              <p:attrName>style.visibility</p:attrName>
                                            </p:attrNameLst>
                                          </p:cBhvr>
                                          <p:to>
                                            <p:strVal val="visible"/>
                                          </p:to>
                                        </p:set>
                                        <p:anim calcmode="lin" valueType="num">
                                          <p:cBhvr additive="base">
                                            <p:cTn id="12" dur="600" fill="hold"/>
                                            <p:tgtEl>
                                              <p:spTgt spid="2298"/>
                                            </p:tgtEl>
                                            <p:attrNameLst>
                                              <p:attrName>ppt_x</p:attrName>
                                            </p:attrNameLst>
                                          </p:cBhvr>
                                          <p:tavLst>
                                            <p:tav tm="0">
                                              <p:val>
                                                <p:strVal val="#ppt_x"/>
                                              </p:val>
                                            </p:tav>
                                            <p:tav tm="100000">
                                              <p:val>
                                                <p:strVal val="#ppt_x"/>
                                              </p:val>
                                            </p:tav>
                                          </p:tavLst>
                                        </p:anim>
                                        <p:anim calcmode="lin" valueType="num">
                                          <p:cBhvr additive="base">
                                            <p:cTn id="13" dur="600" fill="hold"/>
                                            <p:tgtEl>
                                              <p:spTgt spid="2298"/>
                                            </p:tgtEl>
                                            <p:attrNameLst>
                                              <p:attrName>ppt_y</p:attrName>
                                            </p:attrNameLst>
                                          </p:cBhvr>
                                          <p:tavLst>
                                            <p:tav tm="0">
                                              <p:val>
                                                <p:strVal val="0-#ppt_h/2"/>
                                              </p:val>
                                            </p:tav>
                                            <p:tav tm="100000">
                                              <p:val>
                                                <p:strVal val="#ppt_y"/>
                                              </p:val>
                                            </p:tav>
                                          </p:tavLst>
                                        </p:anim>
                                      </p:childTnLst>
                                    </p:cTn>
                                  </p:par>
                                </p:childTnLst>
                              </p:cTn>
                            </p:par>
                            <p:par>
                              <p:cTn id="14" fill="hold">
                                <p:stCondLst>
                                  <p:cond delay="1200"/>
                                </p:stCondLst>
                                <p:childTnLst>
                                  <p:par>
                                    <p:cTn id="15" presetID="2" presetClass="entr" presetSubtype="1" fill="hold" nodeType="afterEffect">
                                      <p:stCondLst>
                                        <p:cond delay="0"/>
                                      </p:stCondLst>
                                      <p:childTnLst>
                                        <p:set>
                                          <p:cBhvr>
                                            <p:cTn id="16" dur="1" fill="hold">
                                              <p:stCondLst>
                                                <p:cond delay="0"/>
                                              </p:stCondLst>
                                            </p:cTn>
                                            <p:tgtEl>
                                              <p:spTgt spid="2296"/>
                                            </p:tgtEl>
                                            <p:attrNameLst>
                                              <p:attrName>style.visibility</p:attrName>
                                            </p:attrNameLst>
                                          </p:cBhvr>
                                          <p:to>
                                            <p:strVal val="visible"/>
                                          </p:to>
                                        </p:set>
                                        <p:anim calcmode="lin" valueType="num">
                                          <p:cBhvr additive="base">
                                            <p:cTn id="17" dur="600" fill="hold"/>
                                            <p:tgtEl>
                                              <p:spTgt spid="2296"/>
                                            </p:tgtEl>
                                            <p:attrNameLst>
                                              <p:attrName>ppt_x</p:attrName>
                                            </p:attrNameLst>
                                          </p:cBhvr>
                                          <p:tavLst>
                                            <p:tav tm="0">
                                              <p:val>
                                                <p:strVal val="#ppt_x"/>
                                              </p:val>
                                            </p:tav>
                                            <p:tav tm="100000">
                                              <p:val>
                                                <p:strVal val="#ppt_x"/>
                                              </p:val>
                                            </p:tav>
                                          </p:tavLst>
                                        </p:anim>
                                        <p:anim calcmode="lin" valueType="num">
                                          <p:cBhvr additive="base">
                                            <p:cTn id="18" dur="600" fill="hold"/>
                                            <p:tgtEl>
                                              <p:spTgt spid="2296"/>
                                            </p:tgtEl>
                                            <p:attrNameLst>
                                              <p:attrName>ppt_y</p:attrName>
                                            </p:attrNameLst>
                                          </p:cBhvr>
                                          <p:tavLst>
                                            <p:tav tm="0">
                                              <p:val>
                                                <p:strVal val="0-#ppt_h/2"/>
                                              </p:val>
                                            </p:tav>
                                            <p:tav tm="100000">
                                              <p:val>
                                                <p:strVal val="#ppt_y"/>
                                              </p:val>
                                            </p:tav>
                                          </p:tavLst>
                                        </p:anim>
                                      </p:childTnLst>
                                    </p:cTn>
                                  </p:par>
                                </p:childTnLst>
                              </p:cTn>
                            </p:par>
                            <p:par>
                              <p:cTn id="19" fill="hold">
                                <p:stCondLst>
                                  <p:cond delay="1800"/>
                                </p:stCondLst>
                                <p:childTnLst>
                                  <p:par>
                                    <p:cTn id="20" presetID="2" presetClass="entr" presetSubtype="1" fill="hold" nodeType="afterEffect">
                                      <p:stCondLst>
                                        <p:cond delay="0"/>
                                      </p:stCondLst>
                                      <p:childTnLst>
                                        <p:set>
                                          <p:cBhvr>
                                            <p:cTn id="21" dur="1" fill="hold">
                                              <p:stCondLst>
                                                <p:cond delay="0"/>
                                              </p:stCondLst>
                                            </p:cTn>
                                            <p:tgtEl>
                                              <p:spTgt spid="53"/>
                                            </p:tgtEl>
                                            <p:attrNameLst>
                                              <p:attrName>style.visibility</p:attrName>
                                            </p:attrNameLst>
                                          </p:cBhvr>
                                          <p:to>
                                            <p:strVal val="visible"/>
                                          </p:to>
                                        </p:set>
                                        <p:anim calcmode="lin" valueType="num">
                                          <p:cBhvr additive="base">
                                            <p:cTn id="22" dur="600" fill="hold"/>
                                            <p:tgtEl>
                                              <p:spTgt spid="53"/>
                                            </p:tgtEl>
                                            <p:attrNameLst>
                                              <p:attrName>ppt_x</p:attrName>
                                            </p:attrNameLst>
                                          </p:cBhvr>
                                          <p:tavLst>
                                            <p:tav tm="0">
                                              <p:val>
                                                <p:strVal val="#ppt_x"/>
                                              </p:val>
                                            </p:tav>
                                            <p:tav tm="100000">
                                              <p:val>
                                                <p:strVal val="#ppt_x"/>
                                              </p:val>
                                            </p:tav>
                                          </p:tavLst>
                                        </p:anim>
                                        <p:anim calcmode="lin" valueType="num">
                                          <p:cBhvr additive="base">
                                            <p:cTn id="23" dur="600" fill="hold"/>
                                            <p:tgtEl>
                                              <p:spTgt spid="53"/>
                                            </p:tgtEl>
                                            <p:attrNameLst>
                                              <p:attrName>ppt_y</p:attrName>
                                            </p:attrNameLst>
                                          </p:cBhvr>
                                          <p:tavLst>
                                            <p:tav tm="0">
                                              <p:val>
                                                <p:strVal val="0-#ppt_h/2"/>
                                              </p:val>
                                            </p:tav>
                                            <p:tav tm="100000">
                                              <p:val>
                                                <p:strVal val="#ppt_y"/>
                                              </p:val>
                                            </p:tav>
                                          </p:tavLst>
                                        </p:anim>
                                      </p:childTnLst>
                                    </p:cTn>
                                  </p:par>
                                </p:childTnLst>
                              </p:cTn>
                            </p:par>
                            <p:par>
                              <p:cTn id="24" fill="hold">
                                <p:stCondLst>
                                  <p:cond delay="2400"/>
                                </p:stCondLst>
                                <p:childTnLst>
                                  <p:par>
                                    <p:cTn id="25" presetID="56" presetClass="entr" presetSubtype="0" fill="hold" grpId="0" nodeType="afterEffect">
                                      <p:stCondLst>
                                        <p:cond delay="0"/>
                                      </p:stCondLst>
                                      <p:iterate type="lt">
                                        <p:tmPct val="10000"/>
                                      </p:iterate>
                                      <p:childTnLst>
                                        <p:set>
                                          <p:cBhvr>
                                            <p:cTn id="26" dur="1" fill="hold">
                                              <p:stCondLst>
                                                <p:cond delay="0"/>
                                              </p:stCondLst>
                                            </p:cTn>
                                            <p:tgtEl>
                                              <p:spTgt spid="65"/>
                                            </p:tgtEl>
                                            <p:attrNameLst>
                                              <p:attrName>style.visibility</p:attrName>
                                            </p:attrNameLst>
                                          </p:cBhvr>
                                          <p:to>
                                            <p:strVal val="visible"/>
                                          </p:to>
                                        </p:set>
                                        <p:anim by="(-#ppt_w*2)" calcmode="lin" valueType="num">
                                          <p:cBhvr rctx="PPT">
                                            <p:cTn id="27" dur="500" autoRev="1" fill="hold">
                                              <p:stCondLst>
                                                <p:cond delay="0"/>
                                              </p:stCondLst>
                                            </p:cTn>
                                            <p:tgtEl>
                                              <p:spTgt spid="65"/>
                                            </p:tgtEl>
                                            <p:attrNameLst>
                                              <p:attrName>ppt_w</p:attrName>
                                            </p:attrNameLst>
                                          </p:cBhvr>
                                        </p:anim>
                                        <p:anim by="(#ppt_w*0.50)" calcmode="lin" valueType="num">
                                          <p:cBhvr>
                                            <p:cTn id="28" dur="500" decel="50000" autoRev="1" fill="hold">
                                              <p:stCondLst>
                                                <p:cond delay="0"/>
                                              </p:stCondLst>
                                            </p:cTn>
                                            <p:tgtEl>
                                              <p:spTgt spid="65"/>
                                            </p:tgtEl>
                                            <p:attrNameLst>
                                              <p:attrName>ppt_x</p:attrName>
                                            </p:attrNameLst>
                                          </p:cBhvr>
                                        </p:anim>
                                        <p:anim from="(-#ppt_h/2)" to="(#ppt_y)" calcmode="lin" valueType="num">
                                          <p:cBhvr>
                                            <p:cTn id="29" dur="1000" fill="hold">
                                              <p:stCondLst>
                                                <p:cond delay="0"/>
                                              </p:stCondLst>
                                            </p:cTn>
                                            <p:tgtEl>
                                              <p:spTgt spid="65"/>
                                            </p:tgtEl>
                                            <p:attrNameLst>
                                              <p:attrName>ppt_y</p:attrName>
                                            </p:attrNameLst>
                                          </p:cBhvr>
                                        </p:anim>
                                        <p:animRot by="21600000">
                                          <p:cBhvr>
                                            <p:cTn id="30" dur="1000" fill="hold">
                                              <p:stCondLst>
                                                <p:cond delay="0"/>
                                              </p:stCondLst>
                                            </p:cTn>
                                            <p:tgtEl>
                                              <p:spTgt spid="65"/>
                                            </p:tgtEl>
                                            <p:attrNameLst>
                                              <p:attrName>r</p:attrName>
                                            </p:attrNameLst>
                                          </p:cBhvr>
                                        </p:animRot>
                                      </p:childTnLst>
                                    </p:cTn>
                                  </p:par>
                                </p:childTnLst>
                              </p:cTn>
                            </p:par>
                            <p:par>
                              <p:cTn id="31" fill="hold">
                                <p:stCondLst>
                                  <p:cond delay="5100"/>
                                </p:stCondLst>
                                <p:childTnLst>
                                  <p:par>
                                    <p:cTn id="32" presetID="2" presetClass="entr" presetSubtype="1" fill="hold" nodeType="afterEffect">
                                      <p:stCondLst>
                                        <p:cond delay="0"/>
                                      </p:stCondLst>
                                      <p:childTnLst>
                                        <p:set>
                                          <p:cBhvr>
                                            <p:cTn id="33" dur="1" fill="hold">
                                              <p:stCondLst>
                                                <p:cond delay="0"/>
                                              </p:stCondLst>
                                            </p:cTn>
                                            <p:tgtEl>
                                              <p:spTgt spid="68"/>
                                            </p:tgtEl>
                                            <p:attrNameLst>
                                              <p:attrName>style.visibility</p:attrName>
                                            </p:attrNameLst>
                                          </p:cBhvr>
                                          <p:to>
                                            <p:strVal val="visible"/>
                                          </p:to>
                                        </p:set>
                                        <p:anim calcmode="lin" valueType="num">
                                          <p:cBhvr additive="base">
                                            <p:cTn id="34" dur="600" fill="hold"/>
                                            <p:tgtEl>
                                              <p:spTgt spid="68"/>
                                            </p:tgtEl>
                                            <p:attrNameLst>
                                              <p:attrName>ppt_x</p:attrName>
                                            </p:attrNameLst>
                                          </p:cBhvr>
                                          <p:tavLst>
                                            <p:tav tm="0">
                                              <p:val>
                                                <p:strVal val="#ppt_x"/>
                                              </p:val>
                                            </p:tav>
                                            <p:tav tm="100000">
                                              <p:val>
                                                <p:strVal val="#ppt_x"/>
                                              </p:val>
                                            </p:tav>
                                          </p:tavLst>
                                        </p:anim>
                                        <p:anim calcmode="lin" valueType="num">
                                          <p:cBhvr additive="base">
                                            <p:cTn id="35" dur="600" fill="hold"/>
                                            <p:tgtEl>
                                              <p:spTgt spid="68"/>
                                            </p:tgtEl>
                                            <p:attrNameLst>
                                              <p:attrName>ppt_y</p:attrName>
                                            </p:attrNameLst>
                                          </p:cBhvr>
                                          <p:tavLst>
                                            <p:tav tm="0">
                                              <p:val>
                                                <p:strVal val="0-#ppt_h/2"/>
                                              </p:val>
                                            </p:tav>
                                            <p:tav tm="100000">
                                              <p:val>
                                                <p:strVal val="#ppt_y"/>
                                              </p:val>
                                            </p:tav>
                                          </p:tavLst>
                                        </p:anim>
                                      </p:childTnLst>
                                    </p:cTn>
                                  </p:par>
                                </p:childTnLst>
                              </p:cTn>
                            </p:par>
                            <p:par>
                              <p:cTn id="36" fill="hold">
                                <p:stCondLst>
                                  <p:cond delay="5700"/>
                                </p:stCondLst>
                                <p:childTnLst>
                                  <p:par>
                                    <p:cTn id="37" presetID="2" presetClass="entr" presetSubtype="1" fill="hold" nodeType="afterEffect">
                                      <p:stCondLst>
                                        <p:cond delay="0"/>
                                      </p:stCondLst>
                                      <p:childTnLst>
                                        <p:set>
                                          <p:cBhvr>
                                            <p:cTn id="38" dur="1" fill="hold">
                                              <p:stCondLst>
                                                <p:cond delay="0"/>
                                              </p:stCondLst>
                                            </p:cTn>
                                            <p:tgtEl>
                                              <p:spTgt spid="80"/>
                                            </p:tgtEl>
                                            <p:attrNameLst>
                                              <p:attrName>style.visibility</p:attrName>
                                            </p:attrNameLst>
                                          </p:cBhvr>
                                          <p:to>
                                            <p:strVal val="visible"/>
                                          </p:to>
                                        </p:set>
                                        <p:anim calcmode="lin" valueType="num">
                                          <p:cBhvr additive="base">
                                            <p:cTn id="39" dur="600" fill="hold"/>
                                            <p:tgtEl>
                                              <p:spTgt spid="80"/>
                                            </p:tgtEl>
                                            <p:attrNameLst>
                                              <p:attrName>ppt_x</p:attrName>
                                            </p:attrNameLst>
                                          </p:cBhvr>
                                          <p:tavLst>
                                            <p:tav tm="0">
                                              <p:val>
                                                <p:strVal val="#ppt_x"/>
                                              </p:val>
                                            </p:tav>
                                            <p:tav tm="100000">
                                              <p:val>
                                                <p:strVal val="#ppt_x"/>
                                              </p:val>
                                            </p:tav>
                                          </p:tavLst>
                                        </p:anim>
                                        <p:anim calcmode="lin" valueType="num">
                                          <p:cBhvr additive="base">
                                            <p:cTn id="40" dur="600" fill="hold"/>
                                            <p:tgtEl>
                                              <p:spTgt spid="8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Presentation"/>
</p:tagLst>
</file>

<file path=ppt/theme/theme1.xml><?xml version="1.0" encoding="utf-8"?>
<a:theme xmlns:a="http://schemas.openxmlformats.org/drawingml/2006/main" name="Digit - Multi 1 - Bright">
  <a:themeElements>
    <a:clrScheme name="自定义 459">
      <a:dk1>
        <a:srgbClr val="000000"/>
      </a:dk1>
      <a:lt1>
        <a:srgbClr val="FFFFFF"/>
      </a:lt1>
      <a:dk2>
        <a:srgbClr val="3F3F3F"/>
      </a:dk2>
      <a:lt2>
        <a:srgbClr val="7D8287"/>
      </a:lt2>
      <a:accent1>
        <a:srgbClr val="C09CC2"/>
      </a:accent1>
      <a:accent2>
        <a:srgbClr val="594D7B"/>
      </a:accent2>
      <a:accent3>
        <a:srgbClr val="E54B81"/>
      </a:accent3>
      <a:accent4>
        <a:srgbClr val="9DD53E"/>
      </a:accent4>
      <a:accent5>
        <a:srgbClr val="C09CC2"/>
      </a:accent5>
      <a:accent6>
        <a:srgbClr val="594D7B"/>
      </a:accent6>
      <a:hlink>
        <a:srgbClr val="E54B81"/>
      </a:hlink>
      <a:folHlink>
        <a:srgbClr val="9DD53E"/>
      </a:folHlink>
    </a:clrScheme>
    <a:fontScheme name="ymhrmily">
      <a:majorFont>
        <a:latin typeface="Agency FB"/>
        <a:ea typeface="方正细谭黑简体"/>
        <a:cs typeface=""/>
      </a:majorFont>
      <a:minorFont>
        <a:latin typeface="Agency FB"/>
        <a:ea typeface="方正细谭黑简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igit - Multi 1 - Bright" id="{1EED83A8-EBEE-4595-BF05-49EE0B6BAEB2}" vid="{B438FD33-41AA-434C-8FF8-841AA7F524DE}"/>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Digit - Multi 1 - Bright</Template>
  <TotalTime>27315</TotalTime>
  <Words>1430</Words>
  <Application>Microsoft Office PowerPoint</Application>
  <PresentationFormat>宽屏</PresentationFormat>
  <Paragraphs>119</Paragraphs>
  <Slides>24</Slides>
  <Notes>24</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24</vt:i4>
      </vt:variant>
    </vt:vector>
  </HeadingPairs>
  <TitlesOfParts>
    <vt:vector size="35" baseType="lpstr">
      <vt:lpstr>汉仪夏日体W</vt:lpstr>
      <vt:lpstr>Arial</vt:lpstr>
      <vt:lpstr>Calibri</vt:lpstr>
      <vt:lpstr>Montserrat</vt:lpstr>
      <vt:lpstr>微软雅黑</vt:lpstr>
      <vt:lpstr>等线</vt:lpstr>
      <vt:lpstr>Montserrat Light</vt:lpstr>
      <vt:lpstr>Cambria</vt:lpstr>
      <vt:lpstr>Agency FB</vt:lpstr>
      <vt:lpstr>Digit - Multi 1 - Bright</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第一PPT</Manager>
  <Company>第一PPT，www.1ppt.com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极简搭配</dc:title>
  <dc:creator>第一PPT</dc:creator>
  <cp:keywords>www.1ppt.com</cp:keywords>
  <dc:description>www.1ppt.com</dc:description>
  <cp:lastModifiedBy>俊琪 杨</cp:lastModifiedBy>
  <cp:revision>4497</cp:revision>
  <dcterms:created xsi:type="dcterms:W3CDTF">2015-09-24T05:44:04Z</dcterms:created>
  <dcterms:modified xsi:type="dcterms:W3CDTF">2024-05-11T05:45:49Z</dcterms:modified>
</cp:coreProperties>
</file>