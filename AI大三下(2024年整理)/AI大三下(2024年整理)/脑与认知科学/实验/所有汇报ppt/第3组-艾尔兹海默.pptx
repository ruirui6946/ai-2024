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257" r:id="rId4"/>
    <p:sldId id="258" r:id="rId5"/>
    <p:sldId id="261" r:id="rId6"/>
    <p:sldId id="262" r:id="rId7"/>
    <p:sldId id="263" r:id="rId8"/>
    <p:sldId id="264" r:id="rId9"/>
    <p:sldId id="265" r:id="rId10"/>
    <p:sldId id="266" r:id="rId11"/>
    <p:sldId id="267" r:id="rId13"/>
    <p:sldId id="268" r:id="rId14"/>
    <p:sldId id="270" r:id="rId15"/>
    <p:sldId id="277" r:id="rId16"/>
    <p:sldId id="271" r:id="rId17"/>
    <p:sldId id="278" r:id="rId18"/>
    <p:sldId id="279" r:id="rId19"/>
    <p:sldId id="276" r:id="rId20"/>
    <p:sldId id="286" r:id="rId21"/>
    <p:sldId id="284" r:id="rId22"/>
    <p:sldId id="259" r:id="rId23"/>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2E60"/>
    <a:srgbClr val="537EC5"/>
    <a:srgbClr val="DAE3F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91" autoAdjust="0"/>
    <p:restoredTop sz="94660"/>
  </p:normalViewPr>
  <p:slideViewPr>
    <p:cSldViewPr snapToGrid="0" showGuides="1">
      <p:cViewPr varScale="1">
        <p:scale>
          <a:sx n="80" d="100"/>
          <a:sy n="80" d="100"/>
        </p:scale>
        <p:origin x="77" y="91"/>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7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D8F2D7-AF18-4F64-9DE6-EA47F176F6F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FC73C9-98E1-48B5-A1E6-B2EDF40BC7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7FC73C9-98E1-48B5-A1E6-B2EDF40BC73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pic>
        <p:nvPicPr>
          <p:cNvPr id="16" name="图片 15"/>
          <p:cNvPicPr>
            <a:picLocks noChangeAspect="1"/>
          </p:cNvPicPr>
          <p:nvPr userDrawn="1"/>
        </p:nvPicPr>
        <p:blipFill rotWithShape="1">
          <a:blip r:embed="rId2">
            <a:alphaModFix amt="39000"/>
            <a:extLst>
              <a:ext uri="{28A0092B-C50C-407E-A947-70E740481C1C}">
                <a14:useLocalDpi xmlns:a14="http://schemas.microsoft.com/office/drawing/2010/main" val="0"/>
              </a:ext>
            </a:extLst>
          </a:blip>
          <a:srcRect r="25238"/>
          <a:stretch>
            <a:fillRect/>
          </a:stretch>
        </p:blipFill>
        <p:spPr>
          <a:xfrm>
            <a:off x="5355776" y="0"/>
            <a:ext cx="6836224" cy="6857997"/>
          </a:xfrm>
          <a:prstGeom prst="rect">
            <a:avLst/>
          </a:prstGeom>
          <a:effectLst>
            <a:softEdge rad="355600"/>
          </a:effectLst>
        </p:spPr>
      </p:pic>
      <p:sp>
        <p:nvSpPr>
          <p:cNvPr id="17" name="矩形 16"/>
          <p:cNvSpPr/>
          <p:nvPr userDrawn="1"/>
        </p:nvSpPr>
        <p:spPr>
          <a:xfrm>
            <a:off x="0" y="0"/>
            <a:ext cx="12192000" cy="6858000"/>
          </a:xfrm>
          <a:prstGeom prst="rect">
            <a:avLst/>
          </a:prstGeom>
          <a:gradFill flip="none" rotWithShape="1">
            <a:gsLst>
              <a:gs pos="32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userDrawn="1"/>
        </p:nvPicPr>
        <p:blipFill>
          <a:blip r:embed="rId2">
            <a:extLst>
              <a:ext uri="{28A0092B-C50C-407E-A947-70E740481C1C}">
                <a14:useLocalDpi xmlns:a14="http://schemas.microsoft.com/office/drawing/2010/main" val="0"/>
              </a:ext>
            </a:extLst>
          </a:blip>
          <a:srcRect r="23304"/>
          <a:stretch>
            <a:fillRect/>
          </a:stretch>
        </p:blipFill>
        <p:spPr>
          <a:xfrm>
            <a:off x="5178924" y="0"/>
            <a:ext cx="7013076" cy="6858000"/>
          </a:xfrm>
          <a:custGeom>
            <a:avLst/>
            <a:gdLst>
              <a:gd name="connsiteX0" fmla="*/ 3877363 w 7013076"/>
              <a:gd name="connsiteY0" fmla="*/ 0 h 6858000"/>
              <a:gd name="connsiteX1" fmla="*/ 7013076 w 7013076"/>
              <a:gd name="connsiteY1" fmla="*/ 0 h 6858000"/>
              <a:gd name="connsiteX2" fmla="*/ 7013076 w 7013076"/>
              <a:gd name="connsiteY2" fmla="*/ 692654 h 6858000"/>
              <a:gd name="connsiteX3" fmla="*/ 3527325 w 7013076"/>
              <a:gd name="connsiteY3" fmla="*/ 6858000 h 6858000"/>
              <a:gd name="connsiteX4" fmla="*/ 0 w 70130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076" h="6858000">
                <a:moveTo>
                  <a:pt x="3877363" y="0"/>
                </a:moveTo>
                <a:lnTo>
                  <a:pt x="7013076" y="0"/>
                </a:lnTo>
                <a:lnTo>
                  <a:pt x="7013076" y="692654"/>
                </a:lnTo>
                <a:lnTo>
                  <a:pt x="3527325" y="6858000"/>
                </a:lnTo>
                <a:lnTo>
                  <a:pt x="0" y="6858000"/>
                </a:lnTo>
                <a:close/>
              </a:path>
            </a:pathLst>
          </a:custGeom>
        </p:spPr>
      </p:pic>
      <p:sp>
        <p:nvSpPr>
          <p:cNvPr id="20" name="任意多边形: 形状 19"/>
          <p:cNvSpPr/>
          <p:nvPr userDrawn="1"/>
        </p:nvSpPr>
        <p:spPr>
          <a:xfrm rot="17975649">
            <a:off x="7764318" y="3492461"/>
            <a:ext cx="6834393" cy="1557383"/>
          </a:xfrm>
          <a:custGeom>
            <a:avLst/>
            <a:gdLst>
              <a:gd name="connsiteX0" fmla="*/ 4887162 w 6834393"/>
              <a:gd name="connsiteY0" fmla="*/ 1105918 h 1557383"/>
              <a:gd name="connsiteX1" fmla="*/ 4092251 w 6834393"/>
              <a:gd name="connsiteY1" fmla="*/ 1557383 h 1557383"/>
              <a:gd name="connsiteX2" fmla="*/ 884506 w 6834393"/>
              <a:gd name="connsiteY2" fmla="*/ 1557383 h 1557383"/>
              <a:gd name="connsiteX3" fmla="*/ 628100 w 6834393"/>
              <a:gd name="connsiteY3" fmla="*/ 1105918 h 1557383"/>
              <a:gd name="connsiteX4" fmla="*/ 6834393 w 6834393"/>
              <a:gd name="connsiteY4" fmla="*/ 0 h 1557383"/>
              <a:gd name="connsiteX5" fmla="*/ 6039483 w 6834393"/>
              <a:gd name="connsiteY5" fmla="*/ 451465 h 1557383"/>
              <a:gd name="connsiteX6" fmla="*/ 256407 w 6834393"/>
              <a:gd name="connsiteY6" fmla="*/ 451465 h 1557383"/>
              <a:gd name="connsiteX7" fmla="*/ 0 w 6834393"/>
              <a:gd name="connsiteY7" fmla="*/ 0 h 1557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4393" h="1557383">
                <a:moveTo>
                  <a:pt x="4887162" y="1105918"/>
                </a:moveTo>
                <a:lnTo>
                  <a:pt x="4092251" y="1557383"/>
                </a:lnTo>
                <a:lnTo>
                  <a:pt x="884506" y="1557383"/>
                </a:lnTo>
                <a:lnTo>
                  <a:pt x="628100" y="1105918"/>
                </a:lnTo>
                <a:close/>
                <a:moveTo>
                  <a:pt x="6834393" y="0"/>
                </a:moveTo>
                <a:lnTo>
                  <a:pt x="6039483" y="451465"/>
                </a:lnTo>
                <a:lnTo>
                  <a:pt x="256407" y="451465"/>
                </a:lnTo>
                <a:lnTo>
                  <a:pt x="0" y="0"/>
                </a:lnTo>
                <a:close/>
              </a:path>
            </a:pathLst>
          </a:cu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21" name="任意多边形: 形状 20"/>
          <p:cNvSpPr/>
          <p:nvPr userDrawn="1"/>
        </p:nvSpPr>
        <p:spPr>
          <a:xfrm rot="17975649">
            <a:off x="8726108" y="4052302"/>
            <a:ext cx="5546729" cy="1557384"/>
          </a:xfrm>
          <a:custGeom>
            <a:avLst/>
            <a:gdLst>
              <a:gd name="connsiteX0" fmla="*/ 3599499 w 5546729"/>
              <a:gd name="connsiteY0" fmla="*/ 1105919 h 1557384"/>
              <a:gd name="connsiteX1" fmla="*/ 2804588 w 5546729"/>
              <a:gd name="connsiteY1" fmla="*/ 1557384 h 1557384"/>
              <a:gd name="connsiteX2" fmla="*/ 884507 w 5546729"/>
              <a:gd name="connsiteY2" fmla="*/ 1557383 h 1557384"/>
              <a:gd name="connsiteX3" fmla="*/ 628100 w 5546729"/>
              <a:gd name="connsiteY3" fmla="*/ 1105919 h 1557384"/>
              <a:gd name="connsiteX4" fmla="*/ 5546729 w 5546729"/>
              <a:gd name="connsiteY4" fmla="*/ 1 h 1557384"/>
              <a:gd name="connsiteX5" fmla="*/ 4751818 w 5546729"/>
              <a:gd name="connsiteY5" fmla="*/ 451466 h 1557384"/>
              <a:gd name="connsiteX6" fmla="*/ 256407 w 5546729"/>
              <a:gd name="connsiteY6" fmla="*/ 451465 h 1557384"/>
              <a:gd name="connsiteX7" fmla="*/ 0 w 5546729"/>
              <a:gd name="connsiteY7" fmla="*/ 0 h 155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6729" h="1557384">
                <a:moveTo>
                  <a:pt x="3599499" y="1105919"/>
                </a:moveTo>
                <a:lnTo>
                  <a:pt x="2804588" y="1557384"/>
                </a:lnTo>
                <a:lnTo>
                  <a:pt x="884507" y="1557383"/>
                </a:lnTo>
                <a:lnTo>
                  <a:pt x="628100" y="1105919"/>
                </a:lnTo>
                <a:close/>
                <a:moveTo>
                  <a:pt x="5546729" y="1"/>
                </a:moveTo>
                <a:lnTo>
                  <a:pt x="4751818" y="451466"/>
                </a:lnTo>
                <a:lnTo>
                  <a:pt x="256407" y="451465"/>
                </a:lnTo>
                <a:lnTo>
                  <a:pt x="0" y="0"/>
                </a:lnTo>
                <a:close/>
              </a:path>
            </a:pathLst>
          </a:custGeom>
          <a:solidFill>
            <a:srgbClr val="537EC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cxnSp>
        <p:nvCxnSpPr>
          <p:cNvPr id="22" name="直接连接符 21"/>
          <p:cNvCxnSpPr/>
          <p:nvPr userDrawn="1"/>
        </p:nvCxnSpPr>
        <p:spPr>
          <a:xfrm>
            <a:off x="667503" y="4839800"/>
            <a:ext cx="493268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667502" y="348744"/>
            <a:ext cx="1797615" cy="645923"/>
          </a:xfrm>
          <a:prstGeom prst="rect">
            <a:avLst/>
          </a:prstGeom>
        </p:spPr>
      </p:pic>
      <p:sp>
        <p:nvSpPr>
          <p:cNvPr id="24" name="文本占位符 25"/>
          <p:cNvSpPr>
            <a:spLocks noGrp="1"/>
          </p:cNvSpPr>
          <p:nvPr userDrawn="1">
            <p:ph type="body" sz="quarter" idx="10" hasCustomPrompt="1"/>
          </p:nvPr>
        </p:nvSpPr>
        <p:spPr>
          <a:xfrm>
            <a:off x="667503" y="2749690"/>
            <a:ext cx="5798382" cy="878840"/>
          </a:xfrm>
          <a:prstGeom prst="rect">
            <a:avLst/>
          </a:prstGeom>
        </p:spPr>
        <p:txBody>
          <a:bodyPr lIns="0">
            <a:noAutofit/>
          </a:bodyPr>
          <a:lstStyle>
            <a:lvl1pPr marL="0" indent="0">
              <a:lnSpc>
                <a:spcPct val="100000"/>
              </a:lnSpc>
              <a:buNone/>
              <a:defRPr sz="4800" b="1" spc="100" baseline="0">
                <a:solidFill>
                  <a:srgbClr val="142E60"/>
                </a:solidFill>
                <a:latin typeface="+mj-ea"/>
                <a:ea typeface="+mj-ea"/>
              </a:defRPr>
            </a:lvl1pPr>
          </a:lstStyle>
          <a:p>
            <a:pPr lvl="0"/>
            <a:r>
              <a:rPr lang="zh-CN" altLang="en-US" dirty="0"/>
              <a:t>请输入你的大标题</a:t>
            </a:r>
            <a:endParaRPr lang="en-US" altLang="zh-CN" dirty="0"/>
          </a:p>
        </p:txBody>
      </p:sp>
      <p:sp>
        <p:nvSpPr>
          <p:cNvPr id="25" name="文本占位符 25"/>
          <p:cNvSpPr>
            <a:spLocks noGrp="1"/>
          </p:cNvSpPr>
          <p:nvPr userDrawn="1">
            <p:ph type="body" sz="quarter" idx="11" hasCustomPrompt="1"/>
          </p:nvPr>
        </p:nvSpPr>
        <p:spPr>
          <a:xfrm>
            <a:off x="667503" y="1869834"/>
            <a:ext cx="5798382" cy="878840"/>
          </a:xfrm>
          <a:prstGeom prst="rect">
            <a:avLst/>
          </a:prstGeom>
        </p:spPr>
        <p:txBody>
          <a:bodyPr lIns="0">
            <a:noAutofit/>
          </a:bodyPr>
          <a:lstStyle>
            <a:lvl1pPr marL="0" indent="0">
              <a:lnSpc>
                <a:spcPct val="100000"/>
              </a:lnSpc>
              <a:buNone/>
              <a:defRPr sz="4000" b="0" spc="100" baseline="0">
                <a:latin typeface="+mj-ea"/>
                <a:ea typeface="+mj-ea"/>
              </a:defRPr>
            </a:lvl1pPr>
          </a:lstStyle>
          <a:p>
            <a:pPr lvl="0"/>
            <a:r>
              <a:rPr lang="zh-CN" altLang="en-US" dirty="0"/>
              <a:t>请输入答辩类型</a:t>
            </a:r>
            <a:endParaRPr lang="en-US" altLang="zh-CN" dirty="0"/>
          </a:p>
        </p:txBody>
      </p:sp>
      <p:sp>
        <p:nvSpPr>
          <p:cNvPr id="26" name="文本占位符 28"/>
          <p:cNvSpPr>
            <a:spLocks noGrp="1"/>
          </p:cNvSpPr>
          <p:nvPr userDrawn="1">
            <p:ph type="body" sz="quarter" idx="12" hasCustomPrompt="1"/>
          </p:nvPr>
        </p:nvSpPr>
        <p:spPr>
          <a:xfrm>
            <a:off x="667503" y="3641672"/>
            <a:ext cx="5798382" cy="286232"/>
          </a:xfrm>
          <a:prstGeom prst="rect">
            <a:avLst/>
          </a:prstGeom>
        </p:spPr>
        <p:txBody>
          <a:bodyPr lIns="0">
            <a:spAutoFit/>
          </a:bodyPr>
          <a:lstStyle>
            <a:lvl1pPr marL="0" indent="0">
              <a:lnSpc>
                <a:spcPct val="100000"/>
              </a:lnSpc>
              <a:buNone/>
              <a:defRPr sz="1200" spc="550" baseline="0">
                <a:solidFill>
                  <a:schemeClr val="bg1">
                    <a:lumMod val="75000"/>
                  </a:schemeClr>
                </a:solidFill>
                <a:latin typeface="+mj-lt"/>
              </a:defRPr>
            </a:lvl1pPr>
          </a:lstStyle>
          <a:p>
            <a:pPr lvl="0"/>
            <a:r>
              <a:rPr lang="en-US" altLang="zh-CN" dirty="0"/>
              <a:t>Supporting Your Text Here</a:t>
            </a:r>
            <a:endParaRPr lang="en-US" altLang="zh-CN" dirty="0"/>
          </a:p>
        </p:txBody>
      </p:sp>
      <p:sp>
        <p:nvSpPr>
          <p:cNvPr id="36" name="文本框 35"/>
          <p:cNvSpPr txBox="1"/>
          <p:nvPr userDrawn="1"/>
        </p:nvSpPr>
        <p:spPr>
          <a:xfrm>
            <a:off x="2684206" y="631777"/>
            <a:ext cx="249471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b="0" dirty="0">
                <a:solidFill>
                  <a:srgbClr val="142E60"/>
                </a:solidFill>
              </a:rPr>
              <a:t>自 </a:t>
            </a:r>
            <a:r>
              <a:rPr lang="en-US" altLang="zh-CN" sz="1100" b="0" dirty="0">
                <a:solidFill>
                  <a:srgbClr val="142E60"/>
                </a:solidFill>
              </a:rPr>
              <a:t>/ </a:t>
            </a:r>
            <a:r>
              <a:rPr lang="zh-CN" altLang="en-US" sz="1100" b="0" dirty="0">
                <a:solidFill>
                  <a:srgbClr val="142E60"/>
                </a:solidFill>
              </a:rPr>
              <a:t>强 </a:t>
            </a:r>
            <a:r>
              <a:rPr lang="en-US" altLang="zh-CN" sz="1100" b="0" dirty="0">
                <a:solidFill>
                  <a:srgbClr val="142E60"/>
                </a:solidFill>
              </a:rPr>
              <a:t>/ </a:t>
            </a:r>
            <a:r>
              <a:rPr lang="zh-CN" altLang="en-US" sz="1100" b="0" dirty="0">
                <a:solidFill>
                  <a:srgbClr val="142E60"/>
                </a:solidFill>
              </a:rPr>
              <a:t>不 </a:t>
            </a:r>
            <a:r>
              <a:rPr lang="en-US" altLang="zh-CN" sz="1100" b="0" dirty="0">
                <a:solidFill>
                  <a:srgbClr val="142E60"/>
                </a:solidFill>
              </a:rPr>
              <a:t>/ </a:t>
            </a:r>
            <a:r>
              <a:rPr lang="zh-CN" altLang="en-US" sz="1100" b="0" dirty="0">
                <a:solidFill>
                  <a:srgbClr val="142E60"/>
                </a:solidFill>
              </a:rPr>
              <a:t>息   止 </a:t>
            </a:r>
            <a:r>
              <a:rPr lang="en-US" altLang="zh-CN" sz="1100" b="0" dirty="0">
                <a:solidFill>
                  <a:srgbClr val="142E60"/>
                </a:solidFill>
              </a:rPr>
              <a:t>/ </a:t>
            </a:r>
            <a:r>
              <a:rPr lang="zh-CN" altLang="en-US" sz="1100" b="0" dirty="0">
                <a:solidFill>
                  <a:srgbClr val="142E60"/>
                </a:solidFill>
              </a:rPr>
              <a:t>于 </a:t>
            </a:r>
            <a:r>
              <a:rPr lang="en-US" altLang="zh-CN" sz="1100" b="0" dirty="0">
                <a:solidFill>
                  <a:srgbClr val="142E60"/>
                </a:solidFill>
              </a:rPr>
              <a:t>/ </a:t>
            </a:r>
            <a:r>
              <a:rPr lang="zh-CN" altLang="en-US" sz="1100" b="0" dirty="0">
                <a:solidFill>
                  <a:srgbClr val="142E60"/>
                </a:solidFill>
              </a:rPr>
              <a:t>至 </a:t>
            </a:r>
            <a:r>
              <a:rPr lang="en-US" altLang="zh-CN" sz="1100" b="0" dirty="0">
                <a:solidFill>
                  <a:srgbClr val="142E60"/>
                </a:solidFill>
              </a:rPr>
              <a:t>/ </a:t>
            </a:r>
            <a:r>
              <a:rPr lang="zh-CN" altLang="en-US" sz="1100" b="0" dirty="0">
                <a:solidFill>
                  <a:srgbClr val="142E60"/>
                </a:solidFill>
              </a:rPr>
              <a:t>善</a:t>
            </a:r>
            <a:endParaRPr lang="zh-CN" altLang="en-US" sz="1100" b="0" dirty="0">
              <a:solidFill>
                <a:srgbClr val="142E60"/>
              </a:solidFill>
            </a:endParaRPr>
          </a:p>
        </p:txBody>
      </p:sp>
      <p:sp>
        <p:nvSpPr>
          <p:cNvPr id="13" name="文本占位符 12"/>
          <p:cNvSpPr>
            <a:spLocks noGrp="1"/>
          </p:cNvSpPr>
          <p:nvPr userDrawn="1">
            <p:ph type="body" sz="quarter" idx="17" hasCustomPrompt="1"/>
          </p:nvPr>
        </p:nvSpPr>
        <p:spPr>
          <a:xfrm>
            <a:off x="688975" y="4361226"/>
            <a:ext cx="1918038" cy="348133"/>
          </a:xfrm>
          <a:prstGeom prst="rect">
            <a:avLst/>
          </a:prstGeom>
        </p:spPr>
        <p:txBody>
          <a:bodyPr/>
          <a:lstStyle>
            <a:lvl1pPr marL="0" indent="0">
              <a:buNone/>
              <a:defRPr sz="1800" b="0">
                <a:solidFill>
                  <a:srgbClr val="537EC5"/>
                </a:solidFill>
              </a:defRPr>
            </a:lvl1pPr>
            <a:lvl2pPr>
              <a:defRPr b="1">
                <a:solidFill>
                  <a:srgbClr val="537EC5"/>
                </a:solidFill>
              </a:defRPr>
            </a:lvl2pPr>
            <a:lvl3pPr>
              <a:defRPr b="1">
                <a:solidFill>
                  <a:srgbClr val="537EC5"/>
                </a:solidFill>
              </a:defRPr>
            </a:lvl3pPr>
            <a:lvl4pPr>
              <a:defRPr b="1">
                <a:solidFill>
                  <a:srgbClr val="537EC5"/>
                </a:solidFill>
              </a:defRPr>
            </a:lvl4pPr>
            <a:lvl5pPr>
              <a:defRPr b="1">
                <a:solidFill>
                  <a:srgbClr val="537EC5"/>
                </a:solidFill>
              </a:defRPr>
            </a:lvl5pPr>
          </a:lstStyle>
          <a:p>
            <a:pPr lvl="0"/>
            <a:r>
              <a:rPr lang="zh-CN" altLang="en-US" dirty="0"/>
              <a:t>答辩人 </a:t>
            </a:r>
            <a:r>
              <a:rPr lang="en-US" altLang="zh-CN" dirty="0"/>
              <a:t>| </a:t>
            </a:r>
            <a:r>
              <a:rPr lang="zh-CN" altLang="en-US" dirty="0"/>
              <a:t>小夏</a:t>
            </a:r>
            <a:endParaRPr lang="zh-CN" altLang="en-US" dirty="0"/>
          </a:p>
        </p:txBody>
      </p:sp>
      <p:sp>
        <p:nvSpPr>
          <p:cNvPr id="27" name="文本占位符 12"/>
          <p:cNvSpPr>
            <a:spLocks noGrp="1"/>
          </p:cNvSpPr>
          <p:nvPr userDrawn="1">
            <p:ph type="body" sz="quarter" idx="18" hasCustomPrompt="1"/>
          </p:nvPr>
        </p:nvSpPr>
        <p:spPr>
          <a:xfrm>
            <a:off x="2765392" y="4361226"/>
            <a:ext cx="2686050" cy="348133"/>
          </a:xfrm>
          <a:prstGeom prst="rect">
            <a:avLst/>
          </a:prstGeom>
        </p:spPr>
        <p:txBody>
          <a:bodyPr/>
          <a:lstStyle>
            <a:lvl1pPr marL="0" indent="0">
              <a:buNone/>
              <a:defRPr sz="1800" b="0">
                <a:solidFill>
                  <a:srgbClr val="537EC5"/>
                </a:solidFill>
              </a:defRPr>
            </a:lvl1pPr>
            <a:lvl2pPr>
              <a:defRPr b="1">
                <a:solidFill>
                  <a:srgbClr val="537EC5"/>
                </a:solidFill>
              </a:defRPr>
            </a:lvl2pPr>
            <a:lvl3pPr>
              <a:defRPr b="1">
                <a:solidFill>
                  <a:srgbClr val="537EC5"/>
                </a:solidFill>
              </a:defRPr>
            </a:lvl3pPr>
            <a:lvl4pPr>
              <a:defRPr b="1">
                <a:solidFill>
                  <a:srgbClr val="537EC5"/>
                </a:solidFill>
              </a:defRPr>
            </a:lvl4pPr>
            <a:lvl5pPr>
              <a:defRPr b="1">
                <a:solidFill>
                  <a:srgbClr val="537EC5"/>
                </a:solidFill>
              </a:defRPr>
            </a:lvl5pPr>
          </a:lstStyle>
          <a:p>
            <a:pPr lvl="0"/>
            <a:r>
              <a:rPr lang="zh-CN" altLang="en-US" dirty="0"/>
              <a:t>指导老师 </a:t>
            </a:r>
            <a:r>
              <a:rPr lang="en-US" altLang="zh-CN" dirty="0"/>
              <a:t>| XXX</a:t>
            </a:r>
            <a:endParaRPr lang="zh-CN" altLang="en-US" dirty="0"/>
          </a:p>
        </p:txBody>
      </p:sp>
      <p:sp>
        <p:nvSpPr>
          <p:cNvPr id="29" name="文本占位符 12"/>
          <p:cNvSpPr>
            <a:spLocks noGrp="1"/>
          </p:cNvSpPr>
          <p:nvPr userDrawn="1">
            <p:ph type="body" sz="quarter" idx="19" hasCustomPrompt="1"/>
          </p:nvPr>
        </p:nvSpPr>
        <p:spPr>
          <a:xfrm>
            <a:off x="667502" y="5044817"/>
            <a:ext cx="3334058" cy="348133"/>
          </a:xfrm>
          <a:prstGeom prst="rect">
            <a:avLst/>
          </a:prstGeom>
        </p:spPr>
        <p:txBody>
          <a:bodyPr/>
          <a:lstStyle>
            <a:lvl1pPr marL="0" indent="0">
              <a:buNone/>
              <a:defRPr kumimoji="0" lang="zh-CN" altLang="en-US" sz="1600" b="0" i="0" u="none" strike="noStrike" kern="1200" cap="none" spc="0" normalizeH="0" baseline="0" dirty="0">
                <a:ln>
                  <a:noFill/>
                </a:ln>
                <a:solidFill>
                  <a:srgbClr val="666666"/>
                </a:solidFill>
                <a:effectLst/>
                <a:uLnTx/>
                <a:uFillTx/>
                <a:latin typeface="Arial" panose="020B0604020202020204"/>
                <a:ea typeface="微软雅黑" panose="020B0503020204020204" charset="-122"/>
                <a:cs typeface="+mn-ea"/>
              </a:defRPr>
            </a:lvl1pPr>
            <a:lvl2pPr>
              <a:defRPr b="1">
                <a:solidFill>
                  <a:srgbClr val="537EC5"/>
                </a:solidFill>
              </a:defRPr>
            </a:lvl2pPr>
            <a:lvl3pPr>
              <a:defRPr b="1">
                <a:solidFill>
                  <a:srgbClr val="537EC5"/>
                </a:solidFill>
              </a:defRPr>
            </a:lvl3pPr>
            <a:lvl4pPr>
              <a:defRPr b="1">
                <a:solidFill>
                  <a:srgbClr val="537EC5"/>
                </a:solidFill>
              </a:defRPr>
            </a:lvl4pPr>
            <a:lvl5pPr>
              <a:defRPr b="1">
                <a:solidFill>
                  <a:srgbClr val="537EC5"/>
                </a:solidFill>
              </a:defRPr>
            </a:lvl5pPr>
          </a:lstStyle>
          <a:p>
            <a:pPr marL="0" marR="0" lvl="0" indent="0" algn="l" defTabSz="914400" rtl="0" eaLnBrk="1" fontAlgn="auto" latinLnBrk="0" hangingPunct="1">
              <a:lnSpc>
                <a:spcPct val="100000"/>
              </a:lnSpc>
              <a:spcBef>
                <a:spcPts val="0"/>
              </a:spcBef>
              <a:spcAft>
                <a:spcPts val="0"/>
              </a:spcAft>
              <a:buClrTx/>
              <a:buSzTx/>
              <a:buFontTx/>
              <a:buNone/>
            </a:pPr>
            <a:r>
              <a:rPr lang="zh-CN" altLang="en-US" dirty="0"/>
              <a:t>答辩日期 </a:t>
            </a:r>
            <a:r>
              <a:rPr lang="en-US" altLang="zh-CN" dirty="0"/>
              <a:t>| XXXX/XX/XX</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300"/>
                                        <p:tgtEl>
                                          <p:spTgt spid="1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up)">
                                      <p:cBhvr>
                                        <p:cTn id="11" dur="300"/>
                                        <p:tgtEl>
                                          <p:spTgt spid="20"/>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up)">
                                      <p:cBhvr>
                                        <p:cTn id="15" dur="300"/>
                                        <p:tgtEl>
                                          <p:spTgt spid="21"/>
                                        </p:tgtEl>
                                      </p:cBhvr>
                                    </p:animEffect>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25">
                                            <p:txEl>
                                              <p:pRg st="0" end="0"/>
                                            </p:txEl>
                                          </p:spTgt>
                                        </p:tgtEl>
                                        <p:attrNameLst>
                                          <p:attrName>style.visibility</p:attrName>
                                        </p:attrNameLst>
                                      </p:cBhvr>
                                      <p:to>
                                        <p:strVal val="visible"/>
                                      </p:to>
                                    </p:set>
                                    <p:animEffect transition="in" filter="fade">
                                      <p:cBhvr>
                                        <p:cTn id="19" dur="300"/>
                                        <p:tgtEl>
                                          <p:spTgt spid="25">
                                            <p:txEl>
                                              <p:pRg st="0" end="0"/>
                                            </p:txEl>
                                          </p:spTgt>
                                        </p:tgtEl>
                                      </p:cBhvr>
                                    </p:animEffect>
                                    <p:anim calcmode="lin" valueType="num">
                                      <p:cBhvr>
                                        <p:cTn id="20" dur="3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21" dur="3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24">
                                            <p:txEl>
                                              <p:pRg st="0" end="0"/>
                                            </p:txEl>
                                          </p:spTgt>
                                        </p:tgtEl>
                                        <p:attrNameLst>
                                          <p:attrName>style.visibility</p:attrName>
                                        </p:attrNameLst>
                                      </p:cBhvr>
                                      <p:to>
                                        <p:strVal val="visible"/>
                                      </p:to>
                                    </p:set>
                                    <p:animEffect transition="in" filter="fade">
                                      <p:cBhvr>
                                        <p:cTn id="25" dur="300"/>
                                        <p:tgtEl>
                                          <p:spTgt spid="24">
                                            <p:txEl>
                                              <p:pRg st="0" end="0"/>
                                            </p:txEl>
                                          </p:spTgt>
                                        </p:tgtEl>
                                      </p:cBhvr>
                                    </p:animEffect>
                                    <p:anim calcmode="lin" valueType="num">
                                      <p:cBhvr>
                                        <p:cTn id="26" dur="3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27" dur="300" fill="hold"/>
                                        <p:tgtEl>
                                          <p:spTgt spid="24">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200"/>
                                  </p:stCondLst>
                                  <p:childTnLst>
                                    <p:set>
                                      <p:cBhvr>
                                        <p:cTn id="29" dur="1" fill="hold">
                                          <p:stCondLst>
                                            <p:cond delay="0"/>
                                          </p:stCondLst>
                                        </p:cTn>
                                        <p:tgtEl>
                                          <p:spTgt spid="26">
                                            <p:txEl>
                                              <p:pRg st="0" end="0"/>
                                            </p:txEl>
                                          </p:spTgt>
                                        </p:tgtEl>
                                        <p:attrNameLst>
                                          <p:attrName>style.visibility</p:attrName>
                                        </p:attrNameLst>
                                      </p:cBhvr>
                                      <p:to>
                                        <p:strVal val="visible"/>
                                      </p:to>
                                    </p:set>
                                    <p:animEffect transition="in" filter="fade">
                                      <p:cBhvr>
                                        <p:cTn id="30" dur="300"/>
                                        <p:tgtEl>
                                          <p:spTgt spid="26">
                                            <p:txEl>
                                              <p:pRg st="0" end="0"/>
                                            </p:txEl>
                                          </p:spTgt>
                                        </p:tgtEl>
                                      </p:cBhvr>
                                    </p:animEffect>
                                    <p:anim calcmode="lin" valueType="num">
                                      <p:cBhvr>
                                        <p:cTn id="31" dur="3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32" dur="3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par>
                          <p:cTn id="33" fill="hold">
                            <p:stCondLst>
                              <p:cond delay="2500"/>
                            </p:stCondLst>
                            <p:childTnLst>
                              <p:par>
                                <p:cTn id="34" presetID="22" presetClass="entr" presetSubtype="8" fill="hold"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200"/>
                                        <p:tgtEl>
                                          <p:spTgt spid="22"/>
                                        </p:tgtEl>
                                      </p:cBhvr>
                                    </p:animEffect>
                                  </p:childTnLst>
                                </p:cTn>
                              </p:par>
                            </p:childTnLst>
                          </p:cTn>
                        </p:par>
                        <p:par>
                          <p:cTn id="37" fill="hold">
                            <p:stCondLst>
                              <p:cond delay="3000"/>
                            </p:stCondLst>
                            <p:childTnLst>
                              <p:par>
                                <p:cTn id="38" presetID="10" presetClass="entr" presetSubtype="0" fill="hold" grpId="0" nodeType="afterEffect">
                                  <p:stCondLst>
                                    <p:cond delay="0"/>
                                  </p:stCondLst>
                                  <p:childTnLst>
                                    <p:set>
                                      <p:cBhvr>
                                        <p:cTn id="39" dur="1" fill="hold">
                                          <p:stCondLst>
                                            <p:cond delay="0"/>
                                          </p:stCondLst>
                                        </p:cTn>
                                        <p:tgtEl>
                                          <p:spTgt spid="13">
                                            <p:txEl>
                                              <p:pRg st="0" end="0"/>
                                            </p:txEl>
                                          </p:spTgt>
                                        </p:tgtEl>
                                        <p:attrNameLst>
                                          <p:attrName>style.visibility</p:attrName>
                                        </p:attrNameLst>
                                      </p:cBhvr>
                                      <p:to>
                                        <p:strVal val="visible"/>
                                      </p:to>
                                    </p:set>
                                    <p:animEffect transition="in" filter="fade">
                                      <p:cBhvr>
                                        <p:cTn id="40" dur="300"/>
                                        <p:tgtEl>
                                          <p:spTgt spid="13">
                                            <p:txEl>
                                              <p:pRg st="0" end="0"/>
                                            </p:txEl>
                                          </p:spTgt>
                                        </p:tgtEl>
                                      </p:cBhvr>
                                    </p:animEffect>
                                  </p:childTnLst>
                                </p:cTn>
                              </p:par>
                            </p:childTnLst>
                          </p:cTn>
                        </p:par>
                        <p:par>
                          <p:cTn id="41" fill="hold">
                            <p:stCondLst>
                              <p:cond delay="3500"/>
                            </p:stCondLst>
                            <p:childTnLst>
                              <p:par>
                                <p:cTn id="42" presetID="10" presetClass="entr" presetSubtype="0" fill="hold" grpId="0" nodeType="afterEffect">
                                  <p:stCondLst>
                                    <p:cond delay="0"/>
                                  </p:stCondLst>
                                  <p:childTnLst>
                                    <p:set>
                                      <p:cBhvr>
                                        <p:cTn id="43" dur="1" fill="hold">
                                          <p:stCondLst>
                                            <p:cond delay="0"/>
                                          </p:stCondLst>
                                        </p:cTn>
                                        <p:tgtEl>
                                          <p:spTgt spid="27">
                                            <p:txEl>
                                              <p:pRg st="0" end="0"/>
                                            </p:txEl>
                                          </p:spTgt>
                                        </p:tgtEl>
                                        <p:attrNameLst>
                                          <p:attrName>style.visibility</p:attrName>
                                        </p:attrNameLst>
                                      </p:cBhvr>
                                      <p:to>
                                        <p:strVal val="visible"/>
                                      </p:to>
                                    </p:set>
                                    <p:animEffect transition="in" filter="fade">
                                      <p:cBhvr>
                                        <p:cTn id="44" dur="300"/>
                                        <p:tgtEl>
                                          <p:spTgt spid="27">
                                            <p:txEl>
                                              <p:pRg st="0" end="0"/>
                                            </p:txEl>
                                          </p:spTgt>
                                        </p:tgtEl>
                                      </p:cBhvr>
                                    </p:animEffect>
                                  </p:childTnLst>
                                </p:cTn>
                              </p:par>
                            </p:childTnLst>
                          </p:cTn>
                        </p:par>
                        <p:par>
                          <p:cTn id="45" fill="hold">
                            <p:stCondLst>
                              <p:cond delay="4000"/>
                            </p:stCondLst>
                            <p:childTnLst>
                              <p:par>
                                <p:cTn id="46" presetID="10" presetClass="entr" presetSubtype="0" fill="hold" grpId="0" nodeType="afterEffect">
                                  <p:stCondLst>
                                    <p:cond delay="0"/>
                                  </p:stCondLst>
                                  <p:childTnLst>
                                    <p:set>
                                      <p:cBhvr>
                                        <p:cTn id="47" dur="1" fill="hold">
                                          <p:stCondLst>
                                            <p:cond delay="0"/>
                                          </p:stCondLst>
                                        </p:cTn>
                                        <p:tgtEl>
                                          <p:spTgt spid="29">
                                            <p:txEl>
                                              <p:pRg st="0" end="0"/>
                                            </p:txEl>
                                          </p:spTgt>
                                        </p:tgtEl>
                                        <p:attrNameLst>
                                          <p:attrName>style.visibility</p:attrName>
                                        </p:attrNameLst>
                                      </p:cBhvr>
                                      <p:to>
                                        <p:strVal val="visible"/>
                                      </p:to>
                                    </p:set>
                                    <p:animEffect transition="in" filter="fade">
                                      <p:cBhvr>
                                        <p:cTn id="48" dur="300"/>
                                        <p:tgtEl>
                                          <p:spTgt spid="29">
                                            <p:txEl>
                                              <p:pRg st="0" end="0"/>
                                            </p:txEl>
                                          </p:spTgt>
                                        </p:tgtEl>
                                      </p:cBhvr>
                                    </p:animEffect>
                                  </p:childTnLst>
                                </p:cTn>
                              </p:par>
                            </p:childTnLst>
                          </p:cTn>
                        </p:par>
                        <p:par>
                          <p:cTn id="49" fill="hold">
                            <p:stCondLst>
                              <p:cond delay="4500"/>
                            </p:stCondLst>
                            <p:childTnLst>
                              <p:par>
                                <p:cTn id="50" presetID="10" presetClass="entr" presetSubtype="0" fill="hold" nodeType="after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3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build="p">
        <p:tmplLst>
          <p:tmpl lvl="1">
            <p:tnLst>
              <p:par>
                <p:cTn presetID="42" presetClass="entr" presetSubtype="0"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300"/>
                        <p:tgtEl>
                          <p:spTgt spid="24"/>
                        </p:tgtEl>
                      </p:cBhvr>
                    </p:animEffect>
                    <p:anim calcmode="lin" valueType="num">
                      <p:cBhvr>
                        <p:cTn dur="300" fill="hold"/>
                        <p:tgtEl>
                          <p:spTgt spid="24"/>
                        </p:tgtEl>
                        <p:attrNameLst>
                          <p:attrName>ppt_x</p:attrName>
                        </p:attrNameLst>
                      </p:cBhvr>
                      <p:tavLst>
                        <p:tav tm="0">
                          <p:val>
                            <p:strVal val="#ppt_x"/>
                          </p:val>
                        </p:tav>
                        <p:tav tm="100000">
                          <p:val>
                            <p:strVal val="#ppt_x"/>
                          </p:val>
                        </p:tav>
                      </p:tavLst>
                    </p:anim>
                    <p:anim calcmode="lin" valueType="num">
                      <p:cBhvr>
                        <p:cTn dur="300" fill="hold"/>
                        <p:tgtEl>
                          <p:spTgt spid="24"/>
                        </p:tgtEl>
                        <p:attrNameLst>
                          <p:attrName>ppt_y</p:attrName>
                        </p:attrNameLst>
                      </p:cBhvr>
                      <p:tavLst>
                        <p:tav tm="0">
                          <p:val>
                            <p:strVal val="#ppt_y+.1"/>
                          </p:val>
                        </p:tav>
                        <p:tav tm="100000">
                          <p:val>
                            <p:strVal val="#ppt_y"/>
                          </p:val>
                        </p:tav>
                      </p:tavLst>
                    </p:anim>
                  </p:childTnLst>
                </p:cTn>
              </p:par>
            </p:tnLst>
          </p:tmpl>
        </p:tmplLst>
      </p:bldP>
      <p:bldP spid="25" grpId="0" build="p">
        <p:tmplLst>
          <p:tmpl lvl="1">
            <p:tnLst>
              <p:par>
                <p:cTn presetID="42" presetClass="entr" presetSubtype="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300"/>
                        <p:tgtEl>
                          <p:spTgt spid="25"/>
                        </p:tgtEl>
                      </p:cBhvr>
                    </p:animEffect>
                    <p:anim calcmode="lin" valueType="num">
                      <p:cBhvr>
                        <p:cTn dur="300" fill="hold"/>
                        <p:tgtEl>
                          <p:spTgt spid="25"/>
                        </p:tgtEl>
                        <p:attrNameLst>
                          <p:attrName>ppt_x</p:attrName>
                        </p:attrNameLst>
                      </p:cBhvr>
                      <p:tavLst>
                        <p:tav tm="0">
                          <p:val>
                            <p:strVal val="#ppt_x"/>
                          </p:val>
                        </p:tav>
                        <p:tav tm="100000">
                          <p:val>
                            <p:strVal val="#ppt_x"/>
                          </p:val>
                        </p:tav>
                      </p:tavLst>
                    </p:anim>
                    <p:anim calcmode="lin" valueType="num">
                      <p:cBhvr>
                        <p:cTn dur="300" fill="hold"/>
                        <p:tgtEl>
                          <p:spTgt spid="25"/>
                        </p:tgtEl>
                        <p:attrNameLst>
                          <p:attrName>ppt_y</p:attrName>
                        </p:attrNameLst>
                      </p:cBhvr>
                      <p:tavLst>
                        <p:tav tm="0">
                          <p:val>
                            <p:strVal val="#ppt_y+.1"/>
                          </p:val>
                        </p:tav>
                        <p:tav tm="100000">
                          <p:val>
                            <p:strVal val="#ppt_y"/>
                          </p:val>
                        </p:tav>
                      </p:tavLst>
                    </p:anim>
                  </p:childTnLst>
                </p:cTn>
              </p:par>
            </p:tnLst>
          </p:tmpl>
        </p:tmplLst>
      </p:bldP>
      <p:bldP spid="26" grpId="0" build="p">
        <p:tmplLst>
          <p:tmpl lvl="1">
            <p:tnLst>
              <p:par>
                <p:cTn presetID="42" presetClass="entr" presetSubtype="0" fill="hold" nodeType="withEffect">
                  <p:stCondLst>
                    <p:cond delay="200"/>
                  </p:stCondLst>
                  <p:childTnLst>
                    <p:set>
                      <p:cBhvr>
                        <p:cTn dur="1" fill="hold">
                          <p:stCondLst>
                            <p:cond delay="0"/>
                          </p:stCondLst>
                        </p:cTn>
                        <p:tgtEl>
                          <p:spTgt spid="26"/>
                        </p:tgtEl>
                        <p:attrNameLst>
                          <p:attrName>style.visibility</p:attrName>
                        </p:attrNameLst>
                      </p:cBhvr>
                      <p:to>
                        <p:strVal val="visible"/>
                      </p:to>
                    </p:set>
                    <p:animEffect transition="in" filter="fade">
                      <p:cBhvr>
                        <p:cTn dur="300"/>
                        <p:tgtEl>
                          <p:spTgt spid="26"/>
                        </p:tgtEl>
                      </p:cBhvr>
                    </p:animEffect>
                    <p:anim calcmode="lin" valueType="num">
                      <p:cBhvr>
                        <p:cTn dur="300" fill="hold"/>
                        <p:tgtEl>
                          <p:spTgt spid="26"/>
                        </p:tgtEl>
                        <p:attrNameLst>
                          <p:attrName>ppt_x</p:attrName>
                        </p:attrNameLst>
                      </p:cBhvr>
                      <p:tavLst>
                        <p:tav tm="0">
                          <p:val>
                            <p:strVal val="#ppt_x"/>
                          </p:val>
                        </p:tav>
                        <p:tav tm="100000">
                          <p:val>
                            <p:strVal val="#ppt_x"/>
                          </p:val>
                        </p:tav>
                      </p:tavLst>
                    </p:anim>
                    <p:anim calcmode="lin" valueType="num">
                      <p:cBhvr>
                        <p:cTn dur="300" fill="hold"/>
                        <p:tgtEl>
                          <p:spTgt spid="26"/>
                        </p:tgtEl>
                        <p:attrNameLst>
                          <p:attrName>ppt_y</p:attrName>
                        </p:attrNameLst>
                      </p:cBhvr>
                      <p:tavLst>
                        <p:tav tm="0">
                          <p:val>
                            <p:strVal val="#ppt_y+.1"/>
                          </p:val>
                        </p:tav>
                        <p:tav tm="100000">
                          <p:val>
                            <p:strVal val="#ppt_y"/>
                          </p:val>
                        </p:tav>
                      </p:tavLst>
                    </p:anim>
                  </p:childTnLst>
                </p:cTn>
              </p:par>
            </p:tnLst>
          </p:tmpl>
        </p:tmplLst>
      </p:bldP>
      <p:bldP spid="36"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300"/>
                        <p:tgtEl>
                          <p:spTgt spid="13"/>
                        </p:tgtEl>
                      </p:cBhvr>
                    </p:animEffect>
                  </p:childTnLst>
                </p:cTn>
              </p:par>
            </p:tnLst>
          </p:tmpl>
        </p:tmplLst>
      </p:bldP>
      <p:bldP spid="27" grpId="0" build="p">
        <p:tmplLst>
          <p:tmpl lvl="1">
            <p:tnLst>
              <p:par>
                <p:cTn presetID="10" presetClass="entr" presetSubtype="0"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300"/>
                        <p:tgtEl>
                          <p:spTgt spid="27"/>
                        </p:tgtEl>
                      </p:cBhvr>
                    </p:animEffect>
                  </p:childTnLst>
                </p:cTn>
              </p:par>
            </p:tnLst>
          </p:tmpl>
        </p:tmplLst>
      </p:bldP>
      <p:bldP spid="29" grpId="0" build="p">
        <p:tmplLst>
          <p:tmpl lvl="1">
            <p:tnLst>
              <p:par>
                <p:cTn presetID="10" presetClass="entr" presetSubtype="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300"/>
                        <p:tgtEl>
                          <p:spTgt spid="29"/>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3" name="图片 2" descr="图片包含 建筑, 户外, 火, 大&#10;&#10;描述已自动生成"/>
          <p:cNvPicPr>
            <a:picLocks noChangeAspect="1"/>
          </p:cNvPicPr>
          <p:nvPr userDrawn="1"/>
        </p:nvPicPr>
        <p:blipFill rotWithShape="1">
          <a:blip r:embed="rId2">
            <a:alphaModFix amt="11000"/>
            <a:extLst>
              <a:ext uri="{28A0092B-C50C-407E-A947-70E740481C1C}">
                <a14:useLocalDpi xmlns:a14="http://schemas.microsoft.com/office/drawing/2010/main" val="0"/>
              </a:ext>
            </a:extLst>
          </a:blip>
          <a:srcRect t="5235" b="10349"/>
          <a:stretch>
            <a:fillRect/>
          </a:stretch>
        </p:blipFill>
        <p:spPr>
          <a:xfrm>
            <a:off x="0" y="0"/>
            <a:ext cx="12192000" cy="6858000"/>
          </a:xfrm>
          <a:prstGeom prst="rect">
            <a:avLst/>
          </a:prstGeom>
        </p:spPr>
      </p:pic>
      <p:grpSp>
        <p:nvGrpSpPr>
          <p:cNvPr id="2" name="组合 1"/>
          <p:cNvGrpSpPr/>
          <p:nvPr userDrawn="1"/>
        </p:nvGrpSpPr>
        <p:grpSpPr>
          <a:xfrm>
            <a:off x="0" y="0"/>
            <a:ext cx="6374510" cy="6858000"/>
            <a:chOff x="-18162" y="0"/>
            <a:chExt cx="6374510" cy="6858000"/>
          </a:xfrm>
        </p:grpSpPr>
        <p:pic>
          <p:nvPicPr>
            <p:cNvPr id="14" name="图片 13"/>
            <p:cNvPicPr>
              <a:picLocks noChangeAspect="1"/>
            </p:cNvPicPr>
            <p:nvPr userDrawn="1"/>
          </p:nvPicPr>
          <p:blipFill rotWithShape="1">
            <a:blip r:embed="rId3"/>
            <a:srcRect l="17592" t="7720" b="7451"/>
            <a:stretch>
              <a:fillRect/>
            </a:stretch>
          </p:blipFill>
          <p:spPr>
            <a:xfrm>
              <a:off x="0" y="0"/>
              <a:ext cx="6268340" cy="6858000"/>
            </a:xfrm>
            <a:prstGeom prst="rect">
              <a:avLst/>
            </a:prstGeom>
          </p:spPr>
        </p:pic>
        <p:pic>
          <p:nvPicPr>
            <p:cNvPr id="5" name="图片 4" descr="图片包含 游戏机&#10;&#10;描述已自动生成"/>
            <p:cNvPicPr>
              <a:picLocks noChangeAspect="1"/>
            </p:cNvPicPr>
            <p:nvPr userDrawn="1"/>
          </p:nvPicPr>
          <p:blipFill rotWithShape="1">
            <a:blip r:embed="rId4">
              <a:alphaModFix amt="6000"/>
              <a:biLevel thresh="75000"/>
              <a:extLst>
                <a:ext uri="{28A0092B-C50C-407E-A947-70E740481C1C}">
                  <a14:useLocalDpi xmlns:a14="http://schemas.microsoft.com/office/drawing/2010/main" val="0"/>
                </a:ext>
              </a:extLst>
            </a:blip>
            <a:srcRect l="25034" t="9674" b="9674"/>
            <a:stretch>
              <a:fillRect/>
            </a:stretch>
          </p:blipFill>
          <p:spPr>
            <a:xfrm>
              <a:off x="-18162" y="0"/>
              <a:ext cx="6374510" cy="6858000"/>
            </a:xfrm>
            <a:prstGeom prst="rect">
              <a:avLst/>
            </a:prstGeom>
          </p:spPr>
        </p:pic>
      </p:grpSp>
      <p:pic>
        <p:nvPicPr>
          <p:cNvPr id="6" name="图片 5"/>
          <p:cNvPicPr>
            <a:picLocks noChangeAspect="1"/>
          </p:cNvPicPr>
          <p:nvPr userDrawn="1"/>
        </p:nvPicPr>
        <p:blipFill>
          <a:blip r:embed="rId5"/>
          <a:srcRect l="35649" t="16934" b="16934"/>
          <a:stretch>
            <a:fillRect/>
          </a:stretch>
        </p:blipFill>
        <p:spPr>
          <a:xfrm>
            <a:off x="-1455423" y="1"/>
            <a:ext cx="8279258" cy="6954278"/>
          </a:xfrm>
          <a:custGeom>
            <a:avLst/>
            <a:gdLst>
              <a:gd name="connsiteX0" fmla="*/ 0 w 6677201"/>
              <a:gd name="connsiteY0" fmla="*/ 0 h 6858000"/>
              <a:gd name="connsiteX1" fmla="*/ 6677201 w 6677201"/>
              <a:gd name="connsiteY1" fmla="*/ 0 h 6858000"/>
              <a:gd name="connsiteX2" fmla="*/ 6677201 w 6677201"/>
              <a:gd name="connsiteY2" fmla="*/ 6858000 h 6858000"/>
              <a:gd name="connsiteX3" fmla="*/ 0 w 66772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77201" h="6858000">
                <a:moveTo>
                  <a:pt x="0" y="0"/>
                </a:moveTo>
                <a:lnTo>
                  <a:pt x="6677201" y="0"/>
                </a:lnTo>
                <a:lnTo>
                  <a:pt x="6677201" y="6858000"/>
                </a:lnTo>
                <a:lnTo>
                  <a:pt x="0" y="6858000"/>
                </a:lnTo>
                <a:close/>
              </a:path>
            </a:pathLst>
          </a:custGeom>
        </p:spPr>
      </p:pic>
      <p:sp>
        <p:nvSpPr>
          <p:cNvPr id="7" name="矩形 6"/>
          <p:cNvSpPr/>
          <p:nvPr userDrawn="1"/>
        </p:nvSpPr>
        <p:spPr>
          <a:xfrm>
            <a:off x="2122934" y="3082752"/>
            <a:ext cx="2964273" cy="1107996"/>
          </a:xfrm>
          <a:prstGeom prst="rect">
            <a:avLst/>
          </a:prstGeom>
        </p:spPr>
        <p:txBody>
          <a:bodyPr wrap="none" lIns="0">
            <a:spAutoFit/>
          </a:bodyPr>
          <a:lstStyle/>
          <a:p>
            <a:pPr lvl="0" algn="ctr">
              <a:defRPr/>
            </a:pPr>
            <a:r>
              <a:rPr lang="en-US" altLang="zh-CN" sz="6600" dirty="0">
                <a:solidFill>
                  <a:schemeClr val="bg1">
                    <a:lumMod val="75000"/>
                  </a:schemeClr>
                </a:solidFill>
              </a:rPr>
              <a:t>content</a:t>
            </a:r>
            <a:endParaRPr lang="zh-CN" altLang="en-US" sz="6600" dirty="0">
              <a:solidFill>
                <a:schemeClr val="bg1">
                  <a:lumMod val="75000"/>
                </a:schemeClr>
              </a:solidFill>
            </a:endParaRPr>
          </a:p>
        </p:txBody>
      </p:sp>
      <p:sp>
        <p:nvSpPr>
          <p:cNvPr id="8" name="矩形 7"/>
          <p:cNvSpPr/>
          <p:nvPr userDrawn="1"/>
        </p:nvSpPr>
        <p:spPr>
          <a:xfrm>
            <a:off x="2214374" y="3872827"/>
            <a:ext cx="2325409" cy="259077"/>
          </a:xfrm>
          <a:prstGeom prst="rect">
            <a:avLst/>
          </a:prstGeom>
          <a:solidFill>
            <a:srgbClr val="537E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0" i="0" u="none" strike="noStrike" kern="1200" cap="none" spc="0" normalizeH="0" baseline="0" noProof="0" dirty="0">
              <a:ln>
                <a:noFill/>
              </a:ln>
              <a:solidFill>
                <a:srgbClr val="142E60"/>
              </a:solidFill>
              <a:effectLst/>
              <a:uLnTx/>
              <a:uFillTx/>
              <a:latin typeface="Arial" panose="020B0604020202020204"/>
              <a:ea typeface="微软雅黑" panose="020B0503020204020204" charset="-122"/>
              <a:cs typeface="+mn-cs"/>
            </a:endParaRPr>
          </a:p>
        </p:txBody>
      </p:sp>
      <p:sp>
        <p:nvSpPr>
          <p:cNvPr id="9" name="文本框 8"/>
          <p:cNvSpPr txBox="1"/>
          <p:nvPr userDrawn="1"/>
        </p:nvSpPr>
        <p:spPr>
          <a:xfrm>
            <a:off x="2183589" y="2598003"/>
            <a:ext cx="1421481" cy="830997"/>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142E60"/>
                </a:solidFill>
                <a:effectLst/>
                <a:uLnTx/>
                <a:uFillTx/>
                <a:latin typeface="微软雅黑" panose="020B0503020204020204" charset="-122"/>
                <a:ea typeface="微软雅黑" panose="020B0503020204020204" charset="-122"/>
                <a:cs typeface="+mn-cs"/>
              </a:rPr>
              <a:t>目录</a:t>
            </a:r>
            <a:endParaRPr kumimoji="0" lang="zh-CN" altLang="en-US" sz="4800" b="1" i="0" u="none" strike="noStrike" kern="1200" cap="none" spc="0" normalizeH="0" baseline="0" noProof="0" dirty="0">
              <a:ln>
                <a:noFill/>
              </a:ln>
              <a:solidFill>
                <a:srgbClr val="142E60"/>
              </a:solidFill>
              <a:effectLst/>
              <a:uLnTx/>
              <a:uFillTx/>
              <a:latin typeface="微软雅黑" panose="020B0503020204020204" charset="-122"/>
              <a:ea typeface="微软雅黑" panose="020B0503020204020204" charset="-122"/>
              <a:cs typeface="+mn-cs"/>
            </a:endParaRPr>
          </a:p>
        </p:txBody>
      </p:sp>
      <p:pic>
        <p:nvPicPr>
          <p:cNvPr id="11" name="图片 10"/>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a:xfrm>
            <a:off x="667502" y="348744"/>
            <a:ext cx="1797615" cy="645923"/>
          </a:xfrm>
          <a:prstGeom prst="rect">
            <a:avLst/>
          </a:prstGeom>
        </p:spPr>
      </p:pic>
      <p:sp>
        <p:nvSpPr>
          <p:cNvPr id="16" name="文本框 15"/>
          <p:cNvSpPr txBox="1"/>
          <p:nvPr userDrawn="1"/>
        </p:nvSpPr>
        <p:spPr>
          <a:xfrm>
            <a:off x="2684206" y="631777"/>
            <a:ext cx="249471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b="0" dirty="0">
                <a:solidFill>
                  <a:srgbClr val="142E60"/>
                </a:solidFill>
              </a:rPr>
              <a:t>自 </a:t>
            </a:r>
            <a:r>
              <a:rPr lang="en-US" altLang="zh-CN" sz="1100" b="0" dirty="0">
                <a:solidFill>
                  <a:srgbClr val="142E60"/>
                </a:solidFill>
              </a:rPr>
              <a:t>/ </a:t>
            </a:r>
            <a:r>
              <a:rPr lang="zh-CN" altLang="en-US" sz="1100" b="0" dirty="0">
                <a:solidFill>
                  <a:srgbClr val="142E60"/>
                </a:solidFill>
              </a:rPr>
              <a:t>强 </a:t>
            </a:r>
            <a:r>
              <a:rPr lang="en-US" altLang="zh-CN" sz="1100" b="0" dirty="0">
                <a:solidFill>
                  <a:srgbClr val="142E60"/>
                </a:solidFill>
              </a:rPr>
              <a:t>/ </a:t>
            </a:r>
            <a:r>
              <a:rPr lang="zh-CN" altLang="en-US" sz="1100" b="0" dirty="0">
                <a:solidFill>
                  <a:srgbClr val="142E60"/>
                </a:solidFill>
              </a:rPr>
              <a:t>不 </a:t>
            </a:r>
            <a:r>
              <a:rPr lang="en-US" altLang="zh-CN" sz="1100" b="0" dirty="0">
                <a:solidFill>
                  <a:srgbClr val="142E60"/>
                </a:solidFill>
              </a:rPr>
              <a:t>/ </a:t>
            </a:r>
            <a:r>
              <a:rPr lang="zh-CN" altLang="en-US" sz="1100" b="0" dirty="0">
                <a:solidFill>
                  <a:srgbClr val="142E60"/>
                </a:solidFill>
              </a:rPr>
              <a:t>息   止 </a:t>
            </a:r>
            <a:r>
              <a:rPr lang="en-US" altLang="zh-CN" sz="1100" b="0" dirty="0">
                <a:solidFill>
                  <a:srgbClr val="142E60"/>
                </a:solidFill>
              </a:rPr>
              <a:t>/ </a:t>
            </a:r>
            <a:r>
              <a:rPr lang="zh-CN" altLang="en-US" sz="1100" b="0" dirty="0">
                <a:solidFill>
                  <a:srgbClr val="142E60"/>
                </a:solidFill>
              </a:rPr>
              <a:t>于 </a:t>
            </a:r>
            <a:r>
              <a:rPr lang="en-US" altLang="zh-CN" sz="1100" b="0" dirty="0">
                <a:solidFill>
                  <a:srgbClr val="142E60"/>
                </a:solidFill>
              </a:rPr>
              <a:t>/ </a:t>
            </a:r>
            <a:r>
              <a:rPr lang="zh-CN" altLang="en-US" sz="1100" b="0" dirty="0">
                <a:solidFill>
                  <a:srgbClr val="142E60"/>
                </a:solidFill>
              </a:rPr>
              <a:t>至 </a:t>
            </a:r>
            <a:r>
              <a:rPr lang="en-US" altLang="zh-CN" sz="1100" b="0" dirty="0">
                <a:solidFill>
                  <a:srgbClr val="142E60"/>
                </a:solidFill>
              </a:rPr>
              <a:t>/ </a:t>
            </a:r>
            <a:r>
              <a:rPr lang="zh-CN" altLang="en-US" sz="1100" b="0" dirty="0">
                <a:solidFill>
                  <a:srgbClr val="142E60"/>
                </a:solidFill>
              </a:rPr>
              <a:t>善</a:t>
            </a:r>
            <a:endParaRPr lang="zh-CN" altLang="en-US" sz="1100" b="0" dirty="0">
              <a:solidFill>
                <a:srgbClr val="142E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 fill="hold"/>
                                        <p:tgtEl>
                                          <p:spTgt spid="2"/>
                                        </p:tgtEl>
                                        <p:attrNameLst>
                                          <p:attrName>ppt_x</p:attrName>
                                        </p:attrNameLst>
                                      </p:cBhvr>
                                      <p:tavLst>
                                        <p:tav tm="0">
                                          <p:val>
                                            <p:strVal val="0-#ppt_w/2"/>
                                          </p:val>
                                        </p:tav>
                                        <p:tav tm="100000">
                                          <p:val>
                                            <p:strVal val="#ppt_x"/>
                                          </p:val>
                                        </p:tav>
                                      </p:tavLst>
                                    </p:anim>
                                    <p:anim calcmode="lin" valueType="num">
                                      <p:cBhvr additive="base">
                                        <p:cTn id="8" dur="3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300"/>
                                        <p:tgtEl>
                                          <p:spTgt spid="9"/>
                                        </p:tgtEl>
                                      </p:cBhvr>
                                    </p:animEffect>
                                    <p:anim calcmode="lin" valueType="num">
                                      <p:cBhvr>
                                        <p:cTn id="13" dur="300" fill="hold"/>
                                        <p:tgtEl>
                                          <p:spTgt spid="9"/>
                                        </p:tgtEl>
                                        <p:attrNameLst>
                                          <p:attrName>ppt_x</p:attrName>
                                        </p:attrNameLst>
                                      </p:cBhvr>
                                      <p:tavLst>
                                        <p:tav tm="0">
                                          <p:val>
                                            <p:strVal val="#ppt_x"/>
                                          </p:val>
                                        </p:tav>
                                        <p:tav tm="100000">
                                          <p:val>
                                            <p:strVal val="#ppt_x"/>
                                          </p:val>
                                        </p:tav>
                                      </p:tavLst>
                                    </p:anim>
                                    <p:anim calcmode="lin" valueType="num">
                                      <p:cBhvr>
                                        <p:cTn id="14" dur="300" fill="hold"/>
                                        <p:tgtEl>
                                          <p:spTgt spid="9"/>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anim calcmode="lin" valueType="num">
                                      <p:cBhvr>
                                        <p:cTn id="19" dur="300" fill="hold"/>
                                        <p:tgtEl>
                                          <p:spTgt spid="7"/>
                                        </p:tgtEl>
                                        <p:attrNameLst>
                                          <p:attrName>ppt_x</p:attrName>
                                        </p:attrNameLst>
                                      </p:cBhvr>
                                      <p:tavLst>
                                        <p:tav tm="0">
                                          <p:val>
                                            <p:strVal val="#ppt_x"/>
                                          </p:val>
                                        </p:tav>
                                        <p:tav tm="100000">
                                          <p:val>
                                            <p:strVal val="#ppt_x"/>
                                          </p:val>
                                        </p:tav>
                                      </p:tavLst>
                                    </p:anim>
                                    <p:anim calcmode="lin" valueType="num">
                                      <p:cBhvr>
                                        <p:cTn id="20" dur="300" fill="hold"/>
                                        <p:tgtEl>
                                          <p:spTgt spid="7"/>
                                        </p:tgtEl>
                                        <p:attrNameLst>
                                          <p:attrName>ppt_y</p:attrName>
                                        </p:attrNameLst>
                                      </p:cBhvr>
                                      <p:tavLst>
                                        <p:tav tm="0">
                                          <p:val>
                                            <p:strVal val="#ppt_y+.1"/>
                                          </p:val>
                                        </p:tav>
                                        <p:tav tm="100000">
                                          <p:val>
                                            <p:strVal val="#ppt_y"/>
                                          </p:val>
                                        </p:tav>
                                      </p:tavLst>
                                    </p:anim>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300"/>
                                        <p:tgtEl>
                                          <p:spTgt spid="8"/>
                                        </p:tgtEl>
                                      </p:cBhvr>
                                    </p:animEffec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up)">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alphaModFix amt="35000"/>
            <a:extLst>
              <a:ext uri="{28A0092B-C50C-407E-A947-70E740481C1C}">
                <a14:useLocalDpi xmlns:a14="http://schemas.microsoft.com/office/drawing/2010/main" val="0"/>
              </a:ext>
            </a:extLst>
          </a:blip>
          <a:srcRect r="7222"/>
          <a:stretch>
            <a:fillRect/>
          </a:stretch>
        </p:blipFill>
        <p:spPr>
          <a:xfrm>
            <a:off x="3708400" y="0"/>
            <a:ext cx="8483600" cy="6858000"/>
          </a:xfrm>
          <a:prstGeom prst="rect">
            <a:avLst/>
          </a:prstGeom>
          <a:effectLst>
            <a:softEdge rad="355600"/>
          </a:effectLst>
        </p:spPr>
      </p:pic>
      <p:sp>
        <p:nvSpPr>
          <p:cNvPr id="4" name="矩形 3"/>
          <p:cNvSpPr/>
          <p:nvPr userDrawn="1"/>
        </p:nvSpPr>
        <p:spPr>
          <a:xfrm>
            <a:off x="0" y="0"/>
            <a:ext cx="12192000" cy="6858000"/>
          </a:xfrm>
          <a:prstGeom prst="rect">
            <a:avLst/>
          </a:prstGeom>
          <a:gradFill flip="none" rotWithShape="1">
            <a:gsLst>
              <a:gs pos="35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4" descr="图片包含 建筑, 室内, 窗户, 飞机&#10;&#10;描述已自动生成"/>
          <p:cNvPicPr>
            <a:picLocks noChangeAspect="1"/>
          </p:cNvPicPr>
          <p:nvPr userDrawn="1"/>
        </p:nvPicPr>
        <p:blipFill>
          <a:blip r:embed="rId2">
            <a:extLst>
              <a:ext uri="{28A0092B-C50C-407E-A947-70E740481C1C}">
                <a14:useLocalDpi xmlns:a14="http://schemas.microsoft.com/office/drawing/2010/main" val="0"/>
              </a:ext>
            </a:extLst>
          </a:blip>
          <a:srcRect l="17874" r="7300"/>
          <a:stretch>
            <a:fillRect/>
          </a:stretch>
        </p:blipFill>
        <p:spPr>
          <a:xfrm>
            <a:off x="5349872" y="0"/>
            <a:ext cx="6842131" cy="6858000"/>
          </a:xfrm>
          <a:custGeom>
            <a:avLst/>
            <a:gdLst>
              <a:gd name="connsiteX0" fmla="*/ 3866540 w 6842131"/>
              <a:gd name="connsiteY0" fmla="*/ 0 h 6858000"/>
              <a:gd name="connsiteX1" fmla="*/ 6842131 w 6842131"/>
              <a:gd name="connsiteY1" fmla="*/ 0 h 6858000"/>
              <a:gd name="connsiteX2" fmla="*/ 6842131 w 6842131"/>
              <a:gd name="connsiteY2" fmla="*/ 2518051 h 6858000"/>
              <a:gd name="connsiteX3" fmla="*/ 4395268 w 6842131"/>
              <a:gd name="connsiteY3" fmla="*/ 6858000 h 6858000"/>
              <a:gd name="connsiteX4" fmla="*/ 0 w 6842131"/>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131" h="6858000">
                <a:moveTo>
                  <a:pt x="3866540" y="0"/>
                </a:moveTo>
                <a:lnTo>
                  <a:pt x="6842131" y="0"/>
                </a:lnTo>
                <a:lnTo>
                  <a:pt x="6842131" y="2518051"/>
                </a:lnTo>
                <a:lnTo>
                  <a:pt x="4395268" y="6858000"/>
                </a:lnTo>
                <a:lnTo>
                  <a:pt x="0" y="6858000"/>
                </a:lnTo>
                <a:close/>
              </a:path>
            </a:pathLst>
          </a:custGeom>
        </p:spPr>
      </p:pic>
      <p:sp>
        <p:nvSpPr>
          <p:cNvPr id="7" name="任意多边形: 形状 6"/>
          <p:cNvSpPr/>
          <p:nvPr/>
        </p:nvSpPr>
        <p:spPr>
          <a:xfrm rot="1764741">
            <a:off x="6434339" y="578865"/>
            <a:ext cx="5329086" cy="8110349"/>
          </a:xfrm>
          <a:custGeom>
            <a:avLst/>
            <a:gdLst>
              <a:gd name="connsiteX0" fmla="*/ 4907596 w 5329086"/>
              <a:gd name="connsiteY0" fmla="*/ 1735493 h 8110349"/>
              <a:gd name="connsiteX1" fmla="*/ 5329086 w 5329086"/>
              <a:gd name="connsiteY1" fmla="*/ 2483140 h 8110349"/>
              <a:gd name="connsiteX2" fmla="*/ 5329086 w 5329086"/>
              <a:gd name="connsiteY2" fmla="*/ 5106050 h 8110349"/>
              <a:gd name="connsiteX3" fmla="*/ 4907597 w 5329086"/>
              <a:gd name="connsiteY3" fmla="*/ 5343666 h 8110349"/>
              <a:gd name="connsiteX4" fmla="*/ 0 w 5329086"/>
              <a:gd name="connsiteY4" fmla="*/ 237617 h 8110349"/>
              <a:gd name="connsiteX5" fmla="*/ 421490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6" y="1735493"/>
                </a:moveTo>
                <a:lnTo>
                  <a:pt x="5329086" y="2483140"/>
                </a:lnTo>
                <a:lnTo>
                  <a:pt x="5329086" y="5106050"/>
                </a:lnTo>
                <a:lnTo>
                  <a:pt x="4907597" y="5343666"/>
                </a:lnTo>
                <a:close/>
                <a:moveTo>
                  <a:pt x="0" y="237617"/>
                </a:moveTo>
                <a:lnTo>
                  <a:pt x="421490" y="0"/>
                </a:lnTo>
                <a:lnTo>
                  <a:pt x="421489" y="7872732"/>
                </a:lnTo>
                <a:lnTo>
                  <a:pt x="0" y="8110349"/>
                </a:lnTo>
                <a:close/>
              </a:path>
            </a:pathLst>
          </a:cu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8" name="任意多边形: 形状 7"/>
          <p:cNvSpPr/>
          <p:nvPr/>
        </p:nvSpPr>
        <p:spPr>
          <a:xfrm rot="1764741">
            <a:off x="5852864" y="578866"/>
            <a:ext cx="5329086" cy="8110349"/>
          </a:xfrm>
          <a:custGeom>
            <a:avLst/>
            <a:gdLst>
              <a:gd name="connsiteX0" fmla="*/ 4907597 w 5329086"/>
              <a:gd name="connsiteY0" fmla="*/ 551447 h 8110349"/>
              <a:gd name="connsiteX1" fmla="*/ 5329086 w 5329086"/>
              <a:gd name="connsiteY1" fmla="*/ 1299093 h 8110349"/>
              <a:gd name="connsiteX2" fmla="*/ 5329086 w 5329086"/>
              <a:gd name="connsiteY2" fmla="*/ 5106050 h 8110349"/>
              <a:gd name="connsiteX3" fmla="*/ 4907596 w 5329086"/>
              <a:gd name="connsiteY3" fmla="*/ 5343667 h 8110349"/>
              <a:gd name="connsiteX4" fmla="*/ 0 w 5329086"/>
              <a:gd name="connsiteY4" fmla="*/ 237617 h 8110349"/>
              <a:gd name="connsiteX5" fmla="*/ 421489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7" y="551447"/>
                </a:moveTo>
                <a:lnTo>
                  <a:pt x="5329086" y="1299093"/>
                </a:lnTo>
                <a:lnTo>
                  <a:pt x="5329086" y="5106050"/>
                </a:lnTo>
                <a:lnTo>
                  <a:pt x="4907596" y="5343667"/>
                </a:lnTo>
                <a:close/>
                <a:moveTo>
                  <a:pt x="0" y="237617"/>
                </a:moveTo>
                <a:lnTo>
                  <a:pt x="421489" y="0"/>
                </a:lnTo>
                <a:lnTo>
                  <a:pt x="421489" y="7872732"/>
                </a:lnTo>
                <a:lnTo>
                  <a:pt x="0" y="8110349"/>
                </a:lnTo>
                <a:close/>
              </a:path>
            </a:pathLst>
          </a:custGeom>
          <a:solidFill>
            <a:srgbClr val="537EC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9" name="文本占位符 44"/>
          <p:cNvSpPr>
            <a:spLocks noGrp="1"/>
          </p:cNvSpPr>
          <p:nvPr userDrawn="1">
            <p:ph type="body" sz="quarter" idx="10" hasCustomPrompt="1"/>
          </p:nvPr>
        </p:nvSpPr>
        <p:spPr>
          <a:xfrm>
            <a:off x="-1" y="4189677"/>
            <a:ext cx="5368944" cy="725488"/>
          </a:xfrm>
          <a:prstGeom prst="rect">
            <a:avLst/>
          </a:prstGeom>
        </p:spPr>
        <p:txBody>
          <a:bodyPr lIns="0" rIns="90000">
            <a:noAutofit/>
          </a:bodyPr>
          <a:lstStyle>
            <a:lvl1pPr marL="0" indent="0" algn="ctr">
              <a:lnSpc>
                <a:spcPct val="100000"/>
              </a:lnSpc>
              <a:buNone/>
              <a:defRPr sz="4400" b="1" spc="100" baseline="0">
                <a:solidFill>
                  <a:srgbClr val="142E60"/>
                </a:solidFill>
                <a:latin typeface="+mj-ea"/>
                <a:ea typeface="+mj-ea"/>
              </a:defRPr>
            </a:lvl1pPr>
          </a:lstStyle>
          <a:p>
            <a:pPr lvl="0"/>
            <a:r>
              <a:rPr lang="zh-CN" altLang="en-US" dirty="0"/>
              <a:t>请输入你的节标题</a:t>
            </a:r>
            <a:endParaRPr lang="zh-CN" altLang="en-US" dirty="0"/>
          </a:p>
        </p:txBody>
      </p:sp>
      <p:sp>
        <p:nvSpPr>
          <p:cNvPr id="10" name="文本占位符 46"/>
          <p:cNvSpPr>
            <a:spLocks noGrp="1"/>
          </p:cNvSpPr>
          <p:nvPr userDrawn="1">
            <p:ph type="body" sz="quarter" idx="11" hasCustomPrompt="1"/>
          </p:nvPr>
        </p:nvSpPr>
        <p:spPr>
          <a:xfrm>
            <a:off x="-1" y="4857350"/>
            <a:ext cx="5368944" cy="424732"/>
          </a:xfrm>
          <a:prstGeom prst="rect">
            <a:avLst/>
          </a:prstGeom>
        </p:spPr>
        <p:txBody>
          <a:bodyPr lIns="90000" anchor="ctr" anchorCtr="0">
            <a:noAutofit/>
          </a:bodyPr>
          <a:lstStyle>
            <a:lvl1pPr marL="0" indent="0" algn="ctr">
              <a:lnSpc>
                <a:spcPct val="100000"/>
              </a:lnSpc>
              <a:buNone/>
              <a:defRPr sz="1200" spc="500" baseline="0">
                <a:solidFill>
                  <a:schemeClr val="bg1">
                    <a:lumMod val="75000"/>
                  </a:schemeClr>
                </a:solidFill>
                <a:latin typeface="+mn-lt"/>
              </a:defRPr>
            </a:lvl1pPr>
          </a:lstStyle>
          <a:p>
            <a:pPr lvl="0"/>
            <a:r>
              <a:rPr lang="en-US" altLang="zh-CN" dirty="0"/>
              <a:t>Supporting Your Text Here</a:t>
            </a:r>
            <a:endParaRPr lang="zh-CN" altLang="en-US" dirty="0"/>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667502" y="348744"/>
            <a:ext cx="1797615" cy="645923"/>
          </a:xfrm>
          <a:prstGeom prst="rect">
            <a:avLst/>
          </a:prstGeom>
        </p:spPr>
      </p:pic>
      <p:sp>
        <p:nvSpPr>
          <p:cNvPr id="15" name="文本框 14"/>
          <p:cNvSpPr txBox="1"/>
          <p:nvPr userDrawn="1"/>
        </p:nvSpPr>
        <p:spPr>
          <a:xfrm>
            <a:off x="2684206" y="631777"/>
            <a:ext cx="249471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b="0" dirty="0">
                <a:solidFill>
                  <a:srgbClr val="142E60"/>
                </a:solidFill>
              </a:rPr>
              <a:t>自 </a:t>
            </a:r>
            <a:r>
              <a:rPr lang="en-US" altLang="zh-CN" sz="1100" b="0" dirty="0">
                <a:solidFill>
                  <a:srgbClr val="142E60"/>
                </a:solidFill>
              </a:rPr>
              <a:t>/ </a:t>
            </a:r>
            <a:r>
              <a:rPr lang="zh-CN" altLang="en-US" sz="1100" b="0" dirty="0">
                <a:solidFill>
                  <a:srgbClr val="142E60"/>
                </a:solidFill>
              </a:rPr>
              <a:t>强 </a:t>
            </a:r>
            <a:r>
              <a:rPr lang="en-US" altLang="zh-CN" sz="1100" b="0" dirty="0">
                <a:solidFill>
                  <a:srgbClr val="142E60"/>
                </a:solidFill>
              </a:rPr>
              <a:t>/ </a:t>
            </a:r>
            <a:r>
              <a:rPr lang="zh-CN" altLang="en-US" sz="1100" b="0" dirty="0">
                <a:solidFill>
                  <a:srgbClr val="142E60"/>
                </a:solidFill>
              </a:rPr>
              <a:t>不 </a:t>
            </a:r>
            <a:r>
              <a:rPr lang="en-US" altLang="zh-CN" sz="1100" b="0" dirty="0">
                <a:solidFill>
                  <a:srgbClr val="142E60"/>
                </a:solidFill>
              </a:rPr>
              <a:t>/ </a:t>
            </a:r>
            <a:r>
              <a:rPr lang="zh-CN" altLang="en-US" sz="1100" b="0" dirty="0">
                <a:solidFill>
                  <a:srgbClr val="142E60"/>
                </a:solidFill>
              </a:rPr>
              <a:t>息   止 </a:t>
            </a:r>
            <a:r>
              <a:rPr lang="en-US" altLang="zh-CN" sz="1100" b="0" dirty="0">
                <a:solidFill>
                  <a:srgbClr val="142E60"/>
                </a:solidFill>
              </a:rPr>
              <a:t>/ </a:t>
            </a:r>
            <a:r>
              <a:rPr lang="zh-CN" altLang="en-US" sz="1100" b="0" dirty="0">
                <a:solidFill>
                  <a:srgbClr val="142E60"/>
                </a:solidFill>
              </a:rPr>
              <a:t>于 </a:t>
            </a:r>
            <a:r>
              <a:rPr lang="en-US" altLang="zh-CN" sz="1100" b="0" dirty="0">
                <a:solidFill>
                  <a:srgbClr val="142E60"/>
                </a:solidFill>
              </a:rPr>
              <a:t>/ </a:t>
            </a:r>
            <a:r>
              <a:rPr lang="zh-CN" altLang="en-US" sz="1100" b="0" dirty="0">
                <a:solidFill>
                  <a:srgbClr val="142E60"/>
                </a:solidFill>
              </a:rPr>
              <a:t>至 </a:t>
            </a:r>
            <a:r>
              <a:rPr lang="en-US" altLang="zh-CN" sz="1100" b="0" dirty="0">
                <a:solidFill>
                  <a:srgbClr val="142E60"/>
                </a:solidFill>
              </a:rPr>
              <a:t>/ </a:t>
            </a:r>
            <a:r>
              <a:rPr lang="zh-CN" altLang="en-US" sz="1100" b="0" dirty="0">
                <a:solidFill>
                  <a:srgbClr val="142E60"/>
                </a:solidFill>
              </a:rPr>
              <a:t>善</a:t>
            </a:r>
            <a:endParaRPr lang="zh-CN" altLang="en-US" sz="1100" b="0" dirty="0">
              <a:solidFill>
                <a:srgbClr val="142E60"/>
              </a:solidFill>
            </a:endParaRPr>
          </a:p>
        </p:txBody>
      </p:sp>
      <p:sp>
        <p:nvSpPr>
          <p:cNvPr id="20" name="文本占位符 19"/>
          <p:cNvSpPr>
            <a:spLocks noGrp="1"/>
          </p:cNvSpPr>
          <p:nvPr>
            <p:ph type="body" sz="quarter" idx="13" hasCustomPrompt="1"/>
          </p:nvPr>
        </p:nvSpPr>
        <p:spPr>
          <a:xfrm>
            <a:off x="2017230" y="2613759"/>
            <a:ext cx="1366838" cy="1330325"/>
          </a:xfrm>
          <a:prstGeom prst="rect">
            <a:avLst/>
          </a:prstGeom>
        </p:spPr>
        <p:txBody>
          <a:bodyPr/>
          <a:lstStyle>
            <a:lvl1pPr marL="0" indent="0">
              <a:buNone/>
              <a:defRPr kumimoji="0" lang="zh-CN" altLang="en-US" sz="7200" b="0" i="0" u="none" strike="noStrike" kern="1200" cap="none" spc="0" normalizeH="0" baseline="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01</a:t>
            </a:r>
            <a:endParaRPr lang="zh-CN" altLang="en-US" dirty="0"/>
          </a:p>
        </p:txBody>
      </p:sp>
      <p:sp>
        <p:nvSpPr>
          <p:cNvPr id="18" name="文本占位符 17"/>
          <p:cNvSpPr>
            <a:spLocks noGrp="1"/>
          </p:cNvSpPr>
          <p:nvPr>
            <p:ph type="body" sz="quarter" idx="12" hasCustomPrompt="1"/>
          </p:nvPr>
        </p:nvSpPr>
        <p:spPr>
          <a:xfrm>
            <a:off x="1884363" y="2567762"/>
            <a:ext cx="1365733" cy="1238250"/>
          </a:xfrm>
          <a:prstGeom prst="rect">
            <a:avLst/>
          </a:prstGeom>
        </p:spPr>
        <p:txBody>
          <a:bodyPr/>
          <a:lstStyle>
            <a:lvl1pPr marL="0" indent="0">
              <a:buNone/>
              <a:defRPr kumimoji="0" lang="zh-CN" altLang="en-US" sz="7200" b="1" i="0" u="none" strike="noStrike" kern="1200" cap="none" spc="0" normalizeH="0" baseline="0" dirty="0">
                <a:ln>
                  <a:noFill/>
                </a:ln>
                <a:solidFill>
                  <a:srgbClr val="537EC5"/>
                </a:solidFill>
                <a:effectLst/>
                <a:uLnTx/>
                <a:uFillTx/>
                <a:latin typeface="微软雅黑" panose="020B0503020204020204" charset="-122"/>
                <a:ea typeface="微软雅黑" panose="020B050302020402020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01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300"/>
                                        <p:tgtEl>
                                          <p:spTgt spid="8"/>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300"/>
                                        <p:tgtEl>
                                          <p:spTgt spid="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animEffect transition="in" filter="wipe(left)">
                                      <p:cBhvr>
                                        <p:cTn id="19" dur="250"/>
                                        <p:tgtEl>
                                          <p:spTgt spid="20">
                                            <p:txEl>
                                              <p:pRg st="0" end="0"/>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animEffect transition="in" filter="wipe(left)">
                                      <p:cBhvr>
                                        <p:cTn id="23" dur="250"/>
                                        <p:tgtEl>
                                          <p:spTgt spid="18">
                                            <p:txEl>
                                              <p:pRg st="0" end="0"/>
                                            </p:txEl>
                                          </p:spTgt>
                                        </p:tgtEl>
                                      </p:cBhvr>
                                    </p:animEffect>
                                  </p:childTnLst>
                                </p:cTn>
                              </p:par>
                            </p:childTnLst>
                          </p:cTn>
                        </p:par>
                        <p:par>
                          <p:cTn id="24" fill="hold">
                            <p:stCondLst>
                              <p:cond delay="2500"/>
                            </p:stCondLst>
                            <p:childTnLst>
                              <p:par>
                                <p:cTn id="25" presetID="42" presetClass="entr" presetSubtype="0" fill="hold" grpId="0" nodeType="after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fade">
                                      <p:cBhvr>
                                        <p:cTn id="27" dur="300"/>
                                        <p:tgtEl>
                                          <p:spTgt spid="9">
                                            <p:txEl>
                                              <p:pRg st="0" end="0"/>
                                            </p:txEl>
                                          </p:spTgt>
                                        </p:tgtEl>
                                      </p:cBhvr>
                                    </p:animEffect>
                                    <p:anim calcmode="lin" valueType="num">
                                      <p:cBhvr>
                                        <p:cTn id="28" dur="3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9" dur="3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30" fill="hold">
                            <p:stCondLst>
                              <p:cond delay="3000"/>
                            </p:stCondLst>
                            <p:childTnLst>
                              <p:par>
                                <p:cTn id="31" presetID="42" presetClass="entr" presetSubtype="0" fill="hold" grpId="0" nodeType="after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fade">
                                      <p:cBhvr>
                                        <p:cTn id="33" dur="300"/>
                                        <p:tgtEl>
                                          <p:spTgt spid="10">
                                            <p:txEl>
                                              <p:pRg st="0" end="0"/>
                                            </p:txEl>
                                          </p:spTgt>
                                        </p:tgtEl>
                                      </p:cBhvr>
                                    </p:animEffect>
                                    <p:anim calcmode="lin" valueType="num">
                                      <p:cBhvr>
                                        <p:cTn id="34" dur="3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5" dur="3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36" fill="hold">
                            <p:stCondLst>
                              <p:cond delay="3500"/>
                            </p:stCondLst>
                            <p:childTnLst>
                              <p:par>
                                <p:cTn id="37" presetID="10" presetClass="entr" presetSubtype="0"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300"/>
                                        <p:tgtEl>
                                          <p:spTgt spid="12"/>
                                        </p:tgtEl>
                                      </p:cBhvr>
                                    </p:animEffect>
                                  </p:childTnLst>
                                </p:cTn>
                              </p:par>
                            </p:childTnLst>
                          </p:cTn>
                        </p:par>
                        <p:par>
                          <p:cTn id="40" fill="hold">
                            <p:stCondLst>
                              <p:cond delay="400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build="p">
        <p:tmplLst>
          <p:tmpl lvl="1">
            <p:tnLst>
              <p:par>
                <p:cTn presetID="42"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300"/>
                        <p:tgtEl>
                          <p:spTgt spid="9"/>
                        </p:tgtEl>
                      </p:cBhvr>
                    </p:animEffect>
                    <p:anim calcmode="lin" valueType="num">
                      <p:cBhvr>
                        <p:cTn dur="300" fill="hold"/>
                        <p:tgtEl>
                          <p:spTgt spid="9"/>
                        </p:tgtEl>
                        <p:attrNameLst>
                          <p:attrName>ppt_x</p:attrName>
                        </p:attrNameLst>
                      </p:cBhvr>
                      <p:tavLst>
                        <p:tav tm="0">
                          <p:val>
                            <p:strVal val="#ppt_x"/>
                          </p:val>
                        </p:tav>
                        <p:tav tm="100000">
                          <p:val>
                            <p:strVal val="#ppt_x"/>
                          </p:val>
                        </p:tav>
                      </p:tavLst>
                    </p:anim>
                    <p:anim calcmode="lin" valueType="num">
                      <p:cBhvr>
                        <p:cTn dur="300" fill="hold"/>
                        <p:tgtEl>
                          <p:spTgt spid="9"/>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42"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300"/>
                        <p:tgtEl>
                          <p:spTgt spid="10"/>
                        </p:tgtEl>
                      </p:cBhvr>
                    </p:animEffect>
                    <p:anim calcmode="lin" valueType="num">
                      <p:cBhvr>
                        <p:cTn dur="300" fill="hold"/>
                        <p:tgtEl>
                          <p:spTgt spid="10"/>
                        </p:tgtEl>
                        <p:attrNameLst>
                          <p:attrName>ppt_x</p:attrName>
                        </p:attrNameLst>
                      </p:cBhvr>
                      <p:tavLst>
                        <p:tav tm="0">
                          <p:val>
                            <p:strVal val="#ppt_x"/>
                          </p:val>
                        </p:tav>
                        <p:tav tm="100000">
                          <p:val>
                            <p:strVal val="#ppt_x"/>
                          </p:val>
                        </p:tav>
                      </p:tavLst>
                    </p:anim>
                    <p:anim calcmode="lin" valueType="num">
                      <p:cBhvr>
                        <p:cTn dur="300" fill="hold"/>
                        <p:tgtEl>
                          <p:spTgt spid="10"/>
                        </p:tgtEl>
                        <p:attrNameLst>
                          <p:attrName>ppt_y</p:attrName>
                        </p:attrNameLst>
                      </p:cBhvr>
                      <p:tavLst>
                        <p:tav tm="0">
                          <p:val>
                            <p:strVal val="#ppt_y+.1"/>
                          </p:val>
                        </p:tav>
                        <p:tav tm="100000">
                          <p:val>
                            <p:strVal val="#ppt_y"/>
                          </p:val>
                        </p:tav>
                      </p:tavLst>
                    </p:anim>
                  </p:childTnLst>
                </p:cTn>
              </p:par>
            </p:tnLst>
          </p:tmpl>
        </p:tmplLst>
      </p:bldP>
      <p:bldP spid="15" grpId="0"/>
      <p:bldP spid="20" grpId="0" build="p">
        <p:tmplLst>
          <p:tmpl lvl="1">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250"/>
                        <p:tgtEl>
                          <p:spTgt spid="20"/>
                        </p:tgtEl>
                      </p:cBhvr>
                    </p:animEffect>
                  </p:childTnLst>
                </p:cTn>
              </p:par>
            </p:tnLst>
          </p:tmpl>
        </p:tmplLst>
      </p:bldP>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250"/>
                        <p:tgtEl>
                          <p:spTgt spid="18"/>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pic>
        <p:nvPicPr>
          <p:cNvPr id="3" name="图片 2" descr="图片包含 室内, 窗户, 椅子, 房间&#10;&#10;描述已自动生成"/>
          <p:cNvPicPr>
            <a:picLocks noChangeAspect="1"/>
          </p:cNvPicPr>
          <p:nvPr userDrawn="1"/>
        </p:nvPicPr>
        <p:blipFill rotWithShape="1">
          <a:blip r:embed="rId2">
            <a:alphaModFix amt="10000"/>
            <a:extLst>
              <a:ext uri="{28A0092B-C50C-407E-A947-70E740481C1C}">
                <a14:useLocalDpi xmlns:a14="http://schemas.microsoft.com/office/drawing/2010/main" val="0"/>
              </a:ext>
            </a:extLst>
          </a:blip>
          <a:srcRect t="12568" b="12568"/>
          <a:stretch>
            <a:fillRect/>
          </a:stretch>
        </p:blipFill>
        <p:spPr>
          <a:xfrm>
            <a:off x="0" y="0"/>
            <a:ext cx="12214169" cy="6858000"/>
          </a:xfrm>
          <a:prstGeom prst="rect">
            <a:avLst/>
          </a:prstGeom>
        </p:spPr>
      </p:pic>
      <p:sp>
        <p:nvSpPr>
          <p:cNvPr id="4" name="MH_Others_2"/>
          <p:cNvSpPr/>
          <p:nvPr userDrawn="1">
            <p:custDataLst>
              <p:tags r:id="rId3"/>
            </p:custDataLst>
          </p:nvPr>
        </p:nvSpPr>
        <p:spPr>
          <a:xfrm>
            <a:off x="3875419" y="344963"/>
            <a:ext cx="6131155" cy="469206"/>
          </a:xfrm>
          <a:prstGeom prst="rect">
            <a:avLst/>
          </a:prstGeom>
          <a:solidFill>
            <a:srgbClr val="173D7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5" name="MH_Others_2"/>
          <p:cNvSpPr/>
          <p:nvPr userDrawn="1">
            <p:custDataLst>
              <p:tags r:id="rId4"/>
            </p:custDataLst>
          </p:nvPr>
        </p:nvSpPr>
        <p:spPr>
          <a:xfrm>
            <a:off x="-1" y="388471"/>
            <a:ext cx="1158241" cy="425698"/>
          </a:xfrm>
          <a:prstGeom prst="rect">
            <a:avLst/>
          </a:prstGeom>
          <a:solidFill>
            <a:srgbClr val="5793C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6" name="文本占位符 3"/>
          <p:cNvSpPr>
            <a:spLocks noGrp="1"/>
          </p:cNvSpPr>
          <p:nvPr>
            <p:ph type="body" sz="quarter" idx="10" hasCustomPrompt="1"/>
          </p:nvPr>
        </p:nvSpPr>
        <p:spPr>
          <a:xfrm>
            <a:off x="1229119" y="411327"/>
            <a:ext cx="2590115" cy="355600"/>
          </a:xfrm>
          <a:prstGeom prst="rect">
            <a:avLst/>
          </a:prstGeom>
        </p:spPr>
        <p:txBody>
          <a:bodyPr/>
          <a:lstStyle>
            <a:lvl1pPr marL="0" indent="0">
              <a:buNone/>
              <a:defRPr sz="2000" b="1">
                <a:solidFill>
                  <a:srgbClr val="0075BF"/>
                </a:solidFill>
                <a:latin typeface="微软雅黑" panose="020B0503020204020204" charset="-122"/>
                <a:ea typeface="微软雅黑" panose="020B0503020204020204" charset="-122"/>
              </a:defRPr>
            </a:lvl1pPr>
          </a:lstStyle>
          <a:p>
            <a:pPr lvl="0"/>
            <a:r>
              <a:rPr lang="zh-CN" altLang="en-US" dirty="0"/>
              <a:t>主标题</a:t>
            </a:r>
            <a:endParaRPr lang="zh-CN" altLang="en-US" dirty="0"/>
          </a:p>
        </p:txBody>
      </p:sp>
      <p:sp>
        <p:nvSpPr>
          <p:cNvPr id="7" name="文本占位符 5"/>
          <p:cNvSpPr>
            <a:spLocks noGrp="1"/>
          </p:cNvSpPr>
          <p:nvPr>
            <p:ph type="body" sz="quarter" idx="11" hasCustomPrompt="1"/>
          </p:nvPr>
        </p:nvSpPr>
        <p:spPr>
          <a:xfrm>
            <a:off x="1229119" y="883603"/>
            <a:ext cx="2575420" cy="325119"/>
          </a:xfrm>
          <a:prstGeom prst="rect">
            <a:avLst/>
          </a:prstGeom>
        </p:spPr>
        <p:txBody>
          <a:bodyPr/>
          <a:lstStyle>
            <a:lvl1pPr marL="0" indent="0">
              <a:buNone/>
              <a:defRPr sz="1400">
                <a:solidFill>
                  <a:srgbClr val="5793CE"/>
                </a:solidFill>
                <a:latin typeface="微软雅黑" panose="020B0503020204020204" charset="-122"/>
                <a:ea typeface="微软雅黑" panose="020B0503020204020204" charset="-122"/>
              </a:defRPr>
            </a:lvl1pPr>
          </a:lstStyle>
          <a:p>
            <a:pPr lvl="0"/>
            <a:r>
              <a:rPr lang="zh-CN" altLang="en-US" dirty="0"/>
              <a:t>副标题</a:t>
            </a:r>
            <a:endParaRPr lang="zh-CN" altLang="en-US" dirty="0"/>
          </a:p>
        </p:txBody>
      </p:sp>
      <p:pic>
        <p:nvPicPr>
          <p:cNvPr id="8" name="图片 7"/>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a:xfrm>
            <a:off x="10402684" y="169084"/>
            <a:ext cx="1426149" cy="512447"/>
          </a:xfrm>
          <a:prstGeom prst="rect">
            <a:avLst/>
          </a:prstGeom>
        </p:spPr>
      </p:pic>
      <p:sp>
        <p:nvSpPr>
          <p:cNvPr id="9" name="文本框 8"/>
          <p:cNvSpPr txBox="1"/>
          <p:nvPr userDrawn="1"/>
        </p:nvSpPr>
        <p:spPr>
          <a:xfrm>
            <a:off x="10402685" y="752937"/>
            <a:ext cx="1578855"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700" b="0" dirty="0">
                <a:solidFill>
                  <a:srgbClr val="142E60"/>
                </a:solidFill>
              </a:rPr>
              <a:t>自 </a:t>
            </a:r>
            <a:r>
              <a:rPr lang="en-US" altLang="zh-CN" sz="700" b="0" dirty="0">
                <a:solidFill>
                  <a:srgbClr val="142E60"/>
                </a:solidFill>
              </a:rPr>
              <a:t>/ </a:t>
            </a:r>
            <a:r>
              <a:rPr lang="zh-CN" altLang="en-US" sz="700" b="0" dirty="0">
                <a:solidFill>
                  <a:srgbClr val="142E60"/>
                </a:solidFill>
              </a:rPr>
              <a:t>强 </a:t>
            </a:r>
            <a:r>
              <a:rPr lang="en-US" altLang="zh-CN" sz="700" b="0" dirty="0">
                <a:solidFill>
                  <a:srgbClr val="142E60"/>
                </a:solidFill>
              </a:rPr>
              <a:t>/ </a:t>
            </a:r>
            <a:r>
              <a:rPr lang="zh-CN" altLang="en-US" sz="700" b="0" dirty="0">
                <a:solidFill>
                  <a:srgbClr val="142E60"/>
                </a:solidFill>
              </a:rPr>
              <a:t>不 </a:t>
            </a:r>
            <a:r>
              <a:rPr lang="en-US" altLang="zh-CN" sz="700" b="0" dirty="0">
                <a:solidFill>
                  <a:srgbClr val="142E60"/>
                </a:solidFill>
              </a:rPr>
              <a:t>/ </a:t>
            </a:r>
            <a:r>
              <a:rPr lang="zh-CN" altLang="en-US" sz="700" b="0" dirty="0">
                <a:solidFill>
                  <a:srgbClr val="142E60"/>
                </a:solidFill>
              </a:rPr>
              <a:t>息   止 </a:t>
            </a:r>
            <a:r>
              <a:rPr lang="en-US" altLang="zh-CN" sz="700" b="0" dirty="0">
                <a:solidFill>
                  <a:srgbClr val="142E60"/>
                </a:solidFill>
              </a:rPr>
              <a:t>/ </a:t>
            </a:r>
            <a:r>
              <a:rPr lang="zh-CN" altLang="en-US" sz="700" b="0" dirty="0">
                <a:solidFill>
                  <a:srgbClr val="142E60"/>
                </a:solidFill>
              </a:rPr>
              <a:t>于 </a:t>
            </a:r>
            <a:r>
              <a:rPr lang="en-US" altLang="zh-CN" sz="700" b="0" dirty="0">
                <a:solidFill>
                  <a:srgbClr val="142E60"/>
                </a:solidFill>
              </a:rPr>
              <a:t>/ </a:t>
            </a:r>
            <a:r>
              <a:rPr lang="zh-CN" altLang="en-US" sz="700" b="0" dirty="0">
                <a:solidFill>
                  <a:srgbClr val="142E60"/>
                </a:solidFill>
              </a:rPr>
              <a:t>至 </a:t>
            </a:r>
            <a:r>
              <a:rPr lang="en-US" altLang="zh-CN" sz="700" b="0" dirty="0">
                <a:solidFill>
                  <a:srgbClr val="142E60"/>
                </a:solidFill>
              </a:rPr>
              <a:t>/ </a:t>
            </a:r>
            <a:r>
              <a:rPr lang="zh-CN" altLang="en-US" sz="700" b="0" dirty="0">
                <a:solidFill>
                  <a:srgbClr val="142E60"/>
                </a:solidFill>
              </a:rPr>
              <a:t>善</a:t>
            </a:r>
            <a:endParaRPr lang="zh-CN" altLang="en-US" sz="700" b="0" dirty="0">
              <a:solidFill>
                <a:srgbClr val="142E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00" fill="hold"/>
                                        <p:tgtEl>
                                          <p:spTgt spid="5"/>
                                        </p:tgtEl>
                                        <p:attrNameLst>
                                          <p:attrName>ppt_x</p:attrName>
                                        </p:attrNameLst>
                                      </p:cBhvr>
                                      <p:tavLst>
                                        <p:tav tm="0">
                                          <p:val>
                                            <p:strVal val="0-#ppt_w/2"/>
                                          </p:val>
                                        </p:tav>
                                        <p:tav tm="100000">
                                          <p:val>
                                            <p:strVal val="#ppt_x"/>
                                          </p:val>
                                        </p:tav>
                                      </p:tavLst>
                                    </p:anim>
                                    <p:anim calcmode="lin" valueType="num">
                                      <p:cBhvr additive="base">
                                        <p:cTn id="8" dur="3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1+#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anim calcmode="lin" valueType="num">
                                      <p:cBhvr>
                                        <p:cTn id="16"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6">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20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500"/>
                                        <p:tgtEl>
                                          <p:spTgt spid="7">
                                            <p:txEl>
                                              <p:pRg st="0" end="0"/>
                                            </p:txEl>
                                          </p:spTgt>
                                        </p:tgtEl>
                                      </p:cBhvr>
                                    </p:animEffect>
                                    <p:anim calcmode="lin" valueType="num">
                                      <p:cBhvr>
                                        <p:cTn id="2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2" dur="5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2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uild="p">
        <p:tmplLst>
          <p:tmpl lvl="1">
            <p:tnLst>
              <p:par>
                <p:cTn presetID="42"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anim calcmode="lin" valueType="num">
                      <p:cBhvr>
                        <p:cTn dur="500" fill="hold"/>
                        <p:tgtEl>
                          <p:spTgt spid="6"/>
                        </p:tgtEl>
                        <p:attrNameLst>
                          <p:attrName>ppt_x</p:attrName>
                        </p:attrNameLst>
                      </p:cBhvr>
                      <p:tavLst>
                        <p:tav tm="0">
                          <p:val>
                            <p:strVal val="#ppt_x"/>
                          </p:val>
                        </p:tav>
                        <p:tav tm="100000">
                          <p:val>
                            <p:strVal val="#ppt_x"/>
                          </p:val>
                        </p:tav>
                      </p:tavLst>
                    </p:anim>
                    <p:anim calcmode="lin" valueType="num">
                      <p:cBhvr>
                        <p:cTn dur="500" fill="hold"/>
                        <p:tgtEl>
                          <p:spTgt spid="6"/>
                        </p:tgtEl>
                        <p:attrNameLst>
                          <p:attrName>ppt_y</p:attrName>
                        </p:attrNameLst>
                      </p:cBhvr>
                      <p:tavLst>
                        <p:tav tm="0">
                          <p:val>
                            <p:strVal val="#ppt_y+.1"/>
                          </p:val>
                        </p:tav>
                        <p:tav tm="100000">
                          <p:val>
                            <p:strVal val="#ppt_y"/>
                          </p:val>
                        </p:tav>
                      </p:tavLst>
                    </p:anim>
                  </p:childTnLst>
                </p:cTn>
              </p:par>
            </p:tnLst>
          </p:tmpl>
        </p:tmplLst>
      </p:bldP>
      <p:bldP spid="7" grpId="0" build="p">
        <p:tmplLst>
          <p:tmpl lvl="1">
            <p:tnLst>
              <p:par>
                <p:cTn presetID="42" presetClass="entr" presetSubtype="0" fill="hold" nodeType="withEffect">
                  <p:stCondLst>
                    <p:cond delay="2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anim calcmode="lin" valueType="num">
                      <p:cBhvr>
                        <p:cTn dur="500" fill="hold"/>
                        <p:tgtEl>
                          <p:spTgt spid="7"/>
                        </p:tgtEl>
                        <p:attrNameLst>
                          <p:attrName>ppt_x</p:attrName>
                        </p:attrNameLst>
                      </p:cBhvr>
                      <p:tavLst>
                        <p:tav tm="0">
                          <p:val>
                            <p:strVal val="#ppt_x"/>
                          </p:val>
                        </p:tav>
                        <p:tav tm="100000">
                          <p:val>
                            <p:strVal val="#ppt_x"/>
                          </p:val>
                        </p:tav>
                      </p:tavLst>
                    </p:anim>
                    <p:anim calcmode="lin" valueType="num">
                      <p:cBhvr>
                        <p:cTn dur="500" fill="hold"/>
                        <p:tgtEl>
                          <p:spTgt spid="7"/>
                        </p:tgtEl>
                        <p:attrNameLst>
                          <p:attrName>ppt_y</p:attrName>
                        </p:attrNameLst>
                      </p:cBhvr>
                      <p:tavLst>
                        <p:tav tm="0">
                          <p:val>
                            <p:strVal val="#ppt_y+.1"/>
                          </p:val>
                        </p:tav>
                        <p:tav tm="100000">
                          <p:val>
                            <p:strVal val="#ppt_y"/>
                          </p:val>
                        </p:tav>
                      </p:tavLst>
                    </p:anim>
                  </p:childTnLst>
                </p:cTn>
              </p:par>
            </p:tnLst>
          </p:tmpl>
        </p:tmplLst>
      </p:bldP>
      <p:bldP spid="9"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成员介绍">
    <p:spTree>
      <p:nvGrpSpPr>
        <p:cNvPr id="1" name=""/>
        <p:cNvGrpSpPr/>
        <p:nvPr/>
      </p:nvGrpSpPr>
      <p:grpSpPr>
        <a:xfrm>
          <a:off x="0" y="0"/>
          <a:ext cx="0" cy="0"/>
          <a:chOff x="0" y="0"/>
          <a:chExt cx="0" cy="0"/>
        </a:xfrm>
      </p:grpSpPr>
      <p:pic>
        <p:nvPicPr>
          <p:cNvPr id="29" name="图片 28" descr="图片包含 室内, 窗户, 椅子, 房间&#10;&#10;描述已自动生成"/>
          <p:cNvPicPr>
            <a:picLocks noChangeAspect="1"/>
          </p:cNvPicPr>
          <p:nvPr userDrawn="1"/>
        </p:nvPicPr>
        <p:blipFill rotWithShape="1">
          <a:blip r:embed="rId2">
            <a:alphaModFix amt="10000"/>
            <a:extLst>
              <a:ext uri="{28A0092B-C50C-407E-A947-70E740481C1C}">
                <a14:useLocalDpi xmlns:a14="http://schemas.microsoft.com/office/drawing/2010/main" val="0"/>
              </a:ext>
            </a:extLst>
          </a:blip>
          <a:srcRect t="12568" b="12568"/>
          <a:stretch>
            <a:fillRect/>
          </a:stretch>
        </p:blipFill>
        <p:spPr>
          <a:xfrm>
            <a:off x="0" y="0"/>
            <a:ext cx="12214169" cy="6858000"/>
          </a:xfrm>
          <a:prstGeom prst="rect">
            <a:avLst/>
          </a:prstGeom>
        </p:spPr>
      </p:pic>
      <p:sp>
        <p:nvSpPr>
          <p:cNvPr id="4" name="图片占位符 47"/>
          <p:cNvSpPr>
            <a:spLocks noGrp="1"/>
          </p:cNvSpPr>
          <p:nvPr>
            <p:ph type="pic" sz="quarter" idx="31"/>
          </p:nvPr>
        </p:nvSpPr>
        <p:spPr>
          <a:xfrm>
            <a:off x="412251"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lvl1pPr marL="0" indent="0">
              <a:buNone/>
              <a:defRPr sz="2000"/>
            </a:lvl1pPr>
          </a:lstStyle>
          <a:p>
            <a:endParaRPr lang="zh-CN" altLang="en-US" dirty="0"/>
          </a:p>
        </p:txBody>
      </p:sp>
      <p:sp>
        <p:nvSpPr>
          <p:cNvPr id="12" name="文本框 11"/>
          <p:cNvSpPr txBox="1"/>
          <p:nvPr userDrawn="1"/>
        </p:nvSpPr>
        <p:spPr>
          <a:xfrm>
            <a:off x="4104640" y="852965"/>
            <a:ext cx="3982720" cy="1107996"/>
          </a:xfrm>
          <a:prstGeom prst="rect">
            <a:avLst/>
          </a:prstGeom>
          <a:noFill/>
        </p:spPr>
        <p:txBody>
          <a:bodyPr wrap="square" lIns="90000" rtlCol="0">
            <a:spAutoFit/>
          </a:bodyPr>
          <a:lstStyle/>
          <a:p>
            <a:pPr algn="ctr"/>
            <a:r>
              <a:rPr lang="en-US" altLang="zh-CN" sz="6600" i="1" dirty="0">
                <a:solidFill>
                  <a:schemeClr val="bg1">
                    <a:lumMod val="95000"/>
                  </a:schemeClr>
                </a:solidFill>
              </a:rPr>
              <a:t>Our team</a:t>
            </a:r>
            <a:endParaRPr lang="zh-CN" altLang="en-US" sz="6600" i="1" dirty="0">
              <a:solidFill>
                <a:schemeClr val="bg1">
                  <a:lumMod val="95000"/>
                </a:schemeClr>
              </a:solidFill>
            </a:endParaRPr>
          </a:p>
        </p:txBody>
      </p:sp>
      <p:sp>
        <p:nvSpPr>
          <p:cNvPr id="13" name="文本占位符 26"/>
          <p:cNvSpPr>
            <a:spLocks noGrp="1"/>
          </p:cNvSpPr>
          <p:nvPr>
            <p:ph type="body" sz="quarter" idx="29" hasCustomPrompt="1"/>
          </p:nvPr>
        </p:nvSpPr>
        <p:spPr>
          <a:xfrm>
            <a:off x="4104640" y="1593828"/>
            <a:ext cx="3982720" cy="584775"/>
          </a:xfrm>
          <a:prstGeom prst="rect">
            <a:avLst/>
          </a:prstGeom>
        </p:spPr>
        <p:txBody>
          <a:bodyPr lIns="90000">
            <a:spAutoFit/>
          </a:bodyPr>
          <a:lstStyle>
            <a:lvl1pPr marL="0" indent="0" algn="ctr">
              <a:lnSpc>
                <a:spcPct val="100000"/>
              </a:lnSpc>
              <a:buNone/>
              <a:defRPr sz="3200" b="1">
                <a:solidFill>
                  <a:srgbClr val="142E60"/>
                </a:solidFill>
              </a:defRPr>
            </a:lvl1pPr>
          </a:lstStyle>
          <a:p>
            <a:pPr lvl="0"/>
            <a:r>
              <a:rPr lang="zh-CN" altLang="en-US" dirty="0"/>
              <a:t>请输入你的团队名</a:t>
            </a:r>
            <a:endParaRPr lang="zh-CN" altLang="en-US" dirty="0"/>
          </a:p>
        </p:txBody>
      </p:sp>
      <p:sp>
        <p:nvSpPr>
          <p:cNvPr id="14" name="文本占位符 28"/>
          <p:cNvSpPr>
            <a:spLocks noGrp="1"/>
          </p:cNvSpPr>
          <p:nvPr>
            <p:ph type="body" sz="quarter" idx="30" hasCustomPrompt="1"/>
          </p:nvPr>
        </p:nvSpPr>
        <p:spPr>
          <a:xfrm>
            <a:off x="682883" y="2372170"/>
            <a:ext cx="10826234" cy="425698"/>
          </a:xfrm>
          <a:prstGeom prst="rect">
            <a:avLst/>
          </a:prstGeom>
        </p:spPr>
        <p:txBody>
          <a:bodyPr wrap="square" lIns="90000" anchor="ctr" anchorCtr="0">
            <a:normAutofit/>
          </a:bodyPr>
          <a:lstStyle>
            <a:lvl1pPr marL="0" indent="0" algn="ctr">
              <a:buNone/>
              <a:defRPr sz="1800"/>
            </a:lvl1pPr>
          </a:lstStyle>
          <a:p>
            <a:pPr lvl="0"/>
            <a:r>
              <a:rPr lang="zh-CN" altLang="en-US" dirty="0"/>
              <a:t>请输入你的团队介绍</a:t>
            </a:r>
            <a:endParaRPr lang="zh-CN" altLang="en-US" dirty="0"/>
          </a:p>
        </p:txBody>
      </p:sp>
      <p:sp>
        <p:nvSpPr>
          <p:cNvPr id="15" name="文本占位符 11"/>
          <p:cNvSpPr>
            <a:spLocks noGrp="1"/>
          </p:cNvSpPr>
          <p:nvPr>
            <p:ph type="body" sz="quarter" idx="22" hasCustomPrompt="1"/>
          </p:nvPr>
        </p:nvSpPr>
        <p:spPr>
          <a:xfrm>
            <a:off x="402705" y="5819371"/>
            <a:ext cx="2712258" cy="400110"/>
          </a:xfrm>
          <a:prstGeom prst="rect">
            <a:avLst/>
          </a:prstGeom>
        </p:spPr>
        <p:txBody>
          <a:bodyPr anchor="ctr" anchorCtr="0">
            <a:normAutofit/>
          </a:bodyPr>
          <a:lstStyle>
            <a:lvl1pPr marL="0" indent="0" algn="ctr">
              <a:lnSpc>
                <a:spcPct val="100000"/>
              </a:lnSpc>
              <a:buNone/>
              <a:defRPr sz="1400"/>
            </a:lvl1pPr>
          </a:lstStyle>
          <a:p>
            <a:pPr lvl="0"/>
            <a:r>
              <a:rPr lang="zh-CN" altLang="en-US" dirty="0"/>
              <a:t>成员信息</a:t>
            </a:r>
            <a:endParaRPr lang="zh-CN" altLang="en-US" dirty="0"/>
          </a:p>
        </p:txBody>
      </p:sp>
      <p:sp>
        <p:nvSpPr>
          <p:cNvPr id="16" name="文本占位符 11"/>
          <p:cNvSpPr>
            <a:spLocks noGrp="1"/>
          </p:cNvSpPr>
          <p:nvPr>
            <p:ph type="body" sz="quarter" idx="36" hasCustomPrompt="1"/>
          </p:nvPr>
        </p:nvSpPr>
        <p:spPr>
          <a:xfrm>
            <a:off x="402783"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1</a:t>
            </a:r>
            <a:endParaRPr lang="zh-CN" altLang="en-US" dirty="0"/>
          </a:p>
        </p:txBody>
      </p:sp>
      <p:sp>
        <p:nvSpPr>
          <p:cNvPr id="17" name="文本占位符 11"/>
          <p:cNvSpPr>
            <a:spLocks noGrp="1"/>
          </p:cNvSpPr>
          <p:nvPr>
            <p:ph type="body" sz="quarter" idx="37" hasCustomPrompt="1"/>
          </p:nvPr>
        </p:nvSpPr>
        <p:spPr>
          <a:xfrm>
            <a:off x="3301400" y="5819370"/>
            <a:ext cx="2712258" cy="401484"/>
          </a:xfrm>
          <a:prstGeom prst="rect">
            <a:avLst/>
          </a:prstGeom>
        </p:spPr>
        <p:txBody>
          <a:bodyPr anchor="ctr" anchorCtr="0">
            <a:normAutofit/>
          </a:bodyPr>
          <a:lstStyle>
            <a:lvl1pPr marL="0" indent="0" algn="ctr">
              <a:lnSpc>
                <a:spcPct val="100000"/>
              </a:lnSpc>
              <a:buNone/>
              <a:defRPr sz="1400"/>
            </a:lvl1pPr>
          </a:lstStyle>
          <a:p>
            <a:pPr lvl="0"/>
            <a:r>
              <a:rPr lang="zh-CN" altLang="en-US" dirty="0"/>
              <a:t>成员信息</a:t>
            </a:r>
            <a:endParaRPr lang="zh-CN" altLang="en-US" dirty="0"/>
          </a:p>
        </p:txBody>
      </p:sp>
      <p:sp>
        <p:nvSpPr>
          <p:cNvPr id="18" name="文本占位符 11"/>
          <p:cNvSpPr>
            <a:spLocks noGrp="1"/>
          </p:cNvSpPr>
          <p:nvPr>
            <p:ph type="body" sz="quarter" idx="38" hasCustomPrompt="1"/>
          </p:nvPr>
        </p:nvSpPr>
        <p:spPr>
          <a:xfrm>
            <a:off x="3301478"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2</a:t>
            </a:r>
            <a:endParaRPr lang="zh-CN" altLang="en-US" dirty="0"/>
          </a:p>
        </p:txBody>
      </p:sp>
      <p:sp>
        <p:nvSpPr>
          <p:cNvPr id="19" name="文本占位符 11"/>
          <p:cNvSpPr>
            <a:spLocks noGrp="1"/>
          </p:cNvSpPr>
          <p:nvPr>
            <p:ph type="body" sz="quarter" idx="39" hasCustomPrompt="1"/>
          </p:nvPr>
        </p:nvSpPr>
        <p:spPr>
          <a:xfrm>
            <a:off x="6219265" y="5819370"/>
            <a:ext cx="2712258" cy="401484"/>
          </a:xfrm>
          <a:prstGeom prst="rect">
            <a:avLst/>
          </a:prstGeom>
        </p:spPr>
        <p:txBody>
          <a:bodyPr anchor="ctr" anchorCtr="0">
            <a:normAutofit/>
          </a:bodyPr>
          <a:lstStyle>
            <a:lvl1pPr marL="0" indent="0" algn="ctr">
              <a:lnSpc>
                <a:spcPct val="100000"/>
              </a:lnSpc>
              <a:buNone/>
              <a:defRPr sz="1400"/>
            </a:lvl1pPr>
          </a:lstStyle>
          <a:p>
            <a:pPr lvl="0"/>
            <a:r>
              <a:rPr lang="zh-CN" altLang="en-US" dirty="0"/>
              <a:t>成员信息</a:t>
            </a:r>
            <a:endParaRPr lang="zh-CN" altLang="en-US" dirty="0"/>
          </a:p>
        </p:txBody>
      </p:sp>
      <p:sp>
        <p:nvSpPr>
          <p:cNvPr id="20" name="文本占位符 11"/>
          <p:cNvSpPr>
            <a:spLocks noGrp="1"/>
          </p:cNvSpPr>
          <p:nvPr>
            <p:ph type="body" sz="quarter" idx="40" hasCustomPrompt="1"/>
          </p:nvPr>
        </p:nvSpPr>
        <p:spPr>
          <a:xfrm>
            <a:off x="6219343"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3</a:t>
            </a:r>
            <a:endParaRPr lang="zh-CN" altLang="en-US" dirty="0"/>
          </a:p>
        </p:txBody>
      </p:sp>
      <p:sp>
        <p:nvSpPr>
          <p:cNvPr id="21" name="文本占位符 11"/>
          <p:cNvSpPr>
            <a:spLocks noGrp="1"/>
          </p:cNvSpPr>
          <p:nvPr>
            <p:ph type="body" sz="quarter" idx="41" hasCustomPrompt="1"/>
          </p:nvPr>
        </p:nvSpPr>
        <p:spPr>
          <a:xfrm>
            <a:off x="9145213" y="5819370"/>
            <a:ext cx="2693323" cy="400110"/>
          </a:xfrm>
          <a:prstGeom prst="rect">
            <a:avLst/>
          </a:prstGeom>
        </p:spPr>
        <p:txBody>
          <a:bodyPr anchor="ctr" anchorCtr="0">
            <a:normAutofit/>
          </a:bodyPr>
          <a:lstStyle>
            <a:lvl1pPr marL="0" indent="0" algn="ctr">
              <a:lnSpc>
                <a:spcPct val="100000"/>
              </a:lnSpc>
              <a:buNone/>
              <a:defRPr sz="1400"/>
            </a:lvl1pPr>
          </a:lstStyle>
          <a:p>
            <a:pPr lvl="0"/>
            <a:r>
              <a:rPr lang="zh-CN" altLang="en-US" dirty="0"/>
              <a:t>成员信息</a:t>
            </a:r>
            <a:endParaRPr lang="zh-CN" altLang="en-US" dirty="0"/>
          </a:p>
        </p:txBody>
      </p:sp>
      <p:sp>
        <p:nvSpPr>
          <p:cNvPr id="22" name="文本占位符 11"/>
          <p:cNvSpPr>
            <a:spLocks noGrp="1"/>
          </p:cNvSpPr>
          <p:nvPr>
            <p:ph type="body" sz="quarter" idx="42" hasCustomPrompt="1"/>
          </p:nvPr>
        </p:nvSpPr>
        <p:spPr>
          <a:xfrm>
            <a:off x="9145291" y="5327589"/>
            <a:ext cx="2693323"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4</a:t>
            </a:r>
            <a:endParaRPr lang="zh-CN" altLang="en-US" dirty="0"/>
          </a:p>
        </p:txBody>
      </p:sp>
      <p:sp>
        <p:nvSpPr>
          <p:cNvPr id="23" name="图片占位符 54"/>
          <p:cNvSpPr>
            <a:spLocks noGrp="1"/>
          </p:cNvSpPr>
          <p:nvPr>
            <p:ph type="pic" sz="quarter" idx="43"/>
          </p:nvPr>
        </p:nvSpPr>
        <p:spPr>
          <a:xfrm>
            <a:off x="3301400"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lvl1pPr marL="0" indent="0">
              <a:buNone/>
              <a:defRPr sz="2000"/>
            </a:lvl1pPr>
          </a:lstStyle>
          <a:p>
            <a:endParaRPr lang="zh-CN" altLang="en-US" dirty="0"/>
          </a:p>
        </p:txBody>
      </p:sp>
      <p:sp>
        <p:nvSpPr>
          <p:cNvPr id="24" name="图片占位符 55"/>
          <p:cNvSpPr>
            <a:spLocks noGrp="1"/>
          </p:cNvSpPr>
          <p:nvPr>
            <p:ph type="pic" sz="quarter" idx="44"/>
          </p:nvPr>
        </p:nvSpPr>
        <p:spPr>
          <a:xfrm>
            <a:off x="6209719"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lvl1pPr marL="0" indent="0">
              <a:buNone/>
              <a:defRPr sz="2000"/>
            </a:lvl1pPr>
          </a:lstStyle>
          <a:p>
            <a:endParaRPr lang="zh-CN" altLang="en-US" dirty="0"/>
          </a:p>
        </p:txBody>
      </p:sp>
      <p:sp>
        <p:nvSpPr>
          <p:cNvPr id="25" name="图片占位符 56"/>
          <p:cNvSpPr>
            <a:spLocks noGrp="1"/>
          </p:cNvSpPr>
          <p:nvPr>
            <p:ph type="pic" sz="quarter" idx="45"/>
          </p:nvPr>
        </p:nvSpPr>
        <p:spPr>
          <a:xfrm>
            <a:off x="9126121" y="3062204"/>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lvl1pPr marL="0" indent="0">
              <a:buNone/>
              <a:defRPr sz="2000"/>
            </a:lvl1pPr>
          </a:lstStyle>
          <a:p>
            <a:endParaRPr lang="zh-CN" altLang="en-US" dirty="0"/>
          </a:p>
        </p:txBody>
      </p:sp>
      <p:sp>
        <p:nvSpPr>
          <p:cNvPr id="34" name="MH_Others_2"/>
          <p:cNvSpPr/>
          <p:nvPr userDrawn="1">
            <p:custDataLst>
              <p:tags r:id="rId3"/>
            </p:custDataLst>
          </p:nvPr>
        </p:nvSpPr>
        <p:spPr>
          <a:xfrm>
            <a:off x="3875419" y="344963"/>
            <a:ext cx="6131155" cy="469206"/>
          </a:xfrm>
          <a:prstGeom prst="rect">
            <a:avLst/>
          </a:prstGeom>
          <a:solidFill>
            <a:srgbClr val="173D7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35" name="MH_Others_2"/>
          <p:cNvSpPr/>
          <p:nvPr userDrawn="1">
            <p:custDataLst>
              <p:tags r:id="rId4"/>
            </p:custDataLst>
          </p:nvPr>
        </p:nvSpPr>
        <p:spPr>
          <a:xfrm>
            <a:off x="-1" y="388471"/>
            <a:ext cx="1158241" cy="425698"/>
          </a:xfrm>
          <a:prstGeom prst="rect">
            <a:avLst/>
          </a:prstGeom>
          <a:solidFill>
            <a:srgbClr val="5793C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36" name="文本占位符 3"/>
          <p:cNvSpPr>
            <a:spLocks noGrp="1"/>
          </p:cNvSpPr>
          <p:nvPr>
            <p:ph type="body" sz="quarter" idx="10" hasCustomPrompt="1"/>
          </p:nvPr>
        </p:nvSpPr>
        <p:spPr>
          <a:xfrm>
            <a:off x="1229119" y="411327"/>
            <a:ext cx="2590115" cy="355600"/>
          </a:xfrm>
          <a:prstGeom prst="rect">
            <a:avLst/>
          </a:prstGeom>
        </p:spPr>
        <p:txBody>
          <a:bodyPr/>
          <a:lstStyle>
            <a:lvl1pPr marL="0" indent="0">
              <a:buNone/>
              <a:defRPr sz="2000" b="1">
                <a:solidFill>
                  <a:srgbClr val="0075BF"/>
                </a:solidFill>
                <a:latin typeface="微软雅黑" panose="020B0503020204020204" charset="-122"/>
                <a:ea typeface="微软雅黑" panose="020B0503020204020204" charset="-122"/>
              </a:defRPr>
            </a:lvl1pPr>
          </a:lstStyle>
          <a:p>
            <a:pPr lvl="0"/>
            <a:r>
              <a:rPr lang="zh-CN" altLang="en-US" dirty="0"/>
              <a:t>主标题</a:t>
            </a:r>
            <a:endParaRPr lang="zh-CN" altLang="en-US" dirty="0"/>
          </a:p>
        </p:txBody>
      </p:sp>
      <p:sp>
        <p:nvSpPr>
          <p:cNvPr id="37" name="文本占位符 5"/>
          <p:cNvSpPr>
            <a:spLocks noGrp="1"/>
          </p:cNvSpPr>
          <p:nvPr>
            <p:ph type="body" sz="quarter" idx="11" hasCustomPrompt="1"/>
          </p:nvPr>
        </p:nvSpPr>
        <p:spPr>
          <a:xfrm>
            <a:off x="1229119" y="883603"/>
            <a:ext cx="2575420" cy="325119"/>
          </a:xfrm>
          <a:prstGeom prst="rect">
            <a:avLst/>
          </a:prstGeom>
        </p:spPr>
        <p:txBody>
          <a:bodyPr/>
          <a:lstStyle>
            <a:lvl1pPr marL="0" indent="0">
              <a:buNone/>
              <a:defRPr sz="1400">
                <a:solidFill>
                  <a:srgbClr val="5793CE"/>
                </a:solidFill>
                <a:latin typeface="微软雅黑" panose="020B0503020204020204" charset="-122"/>
                <a:ea typeface="微软雅黑" panose="020B0503020204020204" charset="-122"/>
              </a:defRPr>
            </a:lvl1pPr>
          </a:lstStyle>
          <a:p>
            <a:pPr lvl="0"/>
            <a:r>
              <a:rPr lang="zh-CN" altLang="en-US" dirty="0"/>
              <a:t>副标题</a:t>
            </a:r>
            <a:endParaRPr lang="zh-CN" altLang="en-US" dirty="0"/>
          </a:p>
        </p:txBody>
      </p:sp>
      <p:pic>
        <p:nvPicPr>
          <p:cNvPr id="38" name="图片 37"/>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a:xfrm>
            <a:off x="10402684" y="169084"/>
            <a:ext cx="1426149" cy="512447"/>
          </a:xfrm>
          <a:prstGeom prst="rect">
            <a:avLst/>
          </a:prstGeom>
        </p:spPr>
      </p:pic>
      <p:sp>
        <p:nvSpPr>
          <p:cNvPr id="39" name="文本框 38"/>
          <p:cNvSpPr txBox="1"/>
          <p:nvPr userDrawn="1"/>
        </p:nvSpPr>
        <p:spPr>
          <a:xfrm>
            <a:off x="10402685" y="752937"/>
            <a:ext cx="1578855"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700" b="0" dirty="0">
                <a:solidFill>
                  <a:srgbClr val="142E60"/>
                </a:solidFill>
              </a:rPr>
              <a:t>自 </a:t>
            </a:r>
            <a:r>
              <a:rPr lang="en-US" altLang="zh-CN" sz="700" b="0" dirty="0">
                <a:solidFill>
                  <a:srgbClr val="142E60"/>
                </a:solidFill>
              </a:rPr>
              <a:t>/ </a:t>
            </a:r>
            <a:r>
              <a:rPr lang="zh-CN" altLang="en-US" sz="700" b="0" dirty="0">
                <a:solidFill>
                  <a:srgbClr val="142E60"/>
                </a:solidFill>
              </a:rPr>
              <a:t>强 </a:t>
            </a:r>
            <a:r>
              <a:rPr lang="en-US" altLang="zh-CN" sz="700" b="0" dirty="0">
                <a:solidFill>
                  <a:srgbClr val="142E60"/>
                </a:solidFill>
              </a:rPr>
              <a:t>/ </a:t>
            </a:r>
            <a:r>
              <a:rPr lang="zh-CN" altLang="en-US" sz="700" b="0" dirty="0">
                <a:solidFill>
                  <a:srgbClr val="142E60"/>
                </a:solidFill>
              </a:rPr>
              <a:t>不 </a:t>
            </a:r>
            <a:r>
              <a:rPr lang="en-US" altLang="zh-CN" sz="700" b="0" dirty="0">
                <a:solidFill>
                  <a:srgbClr val="142E60"/>
                </a:solidFill>
              </a:rPr>
              <a:t>/ </a:t>
            </a:r>
            <a:r>
              <a:rPr lang="zh-CN" altLang="en-US" sz="700" b="0" dirty="0">
                <a:solidFill>
                  <a:srgbClr val="142E60"/>
                </a:solidFill>
              </a:rPr>
              <a:t>息   止 </a:t>
            </a:r>
            <a:r>
              <a:rPr lang="en-US" altLang="zh-CN" sz="700" b="0" dirty="0">
                <a:solidFill>
                  <a:srgbClr val="142E60"/>
                </a:solidFill>
              </a:rPr>
              <a:t>/ </a:t>
            </a:r>
            <a:r>
              <a:rPr lang="zh-CN" altLang="en-US" sz="700" b="0" dirty="0">
                <a:solidFill>
                  <a:srgbClr val="142E60"/>
                </a:solidFill>
              </a:rPr>
              <a:t>于 </a:t>
            </a:r>
            <a:r>
              <a:rPr lang="en-US" altLang="zh-CN" sz="700" b="0" dirty="0">
                <a:solidFill>
                  <a:srgbClr val="142E60"/>
                </a:solidFill>
              </a:rPr>
              <a:t>/ </a:t>
            </a:r>
            <a:r>
              <a:rPr lang="zh-CN" altLang="en-US" sz="700" b="0" dirty="0">
                <a:solidFill>
                  <a:srgbClr val="142E60"/>
                </a:solidFill>
              </a:rPr>
              <a:t>至 </a:t>
            </a:r>
            <a:r>
              <a:rPr lang="en-US" altLang="zh-CN" sz="700" b="0" dirty="0">
                <a:solidFill>
                  <a:srgbClr val="142E60"/>
                </a:solidFill>
              </a:rPr>
              <a:t>/ </a:t>
            </a:r>
            <a:r>
              <a:rPr lang="zh-CN" altLang="en-US" sz="700" b="0" dirty="0">
                <a:solidFill>
                  <a:srgbClr val="142E60"/>
                </a:solidFill>
              </a:rPr>
              <a:t>善</a:t>
            </a:r>
            <a:endParaRPr lang="zh-CN" altLang="en-US" sz="700" b="0" dirty="0">
              <a:solidFill>
                <a:srgbClr val="142E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300" fill="hold"/>
                                        <p:tgtEl>
                                          <p:spTgt spid="35"/>
                                        </p:tgtEl>
                                        <p:attrNameLst>
                                          <p:attrName>ppt_x</p:attrName>
                                        </p:attrNameLst>
                                      </p:cBhvr>
                                      <p:tavLst>
                                        <p:tav tm="0">
                                          <p:val>
                                            <p:strVal val="0-#ppt_w/2"/>
                                          </p:val>
                                        </p:tav>
                                        <p:tav tm="100000">
                                          <p:val>
                                            <p:strVal val="#ppt_x"/>
                                          </p:val>
                                        </p:tav>
                                      </p:tavLst>
                                    </p:anim>
                                    <p:anim calcmode="lin" valueType="num">
                                      <p:cBhvr additive="base">
                                        <p:cTn id="8" dur="300" fill="hold"/>
                                        <p:tgtEl>
                                          <p:spTgt spid="3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300" fill="hold"/>
                                        <p:tgtEl>
                                          <p:spTgt spid="34"/>
                                        </p:tgtEl>
                                        <p:attrNameLst>
                                          <p:attrName>ppt_x</p:attrName>
                                        </p:attrNameLst>
                                      </p:cBhvr>
                                      <p:tavLst>
                                        <p:tav tm="0">
                                          <p:val>
                                            <p:strVal val="1+#ppt_w/2"/>
                                          </p:val>
                                        </p:tav>
                                        <p:tav tm="100000">
                                          <p:val>
                                            <p:strVal val="#ppt_x"/>
                                          </p:val>
                                        </p:tav>
                                      </p:tavLst>
                                    </p:anim>
                                    <p:anim calcmode="lin" valueType="num">
                                      <p:cBhvr additive="base">
                                        <p:cTn id="12" dur="300" fill="hold"/>
                                        <p:tgtEl>
                                          <p:spTgt spid="3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36">
                                            <p:txEl>
                                              <p:pRg st="0" end="0"/>
                                            </p:txEl>
                                          </p:spTgt>
                                        </p:tgtEl>
                                        <p:attrNameLst>
                                          <p:attrName>style.visibility</p:attrName>
                                        </p:attrNameLst>
                                      </p:cBhvr>
                                      <p:to>
                                        <p:strVal val="visible"/>
                                      </p:to>
                                    </p:set>
                                    <p:animEffect transition="in" filter="fade">
                                      <p:cBhvr>
                                        <p:cTn id="15" dur="500"/>
                                        <p:tgtEl>
                                          <p:spTgt spid="36">
                                            <p:txEl>
                                              <p:pRg st="0" end="0"/>
                                            </p:txEl>
                                          </p:spTgt>
                                        </p:tgtEl>
                                      </p:cBhvr>
                                    </p:animEffect>
                                    <p:anim calcmode="lin" valueType="num">
                                      <p:cBhvr>
                                        <p:cTn id="16"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36">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200"/>
                                  </p:stCondLst>
                                  <p:childTnLst>
                                    <p:set>
                                      <p:cBhvr>
                                        <p:cTn id="19" dur="1" fill="hold">
                                          <p:stCondLst>
                                            <p:cond delay="0"/>
                                          </p:stCondLst>
                                        </p:cTn>
                                        <p:tgtEl>
                                          <p:spTgt spid="37">
                                            <p:txEl>
                                              <p:pRg st="0" end="0"/>
                                            </p:txEl>
                                          </p:spTgt>
                                        </p:tgtEl>
                                        <p:attrNameLst>
                                          <p:attrName>style.visibility</p:attrName>
                                        </p:attrNameLst>
                                      </p:cBhvr>
                                      <p:to>
                                        <p:strVal val="visible"/>
                                      </p:to>
                                    </p:set>
                                    <p:animEffect transition="in" filter="fade">
                                      <p:cBhvr>
                                        <p:cTn id="20" dur="500"/>
                                        <p:tgtEl>
                                          <p:spTgt spid="37">
                                            <p:txEl>
                                              <p:pRg st="0" end="0"/>
                                            </p:txEl>
                                          </p:spTgt>
                                        </p:tgtEl>
                                      </p:cBhvr>
                                    </p:animEffect>
                                    <p:anim calcmode="lin" valueType="num">
                                      <p:cBhvr>
                                        <p:cTn id="21" dur="500" fill="hold"/>
                                        <p:tgtEl>
                                          <p:spTgt spid="37">
                                            <p:txEl>
                                              <p:pRg st="0" end="0"/>
                                            </p:txEl>
                                          </p:spTgt>
                                        </p:tgtEl>
                                        <p:attrNameLst>
                                          <p:attrName>ppt_x</p:attrName>
                                        </p:attrNameLst>
                                      </p:cBhvr>
                                      <p:tavLst>
                                        <p:tav tm="0">
                                          <p:val>
                                            <p:strVal val="#ppt_x"/>
                                          </p:val>
                                        </p:tav>
                                        <p:tav tm="100000">
                                          <p:val>
                                            <p:strVal val="#ppt_x"/>
                                          </p:val>
                                        </p:tav>
                                      </p:tavLst>
                                    </p:anim>
                                    <p:anim calcmode="lin" valueType="num">
                                      <p:cBhvr>
                                        <p:cTn id="22" dur="500" fill="hold"/>
                                        <p:tgtEl>
                                          <p:spTgt spid="37">
                                            <p:txEl>
                                              <p:pRg st="0" end="0"/>
                                            </p:txEl>
                                          </p:spTgt>
                                        </p:tgtEl>
                                        <p:attrNameLst>
                                          <p:attrName>ppt_y</p:attrName>
                                        </p:attrNameLst>
                                      </p:cBhvr>
                                      <p:tavLst>
                                        <p:tav tm="0">
                                          <p:val>
                                            <p:strVal val="#ppt_y+.1"/>
                                          </p:val>
                                        </p:tav>
                                        <p:tav tm="100000">
                                          <p:val>
                                            <p:strVal val="#ppt_y"/>
                                          </p:val>
                                        </p:tav>
                                      </p:tavLst>
                                    </p:anim>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200"/>
                                        <p:tgtEl>
                                          <p:spTgt spid="3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200"/>
                                        <p:tgtEl>
                                          <p:spTgt spid="39"/>
                                        </p:tgtEl>
                                      </p:cBhvr>
                                    </p:animEffect>
                                  </p:childTnLst>
                                </p:cTn>
                              </p:par>
                            </p:childTnLst>
                          </p:cTn>
                        </p:par>
                        <p:par>
                          <p:cTn id="30" fill="hold">
                            <p:stCondLst>
                              <p:cond delay="1000"/>
                            </p:stCondLst>
                            <p:childTnLst>
                              <p:par>
                                <p:cTn id="31" presetID="42" presetClass="entr" presetSubtype="0" fill="hold" grpId="0" nodeType="after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animEffect transition="in" filter="fade">
                                      <p:cBhvr>
                                        <p:cTn id="33" dur="300"/>
                                        <p:tgtEl>
                                          <p:spTgt spid="13">
                                            <p:txEl>
                                              <p:pRg st="0" end="0"/>
                                            </p:txEl>
                                          </p:spTgt>
                                        </p:tgtEl>
                                      </p:cBhvr>
                                    </p:animEffect>
                                    <p:anim calcmode="lin" valueType="num">
                                      <p:cBhvr>
                                        <p:cTn id="34" dur="3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5" dur="300" fill="hold"/>
                                        <p:tgtEl>
                                          <p:spTgt spid="13">
                                            <p:txEl>
                                              <p:pRg st="0" end="0"/>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1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300"/>
                                        <p:tgtEl>
                                          <p:spTgt spid="12"/>
                                        </p:tgtEl>
                                      </p:cBhvr>
                                    </p:animEffect>
                                    <p:anim calcmode="lin" valueType="num">
                                      <p:cBhvr>
                                        <p:cTn id="39" dur="300" fill="hold"/>
                                        <p:tgtEl>
                                          <p:spTgt spid="12"/>
                                        </p:tgtEl>
                                        <p:attrNameLst>
                                          <p:attrName>ppt_x</p:attrName>
                                        </p:attrNameLst>
                                      </p:cBhvr>
                                      <p:tavLst>
                                        <p:tav tm="0">
                                          <p:val>
                                            <p:strVal val="#ppt_x"/>
                                          </p:val>
                                        </p:tav>
                                        <p:tav tm="100000">
                                          <p:val>
                                            <p:strVal val="#ppt_x"/>
                                          </p:val>
                                        </p:tav>
                                      </p:tavLst>
                                    </p:anim>
                                    <p:anim calcmode="lin" valueType="num">
                                      <p:cBhvr>
                                        <p:cTn id="40" dur="300" fill="hold"/>
                                        <p:tgtEl>
                                          <p:spTgt spid="12"/>
                                        </p:tgtEl>
                                        <p:attrNameLst>
                                          <p:attrName>ppt_y</p:attrName>
                                        </p:attrNameLst>
                                      </p:cBhvr>
                                      <p:tavLst>
                                        <p:tav tm="0">
                                          <p:val>
                                            <p:strVal val="#ppt_y+.1"/>
                                          </p:val>
                                        </p:tav>
                                        <p:tav tm="100000">
                                          <p:val>
                                            <p:strVal val="#ppt_y"/>
                                          </p:val>
                                        </p:tav>
                                      </p:tavLst>
                                    </p:anim>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14">
                                            <p:txEl>
                                              <p:pRg st="0" end="0"/>
                                            </p:txEl>
                                          </p:spTgt>
                                        </p:tgtEl>
                                        <p:attrNameLst>
                                          <p:attrName>style.visibility</p:attrName>
                                        </p:attrNameLst>
                                      </p:cBhvr>
                                      <p:to>
                                        <p:strVal val="visible"/>
                                      </p:to>
                                    </p:set>
                                    <p:animEffect transition="in" filter="wipe(left)">
                                      <p:cBhvr>
                                        <p:cTn id="44" dur="500"/>
                                        <p:tgtEl>
                                          <p:spTgt spid="14">
                                            <p:txEl>
                                              <p:pRg st="0" end="0"/>
                                            </p:txEl>
                                          </p:spTgt>
                                        </p:tgtEl>
                                      </p:cBhvr>
                                    </p:animEffect>
                                  </p:childTnLst>
                                </p:cTn>
                              </p:par>
                            </p:childTnLst>
                          </p:cTn>
                        </p:par>
                        <p:par>
                          <p:cTn id="45" fill="hold">
                            <p:stCondLst>
                              <p:cond delay="2000"/>
                            </p:stCondLst>
                            <p:childTnLst>
                              <p:par>
                                <p:cTn id="46" presetID="10" presetClass="entr" presetSubtype="0" fill="hold" grpId="0" nodeType="afterEffect" nodePh="1">
                                  <p:stCondLst>
                                    <p:cond delay="0"/>
                                  </p:stCondLst>
                                  <p:endCondLst>
                                    <p:cond evt="begin" delay="0">
                                      <p:tn val="46"/>
                                    </p:cond>
                                  </p:endCondLst>
                                  <p:childTnLst>
                                    <p:set>
                                      <p:cBhvr>
                                        <p:cTn id="47" dur="1" fill="hold">
                                          <p:stCondLst>
                                            <p:cond delay="0"/>
                                          </p:stCondLst>
                                        </p:cTn>
                                        <p:tgtEl>
                                          <p:spTgt spid="4"/>
                                        </p:tgtEl>
                                        <p:attrNameLst>
                                          <p:attrName>style.visibility</p:attrName>
                                        </p:attrNameLst>
                                      </p:cBhvr>
                                      <p:to>
                                        <p:strVal val="visible"/>
                                      </p:to>
                                    </p:set>
                                    <p:animEffect transition="in" filter="fade">
                                      <p:cBhvr>
                                        <p:cTn id="48" dur="100"/>
                                        <p:tgtEl>
                                          <p:spTgt spid="4"/>
                                        </p:tgtEl>
                                      </p:cBhvr>
                                    </p:animEffect>
                                  </p:childTnLst>
                                </p:cTn>
                              </p:par>
                            </p:childTnLst>
                          </p:cTn>
                        </p:par>
                        <p:par>
                          <p:cTn id="49" fill="hold">
                            <p:stCondLst>
                              <p:cond delay="2500"/>
                            </p:stCondLst>
                            <p:childTnLst>
                              <p:par>
                                <p:cTn id="50" presetID="10" presetClass="entr" presetSubtype="0" fill="hold" grpId="0" nodeType="afterEffect">
                                  <p:stCondLst>
                                    <p:cond delay="0"/>
                                  </p:stCondLst>
                                  <p:childTnLst>
                                    <p:set>
                                      <p:cBhvr>
                                        <p:cTn id="51" dur="1" fill="hold">
                                          <p:stCondLst>
                                            <p:cond delay="0"/>
                                          </p:stCondLst>
                                        </p:cTn>
                                        <p:tgtEl>
                                          <p:spTgt spid="16">
                                            <p:txEl>
                                              <p:pRg st="0" end="0"/>
                                            </p:txEl>
                                          </p:spTgt>
                                        </p:tgtEl>
                                        <p:attrNameLst>
                                          <p:attrName>style.visibility</p:attrName>
                                        </p:attrNameLst>
                                      </p:cBhvr>
                                      <p:to>
                                        <p:strVal val="visible"/>
                                      </p:to>
                                    </p:set>
                                    <p:animEffect transition="in" filter="fade">
                                      <p:cBhvr>
                                        <p:cTn id="52" dur="100"/>
                                        <p:tgtEl>
                                          <p:spTgt spid="16">
                                            <p:txEl>
                                              <p:pRg st="0" end="0"/>
                                            </p:txEl>
                                          </p:spTgt>
                                        </p:tgtEl>
                                      </p:cBhvr>
                                    </p:animEffect>
                                  </p:childTnLst>
                                </p:cTn>
                              </p:par>
                            </p:childTnLst>
                          </p:cTn>
                        </p:par>
                        <p:par>
                          <p:cTn id="53" fill="hold">
                            <p:stCondLst>
                              <p:cond delay="3000"/>
                            </p:stCondLst>
                            <p:childTnLst>
                              <p:par>
                                <p:cTn id="54" presetID="10" presetClass="entr" presetSubtype="0" fill="hold" grpId="0" nodeType="afterEffect">
                                  <p:stCondLst>
                                    <p:cond delay="0"/>
                                  </p:stCondLst>
                                  <p:childTnLst>
                                    <p:set>
                                      <p:cBhvr>
                                        <p:cTn id="55" dur="1" fill="hold">
                                          <p:stCondLst>
                                            <p:cond delay="0"/>
                                          </p:stCondLst>
                                        </p:cTn>
                                        <p:tgtEl>
                                          <p:spTgt spid="15">
                                            <p:txEl>
                                              <p:pRg st="0" end="0"/>
                                            </p:txEl>
                                          </p:spTgt>
                                        </p:tgtEl>
                                        <p:attrNameLst>
                                          <p:attrName>style.visibility</p:attrName>
                                        </p:attrNameLst>
                                      </p:cBhvr>
                                      <p:to>
                                        <p:strVal val="visible"/>
                                      </p:to>
                                    </p:set>
                                    <p:animEffect transition="in" filter="fade">
                                      <p:cBhvr>
                                        <p:cTn id="56" dur="100"/>
                                        <p:tgtEl>
                                          <p:spTgt spid="15">
                                            <p:txEl>
                                              <p:pRg st="0" end="0"/>
                                            </p:txEl>
                                          </p:spTgt>
                                        </p:tgtEl>
                                      </p:cBhvr>
                                    </p:animEffect>
                                  </p:childTnLst>
                                </p:cTn>
                              </p:par>
                            </p:childTnLst>
                          </p:cTn>
                        </p:par>
                        <p:par>
                          <p:cTn id="57" fill="hold">
                            <p:stCondLst>
                              <p:cond delay="3500"/>
                            </p:stCondLst>
                            <p:childTnLst>
                              <p:par>
                                <p:cTn id="58" presetID="10" presetClass="entr" presetSubtype="0" fill="hold" grpId="0" nodeType="afterEffect" nodePh="1">
                                  <p:stCondLst>
                                    <p:cond delay="0"/>
                                  </p:stCondLst>
                                  <p:endCondLst>
                                    <p:cond evt="begin" delay="0">
                                      <p:tn val="58"/>
                                    </p:cond>
                                  </p:endCondLst>
                                  <p:childTnLst>
                                    <p:set>
                                      <p:cBhvr>
                                        <p:cTn id="59" dur="1" fill="hold">
                                          <p:stCondLst>
                                            <p:cond delay="0"/>
                                          </p:stCondLst>
                                        </p:cTn>
                                        <p:tgtEl>
                                          <p:spTgt spid="23"/>
                                        </p:tgtEl>
                                        <p:attrNameLst>
                                          <p:attrName>style.visibility</p:attrName>
                                        </p:attrNameLst>
                                      </p:cBhvr>
                                      <p:to>
                                        <p:strVal val="visible"/>
                                      </p:to>
                                    </p:set>
                                    <p:animEffect transition="in" filter="fade">
                                      <p:cBhvr>
                                        <p:cTn id="60" dur="100"/>
                                        <p:tgtEl>
                                          <p:spTgt spid="23"/>
                                        </p:tgtEl>
                                      </p:cBhvr>
                                    </p:animEffect>
                                  </p:childTnLst>
                                </p:cTn>
                              </p:par>
                            </p:childTnLst>
                          </p:cTn>
                        </p:par>
                        <p:par>
                          <p:cTn id="61" fill="hold">
                            <p:stCondLst>
                              <p:cond delay="4000"/>
                            </p:stCondLst>
                            <p:childTnLst>
                              <p:par>
                                <p:cTn id="62" presetID="10" presetClass="entr" presetSubtype="0" fill="hold" grpId="0" nodeType="afterEffect">
                                  <p:stCondLst>
                                    <p:cond delay="0"/>
                                  </p:stCondLst>
                                  <p:childTnLst>
                                    <p:set>
                                      <p:cBhvr>
                                        <p:cTn id="63" dur="1" fill="hold">
                                          <p:stCondLst>
                                            <p:cond delay="0"/>
                                          </p:stCondLst>
                                        </p:cTn>
                                        <p:tgtEl>
                                          <p:spTgt spid="18">
                                            <p:txEl>
                                              <p:pRg st="0" end="0"/>
                                            </p:txEl>
                                          </p:spTgt>
                                        </p:tgtEl>
                                        <p:attrNameLst>
                                          <p:attrName>style.visibility</p:attrName>
                                        </p:attrNameLst>
                                      </p:cBhvr>
                                      <p:to>
                                        <p:strVal val="visible"/>
                                      </p:to>
                                    </p:set>
                                    <p:animEffect transition="in" filter="fade">
                                      <p:cBhvr>
                                        <p:cTn id="64" dur="100"/>
                                        <p:tgtEl>
                                          <p:spTgt spid="18">
                                            <p:txEl>
                                              <p:pRg st="0" end="0"/>
                                            </p:txEl>
                                          </p:spTgt>
                                        </p:tgtEl>
                                      </p:cBhvr>
                                    </p:animEffect>
                                  </p:childTnLst>
                                </p:cTn>
                              </p:par>
                            </p:childTnLst>
                          </p:cTn>
                        </p:par>
                        <p:par>
                          <p:cTn id="65" fill="hold">
                            <p:stCondLst>
                              <p:cond delay="4500"/>
                            </p:stCondLst>
                            <p:childTnLst>
                              <p:par>
                                <p:cTn id="66" presetID="10" presetClass="entr" presetSubtype="0" fill="hold" grpId="0" nodeType="afterEffect">
                                  <p:stCondLst>
                                    <p:cond delay="0"/>
                                  </p:stCondLst>
                                  <p:childTnLst>
                                    <p:set>
                                      <p:cBhvr>
                                        <p:cTn id="67" dur="1" fill="hold">
                                          <p:stCondLst>
                                            <p:cond delay="0"/>
                                          </p:stCondLst>
                                        </p:cTn>
                                        <p:tgtEl>
                                          <p:spTgt spid="17">
                                            <p:txEl>
                                              <p:pRg st="0" end="0"/>
                                            </p:txEl>
                                          </p:spTgt>
                                        </p:tgtEl>
                                        <p:attrNameLst>
                                          <p:attrName>style.visibility</p:attrName>
                                        </p:attrNameLst>
                                      </p:cBhvr>
                                      <p:to>
                                        <p:strVal val="visible"/>
                                      </p:to>
                                    </p:set>
                                    <p:animEffect transition="in" filter="fade">
                                      <p:cBhvr>
                                        <p:cTn id="68" dur="100"/>
                                        <p:tgtEl>
                                          <p:spTgt spid="17">
                                            <p:txEl>
                                              <p:pRg st="0" end="0"/>
                                            </p:txEl>
                                          </p:spTgt>
                                        </p:tgtEl>
                                      </p:cBhvr>
                                    </p:animEffect>
                                  </p:childTnLst>
                                </p:cTn>
                              </p:par>
                            </p:childTnLst>
                          </p:cTn>
                        </p:par>
                        <p:par>
                          <p:cTn id="69" fill="hold">
                            <p:stCondLst>
                              <p:cond delay="5000"/>
                            </p:stCondLst>
                            <p:childTnLst>
                              <p:par>
                                <p:cTn id="70" presetID="10" presetClass="entr" presetSubtype="0" fill="hold" grpId="0" nodeType="afterEffect" nodePh="1">
                                  <p:stCondLst>
                                    <p:cond delay="0"/>
                                  </p:stCondLst>
                                  <p:endCondLst>
                                    <p:cond evt="begin" delay="0">
                                      <p:tn val="70"/>
                                    </p:cond>
                                  </p:endCondLst>
                                  <p:childTnLst>
                                    <p:set>
                                      <p:cBhvr>
                                        <p:cTn id="71" dur="1" fill="hold">
                                          <p:stCondLst>
                                            <p:cond delay="0"/>
                                          </p:stCondLst>
                                        </p:cTn>
                                        <p:tgtEl>
                                          <p:spTgt spid="24"/>
                                        </p:tgtEl>
                                        <p:attrNameLst>
                                          <p:attrName>style.visibility</p:attrName>
                                        </p:attrNameLst>
                                      </p:cBhvr>
                                      <p:to>
                                        <p:strVal val="visible"/>
                                      </p:to>
                                    </p:set>
                                    <p:animEffect transition="in" filter="fade">
                                      <p:cBhvr>
                                        <p:cTn id="72" dur="100"/>
                                        <p:tgtEl>
                                          <p:spTgt spid="24"/>
                                        </p:tgtEl>
                                      </p:cBhvr>
                                    </p:animEffect>
                                  </p:childTnLst>
                                </p:cTn>
                              </p:par>
                            </p:childTnLst>
                          </p:cTn>
                        </p:par>
                        <p:par>
                          <p:cTn id="73" fill="hold">
                            <p:stCondLst>
                              <p:cond delay="5500"/>
                            </p:stCondLst>
                            <p:childTnLst>
                              <p:par>
                                <p:cTn id="74" presetID="10" presetClass="entr" presetSubtype="0" fill="hold" grpId="0" nodeType="afterEffect">
                                  <p:stCondLst>
                                    <p:cond delay="0"/>
                                  </p:stCondLst>
                                  <p:childTnLst>
                                    <p:set>
                                      <p:cBhvr>
                                        <p:cTn id="75" dur="1" fill="hold">
                                          <p:stCondLst>
                                            <p:cond delay="0"/>
                                          </p:stCondLst>
                                        </p:cTn>
                                        <p:tgtEl>
                                          <p:spTgt spid="20">
                                            <p:txEl>
                                              <p:pRg st="0" end="0"/>
                                            </p:txEl>
                                          </p:spTgt>
                                        </p:tgtEl>
                                        <p:attrNameLst>
                                          <p:attrName>style.visibility</p:attrName>
                                        </p:attrNameLst>
                                      </p:cBhvr>
                                      <p:to>
                                        <p:strVal val="visible"/>
                                      </p:to>
                                    </p:set>
                                    <p:animEffect transition="in" filter="fade">
                                      <p:cBhvr>
                                        <p:cTn id="76" dur="100"/>
                                        <p:tgtEl>
                                          <p:spTgt spid="20">
                                            <p:txEl>
                                              <p:pRg st="0" end="0"/>
                                            </p:txEl>
                                          </p:spTgt>
                                        </p:tgtEl>
                                      </p:cBhvr>
                                    </p:animEffect>
                                  </p:childTnLst>
                                </p:cTn>
                              </p:par>
                            </p:childTnLst>
                          </p:cTn>
                        </p:par>
                        <p:par>
                          <p:cTn id="77" fill="hold">
                            <p:stCondLst>
                              <p:cond delay="6000"/>
                            </p:stCondLst>
                            <p:childTnLst>
                              <p:par>
                                <p:cTn id="78" presetID="10" presetClass="entr" presetSubtype="0" fill="hold" grpId="0" nodeType="afterEffect">
                                  <p:stCondLst>
                                    <p:cond delay="0"/>
                                  </p:stCondLst>
                                  <p:childTnLst>
                                    <p:set>
                                      <p:cBhvr>
                                        <p:cTn id="79" dur="1" fill="hold">
                                          <p:stCondLst>
                                            <p:cond delay="0"/>
                                          </p:stCondLst>
                                        </p:cTn>
                                        <p:tgtEl>
                                          <p:spTgt spid="19">
                                            <p:txEl>
                                              <p:pRg st="0" end="0"/>
                                            </p:txEl>
                                          </p:spTgt>
                                        </p:tgtEl>
                                        <p:attrNameLst>
                                          <p:attrName>style.visibility</p:attrName>
                                        </p:attrNameLst>
                                      </p:cBhvr>
                                      <p:to>
                                        <p:strVal val="visible"/>
                                      </p:to>
                                    </p:set>
                                    <p:animEffect transition="in" filter="fade">
                                      <p:cBhvr>
                                        <p:cTn id="80" dur="100"/>
                                        <p:tgtEl>
                                          <p:spTgt spid="19">
                                            <p:txEl>
                                              <p:pRg st="0" end="0"/>
                                            </p:txEl>
                                          </p:spTgt>
                                        </p:tgtEl>
                                      </p:cBhvr>
                                    </p:animEffect>
                                  </p:childTnLst>
                                </p:cTn>
                              </p:par>
                            </p:childTnLst>
                          </p:cTn>
                        </p:par>
                        <p:par>
                          <p:cTn id="81" fill="hold">
                            <p:stCondLst>
                              <p:cond delay="6500"/>
                            </p:stCondLst>
                            <p:childTnLst>
                              <p:par>
                                <p:cTn id="82" presetID="10" presetClass="entr" presetSubtype="0" fill="hold" grpId="0" nodeType="afterEffect" nodePh="1">
                                  <p:stCondLst>
                                    <p:cond delay="0"/>
                                  </p:stCondLst>
                                  <p:endCondLst>
                                    <p:cond evt="begin" delay="0">
                                      <p:tn val="82"/>
                                    </p:cond>
                                  </p:endCondLst>
                                  <p:childTnLst>
                                    <p:set>
                                      <p:cBhvr>
                                        <p:cTn id="83" dur="1" fill="hold">
                                          <p:stCondLst>
                                            <p:cond delay="0"/>
                                          </p:stCondLst>
                                        </p:cTn>
                                        <p:tgtEl>
                                          <p:spTgt spid="25"/>
                                        </p:tgtEl>
                                        <p:attrNameLst>
                                          <p:attrName>style.visibility</p:attrName>
                                        </p:attrNameLst>
                                      </p:cBhvr>
                                      <p:to>
                                        <p:strVal val="visible"/>
                                      </p:to>
                                    </p:set>
                                    <p:animEffect transition="in" filter="fade">
                                      <p:cBhvr>
                                        <p:cTn id="84" dur="100"/>
                                        <p:tgtEl>
                                          <p:spTgt spid="25"/>
                                        </p:tgtEl>
                                      </p:cBhvr>
                                    </p:animEffect>
                                  </p:childTnLst>
                                </p:cTn>
                              </p:par>
                            </p:childTnLst>
                          </p:cTn>
                        </p:par>
                        <p:par>
                          <p:cTn id="85" fill="hold">
                            <p:stCondLst>
                              <p:cond delay="7000"/>
                            </p:stCondLst>
                            <p:childTnLst>
                              <p:par>
                                <p:cTn id="86" presetID="10" presetClass="entr" presetSubtype="0" fill="hold" grpId="0" nodeType="afterEffect">
                                  <p:stCondLst>
                                    <p:cond delay="0"/>
                                  </p:stCondLst>
                                  <p:childTnLst>
                                    <p:set>
                                      <p:cBhvr>
                                        <p:cTn id="87" dur="1" fill="hold">
                                          <p:stCondLst>
                                            <p:cond delay="0"/>
                                          </p:stCondLst>
                                        </p:cTn>
                                        <p:tgtEl>
                                          <p:spTgt spid="22">
                                            <p:txEl>
                                              <p:pRg st="0" end="0"/>
                                            </p:txEl>
                                          </p:spTgt>
                                        </p:tgtEl>
                                        <p:attrNameLst>
                                          <p:attrName>style.visibility</p:attrName>
                                        </p:attrNameLst>
                                      </p:cBhvr>
                                      <p:to>
                                        <p:strVal val="visible"/>
                                      </p:to>
                                    </p:set>
                                    <p:animEffect transition="in" filter="fade">
                                      <p:cBhvr>
                                        <p:cTn id="88" dur="100"/>
                                        <p:tgtEl>
                                          <p:spTgt spid="22">
                                            <p:txEl>
                                              <p:pRg st="0" end="0"/>
                                            </p:txEl>
                                          </p:spTgt>
                                        </p:tgtEl>
                                      </p:cBhvr>
                                    </p:animEffect>
                                  </p:childTnLst>
                                </p:cTn>
                              </p:par>
                            </p:childTnLst>
                          </p:cTn>
                        </p:par>
                        <p:par>
                          <p:cTn id="89" fill="hold">
                            <p:stCondLst>
                              <p:cond delay="7500"/>
                            </p:stCondLst>
                            <p:childTnLst>
                              <p:par>
                                <p:cTn id="90" presetID="10" presetClass="entr" presetSubtype="0" fill="hold" grpId="0" nodeType="afterEffect">
                                  <p:stCondLst>
                                    <p:cond delay="0"/>
                                  </p:stCondLst>
                                  <p:childTnLst>
                                    <p:set>
                                      <p:cBhvr>
                                        <p:cTn id="91" dur="1" fill="hold">
                                          <p:stCondLst>
                                            <p:cond delay="0"/>
                                          </p:stCondLst>
                                        </p:cTn>
                                        <p:tgtEl>
                                          <p:spTgt spid="21">
                                            <p:txEl>
                                              <p:pRg st="0" end="0"/>
                                            </p:txEl>
                                          </p:spTgt>
                                        </p:tgtEl>
                                        <p:attrNameLst>
                                          <p:attrName>style.visibility</p:attrName>
                                        </p:attrNameLst>
                                      </p:cBhvr>
                                      <p:to>
                                        <p:strVal val="visible"/>
                                      </p:to>
                                    </p:set>
                                    <p:animEffect transition="in" filter="fade">
                                      <p:cBhvr>
                                        <p:cTn id="92" dur="1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build="p">
        <p:tmplLst>
          <p:tmpl lvl="1">
            <p:tnLst>
              <p:par>
                <p:cTn presetID="42"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300"/>
                        <p:tgtEl>
                          <p:spTgt spid="13"/>
                        </p:tgtEl>
                      </p:cBhvr>
                    </p:animEffect>
                    <p:anim calcmode="lin" valueType="num">
                      <p:cBhvr>
                        <p:cTn dur="300" fill="hold"/>
                        <p:tgtEl>
                          <p:spTgt spid="13"/>
                        </p:tgtEl>
                        <p:attrNameLst>
                          <p:attrName>ppt_x</p:attrName>
                        </p:attrNameLst>
                      </p:cBhvr>
                      <p:tavLst>
                        <p:tav tm="0">
                          <p:val>
                            <p:strVal val="#ppt_x"/>
                          </p:val>
                        </p:tav>
                        <p:tav tm="100000">
                          <p:val>
                            <p:strVal val="#ppt_x"/>
                          </p:val>
                        </p:tav>
                      </p:tavLst>
                    </p:anim>
                    <p:anim calcmode="lin" valueType="num">
                      <p:cBhvr>
                        <p:cTn dur="300" fill="hold"/>
                        <p:tgtEl>
                          <p:spTgt spid="13"/>
                        </p:tgtEl>
                        <p:attrNameLst>
                          <p:attrName>ppt_y</p:attrName>
                        </p:attrNameLst>
                      </p:cBhvr>
                      <p:tavLst>
                        <p:tav tm="0">
                          <p:val>
                            <p:strVal val="#ppt_y+.1"/>
                          </p:val>
                        </p:tav>
                        <p:tav tm="100000">
                          <p:val>
                            <p:strVal val="#ppt_y"/>
                          </p:val>
                        </p:tav>
                      </p:tavLst>
                    </p:anim>
                  </p:childTnLst>
                </p:cTn>
              </p:par>
            </p:tnLst>
          </p:tmpl>
        </p:tmplLst>
      </p:bldP>
      <p:bldP spid="14" grpId="0" build="p">
        <p:tmplLst>
          <p:tmpl lvl="1">
            <p:tnLst>
              <p:par>
                <p:cTn presetID="22" presetClass="entr" presetSubtype="8"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100"/>
                        <p:tgtEl>
                          <p:spTgt spid="15"/>
                        </p:tgtEl>
                      </p:cBhvr>
                    </p:animEffect>
                  </p:childTnLst>
                </p:cTn>
              </p:par>
            </p:tnLst>
          </p:tmpl>
        </p:tmplLst>
      </p:bldP>
      <p:bldP spid="16" grpId="0" build="p">
        <p:tmplLst>
          <p:tmpl lvl="1">
            <p:tnLst>
              <p:par>
                <p:cTn presetID="10" presetClass="entr" presetSubtype="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100"/>
                        <p:tgtEl>
                          <p:spTgt spid="16"/>
                        </p:tgtEl>
                      </p:cBhvr>
                    </p:animEffect>
                  </p:childTnLst>
                </p:cTn>
              </p:par>
            </p:tnLst>
          </p:tmpl>
        </p:tmplLst>
      </p:bldP>
      <p:bldP spid="17" grpId="0" build="p">
        <p:tmplLst>
          <p:tmpl lvl="1">
            <p:tnLst>
              <p:par>
                <p:cTn presetID="10" presetClass="entr" presetSubtype="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100"/>
                        <p:tgtEl>
                          <p:spTgt spid="17"/>
                        </p:tgtEl>
                      </p:cBhvr>
                    </p:animEffect>
                  </p:childTnLst>
                </p:cTn>
              </p:par>
            </p:tnLst>
          </p:tmpl>
        </p:tmplLst>
      </p:bldP>
      <p:bldP spid="18" grpId="0" build="p">
        <p:tmplLst>
          <p:tmpl lvl="1">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100"/>
                        <p:tgtEl>
                          <p:spTgt spid="18"/>
                        </p:tgtEl>
                      </p:cBhvr>
                    </p:animEffect>
                  </p:childTnLst>
                </p:cTn>
              </p:par>
            </p:tnLst>
          </p:tmpl>
        </p:tmplLst>
      </p:bldP>
      <p:bldP spid="19" grpId="0" build="p">
        <p:tmplLst>
          <p:tmpl lvl="1">
            <p:tnLst>
              <p:par>
                <p:cTn presetID="10" presetClass="entr" presetSubtype="0"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100"/>
                        <p:tgtEl>
                          <p:spTgt spid="19"/>
                        </p:tgtEl>
                      </p:cBhvr>
                    </p:animEffect>
                  </p:childTnLst>
                </p:cTn>
              </p:par>
            </p:tnLst>
          </p:tmpl>
        </p:tmplLst>
      </p:bldP>
      <p:bldP spid="20" grpId="0" build="p">
        <p:tmplLst>
          <p:tmpl lvl="1">
            <p:tnLst>
              <p:par>
                <p:cTn presetID="10" presetClass="entr" presetSubtype="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
                        <p:tgtEl>
                          <p:spTgt spid="20"/>
                        </p:tgtEl>
                      </p:cBhvr>
                    </p:animEffect>
                  </p:childTnLst>
                </p:cTn>
              </p:par>
            </p:tnLst>
          </p:tmpl>
        </p:tmplLst>
      </p:bldP>
      <p:bldP spid="21" grpId="0" build="p">
        <p:tmplLst>
          <p:tmpl lvl="1">
            <p:tnLst>
              <p:par>
                <p:cTn presetID="10" presetClass="entr" presetSubtype="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100"/>
                        <p:tgtEl>
                          <p:spTgt spid="21"/>
                        </p:tgtEl>
                      </p:cBhvr>
                    </p:animEffect>
                  </p:childTnLst>
                </p:cTn>
              </p:par>
            </p:tnLst>
          </p:tmpl>
        </p:tmplLst>
      </p:bldP>
      <p:bldP spid="22" grpId="0" build="p">
        <p:tmplLst>
          <p:tmpl lvl="1">
            <p:tnLst>
              <p:par>
                <p:cTn presetID="10" presetClass="entr" presetSubtype="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100"/>
                        <p:tgtEl>
                          <p:spTgt spid="22"/>
                        </p:tgtEl>
                      </p:cBhvr>
                    </p:animEffect>
                  </p:childTnLst>
                </p:cTn>
              </p:par>
            </p:tnLst>
          </p:tmpl>
        </p:tmplLst>
      </p:bldP>
      <p:bldP spid="23" grpId="0"/>
      <p:bldP spid="24" grpId="0"/>
      <p:bldP spid="25" grpId="0"/>
      <p:bldP spid="34" grpId="0" animBg="1"/>
      <p:bldP spid="35" grpId="0" animBg="1"/>
      <p:bldP spid="36" grpId="0" build="p">
        <p:tmplLst>
          <p:tmpl lvl="1">
            <p:tnLst>
              <p:par>
                <p:cTn presetID="42"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anim calcmode="lin" valueType="num">
                      <p:cBhvr>
                        <p:cTn dur="500" fill="hold"/>
                        <p:tgtEl>
                          <p:spTgt spid="36"/>
                        </p:tgtEl>
                        <p:attrNameLst>
                          <p:attrName>ppt_x</p:attrName>
                        </p:attrNameLst>
                      </p:cBhvr>
                      <p:tavLst>
                        <p:tav tm="0">
                          <p:val>
                            <p:strVal val="#ppt_x"/>
                          </p:val>
                        </p:tav>
                        <p:tav tm="100000">
                          <p:val>
                            <p:strVal val="#ppt_x"/>
                          </p:val>
                        </p:tav>
                      </p:tavLst>
                    </p:anim>
                    <p:anim calcmode="lin" valueType="num">
                      <p:cBhvr>
                        <p:cTn dur="500" fill="hold"/>
                        <p:tgtEl>
                          <p:spTgt spid="36"/>
                        </p:tgtEl>
                        <p:attrNameLst>
                          <p:attrName>ppt_y</p:attrName>
                        </p:attrNameLst>
                      </p:cBhvr>
                      <p:tavLst>
                        <p:tav tm="0">
                          <p:val>
                            <p:strVal val="#ppt_y+.1"/>
                          </p:val>
                        </p:tav>
                        <p:tav tm="100000">
                          <p:val>
                            <p:strVal val="#ppt_y"/>
                          </p:val>
                        </p:tav>
                      </p:tavLst>
                    </p:anim>
                  </p:childTnLst>
                </p:cTn>
              </p:par>
            </p:tnLst>
          </p:tmpl>
        </p:tmplLst>
      </p:bldP>
      <p:bldP spid="37" grpId="0" build="p">
        <p:tmplLst>
          <p:tmpl lvl="1">
            <p:tnLst>
              <p:par>
                <p:cTn presetID="42" presetClass="entr" presetSubtype="0" fill="hold" nodeType="withEffect">
                  <p:stCondLst>
                    <p:cond delay="20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anim calcmode="lin" valueType="num">
                      <p:cBhvr>
                        <p:cTn dur="500" fill="hold"/>
                        <p:tgtEl>
                          <p:spTgt spid="37"/>
                        </p:tgtEl>
                        <p:attrNameLst>
                          <p:attrName>ppt_x</p:attrName>
                        </p:attrNameLst>
                      </p:cBhvr>
                      <p:tavLst>
                        <p:tav tm="0">
                          <p:val>
                            <p:strVal val="#ppt_x"/>
                          </p:val>
                        </p:tav>
                        <p:tav tm="100000">
                          <p:val>
                            <p:strVal val="#ppt_x"/>
                          </p:val>
                        </p:tav>
                      </p:tavLst>
                    </p:anim>
                    <p:anim calcmode="lin" valueType="num">
                      <p:cBhvr>
                        <p:cTn dur="500" fill="hold"/>
                        <p:tgtEl>
                          <p:spTgt spid="37"/>
                        </p:tgtEl>
                        <p:attrNameLst>
                          <p:attrName>ppt_y</p:attrName>
                        </p:attrNameLst>
                      </p:cBhvr>
                      <p:tavLst>
                        <p:tav tm="0">
                          <p:val>
                            <p:strVal val="#ppt_y+.1"/>
                          </p:val>
                        </p:tav>
                        <p:tav tm="100000">
                          <p:val>
                            <p:strVal val="#ppt_y"/>
                          </p:val>
                        </p:tav>
                      </p:tavLst>
                    </p:anim>
                  </p:childTnLst>
                </p:cTn>
              </p:par>
            </p:tnLst>
          </p:tmpl>
        </p:tmplLst>
      </p:bldP>
      <p:bldP spid="39"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正文样式1">
    <p:spTree>
      <p:nvGrpSpPr>
        <p:cNvPr id="1" name=""/>
        <p:cNvGrpSpPr/>
        <p:nvPr/>
      </p:nvGrpSpPr>
      <p:grpSpPr>
        <a:xfrm>
          <a:off x="0" y="0"/>
          <a:ext cx="0" cy="0"/>
          <a:chOff x="0" y="0"/>
          <a:chExt cx="0" cy="0"/>
        </a:xfrm>
      </p:grpSpPr>
      <p:pic>
        <p:nvPicPr>
          <p:cNvPr id="3" name="图片 2" descr="图片包含 室内, 窗户, 椅子, 房间&#10;&#10;描述已自动生成"/>
          <p:cNvPicPr>
            <a:picLocks noChangeAspect="1"/>
          </p:cNvPicPr>
          <p:nvPr userDrawn="1"/>
        </p:nvPicPr>
        <p:blipFill rotWithShape="1">
          <a:blip r:embed="rId2">
            <a:alphaModFix amt="10000"/>
            <a:extLst>
              <a:ext uri="{28A0092B-C50C-407E-A947-70E740481C1C}">
                <a14:useLocalDpi xmlns:a14="http://schemas.microsoft.com/office/drawing/2010/main" val="0"/>
              </a:ext>
            </a:extLst>
          </a:blip>
          <a:srcRect t="12568" b="12568"/>
          <a:stretch>
            <a:fillRect/>
          </a:stretch>
        </p:blipFill>
        <p:spPr>
          <a:xfrm>
            <a:off x="0" y="0"/>
            <a:ext cx="12214169" cy="6858000"/>
          </a:xfrm>
          <a:prstGeom prst="rect">
            <a:avLst/>
          </a:prstGeom>
        </p:spPr>
      </p:pic>
      <p:grpSp>
        <p:nvGrpSpPr>
          <p:cNvPr id="10" name="组合 9"/>
          <p:cNvGrpSpPr/>
          <p:nvPr userDrawn="1"/>
        </p:nvGrpSpPr>
        <p:grpSpPr>
          <a:xfrm>
            <a:off x="658590" y="5398355"/>
            <a:ext cx="4489470" cy="576042"/>
            <a:chOff x="658590" y="5105036"/>
            <a:chExt cx="4489470" cy="576042"/>
          </a:xfrm>
          <a:solidFill>
            <a:srgbClr val="537EC5"/>
          </a:solidFill>
        </p:grpSpPr>
        <p:cxnSp>
          <p:nvCxnSpPr>
            <p:cNvPr id="11" name="直接连接符 10"/>
            <p:cNvCxnSpPr/>
            <p:nvPr/>
          </p:nvCxnSpPr>
          <p:spPr>
            <a:xfrm>
              <a:off x="928590" y="5645078"/>
              <a:ext cx="4219467" cy="0"/>
            </a:xfrm>
            <a:prstGeom prst="line">
              <a:avLst/>
            </a:prstGeom>
            <a:grpFill/>
            <a:ln w="12700">
              <a:solidFill>
                <a:srgbClr val="142E60"/>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658590" y="5609078"/>
              <a:ext cx="540000" cy="72000"/>
            </a:xfrm>
            <a:prstGeom prst="rect">
              <a:avLst/>
            </a:prstGeom>
            <a:grp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cs typeface="+mn-ea"/>
              </a:endParaRPr>
            </a:p>
          </p:txBody>
        </p:sp>
        <p:cxnSp>
          <p:nvCxnSpPr>
            <p:cNvPr id="13" name="直接连接符 12"/>
            <p:cNvCxnSpPr/>
            <p:nvPr/>
          </p:nvCxnSpPr>
          <p:spPr>
            <a:xfrm flipH="1">
              <a:off x="5148059" y="5105036"/>
              <a:ext cx="1" cy="540042"/>
            </a:xfrm>
            <a:prstGeom prst="line">
              <a:avLst/>
            </a:prstGeom>
            <a:grpFill/>
            <a:ln w="12700">
              <a:solidFill>
                <a:srgbClr val="142E60"/>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userDrawn="1"/>
        </p:nvGrpSpPr>
        <p:grpSpPr>
          <a:xfrm>
            <a:off x="7659358" y="4096272"/>
            <a:ext cx="3859542" cy="72000"/>
            <a:chOff x="7659358" y="3860735"/>
            <a:chExt cx="3859542" cy="72000"/>
          </a:xfrm>
          <a:solidFill>
            <a:srgbClr val="537EC5"/>
          </a:solidFill>
        </p:grpSpPr>
        <p:cxnSp>
          <p:nvCxnSpPr>
            <p:cNvPr id="15" name="直接连接符 14"/>
            <p:cNvCxnSpPr/>
            <p:nvPr/>
          </p:nvCxnSpPr>
          <p:spPr>
            <a:xfrm flipH="1">
              <a:off x="7659358" y="3896735"/>
              <a:ext cx="3589542" cy="0"/>
            </a:xfrm>
            <a:prstGeom prst="line">
              <a:avLst/>
            </a:prstGeom>
            <a:grpFill/>
            <a:ln w="12700">
              <a:solidFill>
                <a:srgbClr val="142E60"/>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flipH="1">
              <a:off x="10978900" y="3860735"/>
              <a:ext cx="540000" cy="72000"/>
            </a:xfrm>
            <a:prstGeom prst="rect">
              <a:avLst/>
            </a:prstGeom>
            <a:grpFill/>
            <a:ln w="0" cap="flat" cmpd="sng" algn="ctr">
              <a:solidFill>
                <a:srgbClr val="537EC5"/>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cs typeface="+mn-ea"/>
              </a:endParaRPr>
            </a:p>
          </p:txBody>
        </p:sp>
      </p:grpSp>
      <p:grpSp>
        <p:nvGrpSpPr>
          <p:cNvPr id="17" name="组合 16"/>
          <p:cNvGrpSpPr/>
          <p:nvPr userDrawn="1"/>
        </p:nvGrpSpPr>
        <p:grpSpPr>
          <a:xfrm>
            <a:off x="658590" y="1850594"/>
            <a:ext cx="4489468" cy="561055"/>
            <a:chOff x="658590" y="1557275"/>
            <a:chExt cx="4489468" cy="561055"/>
          </a:xfrm>
          <a:solidFill>
            <a:srgbClr val="537EC5"/>
          </a:solidFill>
        </p:grpSpPr>
        <p:cxnSp>
          <p:nvCxnSpPr>
            <p:cNvPr id="18" name="直接连接符 17"/>
            <p:cNvCxnSpPr/>
            <p:nvPr/>
          </p:nvCxnSpPr>
          <p:spPr>
            <a:xfrm flipV="1">
              <a:off x="928590" y="1593275"/>
              <a:ext cx="4219467" cy="0"/>
            </a:xfrm>
            <a:prstGeom prst="line">
              <a:avLst/>
            </a:prstGeom>
            <a:grpFill/>
            <a:ln w="12700">
              <a:solidFill>
                <a:srgbClr val="142E60"/>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flipV="1">
              <a:off x="658590" y="1557275"/>
              <a:ext cx="540000" cy="72000"/>
            </a:xfrm>
            <a:prstGeom prst="rect">
              <a:avLst/>
            </a:prstGeom>
            <a:grpFill/>
            <a:ln w="0" cap="flat" cmpd="sng" algn="ctr">
              <a:solidFill>
                <a:srgbClr val="537EC5"/>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cs typeface="+mn-ea"/>
              </a:endParaRPr>
            </a:p>
          </p:txBody>
        </p:sp>
        <p:cxnSp>
          <p:nvCxnSpPr>
            <p:cNvPr id="20" name="直接连接符 19"/>
            <p:cNvCxnSpPr>
              <a:stCxn id="38" idx="4"/>
            </p:cNvCxnSpPr>
            <p:nvPr/>
          </p:nvCxnSpPr>
          <p:spPr>
            <a:xfrm flipV="1">
              <a:off x="5148058" y="1593275"/>
              <a:ext cx="0" cy="525055"/>
            </a:xfrm>
            <a:prstGeom prst="line">
              <a:avLst/>
            </a:prstGeom>
            <a:grpFill/>
            <a:ln w="12700">
              <a:solidFill>
                <a:srgbClr val="142E60"/>
              </a:solidFill>
            </a:ln>
          </p:spPr>
          <p:style>
            <a:lnRef idx="1">
              <a:schemeClr val="accent1"/>
            </a:lnRef>
            <a:fillRef idx="0">
              <a:schemeClr val="accent1"/>
            </a:fillRef>
            <a:effectRef idx="0">
              <a:schemeClr val="accent1"/>
            </a:effectRef>
            <a:fontRef idx="minor">
              <a:schemeClr val="tx1"/>
            </a:fontRef>
          </p:style>
        </p:cxnSp>
      </p:grpSp>
      <p:sp>
        <p:nvSpPr>
          <p:cNvPr id="24" name="任意多边形: 形状 23"/>
          <p:cNvSpPr/>
          <p:nvPr/>
        </p:nvSpPr>
        <p:spPr>
          <a:xfrm>
            <a:off x="6198968" y="2086173"/>
            <a:ext cx="1457557" cy="1056524"/>
          </a:xfrm>
          <a:custGeom>
            <a:avLst/>
            <a:gdLst>
              <a:gd name="connsiteX0" fmla="*/ 0 w 1706900"/>
              <a:gd name="connsiteY0" fmla="*/ 0 h 1237263"/>
              <a:gd name="connsiteX1" fmla="*/ 100119 w 1706900"/>
              <a:gd name="connsiteY1" fmla="*/ 5056 h 1237263"/>
              <a:gd name="connsiteX2" fmla="*/ 1669345 w 1706900"/>
              <a:gd name="connsiteY2" fmla="*/ 945608 h 1237263"/>
              <a:gd name="connsiteX3" fmla="*/ 1706900 w 1706900"/>
              <a:gd name="connsiteY3" fmla="*/ 1007425 h 1237263"/>
              <a:gd name="connsiteX4" fmla="*/ 1607514 w 1706900"/>
              <a:gd name="connsiteY4" fmla="*/ 1237263 h 1237263"/>
              <a:gd name="connsiteX5" fmla="*/ 1378393 w 1706900"/>
              <a:gd name="connsiteY5" fmla="*/ 1210690 h 1237263"/>
              <a:gd name="connsiteX6" fmla="*/ 1348697 w 1706900"/>
              <a:gd name="connsiteY6" fmla="*/ 1161809 h 1237263"/>
              <a:gd name="connsiteX7" fmla="*/ 60582 w 1706900"/>
              <a:gd name="connsiteY7" fmla="*/ 389747 h 1237263"/>
              <a:gd name="connsiteX8" fmla="*/ 57365 w 1706900"/>
              <a:gd name="connsiteY8" fmla="*/ 389585 h 1237263"/>
              <a:gd name="connsiteX9" fmla="*/ 173430 w 1706900"/>
              <a:gd name="connsiteY9" fmla="*/ 233391 h 1237263"/>
              <a:gd name="connsiteX10" fmla="*/ 0 w 1706900"/>
              <a:gd name="connsiteY10" fmla="*/ 0 h 123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06900" h="1237263">
                <a:moveTo>
                  <a:pt x="0" y="0"/>
                </a:moveTo>
                <a:lnTo>
                  <a:pt x="100119" y="5056"/>
                </a:lnTo>
                <a:cubicBezTo>
                  <a:pt x="753205" y="71380"/>
                  <a:pt x="1320224" y="428841"/>
                  <a:pt x="1669345" y="945608"/>
                </a:cubicBezTo>
                <a:lnTo>
                  <a:pt x="1706900" y="1007425"/>
                </a:lnTo>
                <a:lnTo>
                  <a:pt x="1607514" y="1237263"/>
                </a:lnTo>
                <a:lnTo>
                  <a:pt x="1378393" y="1210690"/>
                </a:lnTo>
                <a:lnTo>
                  <a:pt x="1348697" y="1161809"/>
                </a:lnTo>
                <a:cubicBezTo>
                  <a:pt x="1062117" y="737616"/>
                  <a:pt x="596675" y="444190"/>
                  <a:pt x="60582" y="389747"/>
                </a:cubicBezTo>
                <a:lnTo>
                  <a:pt x="57365" y="389585"/>
                </a:lnTo>
                <a:lnTo>
                  <a:pt x="173430" y="233391"/>
                </a:lnTo>
                <a:lnTo>
                  <a:pt x="0" y="0"/>
                </a:lnTo>
                <a:close/>
              </a:path>
            </a:pathLst>
          </a:cu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endParaRPr>
          </a:p>
        </p:txBody>
      </p:sp>
      <p:sp>
        <p:nvSpPr>
          <p:cNvPr id="25" name="任意多边形: 形状 24"/>
          <p:cNvSpPr/>
          <p:nvPr/>
        </p:nvSpPr>
        <p:spPr>
          <a:xfrm>
            <a:off x="4538167" y="2087927"/>
            <a:ext cx="1566937" cy="1010877"/>
          </a:xfrm>
          <a:custGeom>
            <a:avLst/>
            <a:gdLst>
              <a:gd name="connsiteX0" fmla="*/ 1663087 w 1834991"/>
              <a:gd name="connsiteY0" fmla="*/ 0 h 1183807"/>
              <a:gd name="connsiteX1" fmla="*/ 1834991 w 1834991"/>
              <a:gd name="connsiteY1" fmla="*/ 231337 h 1183807"/>
              <a:gd name="connsiteX2" fmla="*/ 1721754 w 1834991"/>
              <a:gd name="connsiteY2" fmla="*/ 383725 h 1183807"/>
              <a:gd name="connsiteX3" fmla="*/ 1643165 w 1834991"/>
              <a:gd name="connsiteY3" fmla="*/ 387693 h 1183807"/>
              <a:gd name="connsiteX4" fmla="*/ 355050 w 1834991"/>
              <a:gd name="connsiteY4" fmla="*/ 1159755 h 1183807"/>
              <a:gd name="connsiteX5" fmla="*/ 340438 w 1834991"/>
              <a:gd name="connsiteY5" fmla="*/ 1183807 h 1183807"/>
              <a:gd name="connsiteX6" fmla="*/ 248570 w 1834991"/>
              <a:gd name="connsiteY6" fmla="*/ 971353 h 1183807"/>
              <a:gd name="connsiteX7" fmla="*/ 0 w 1834991"/>
              <a:gd name="connsiteY7" fmla="*/ 1000182 h 1183807"/>
              <a:gd name="connsiteX8" fmla="*/ 34402 w 1834991"/>
              <a:gd name="connsiteY8" fmla="*/ 943554 h 1183807"/>
              <a:gd name="connsiteX9" fmla="*/ 1603628 w 1834991"/>
              <a:gd name="connsiteY9" fmla="*/ 3002 h 1183807"/>
              <a:gd name="connsiteX10" fmla="*/ 1663087 w 1834991"/>
              <a:gd name="connsiteY10" fmla="*/ 0 h 1183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4991" h="1183807">
                <a:moveTo>
                  <a:pt x="1663087" y="0"/>
                </a:moveTo>
                <a:lnTo>
                  <a:pt x="1834991" y="231337"/>
                </a:lnTo>
                <a:lnTo>
                  <a:pt x="1721754" y="383725"/>
                </a:lnTo>
                <a:lnTo>
                  <a:pt x="1643165" y="387693"/>
                </a:lnTo>
                <a:cubicBezTo>
                  <a:pt x="1107073" y="442136"/>
                  <a:pt x="641630" y="735562"/>
                  <a:pt x="355050" y="1159755"/>
                </a:cubicBezTo>
                <a:lnTo>
                  <a:pt x="340438" y="1183807"/>
                </a:lnTo>
                <a:lnTo>
                  <a:pt x="248570" y="971353"/>
                </a:lnTo>
                <a:lnTo>
                  <a:pt x="0" y="1000182"/>
                </a:lnTo>
                <a:lnTo>
                  <a:pt x="34402" y="943554"/>
                </a:lnTo>
                <a:cubicBezTo>
                  <a:pt x="383524" y="426787"/>
                  <a:pt x="950542" y="69326"/>
                  <a:pt x="1603628" y="3002"/>
                </a:cubicBezTo>
                <a:lnTo>
                  <a:pt x="1663087"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endParaRPr>
          </a:p>
        </p:txBody>
      </p:sp>
      <p:sp>
        <p:nvSpPr>
          <p:cNvPr id="26" name="任意多边形: 形状 25"/>
          <p:cNvSpPr/>
          <p:nvPr/>
        </p:nvSpPr>
        <p:spPr>
          <a:xfrm>
            <a:off x="4224679" y="3098804"/>
            <a:ext cx="513804" cy="1613976"/>
          </a:xfrm>
          <a:custGeom>
            <a:avLst/>
            <a:gdLst>
              <a:gd name="connsiteX0" fmla="*/ 441143 w 601700"/>
              <a:gd name="connsiteY0" fmla="*/ 0 h 1890077"/>
              <a:gd name="connsiteX1" fmla="*/ 536850 w 601700"/>
              <a:gd name="connsiteY1" fmla="*/ 221330 h 1890077"/>
              <a:gd name="connsiteX2" fmla="*/ 525932 w 601700"/>
              <a:gd name="connsiteY2" fmla="*/ 243993 h 1890077"/>
              <a:gd name="connsiteX3" fmla="*/ 386688 w 601700"/>
              <a:gd name="connsiteY3" fmla="*/ 933693 h 1890077"/>
              <a:gd name="connsiteX4" fmla="*/ 600546 w 601700"/>
              <a:gd name="connsiteY4" fmla="*/ 1778281 h 1890077"/>
              <a:gd name="connsiteX5" fmla="*/ 601700 w 601700"/>
              <a:gd name="connsiteY5" fmla="*/ 1780180 h 1890077"/>
              <a:gd name="connsiteX6" fmla="*/ 288806 w 601700"/>
              <a:gd name="connsiteY6" fmla="*/ 1743891 h 1890077"/>
              <a:gd name="connsiteX7" fmla="*/ 225593 w 601700"/>
              <a:gd name="connsiteY7" fmla="*/ 1890077 h 1890077"/>
              <a:gd name="connsiteX8" fmla="*/ 169632 w 601700"/>
              <a:gd name="connsiteY8" fmla="*/ 1773909 h 1890077"/>
              <a:gd name="connsiteX9" fmla="*/ 0 w 601700"/>
              <a:gd name="connsiteY9" fmla="*/ 933693 h 1890077"/>
              <a:gd name="connsiteX10" fmla="*/ 169632 w 601700"/>
              <a:gd name="connsiteY10" fmla="*/ 93477 h 1890077"/>
              <a:gd name="connsiteX11" fmla="*/ 201260 w 601700"/>
              <a:gd name="connsiteY11" fmla="*/ 27822 h 1890077"/>
              <a:gd name="connsiteX12" fmla="*/ 441143 w 601700"/>
              <a:gd name="connsiteY12" fmla="*/ 0 h 189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1700" h="1890077">
                <a:moveTo>
                  <a:pt x="441143" y="0"/>
                </a:moveTo>
                <a:lnTo>
                  <a:pt x="536850" y="221330"/>
                </a:lnTo>
                <a:lnTo>
                  <a:pt x="525932" y="243993"/>
                </a:lnTo>
                <a:cubicBezTo>
                  <a:pt x="436270" y="455979"/>
                  <a:pt x="386688" y="689046"/>
                  <a:pt x="386688" y="933693"/>
                </a:cubicBezTo>
                <a:cubicBezTo>
                  <a:pt x="386688" y="1239502"/>
                  <a:pt x="464159" y="1527217"/>
                  <a:pt x="600546" y="1778281"/>
                </a:cubicBezTo>
                <a:lnTo>
                  <a:pt x="601700" y="1780180"/>
                </a:lnTo>
                <a:lnTo>
                  <a:pt x="288806" y="1743891"/>
                </a:lnTo>
                <a:lnTo>
                  <a:pt x="225593" y="1890077"/>
                </a:lnTo>
                <a:lnTo>
                  <a:pt x="169632" y="1773909"/>
                </a:lnTo>
                <a:cubicBezTo>
                  <a:pt x="60402" y="1515661"/>
                  <a:pt x="0" y="1231731"/>
                  <a:pt x="0" y="933693"/>
                </a:cubicBezTo>
                <a:cubicBezTo>
                  <a:pt x="0" y="635656"/>
                  <a:pt x="60402" y="351726"/>
                  <a:pt x="169632" y="93477"/>
                </a:cubicBezTo>
                <a:lnTo>
                  <a:pt x="201260" y="27822"/>
                </a:lnTo>
                <a:lnTo>
                  <a:pt x="441143" y="0"/>
                </a:lnTo>
                <a:close/>
              </a:path>
            </a:pathLst>
          </a:cu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endParaRPr>
          </a:p>
        </p:txBody>
      </p:sp>
      <p:sp>
        <p:nvSpPr>
          <p:cNvPr id="27" name="任意多边形: 形状 26"/>
          <p:cNvSpPr/>
          <p:nvPr/>
        </p:nvSpPr>
        <p:spPr>
          <a:xfrm>
            <a:off x="7453518" y="3164248"/>
            <a:ext cx="485738" cy="1677136"/>
          </a:xfrm>
          <a:custGeom>
            <a:avLst/>
            <a:gdLst>
              <a:gd name="connsiteX0" fmla="*/ 375224 w 568833"/>
              <a:gd name="connsiteY0" fmla="*/ 0 h 1964042"/>
              <a:gd name="connsiteX1" fmla="*/ 399201 w 568833"/>
              <a:gd name="connsiteY1" fmla="*/ 49773 h 1964042"/>
              <a:gd name="connsiteX2" fmla="*/ 568833 w 568833"/>
              <a:gd name="connsiteY2" fmla="*/ 889989 h 1964042"/>
              <a:gd name="connsiteX3" fmla="*/ 308304 w 568833"/>
              <a:gd name="connsiteY3" fmla="*/ 1918896 h 1964042"/>
              <a:gd name="connsiteX4" fmla="*/ 292489 w 568833"/>
              <a:gd name="connsiteY4" fmla="*/ 1944929 h 1964042"/>
              <a:gd name="connsiteX5" fmla="*/ 127690 w 568833"/>
              <a:gd name="connsiteY5" fmla="*/ 1964042 h 1964042"/>
              <a:gd name="connsiteX6" fmla="*/ 0 w 568833"/>
              <a:gd name="connsiteY6" fmla="*/ 1668747 h 1964042"/>
              <a:gd name="connsiteX7" fmla="*/ 42901 w 568833"/>
              <a:gd name="connsiteY7" fmla="*/ 1579689 h 1964042"/>
              <a:gd name="connsiteX8" fmla="*/ 182145 w 568833"/>
              <a:gd name="connsiteY8" fmla="*/ 889989 h 1964042"/>
              <a:gd name="connsiteX9" fmla="*/ 42901 w 568833"/>
              <a:gd name="connsiteY9" fmla="*/ 200289 h 1964042"/>
              <a:gd name="connsiteX10" fmla="*/ 39004 w 568833"/>
              <a:gd name="connsiteY10" fmla="*/ 192198 h 1964042"/>
              <a:gd name="connsiteX11" fmla="*/ 280027 w 568833"/>
              <a:gd name="connsiteY11" fmla="*/ 220152 h 1964042"/>
              <a:gd name="connsiteX12" fmla="*/ 375224 w 568833"/>
              <a:gd name="connsiteY12" fmla="*/ 0 h 1964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8833" h="1964042">
                <a:moveTo>
                  <a:pt x="375224" y="0"/>
                </a:moveTo>
                <a:lnTo>
                  <a:pt x="399201" y="49773"/>
                </a:lnTo>
                <a:cubicBezTo>
                  <a:pt x="508431" y="308022"/>
                  <a:pt x="568833" y="591952"/>
                  <a:pt x="568833" y="889989"/>
                </a:cubicBezTo>
                <a:cubicBezTo>
                  <a:pt x="568833" y="1262536"/>
                  <a:pt x="474455" y="1613040"/>
                  <a:pt x="308304" y="1918896"/>
                </a:cubicBezTo>
                <a:lnTo>
                  <a:pt x="292489" y="1944929"/>
                </a:lnTo>
                <a:lnTo>
                  <a:pt x="127690" y="1964042"/>
                </a:lnTo>
                <a:lnTo>
                  <a:pt x="0" y="1668747"/>
                </a:lnTo>
                <a:lnTo>
                  <a:pt x="42901" y="1579689"/>
                </a:lnTo>
                <a:cubicBezTo>
                  <a:pt x="132564" y="1367703"/>
                  <a:pt x="182145" y="1134636"/>
                  <a:pt x="182145" y="889989"/>
                </a:cubicBezTo>
                <a:cubicBezTo>
                  <a:pt x="182145" y="645342"/>
                  <a:pt x="132564" y="412275"/>
                  <a:pt x="42901" y="200289"/>
                </a:cubicBezTo>
                <a:lnTo>
                  <a:pt x="39004" y="192198"/>
                </a:lnTo>
                <a:lnTo>
                  <a:pt x="280027" y="220152"/>
                </a:lnTo>
                <a:lnTo>
                  <a:pt x="375224"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endParaRPr>
          </a:p>
        </p:txBody>
      </p:sp>
      <p:sp>
        <p:nvSpPr>
          <p:cNvPr id="28" name="任意多边形: 形状 27"/>
          <p:cNvSpPr/>
          <p:nvPr/>
        </p:nvSpPr>
        <p:spPr>
          <a:xfrm>
            <a:off x="6086896" y="4796008"/>
            <a:ext cx="1476226" cy="968857"/>
          </a:xfrm>
          <a:custGeom>
            <a:avLst/>
            <a:gdLst>
              <a:gd name="connsiteX0" fmla="*/ 1457333 w 1728762"/>
              <a:gd name="connsiteY0" fmla="*/ 0 h 1134598"/>
              <a:gd name="connsiteX1" fmla="*/ 1586421 w 1728762"/>
              <a:gd name="connsiteY1" fmla="*/ 298528 h 1134598"/>
              <a:gd name="connsiteX2" fmla="*/ 1728762 w 1728762"/>
              <a:gd name="connsiteY2" fmla="*/ 282020 h 1134598"/>
              <a:gd name="connsiteX3" fmla="*/ 1676325 w 1728762"/>
              <a:gd name="connsiteY3" fmla="*/ 352142 h 1134598"/>
              <a:gd name="connsiteX4" fmla="*/ 231363 w 1728762"/>
              <a:gd name="connsiteY4" fmla="*/ 1126519 h 1134598"/>
              <a:gd name="connsiteX5" fmla="*/ 71377 w 1728762"/>
              <a:gd name="connsiteY5" fmla="*/ 1134598 h 1134598"/>
              <a:gd name="connsiteX6" fmla="*/ 0 w 1728762"/>
              <a:gd name="connsiteY6" fmla="*/ 1038544 h 1134598"/>
              <a:gd name="connsiteX7" fmla="*/ 224152 w 1728762"/>
              <a:gd name="connsiteY7" fmla="*/ 736895 h 1134598"/>
              <a:gd name="connsiteX8" fmla="*/ 367759 w 1728762"/>
              <a:gd name="connsiteY8" fmla="*/ 714977 h 1134598"/>
              <a:gd name="connsiteX9" fmla="*/ 1377938 w 1728762"/>
              <a:gd name="connsiteY9" fmla="*/ 106172 h 1134598"/>
              <a:gd name="connsiteX10" fmla="*/ 1457333 w 1728762"/>
              <a:gd name="connsiteY10" fmla="*/ 0 h 113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8762" h="1134598">
                <a:moveTo>
                  <a:pt x="1457333" y="0"/>
                </a:moveTo>
                <a:lnTo>
                  <a:pt x="1586421" y="298528"/>
                </a:lnTo>
                <a:lnTo>
                  <a:pt x="1728762" y="282020"/>
                </a:lnTo>
                <a:lnTo>
                  <a:pt x="1676325" y="352142"/>
                </a:lnTo>
                <a:cubicBezTo>
                  <a:pt x="1324401" y="778576"/>
                  <a:pt x="811884" y="1067565"/>
                  <a:pt x="231363" y="1126519"/>
                </a:cubicBezTo>
                <a:lnTo>
                  <a:pt x="71377" y="1134598"/>
                </a:lnTo>
                <a:lnTo>
                  <a:pt x="0" y="1038544"/>
                </a:lnTo>
                <a:lnTo>
                  <a:pt x="224152" y="736895"/>
                </a:lnTo>
                <a:lnTo>
                  <a:pt x="367759" y="714977"/>
                </a:lnTo>
                <a:cubicBezTo>
                  <a:pt x="771469" y="632367"/>
                  <a:pt x="1125168" y="412460"/>
                  <a:pt x="1377938" y="106172"/>
                </a:cubicBezTo>
                <a:lnTo>
                  <a:pt x="1457333" y="0"/>
                </a:lnTo>
                <a:close/>
              </a:path>
            </a:pathLst>
          </a:cu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endParaRPr>
          </a:p>
        </p:txBody>
      </p:sp>
      <p:sp>
        <p:nvSpPr>
          <p:cNvPr id="29" name="任意多边形: 形状 28"/>
          <p:cNvSpPr/>
          <p:nvPr/>
        </p:nvSpPr>
        <p:spPr>
          <a:xfrm>
            <a:off x="4565751" y="4825616"/>
            <a:ext cx="1464138" cy="931183"/>
          </a:xfrm>
          <a:custGeom>
            <a:avLst/>
            <a:gdLst>
              <a:gd name="connsiteX0" fmla="*/ 63929 w 1714606"/>
              <a:gd name="connsiteY0" fmla="*/ 0 h 1090480"/>
              <a:gd name="connsiteX1" fmla="*/ 400470 w 1714606"/>
              <a:gd name="connsiteY1" fmla="*/ 39031 h 1090480"/>
              <a:gd name="connsiteX2" fmla="*/ 424749 w 1714606"/>
              <a:gd name="connsiteY2" fmla="*/ 71499 h 1090480"/>
              <a:gd name="connsiteX3" fmla="*/ 1610861 w 1714606"/>
              <a:gd name="connsiteY3" fmla="*/ 707155 h 1090480"/>
              <a:gd name="connsiteX4" fmla="*/ 1714606 w 1714606"/>
              <a:gd name="connsiteY4" fmla="*/ 712394 h 1090480"/>
              <a:gd name="connsiteX5" fmla="*/ 1498013 w 1714606"/>
              <a:gd name="connsiteY5" fmla="*/ 1003871 h 1090480"/>
              <a:gd name="connsiteX6" fmla="*/ 1562371 w 1714606"/>
              <a:gd name="connsiteY6" fmla="*/ 1090480 h 1090480"/>
              <a:gd name="connsiteX7" fmla="*/ 1356997 w 1714606"/>
              <a:gd name="connsiteY7" fmla="*/ 1059136 h 1090480"/>
              <a:gd name="connsiteX8" fmla="*/ 2098 w 1714606"/>
              <a:gd name="connsiteY8" fmla="*/ 151294 h 1090480"/>
              <a:gd name="connsiteX9" fmla="*/ 0 w 1714606"/>
              <a:gd name="connsiteY9" fmla="*/ 147841 h 1090480"/>
              <a:gd name="connsiteX10" fmla="*/ 63929 w 1714606"/>
              <a:gd name="connsiteY10" fmla="*/ 0 h 109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4606" h="1090480">
                <a:moveTo>
                  <a:pt x="63929" y="0"/>
                </a:moveTo>
                <a:lnTo>
                  <a:pt x="400470" y="39031"/>
                </a:lnTo>
                <a:lnTo>
                  <a:pt x="424749" y="71499"/>
                </a:lnTo>
                <a:cubicBezTo>
                  <a:pt x="713630" y="421542"/>
                  <a:pt x="1134334" y="658761"/>
                  <a:pt x="1610861" y="707155"/>
                </a:cubicBezTo>
                <a:lnTo>
                  <a:pt x="1714606" y="712394"/>
                </a:lnTo>
                <a:lnTo>
                  <a:pt x="1498013" y="1003871"/>
                </a:lnTo>
                <a:lnTo>
                  <a:pt x="1562371" y="1090480"/>
                </a:lnTo>
                <a:lnTo>
                  <a:pt x="1356997" y="1059136"/>
                </a:lnTo>
                <a:cubicBezTo>
                  <a:pt x="794924" y="944120"/>
                  <a:pt x="312428" y="610643"/>
                  <a:pt x="2098" y="151294"/>
                </a:cubicBezTo>
                <a:lnTo>
                  <a:pt x="0" y="147841"/>
                </a:lnTo>
                <a:lnTo>
                  <a:pt x="63929"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endParaRPr>
          </a:p>
        </p:txBody>
      </p:sp>
      <p:pic>
        <p:nvPicPr>
          <p:cNvPr id="23" name="图片 22"/>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a:xfrm>
            <a:off x="4628880" y="2458400"/>
            <a:ext cx="2934237" cy="2934237"/>
          </a:xfrm>
          <a:custGeom>
            <a:avLst/>
            <a:gdLst>
              <a:gd name="connsiteX0" fmla="*/ 1026607 w 2053214"/>
              <a:gd name="connsiteY0" fmla="*/ 0 h 2053210"/>
              <a:gd name="connsiteX1" fmla="*/ 2053214 w 2053214"/>
              <a:gd name="connsiteY1" fmla="*/ 1026605 h 2053210"/>
              <a:gd name="connsiteX2" fmla="*/ 1026607 w 2053214"/>
              <a:gd name="connsiteY2" fmla="*/ 2053210 h 2053210"/>
              <a:gd name="connsiteX3" fmla="*/ 0 w 2053214"/>
              <a:gd name="connsiteY3" fmla="*/ 1026605 h 2053210"/>
              <a:gd name="connsiteX4" fmla="*/ 1026607 w 2053214"/>
              <a:gd name="connsiteY4" fmla="*/ 0 h 2053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214" h="2053210">
                <a:moveTo>
                  <a:pt x="1026607" y="0"/>
                </a:moveTo>
                <a:cubicBezTo>
                  <a:pt x="1593586" y="0"/>
                  <a:pt x="2053214" y="459627"/>
                  <a:pt x="2053214" y="1026605"/>
                </a:cubicBezTo>
                <a:cubicBezTo>
                  <a:pt x="2053214" y="1593583"/>
                  <a:pt x="1593586" y="2053210"/>
                  <a:pt x="1026607" y="2053210"/>
                </a:cubicBezTo>
                <a:cubicBezTo>
                  <a:pt x="459628" y="2053210"/>
                  <a:pt x="0" y="1593583"/>
                  <a:pt x="0" y="1026605"/>
                </a:cubicBezTo>
                <a:cubicBezTo>
                  <a:pt x="0" y="459627"/>
                  <a:pt x="459628" y="0"/>
                  <a:pt x="1026607" y="0"/>
                </a:cubicBezTo>
                <a:close/>
              </a:path>
            </a:pathLst>
          </a:custGeom>
        </p:spPr>
      </p:pic>
      <p:sp>
        <p:nvSpPr>
          <p:cNvPr id="30" name="椭圆 29"/>
          <p:cNvSpPr/>
          <p:nvPr/>
        </p:nvSpPr>
        <p:spPr>
          <a:xfrm flipH="1">
            <a:off x="7866207" y="4075922"/>
            <a:ext cx="115509" cy="115509"/>
          </a:xfrm>
          <a:prstGeom prst="ellipse">
            <a:avLst/>
          </a:pr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33" name="椭圆 32"/>
          <p:cNvSpPr/>
          <p:nvPr/>
        </p:nvSpPr>
        <p:spPr>
          <a:xfrm>
            <a:off x="5090303" y="5420566"/>
            <a:ext cx="115509" cy="115509"/>
          </a:xfrm>
          <a:prstGeom prst="ellipse">
            <a:avLst/>
          </a:pr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38" name="椭圆 37"/>
          <p:cNvSpPr/>
          <p:nvPr/>
        </p:nvSpPr>
        <p:spPr>
          <a:xfrm>
            <a:off x="5090303" y="2296140"/>
            <a:ext cx="115509" cy="115509"/>
          </a:xfrm>
          <a:prstGeom prst="ellipse">
            <a:avLst/>
          </a:pr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44" name="文本占位符 43"/>
          <p:cNvSpPr>
            <a:spLocks noGrp="1"/>
          </p:cNvSpPr>
          <p:nvPr>
            <p:ph type="body" sz="quarter" idx="15" hasCustomPrompt="1"/>
          </p:nvPr>
        </p:nvSpPr>
        <p:spPr>
          <a:xfrm>
            <a:off x="590550" y="2579319"/>
            <a:ext cx="3173413" cy="1192213"/>
          </a:xfrm>
          <a:prstGeom prst="rect">
            <a:avLst/>
          </a:prstGeom>
        </p:spPr>
        <p:txBody>
          <a:bodyPr/>
          <a:lstStyle>
            <a:lvl1pPr marL="0" indent="0">
              <a:buNone/>
              <a:defRPr sz="1600"/>
            </a:lvl1pPr>
            <a:lvl2pPr>
              <a:defRPr sz="2000"/>
            </a:lvl2pPr>
            <a:lvl3pPr>
              <a:defRPr sz="2000"/>
            </a:lvl3pPr>
            <a:lvl4pPr>
              <a:defRPr sz="2000"/>
            </a:lvl4pPr>
            <a:lvl5pPr>
              <a:defRPr sz="2000"/>
            </a:lvl5pPr>
          </a:lstStyle>
          <a:p>
            <a:pPr lvl="0"/>
            <a:r>
              <a:rPr lang="zh-CN" altLang="en-US" dirty="0"/>
              <a:t>请在这里输入您的阐述</a:t>
            </a:r>
            <a:endParaRPr lang="zh-CN" altLang="en-US" dirty="0"/>
          </a:p>
        </p:txBody>
      </p:sp>
      <p:sp>
        <p:nvSpPr>
          <p:cNvPr id="45" name="文本占位符 43"/>
          <p:cNvSpPr>
            <a:spLocks noGrp="1"/>
          </p:cNvSpPr>
          <p:nvPr>
            <p:ph type="body" sz="quarter" idx="16" hasCustomPrompt="1"/>
          </p:nvPr>
        </p:nvSpPr>
        <p:spPr>
          <a:xfrm>
            <a:off x="573405" y="4638517"/>
            <a:ext cx="3173413" cy="1192213"/>
          </a:xfrm>
          <a:prstGeom prst="rect">
            <a:avLst/>
          </a:prstGeom>
        </p:spPr>
        <p:txBody>
          <a:bodyPr/>
          <a:lstStyle>
            <a:lvl1pPr marL="0" indent="0">
              <a:buNone/>
              <a:defRPr sz="1600"/>
            </a:lvl1pPr>
            <a:lvl2pPr>
              <a:defRPr sz="2000"/>
            </a:lvl2pPr>
            <a:lvl3pPr>
              <a:defRPr sz="2000"/>
            </a:lvl3pPr>
            <a:lvl4pPr>
              <a:defRPr sz="2000"/>
            </a:lvl4pPr>
            <a:lvl5pPr>
              <a:defRPr sz="2000"/>
            </a:lvl5pPr>
          </a:lstStyle>
          <a:p>
            <a:pPr lvl="0"/>
            <a:r>
              <a:rPr lang="zh-CN" altLang="en-US" dirty="0"/>
              <a:t>请在这里输入您的阐述</a:t>
            </a:r>
            <a:endParaRPr lang="zh-CN" altLang="en-US" dirty="0"/>
          </a:p>
        </p:txBody>
      </p:sp>
      <p:sp>
        <p:nvSpPr>
          <p:cNvPr id="46" name="文本占位符 43"/>
          <p:cNvSpPr>
            <a:spLocks noGrp="1"/>
          </p:cNvSpPr>
          <p:nvPr>
            <p:ph type="body" sz="quarter" idx="17" hasCustomPrompt="1"/>
          </p:nvPr>
        </p:nvSpPr>
        <p:spPr>
          <a:xfrm>
            <a:off x="8361289" y="2843481"/>
            <a:ext cx="3173413" cy="1192213"/>
          </a:xfrm>
          <a:prstGeom prst="rect">
            <a:avLst/>
          </a:prstGeom>
        </p:spPr>
        <p:txBody>
          <a:bodyPr/>
          <a:lstStyle>
            <a:lvl1pPr marL="0" indent="0" algn="r">
              <a:buNone/>
              <a:defRPr sz="1600"/>
            </a:lvl1pPr>
            <a:lvl2pPr>
              <a:defRPr sz="2000"/>
            </a:lvl2pPr>
            <a:lvl3pPr>
              <a:defRPr sz="2000"/>
            </a:lvl3pPr>
            <a:lvl4pPr>
              <a:defRPr sz="2000"/>
            </a:lvl4pPr>
            <a:lvl5pPr>
              <a:defRPr sz="2000"/>
            </a:lvl5pPr>
          </a:lstStyle>
          <a:p>
            <a:pPr lvl="0"/>
            <a:r>
              <a:rPr lang="zh-CN" altLang="en-US" dirty="0"/>
              <a:t>请在这里输入您的阐述</a:t>
            </a:r>
            <a:endParaRPr lang="zh-CN" altLang="en-US" dirty="0"/>
          </a:p>
        </p:txBody>
      </p:sp>
      <p:sp>
        <p:nvSpPr>
          <p:cNvPr id="50" name="文本占位符 49"/>
          <p:cNvSpPr>
            <a:spLocks noGrp="1"/>
          </p:cNvSpPr>
          <p:nvPr>
            <p:ph type="body" sz="quarter" idx="18" hasCustomPrompt="1"/>
          </p:nvPr>
        </p:nvSpPr>
        <p:spPr>
          <a:xfrm>
            <a:off x="590550" y="2104192"/>
            <a:ext cx="3173413" cy="354846"/>
          </a:xfrm>
          <a:prstGeom prst="rect">
            <a:avLst/>
          </a:prstGeom>
        </p:spPr>
        <p:txBody>
          <a:bodyPr/>
          <a:lstStyle>
            <a:lvl1pPr marL="0" indent="0">
              <a:buNone/>
              <a:defRPr sz="2000" b="1">
                <a:solidFill>
                  <a:srgbClr val="537EC5"/>
                </a:solidFill>
              </a:defRPr>
            </a:lvl1pPr>
            <a:lvl2pPr>
              <a:defRPr sz="2000"/>
            </a:lvl2pPr>
            <a:lvl3pPr>
              <a:defRPr sz="2000"/>
            </a:lvl3pPr>
            <a:lvl4pPr>
              <a:defRPr sz="2000"/>
            </a:lvl4pPr>
            <a:lvl5pPr>
              <a:defRPr sz="2000"/>
            </a:lvl5pPr>
          </a:lstStyle>
          <a:p>
            <a:pPr lvl="0"/>
            <a:r>
              <a:rPr lang="zh-CN" altLang="en-US" dirty="0"/>
              <a:t>请在这里输入你的小标题</a:t>
            </a:r>
            <a:endParaRPr lang="zh-CN" altLang="en-US" dirty="0"/>
          </a:p>
        </p:txBody>
      </p:sp>
      <p:sp>
        <p:nvSpPr>
          <p:cNvPr id="51" name="文本占位符 49"/>
          <p:cNvSpPr>
            <a:spLocks noGrp="1"/>
          </p:cNvSpPr>
          <p:nvPr>
            <p:ph type="body" sz="quarter" idx="19" hasCustomPrompt="1"/>
          </p:nvPr>
        </p:nvSpPr>
        <p:spPr>
          <a:xfrm>
            <a:off x="573404" y="4172079"/>
            <a:ext cx="3173413" cy="354846"/>
          </a:xfrm>
          <a:prstGeom prst="rect">
            <a:avLst/>
          </a:prstGeom>
        </p:spPr>
        <p:txBody>
          <a:bodyPr/>
          <a:lstStyle>
            <a:lvl1pPr marL="0" indent="0">
              <a:buNone/>
              <a:defRPr sz="2000" b="1">
                <a:solidFill>
                  <a:srgbClr val="537EC5"/>
                </a:solidFill>
              </a:defRPr>
            </a:lvl1pPr>
            <a:lvl2pPr>
              <a:defRPr sz="2000"/>
            </a:lvl2pPr>
            <a:lvl3pPr>
              <a:defRPr sz="2000"/>
            </a:lvl3pPr>
            <a:lvl4pPr>
              <a:defRPr sz="2000"/>
            </a:lvl4pPr>
            <a:lvl5pPr>
              <a:defRPr sz="2000"/>
            </a:lvl5pPr>
          </a:lstStyle>
          <a:p>
            <a:pPr lvl="0"/>
            <a:r>
              <a:rPr lang="zh-CN" altLang="en-US" dirty="0"/>
              <a:t>请在这里输入你的小标题</a:t>
            </a:r>
            <a:endParaRPr lang="zh-CN" altLang="en-US" dirty="0"/>
          </a:p>
        </p:txBody>
      </p:sp>
      <p:sp>
        <p:nvSpPr>
          <p:cNvPr id="52" name="文本占位符 49"/>
          <p:cNvSpPr>
            <a:spLocks noGrp="1"/>
          </p:cNvSpPr>
          <p:nvPr>
            <p:ph type="body" sz="quarter" idx="20" hasCustomPrompt="1"/>
          </p:nvPr>
        </p:nvSpPr>
        <p:spPr>
          <a:xfrm>
            <a:off x="8348640" y="2370882"/>
            <a:ext cx="3173413" cy="354846"/>
          </a:xfrm>
          <a:prstGeom prst="rect">
            <a:avLst/>
          </a:prstGeom>
        </p:spPr>
        <p:txBody>
          <a:bodyPr/>
          <a:lstStyle>
            <a:lvl1pPr marL="0" indent="0" algn="r">
              <a:buNone/>
              <a:defRPr sz="2000" b="1">
                <a:solidFill>
                  <a:srgbClr val="537EC5"/>
                </a:solidFill>
              </a:defRPr>
            </a:lvl1pPr>
            <a:lvl2pPr>
              <a:defRPr sz="2000"/>
            </a:lvl2pPr>
            <a:lvl3pPr>
              <a:defRPr sz="2000"/>
            </a:lvl3pPr>
            <a:lvl4pPr>
              <a:defRPr sz="2000"/>
            </a:lvl4pPr>
            <a:lvl5pPr>
              <a:defRPr sz="2000"/>
            </a:lvl5pPr>
          </a:lstStyle>
          <a:p>
            <a:pPr lvl="0"/>
            <a:r>
              <a:rPr lang="zh-CN" altLang="en-US" dirty="0"/>
              <a:t>请在这里输入你的小标题</a:t>
            </a:r>
            <a:endParaRPr lang="zh-CN" altLang="en-US" dirty="0"/>
          </a:p>
        </p:txBody>
      </p:sp>
      <p:sp>
        <p:nvSpPr>
          <p:cNvPr id="53" name="MH_Others_2"/>
          <p:cNvSpPr/>
          <p:nvPr>
            <p:custDataLst>
              <p:tags r:id="rId4"/>
            </p:custDataLst>
          </p:nvPr>
        </p:nvSpPr>
        <p:spPr>
          <a:xfrm>
            <a:off x="3875419" y="344963"/>
            <a:ext cx="6131155" cy="469206"/>
          </a:xfrm>
          <a:prstGeom prst="rect">
            <a:avLst/>
          </a:prstGeom>
          <a:solidFill>
            <a:srgbClr val="173D7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54" name="MH_Others_2"/>
          <p:cNvSpPr/>
          <p:nvPr>
            <p:custDataLst>
              <p:tags r:id="rId5"/>
            </p:custDataLst>
          </p:nvPr>
        </p:nvSpPr>
        <p:spPr>
          <a:xfrm>
            <a:off x="-1" y="388471"/>
            <a:ext cx="1158241" cy="425698"/>
          </a:xfrm>
          <a:prstGeom prst="rect">
            <a:avLst/>
          </a:prstGeom>
          <a:solidFill>
            <a:srgbClr val="5793C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55" name="文本占位符 3"/>
          <p:cNvSpPr>
            <a:spLocks noGrp="1"/>
          </p:cNvSpPr>
          <p:nvPr>
            <p:ph type="body" sz="quarter" idx="10" hasCustomPrompt="1"/>
          </p:nvPr>
        </p:nvSpPr>
        <p:spPr>
          <a:xfrm>
            <a:off x="1229119" y="411327"/>
            <a:ext cx="2590115" cy="355600"/>
          </a:xfrm>
          <a:prstGeom prst="rect">
            <a:avLst/>
          </a:prstGeom>
        </p:spPr>
        <p:txBody>
          <a:bodyPr/>
          <a:lstStyle>
            <a:lvl1pPr marL="0" indent="0">
              <a:buNone/>
              <a:defRPr sz="2000" b="1">
                <a:solidFill>
                  <a:srgbClr val="0075BF"/>
                </a:solidFill>
                <a:latin typeface="微软雅黑" panose="020B0503020204020204" charset="-122"/>
                <a:ea typeface="微软雅黑" panose="020B0503020204020204" charset="-122"/>
              </a:defRPr>
            </a:lvl1pPr>
          </a:lstStyle>
          <a:p>
            <a:pPr lvl="0"/>
            <a:r>
              <a:rPr lang="zh-CN" altLang="en-US" dirty="0"/>
              <a:t>主标题</a:t>
            </a:r>
            <a:endParaRPr lang="zh-CN" altLang="en-US" dirty="0"/>
          </a:p>
        </p:txBody>
      </p:sp>
      <p:sp>
        <p:nvSpPr>
          <p:cNvPr id="56" name="文本占位符 5"/>
          <p:cNvSpPr>
            <a:spLocks noGrp="1"/>
          </p:cNvSpPr>
          <p:nvPr>
            <p:ph type="body" sz="quarter" idx="11" hasCustomPrompt="1"/>
          </p:nvPr>
        </p:nvSpPr>
        <p:spPr>
          <a:xfrm>
            <a:off x="1229119" y="883603"/>
            <a:ext cx="2575420" cy="325119"/>
          </a:xfrm>
          <a:prstGeom prst="rect">
            <a:avLst/>
          </a:prstGeom>
        </p:spPr>
        <p:txBody>
          <a:bodyPr/>
          <a:lstStyle>
            <a:lvl1pPr marL="0" indent="0">
              <a:buNone/>
              <a:defRPr sz="1400">
                <a:solidFill>
                  <a:srgbClr val="5793CE"/>
                </a:solidFill>
                <a:latin typeface="微软雅黑" panose="020B0503020204020204" charset="-122"/>
                <a:ea typeface="微软雅黑" panose="020B0503020204020204" charset="-122"/>
              </a:defRPr>
            </a:lvl1pPr>
          </a:lstStyle>
          <a:p>
            <a:pPr lvl="0"/>
            <a:r>
              <a:rPr lang="zh-CN" altLang="en-US" dirty="0"/>
              <a:t>副标题</a:t>
            </a:r>
            <a:endParaRPr lang="zh-CN" altLang="en-US" dirty="0"/>
          </a:p>
        </p:txBody>
      </p:sp>
      <p:pic>
        <p:nvPicPr>
          <p:cNvPr id="57" name="图片 56"/>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10402684" y="169084"/>
            <a:ext cx="1426149" cy="512447"/>
          </a:xfrm>
          <a:prstGeom prst="rect">
            <a:avLst/>
          </a:prstGeom>
        </p:spPr>
      </p:pic>
      <p:sp>
        <p:nvSpPr>
          <p:cNvPr id="58" name="文本框 57"/>
          <p:cNvSpPr txBox="1"/>
          <p:nvPr/>
        </p:nvSpPr>
        <p:spPr>
          <a:xfrm>
            <a:off x="10402685" y="752937"/>
            <a:ext cx="1578855"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700" b="0" dirty="0">
                <a:solidFill>
                  <a:srgbClr val="142E60"/>
                </a:solidFill>
              </a:rPr>
              <a:t>自 </a:t>
            </a:r>
            <a:r>
              <a:rPr lang="en-US" altLang="zh-CN" sz="700" b="0" dirty="0">
                <a:solidFill>
                  <a:srgbClr val="142E60"/>
                </a:solidFill>
              </a:rPr>
              <a:t>/ </a:t>
            </a:r>
            <a:r>
              <a:rPr lang="zh-CN" altLang="en-US" sz="700" b="0" dirty="0">
                <a:solidFill>
                  <a:srgbClr val="142E60"/>
                </a:solidFill>
              </a:rPr>
              <a:t>强 </a:t>
            </a:r>
            <a:r>
              <a:rPr lang="en-US" altLang="zh-CN" sz="700" b="0" dirty="0">
                <a:solidFill>
                  <a:srgbClr val="142E60"/>
                </a:solidFill>
              </a:rPr>
              <a:t>/ </a:t>
            </a:r>
            <a:r>
              <a:rPr lang="zh-CN" altLang="en-US" sz="700" b="0" dirty="0">
                <a:solidFill>
                  <a:srgbClr val="142E60"/>
                </a:solidFill>
              </a:rPr>
              <a:t>不 </a:t>
            </a:r>
            <a:r>
              <a:rPr lang="en-US" altLang="zh-CN" sz="700" b="0" dirty="0">
                <a:solidFill>
                  <a:srgbClr val="142E60"/>
                </a:solidFill>
              </a:rPr>
              <a:t>/ </a:t>
            </a:r>
            <a:r>
              <a:rPr lang="zh-CN" altLang="en-US" sz="700" b="0" dirty="0">
                <a:solidFill>
                  <a:srgbClr val="142E60"/>
                </a:solidFill>
              </a:rPr>
              <a:t>息   止 </a:t>
            </a:r>
            <a:r>
              <a:rPr lang="en-US" altLang="zh-CN" sz="700" b="0" dirty="0">
                <a:solidFill>
                  <a:srgbClr val="142E60"/>
                </a:solidFill>
              </a:rPr>
              <a:t>/ </a:t>
            </a:r>
            <a:r>
              <a:rPr lang="zh-CN" altLang="en-US" sz="700" b="0" dirty="0">
                <a:solidFill>
                  <a:srgbClr val="142E60"/>
                </a:solidFill>
              </a:rPr>
              <a:t>于 </a:t>
            </a:r>
            <a:r>
              <a:rPr lang="en-US" altLang="zh-CN" sz="700" b="0" dirty="0">
                <a:solidFill>
                  <a:srgbClr val="142E60"/>
                </a:solidFill>
              </a:rPr>
              <a:t>/ </a:t>
            </a:r>
            <a:r>
              <a:rPr lang="zh-CN" altLang="en-US" sz="700" b="0" dirty="0">
                <a:solidFill>
                  <a:srgbClr val="142E60"/>
                </a:solidFill>
              </a:rPr>
              <a:t>至 </a:t>
            </a:r>
            <a:r>
              <a:rPr lang="en-US" altLang="zh-CN" sz="700" b="0" dirty="0">
                <a:solidFill>
                  <a:srgbClr val="142E60"/>
                </a:solidFill>
              </a:rPr>
              <a:t>/ </a:t>
            </a:r>
            <a:r>
              <a:rPr lang="zh-CN" altLang="en-US" sz="700" b="0" dirty="0">
                <a:solidFill>
                  <a:srgbClr val="142E60"/>
                </a:solidFill>
              </a:rPr>
              <a:t>善</a:t>
            </a:r>
            <a:endParaRPr lang="zh-CN" altLang="en-US" sz="700" b="0" dirty="0">
              <a:solidFill>
                <a:srgbClr val="142E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300" fill="hold"/>
                                        <p:tgtEl>
                                          <p:spTgt spid="54"/>
                                        </p:tgtEl>
                                        <p:attrNameLst>
                                          <p:attrName>ppt_x</p:attrName>
                                        </p:attrNameLst>
                                      </p:cBhvr>
                                      <p:tavLst>
                                        <p:tav tm="0">
                                          <p:val>
                                            <p:strVal val="0-#ppt_w/2"/>
                                          </p:val>
                                        </p:tav>
                                        <p:tav tm="100000">
                                          <p:val>
                                            <p:strVal val="#ppt_x"/>
                                          </p:val>
                                        </p:tav>
                                      </p:tavLst>
                                    </p:anim>
                                    <p:anim calcmode="lin" valueType="num">
                                      <p:cBhvr additive="base">
                                        <p:cTn id="8" dur="300" fill="hold"/>
                                        <p:tgtEl>
                                          <p:spTgt spid="5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3"/>
                                        </p:tgtEl>
                                        <p:attrNameLst>
                                          <p:attrName>style.visibility</p:attrName>
                                        </p:attrNameLst>
                                      </p:cBhvr>
                                      <p:to>
                                        <p:strVal val="visible"/>
                                      </p:to>
                                    </p:set>
                                    <p:anim calcmode="lin" valueType="num">
                                      <p:cBhvr additive="base">
                                        <p:cTn id="11" dur="300" fill="hold"/>
                                        <p:tgtEl>
                                          <p:spTgt spid="53"/>
                                        </p:tgtEl>
                                        <p:attrNameLst>
                                          <p:attrName>ppt_x</p:attrName>
                                        </p:attrNameLst>
                                      </p:cBhvr>
                                      <p:tavLst>
                                        <p:tav tm="0">
                                          <p:val>
                                            <p:strVal val="1+#ppt_w/2"/>
                                          </p:val>
                                        </p:tav>
                                        <p:tav tm="100000">
                                          <p:val>
                                            <p:strVal val="#ppt_x"/>
                                          </p:val>
                                        </p:tav>
                                      </p:tavLst>
                                    </p:anim>
                                    <p:anim calcmode="lin" valueType="num">
                                      <p:cBhvr additive="base">
                                        <p:cTn id="12" dur="300" fill="hold"/>
                                        <p:tgtEl>
                                          <p:spTgt spid="53"/>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55">
                                            <p:txEl>
                                              <p:pRg st="0" end="0"/>
                                            </p:txEl>
                                          </p:spTgt>
                                        </p:tgtEl>
                                        <p:attrNameLst>
                                          <p:attrName>style.visibility</p:attrName>
                                        </p:attrNameLst>
                                      </p:cBhvr>
                                      <p:to>
                                        <p:strVal val="visible"/>
                                      </p:to>
                                    </p:set>
                                    <p:animEffect transition="in" filter="fade">
                                      <p:cBhvr>
                                        <p:cTn id="15" dur="500"/>
                                        <p:tgtEl>
                                          <p:spTgt spid="55">
                                            <p:txEl>
                                              <p:pRg st="0" end="0"/>
                                            </p:txEl>
                                          </p:spTgt>
                                        </p:tgtEl>
                                      </p:cBhvr>
                                    </p:animEffect>
                                    <p:anim calcmode="lin" valueType="num">
                                      <p:cBhvr>
                                        <p:cTn id="16" dur="500" fill="hold"/>
                                        <p:tgtEl>
                                          <p:spTgt spid="55">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55">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200"/>
                                  </p:stCondLst>
                                  <p:childTnLst>
                                    <p:set>
                                      <p:cBhvr>
                                        <p:cTn id="19" dur="1" fill="hold">
                                          <p:stCondLst>
                                            <p:cond delay="0"/>
                                          </p:stCondLst>
                                        </p:cTn>
                                        <p:tgtEl>
                                          <p:spTgt spid="56">
                                            <p:txEl>
                                              <p:pRg st="0" end="0"/>
                                            </p:txEl>
                                          </p:spTgt>
                                        </p:tgtEl>
                                        <p:attrNameLst>
                                          <p:attrName>style.visibility</p:attrName>
                                        </p:attrNameLst>
                                      </p:cBhvr>
                                      <p:to>
                                        <p:strVal val="visible"/>
                                      </p:to>
                                    </p:set>
                                    <p:animEffect transition="in" filter="fade">
                                      <p:cBhvr>
                                        <p:cTn id="20" dur="500"/>
                                        <p:tgtEl>
                                          <p:spTgt spid="56">
                                            <p:txEl>
                                              <p:pRg st="0" end="0"/>
                                            </p:txEl>
                                          </p:spTgt>
                                        </p:tgtEl>
                                      </p:cBhvr>
                                    </p:animEffect>
                                    <p:anim calcmode="lin" valueType="num">
                                      <p:cBhvr>
                                        <p:cTn id="21" dur="500" fill="hold"/>
                                        <p:tgtEl>
                                          <p:spTgt spid="56">
                                            <p:txEl>
                                              <p:pRg st="0" end="0"/>
                                            </p:txEl>
                                          </p:spTgt>
                                        </p:tgtEl>
                                        <p:attrNameLst>
                                          <p:attrName>ppt_x</p:attrName>
                                        </p:attrNameLst>
                                      </p:cBhvr>
                                      <p:tavLst>
                                        <p:tav tm="0">
                                          <p:val>
                                            <p:strVal val="#ppt_x"/>
                                          </p:val>
                                        </p:tav>
                                        <p:tav tm="100000">
                                          <p:val>
                                            <p:strVal val="#ppt_x"/>
                                          </p:val>
                                        </p:tav>
                                      </p:tavLst>
                                    </p:anim>
                                    <p:anim calcmode="lin" valueType="num">
                                      <p:cBhvr>
                                        <p:cTn id="22" dur="500" fill="hold"/>
                                        <p:tgtEl>
                                          <p:spTgt spid="56">
                                            <p:txEl>
                                              <p:pRg st="0" end="0"/>
                                            </p:txEl>
                                          </p:spTgt>
                                        </p:tgtEl>
                                        <p:attrNameLst>
                                          <p:attrName>ppt_y</p:attrName>
                                        </p:attrNameLst>
                                      </p:cBhvr>
                                      <p:tavLst>
                                        <p:tav tm="0">
                                          <p:val>
                                            <p:strVal val="#ppt_y+.1"/>
                                          </p:val>
                                        </p:tav>
                                        <p:tav tm="100000">
                                          <p:val>
                                            <p:strVal val="#ppt_y"/>
                                          </p:val>
                                        </p:tav>
                                      </p:tavLst>
                                    </p:anim>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200"/>
                                        <p:tgtEl>
                                          <p:spTgt spid="5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animEffect transition="in" filter="fade">
                                      <p:cBhvr>
                                        <p:cTn id="29" dur="200"/>
                                        <p:tgtEl>
                                          <p:spTgt spid="58"/>
                                        </p:tgtEl>
                                      </p:cBhvr>
                                    </p:animEffect>
                                  </p:childTnLst>
                                </p:cTn>
                              </p:par>
                            </p:childTnLst>
                          </p:cTn>
                        </p:par>
                        <p:par>
                          <p:cTn id="30" fill="hold">
                            <p:stCondLst>
                              <p:cond delay="1000"/>
                            </p:stCondLst>
                            <p:childTnLst>
                              <p:par>
                                <p:cTn id="31" presetID="53" presetClass="entr" presetSubtype="16" fill="hold" nodeType="after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p:cTn id="33" dur="300" fill="hold"/>
                                        <p:tgtEl>
                                          <p:spTgt spid="23"/>
                                        </p:tgtEl>
                                        <p:attrNameLst>
                                          <p:attrName>ppt_w</p:attrName>
                                        </p:attrNameLst>
                                      </p:cBhvr>
                                      <p:tavLst>
                                        <p:tav tm="0">
                                          <p:val>
                                            <p:fltVal val="0"/>
                                          </p:val>
                                        </p:tav>
                                        <p:tav tm="100000">
                                          <p:val>
                                            <p:strVal val="#ppt_w"/>
                                          </p:val>
                                        </p:tav>
                                      </p:tavLst>
                                    </p:anim>
                                    <p:anim calcmode="lin" valueType="num">
                                      <p:cBhvr>
                                        <p:cTn id="34" dur="300" fill="hold"/>
                                        <p:tgtEl>
                                          <p:spTgt spid="23"/>
                                        </p:tgtEl>
                                        <p:attrNameLst>
                                          <p:attrName>ppt_h</p:attrName>
                                        </p:attrNameLst>
                                      </p:cBhvr>
                                      <p:tavLst>
                                        <p:tav tm="0">
                                          <p:val>
                                            <p:fltVal val="0"/>
                                          </p:val>
                                        </p:tav>
                                        <p:tav tm="100000">
                                          <p:val>
                                            <p:strVal val="#ppt_h"/>
                                          </p:val>
                                        </p:tav>
                                      </p:tavLst>
                                    </p:anim>
                                    <p:animEffect transition="in" filter="fade">
                                      <p:cBhvr>
                                        <p:cTn id="35" dur="300"/>
                                        <p:tgtEl>
                                          <p:spTgt spid="23"/>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left)">
                                      <p:cBhvr>
                                        <p:cTn id="39" dur="100"/>
                                        <p:tgtEl>
                                          <p:spTgt spid="25"/>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left)">
                                      <p:cBhvr>
                                        <p:cTn id="43" dur="100"/>
                                        <p:tgtEl>
                                          <p:spTgt spid="24"/>
                                        </p:tgtEl>
                                      </p:cBhvr>
                                    </p:animEffect>
                                  </p:childTnLst>
                                </p:cTn>
                              </p:par>
                            </p:childTnLst>
                          </p:cTn>
                        </p:par>
                        <p:par>
                          <p:cTn id="44" fill="hold">
                            <p:stCondLst>
                              <p:cond delay="2500"/>
                            </p:stCondLst>
                            <p:childTnLst>
                              <p:par>
                                <p:cTn id="45" presetID="22" presetClass="entr" presetSubtype="1"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up)">
                                      <p:cBhvr>
                                        <p:cTn id="47" dur="100"/>
                                        <p:tgtEl>
                                          <p:spTgt spid="27"/>
                                        </p:tgtEl>
                                      </p:cBhvr>
                                    </p:animEffect>
                                  </p:childTnLst>
                                </p:cTn>
                              </p:par>
                            </p:childTnLst>
                          </p:cTn>
                        </p:par>
                        <p:par>
                          <p:cTn id="48" fill="hold">
                            <p:stCondLst>
                              <p:cond delay="3000"/>
                            </p:stCondLst>
                            <p:childTnLst>
                              <p:par>
                                <p:cTn id="49" presetID="22" presetClass="entr" presetSubtype="2"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right)">
                                      <p:cBhvr>
                                        <p:cTn id="51" dur="100"/>
                                        <p:tgtEl>
                                          <p:spTgt spid="28"/>
                                        </p:tgtEl>
                                      </p:cBhvr>
                                    </p:animEffect>
                                  </p:childTnLst>
                                </p:cTn>
                              </p:par>
                            </p:childTnLst>
                          </p:cTn>
                        </p:par>
                        <p:par>
                          <p:cTn id="52" fill="hold">
                            <p:stCondLst>
                              <p:cond delay="3500"/>
                            </p:stCondLst>
                            <p:childTnLst>
                              <p:par>
                                <p:cTn id="53" presetID="22" presetClass="entr" presetSubtype="2"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right)">
                                      <p:cBhvr>
                                        <p:cTn id="55" dur="100"/>
                                        <p:tgtEl>
                                          <p:spTgt spid="29"/>
                                        </p:tgtEl>
                                      </p:cBhvr>
                                    </p:animEffect>
                                  </p:childTnLst>
                                </p:cTn>
                              </p:par>
                            </p:childTnLst>
                          </p:cTn>
                        </p:par>
                        <p:par>
                          <p:cTn id="56" fill="hold">
                            <p:stCondLst>
                              <p:cond delay="4000"/>
                            </p:stCondLst>
                            <p:childTnLst>
                              <p:par>
                                <p:cTn id="57" presetID="22" presetClass="entr" presetSubtype="4" fill="hold" grpId="0"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down)">
                                      <p:cBhvr>
                                        <p:cTn id="59" dur="1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8"/>
                                        </p:tgtEl>
                                        <p:attrNameLst>
                                          <p:attrName>style.visibility</p:attrName>
                                        </p:attrNameLst>
                                      </p:cBhvr>
                                      <p:to>
                                        <p:strVal val="visible"/>
                                      </p:to>
                                    </p:set>
                                    <p:animEffect transition="in" filter="fade">
                                      <p:cBhvr>
                                        <p:cTn id="62" dur="100"/>
                                        <p:tgtEl>
                                          <p:spTgt spid="3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1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100"/>
                                        <p:tgtEl>
                                          <p:spTgt spid="30"/>
                                        </p:tgtEl>
                                      </p:cBhvr>
                                    </p:animEffect>
                                  </p:childTnLst>
                                </p:cTn>
                              </p:par>
                            </p:childTnLst>
                          </p:cTn>
                        </p:par>
                        <p:par>
                          <p:cTn id="69" fill="hold">
                            <p:stCondLst>
                              <p:cond delay="4500"/>
                            </p:stCondLst>
                            <p:childTnLst>
                              <p:par>
                                <p:cTn id="70" presetID="22" presetClass="entr" presetSubtype="2" fill="hold" nodeType="after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right)">
                                      <p:cBhvr>
                                        <p:cTn id="72" dur="200"/>
                                        <p:tgtEl>
                                          <p:spTgt spid="17"/>
                                        </p:tgtEl>
                                      </p:cBhvr>
                                    </p:animEffect>
                                  </p:childTnLst>
                                </p:cTn>
                              </p:par>
                            </p:childTnLst>
                          </p:cTn>
                        </p:par>
                        <p:par>
                          <p:cTn id="73" fill="hold">
                            <p:stCondLst>
                              <p:cond delay="5000"/>
                            </p:stCondLst>
                            <p:childTnLst>
                              <p:par>
                                <p:cTn id="74" presetID="22" presetClass="entr" presetSubtype="2" fill="hold" nodeType="after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wipe(right)">
                                      <p:cBhvr>
                                        <p:cTn id="76" dur="200"/>
                                        <p:tgtEl>
                                          <p:spTgt spid="10"/>
                                        </p:tgtEl>
                                      </p:cBhvr>
                                    </p:animEffect>
                                  </p:childTnLst>
                                </p:cTn>
                              </p:par>
                            </p:childTnLst>
                          </p:cTn>
                        </p:par>
                        <p:par>
                          <p:cTn id="77" fill="hold">
                            <p:stCondLst>
                              <p:cond delay="5500"/>
                            </p:stCondLst>
                            <p:childTnLst>
                              <p:par>
                                <p:cTn id="78" presetID="22" presetClass="entr" presetSubtype="8" fill="hold" nodeType="after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wipe(left)">
                                      <p:cBhvr>
                                        <p:cTn id="80" dur="200"/>
                                        <p:tgtEl>
                                          <p:spTgt spid="14"/>
                                        </p:tgtEl>
                                      </p:cBhvr>
                                    </p:animEffect>
                                  </p:childTnLst>
                                </p:cTn>
                              </p:par>
                            </p:childTnLst>
                          </p:cTn>
                        </p:par>
                        <p:par>
                          <p:cTn id="81" fill="hold">
                            <p:stCondLst>
                              <p:cond delay="6000"/>
                            </p:stCondLst>
                            <p:childTnLst>
                              <p:par>
                                <p:cTn id="82" presetID="10" presetClass="entr" presetSubtype="0" fill="hold" grpId="0" nodeType="afterEffect">
                                  <p:stCondLst>
                                    <p:cond delay="0"/>
                                  </p:stCondLst>
                                  <p:childTnLst>
                                    <p:set>
                                      <p:cBhvr>
                                        <p:cTn id="83" dur="1" fill="hold">
                                          <p:stCondLst>
                                            <p:cond delay="0"/>
                                          </p:stCondLst>
                                        </p:cTn>
                                        <p:tgtEl>
                                          <p:spTgt spid="50">
                                            <p:txEl>
                                              <p:pRg st="0" end="0"/>
                                            </p:txEl>
                                          </p:spTgt>
                                        </p:tgtEl>
                                        <p:attrNameLst>
                                          <p:attrName>style.visibility</p:attrName>
                                        </p:attrNameLst>
                                      </p:cBhvr>
                                      <p:to>
                                        <p:strVal val="visible"/>
                                      </p:to>
                                    </p:set>
                                    <p:animEffect transition="in" filter="fade">
                                      <p:cBhvr>
                                        <p:cTn id="84" dur="300"/>
                                        <p:tgtEl>
                                          <p:spTgt spid="50">
                                            <p:txEl>
                                              <p:pRg st="0" end="0"/>
                                            </p:txEl>
                                          </p:spTgt>
                                        </p:tgtEl>
                                      </p:cBhvr>
                                    </p:animEffect>
                                  </p:childTnLst>
                                </p:cTn>
                              </p:par>
                            </p:childTnLst>
                          </p:cTn>
                        </p:par>
                        <p:par>
                          <p:cTn id="85" fill="hold">
                            <p:stCondLst>
                              <p:cond delay="6500"/>
                            </p:stCondLst>
                            <p:childTnLst>
                              <p:par>
                                <p:cTn id="86" presetID="10" presetClass="entr" presetSubtype="0" fill="hold" grpId="0" nodeType="afterEffect">
                                  <p:stCondLst>
                                    <p:cond delay="0"/>
                                  </p:stCondLst>
                                  <p:childTnLst>
                                    <p:set>
                                      <p:cBhvr>
                                        <p:cTn id="87" dur="1" fill="hold">
                                          <p:stCondLst>
                                            <p:cond delay="0"/>
                                          </p:stCondLst>
                                        </p:cTn>
                                        <p:tgtEl>
                                          <p:spTgt spid="44">
                                            <p:txEl>
                                              <p:pRg st="0" end="0"/>
                                            </p:txEl>
                                          </p:spTgt>
                                        </p:tgtEl>
                                        <p:attrNameLst>
                                          <p:attrName>style.visibility</p:attrName>
                                        </p:attrNameLst>
                                      </p:cBhvr>
                                      <p:to>
                                        <p:strVal val="visible"/>
                                      </p:to>
                                    </p:set>
                                    <p:animEffect transition="in" filter="fade">
                                      <p:cBhvr>
                                        <p:cTn id="88" dur="300"/>
                                        <p:tgtEl>
                                          <p:spTgt spid="44">
                                            <p:txEl>
                                              <p:pRg st="0" end="0"/>
                                            </p:txEl>
                                          </p:spTgt>
                                        </p:tgtEl>
                                      </p:cBhvr>
                                    </p:animEffect>
                                  </p:childTnLst>
                                </p:cTn>
                              </p:par>
                            </p:childTnLst>
                          </p:cTn>
                        </p:par>
                        <p:par>
                          <p:cTn id="89" fill="hold">
                            <p:stCondLst>
                              <p:cond delay="7000"/>
                            </p:stCondLst>
                            <p:childTnLst>
                              <p:par>
                                <p:cTn id="90" presetID="10" presetClass="entr" presetSubtype="0" fill="hold" grpId="0" nodeType="afterEffect">
                                  <p:stCondLst>
                                    <p:cond delay="0"/>
                                  </p:stCondLst>
                                  <p:childTnLst>
                                    <p:set>
                                      <p:cBhvr>
                                        <p:cTn id="91" dur="1" fill="hold">
                                          <p:stCondLst>
                                            <p:cond delay="0"/>
                                          </p:stCondLst>
                                        </p:cTn>
                                        <p:tgtEl>
                                          <p:spTgt spid="51">
                                            <p:txEl>
                                              <p:pRg st="0" end="0"/>
                                            </p:txEl>
                                          </p:spTgt>
                                        </p:tgtEl>
                                        <p:attrNameLst>
                                          <p:attrName>style.visibility</p:attrName>
                                        </p:attrNameLst>
                                      </p:cBhvr>
                                      <p:to>
                                        <p:strVal val="visible"/>
                                      </p:to>
                                    </p:set>
                                    <p:animEffect transition="in" filter="fade">
                                      <p:cBhvr>
                                        <p:cTn id="92" dur="300"/>
                                        <p:tgtEl>
                                          <p:spTgt spid="51">
                                            <p:txEl>
                                              <p:pRg st="0" end="0"/>
                                            </p:txEl>
                                          </p:spTgt>
                                        </p:tgtEl>
                                      </p:cBhvr>
                                    </p:animEffect>
                                  </p:childTnLst>
                                </p:cTn>
                              </p:par>
                            </p:childTnLst>
                          </p:cTn>
                        </p:par>
                        <p:par>
                          <p:cTn id="93" fill="hold">
                            <p:stCondLst>
                              <p:cond delay="7500"/>
                            </p:stCondLst>
                            <p:childTnLst>
                              <p:par>
                                <p:cTn id="94" presetID="10" presetClass="entr" presetSubtype="0" fill="hold" grpId="0" nodeType="afterEffect">
                                  <p:stCondLst>
                                    <p:cond delay="0"/>
                                  </p:stCondLst>
                                  <p:childTnLst>
                                    <p:set>
                                      <p:cBhvr>
                                        <p:cTn id="95" dur="1" fill="hold">
                                          <p:stCondLst>
                                            <p:cond delay="0"/>
                                          </p:stCondLst>
                                        </p:cTn>
                                        <p:tgtEl>
                                          <p:spTgt spid="45">
                                            <p:txEl>
                                              <p:pRg st="0" end="0"/>
                                            </p:txEl>
                                          </p:spTgt>
                                        </p:tgtEl>
                                        <p:attrNameLst>
                                          <p:attrName>style.visibility</p:attrName>
                                        </p:attrNameLst>
                                      </p:cBhvr>
                                      <p:to>
                                        <p:strVal val="visible"/>
                                      </p:to>
                                    </p:set>
                                    <p:animEffect transition="in" filter="fade">
                                      <p:cBhvr>
                                        <p:cTn id="96" dur="300"/>
                                        <p:tgtEl>
                                          <p:spTgt spid="45">
                                            <p:txEl>
                                              <p:pRg st="0" end="0"/>
                                            </p:txEl>
                                          </p:spTgt>
                                        </p:tgtEl>
                                      </p:cBhvr>
                                    </p:animEffect>
                                  </p:childTnLst>
                                </p:cTn>
                              </p:par>
                            </p:childTnLst>
                          </p:cTn>
                        </p:par>
                        <p:par>
                          <p:cTn id="97" fill="hold">
                            <p:stCondLst>
                              <p:cond delay="8000"/>
                            </p:stCondLst>
                            <p:childTnLst>
                              <p:par>
                                <p:cTn id="98" presetID="10" presetClass="entr" presetSubtype="0" fill="hold" grpId="0" nodeType="afterEffect">
                                  <p:stCondLst>
                                    <p:cond delay="0"/>
                                  </p:stCondLst>
                                  <p:childTnLst>
                                    <p:set>
                                      <p:cBhvr>
                                        <p:cTn id="99" dur="1" fill="hold">
                                          <p:stCondLst>
                                            <p:cond delay="0"/>
                                          </p:stCondLst>
                                        </p:cTn>
                                        <p:tgtEl>
                                          <p:spTgt spid="52">
                                            <p:txEl>
                                              <p:pRg st="0" end="0"/>
                                            </p:txEl>
                                          </p:spTgt>
                                        </p:tgtEl>
                                        <p:attrNameLst>
                                          <p:attrName>style.visibility</p:attrName>
                                        </p:attrNameLst>
                                      </p:cBhvr>
                                      <p:to>
                                        <p:strVal val="visible"/>
                                      </p:to>
                                    </p:set>
                                    <p:animEffect transition="in" filter="fade">
                                      <p:cBhvr>
                                        <p:cTn id="100" dur="300"/>
                                        <p:tgtEl>
                                          <p:spTgt spid="52">
                                            <p:txEl>
                                              <p:pRg st="0" end="0"/>
                                            </p:txEl>
                                          </p:spTgt>
                                        </p:tgtEl>
                                      </p:cBhvr>
                                    </p:animEffect>
                                  </p:childTnLst>
                                </p:cTn>
                              </p:par>
                            </p:childTnLst>
                          </p:cTn>
                        </p:par>
                        <p:par>
                          <p:cTn id="101" fill="hold">
                            <p:stCondLst>
                              <p:cond delay="8500"/>
                            </p:stCondLst>
                            <p:childTnLst>
                              <p:par>
                                <p:cTn id="102" presetID="10" presetClass="entr" presetSubtype="0" fill="hold" grpId="0" nodeType="afterEffect">
                                  <p:stCondLst>
                                    <p:cond delay="0"/>
                                  </p:stCondLst>
                                  <p:childTnLst>
                                    <p:set>
                                      <p:cBhvr>
                                        <p:cTn id="103" dur="1" fill="hold">
                                          <p:stCondLst>
                                            <p:cond delay="0"/>
                                          </p:stCondLst>
                                        </p:cTn>
                                        <p:tgtEl>
                                          <p:spTgt spid="46">
                                            <p:txEl>
                                              <p:pRg st="0" end="0"/>
                                            </p:txEl>
                                          </p:spTgt>
                                        </p:tgtEl>
                                        <p:attrNameLst>
                                          <p:attrName>style.visibility</p:attrName>
                                        </p:attrNameLst>
                                      </p:cBhvr>
                                      <p:to>
                                        <p:strVal val="visible"/>
                                      </p:to>
                                    </p:set>
                                    <p:animEffect transition="in" filter="fade">
                                      <p:cBhvr>
                                        <p:cTn id="104" dur="300"/>
                                        <p:tgtEl>
                                          <p:spTgt spid="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3" grpId="0" animBg="1"/>
      <p:bldP spid="38" grpId="0" animBg="1"/>
      <p:bldP spid="44" grpId="0" build="p">
        <p:tmplLst>
          <p:tmpl lvl="1">
            <p:tnLst>
              <p:par>
                <p:cTn presetID="10" presetClass="entr" presetSubtype="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300"/>
                        <p:tgtEl>
                          <p:spTgt spid="44"/>
                        </p:tgtEl>
                      </p:cBhvr>
                    </p:animEffect>
                  </p:childTnLst>
                </p:cTn>
              </p:par>
            </p:tnLst>
          </p:tmpl>
        </p:tmplLst>
      </p:bldP>
      <p:bldP spid="45" grpId="0" build="p">
        <p:tmplLst>
          <p:tmpl lvl="1">
            <p:tnLst>
              <p:par>
                <p:cTn presetID="10" presetClass="entr" presetSubtype="0" fill="hold" nodeType="after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300"/>
                        <p:tgtEl>
                          <p:spTgt spid="45"/>
                        </p:tgtEl>
                      </p:cBhvr>
                    </p:animEffect>
                  </p:childTnLst>
                </p:cTn>
              </p:par>
            </p:tnLst>
          </p:tmpl>
        </p:tmplLst>
      </p:bldP>
      <p:bldP spid="46" grpId="0" build="p">
        <p:tmplLst>
          <p:tmpl lvl="1">
            <p:tnLst>
              <p:par>
                <p:cTn presetID="10" presetClass="entr" presetSubtype="0" fill="hold" nodeType="after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300"/>
                        <p:tgtEl>
                          <p:spTgt spid="46"/>
                        </p:tgtEl>
                      </p:cBhvr>
                    </p:animEffect>
                  </p:childTnLst>
                </p:cTn>
              </p:par>
            </p:tnLst>
          </p:tmpl>
        </p:tmplLst>
      </p:bldP>
      <p:bldP spid="50" grpId="0" build="p">
        <p:tmplLst>
          <p:tmpl lvl="1">
            <p:tnLst>
              <p:par>
                <p:cTn presetID="10" presetClass="entr" presetSubtype="0" fill="hold" nodeType="after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300"/>
                        <p:tgtEl>
                          <p:spTgt spid="50"/>
                        </p:tgtEl>
                      </p:cBhvr>
                    </p:animEffect>
                  </p:childTnLst>
                </p:cTn>
              </p:par>
            </p:tnLst>
          </p:tmpl>
        </p:tmplLst>
      </p:bldP>
      <p:bldP spid="51" grpId="0" build="p">
        <p:tmplLst>
          <p:tmpl lvl="1">
            <p:tnLst>
              <p:par>
                <p:cTn presetID="10" presetClass="entr" presetSubtype="0" fill="hold" nodeType="after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300"/>
                        <p:tgtEl>
                          <p:spTgt spid="51"/>
                        </p:tgtEl>
                      </p:cBhvr>
                    </p:animEffect>
                  </p:childTnLst>
                </p:cTn>
              </p:par>
            </p:tnLst>
          </p:tmpl>
        </p:tmplLst>
      </p:bldP>
      <p:bldP spid="52" grpId="0" build="p">
        <p:tmplLst>
          <p:tmpl lvl="1">
            <p:tnLst>
              <p:par>
                <p:cTn presetID="10" presetClass="entr" presetSubtype="0" fill="hold" nodeType="after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fade">
                      <p:cBhvr>
                        <p:cTn dur="300"/>
                        <p:tgtEl>
                          <p:spTgt spid="52"/>
                        </p:tgtEl>
                      </p:cBhvr>
                    </p:animEffect>
                  </p:childTnLst>
                </p:cTn>
              </p:par>
            </p:tnLst>
          </p:tmpl>
        </p:tmplLst>
      </p:bldP>
      <p:bldP spid="53" grpId="0" animBg="1"/>
      <p:bldP spid="54" grpId="0" animBg="1"/>
      <p:bldP spid="55" grpId="0" build="p">
        <p:tmplLst>
          <p:tmpl lvl="1">
            <p:tnLst>
              <p:par>
                <p:cTn presetID="42" presetClass="entr" presetSubtype="0" fill="hold" nodeType="with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fade">
                      <p:cBhvr>
                        <p:cTn dur="500"/>
                        <p:tgtEl>
                          <p:spTgt spid="55"/>
                        </p:tgtEl>
                      </p:cBhvr>
                    </p:animEffect>
                    <p:anim calcmode="lin" valueType="num">
                      <p:cBhvr>
                        <p:cTn dur="500" fill="hold"/>
                        <p:tgtEl>
                          <p:spTgt spid="55"/>
                        </p:tgtEl>
                        <p:attrNameLst>
                          <p:attrName>ppt_x</p:attrName>
                        </p:attrNameLst>
                      </p:cBhvr>
                      <p:tavLst>
                        <p:tav tm="0">
                          <p:val>
                            <p:strVal val="#ppt_x"/>
                          </p:val>
                        </p:tav>
                        <p:tav tm="100000">
                          <p:val>
                            <p:strVal val="#ppt_x"/>
                          </p:val>
                        </p:tav>
                      </p:tavLst>
                    </p:anim>
                    <p:anim calcmode="lin" valueType="num">
                      <p:cBhvr>
                        <p:cTn dur="500" fill="hold"/>
                        <p:tgtEl>
                          <p:spTgt spid="55"/>
                        </p:tgtEl>
                        <p:attrNameLst>
                          <p:attrName>ppt_y</p:attrName>
                        </p:attrNameLst>
                      </p:cBhvr>
                      <p:tavLst>
                        <p:tav tm="0">
                          <p:val>
                            <p:strVal val="#ppt_y+.1"/>
                          </p:val>
                        </p:tav>
                        <p:tav tm="100000">
                          <p:val>
                            <p:strVal val="#ppt_y"/>
                          </p:val>
                        </p:tav>
                      </p:tavLst>
                    </p:anim>
                  </p:childTnLst>
                </p:cTn>
              </p:par>
            </p:tnLst>
          </p:tmpl>
        </p:tmplLst>
      </p:bldP>
      <p:bldP spid="56" grpId="0" build="p">
        <p:tmplLst>
          <p:tmpl lvl="1">
            <p:tnLst>
              <p:par>
                <p:cTn presetID="42" presetClass="entr" presetSubtype="0" fill="hold" nodeType="withEffect">
                  <p:stCondLst>
                    <p:cond delay="200"/>
                  </p:stCondLst>
                  <p:childTnLst>
                    <p:set>
                      <p:cBhvr>
                        <p:cTn dur="1" fill="hold">
                          <p:stCondLst>
                            <p:cond delay="0"/>
                          </p:stCondLst>
                        </p:cTn>
                        <p:tgtEl>
                          <p:spTgt spid="56"/>
                        </p:tgtEl>
                        <p:attrNameLst>
                          <p:attrName>style.visibility</p:attrName>
                        </p:attrNameLst>
                      </p:cBhvr>
                      <p:to>
                        <p:strVal val="visible"/>
                      </p:to>
                    </p:set>
                    <p:animEffect transition="in" filter="fade">
                      <p:cBhvr>
                        <p:cTn dur="500"/>
                        <p:tgtEl>
                          <p:spTgt spid="56"/>
                        </p:tgtEl>
                      </p:cBhvr>
                    </p:animEffect>
                    <p:anim calcmode="lin" valueType="num">
                      <p:cBhvr>
                        <p:cTn dur="500" fill="hold"/>
                        <p:tgtEl>
                          <p:spTgt spid="56"/>
                        </p:tgtEl>
                        <p:attrNameLst>
                          <p:attrName>ppt_x</p:attrName>
                        </p:attrNameLst>
                      </p:cBhvr>
                      <p:tavLst>
                        <p:tav tm="0">
                          <p:val>
                            <p:strVal val="#ppt_x"/>
                          </p:val>
                        </p:tav>
                        <p:tav tm="100000">
                          <p:val>
                            <p:strVal val="#ppt_x"/>
                          </p:val>
                        </p:tav>
                      </p:tavLst>
                    </p:anim>
                    <p:anim calcmode="lin" valueType="num">
                      <p:cBhvr>
                        <p:cTn dur="500" fill="hold"/>
                        <p:tgtEl>
                          <p:spTgt spid="56"/>
                        </p:tgtEl>
                        <p:attrNameLst>
                          <p:attrName>ppt_y</p:attrName>
                        </p:attrNameLst>
                      </p:cBhvr>
                      <p:tavLst>
                        <p:tav tm="0">
                          <p:val>
                            <p:strVal val="#ppt_y+.1"/>
                          </p:val>
                        </p:tav>
                        <p:tav tm="100000">
                          <p:val>
                            <p:strVal val="#ppt_y"/>
                          </p:val>
                        </p:tav>
                      </p:tavLst>
                    </p:anim>
                  </p:childTnLst>
                </p:cTn>
              </p:par>
            </p:tnLst>
          </p:tmpl>
        </p:tmplLst>
      </p:bldP>
      <p:bldP spid="58"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正文样式2">
    <p:spTree>
      <p:nvGrpSpPr>
        <p:cNvPr id="1" name=""/>
        <p:cNvGrpSpPr/>
        <p:nvPr/>
      </p:nvGrpSpPr>
      <p:grpSpPr>
        <a:xfrm>
          <a:off x="0" y="0"/>
          <a:ext cx="0" cy="0"/>
          <a:chOff x="0" y="0"/>
          <a:chExt cx="0" cy="0"/>
        </a:xfrm>
      </p:grpSpPr>
      <p:pic>
        <p:nvPicPr>
          <p:cNvPr id="3" name="图片 2" descr="图片包含 室内, 窗户, 椅子, 房间&#10;&#10;描述已自动生成"/>
          <p:cNvPicPr>
            <a:picLocks noChangeAspect="1"/>
          </p:cNvPicPr>
          <p:nvPr userDrawn="1"/>
        </p:nvPicPr>
        <p:blipFill rotWithShape="1">
          <a:blip r:embed="rId2">
            <a:alphaModFix amt="10000"/>
            <a:extLst>
              <a:ext uri="{28A0092B-C50C-407E-A947-70E740481C1C}">
                <a14:useLocalDpi xmlns:a14="http://schemas.microsoft.com/office/drawing/2010/main" val="0"/>
              </a:ext>
            </a:extLst>
          </a:blip>
          <a:srcRect t="12568" b="12568"/>
          <a:stretch>
            <a:fillRect/>
          </a:stretch>
        </p:blipFill>
        <p:spPr>
          <a:xfrm>
            <a:off x="0" y="0"/>
            <a:ext cx="12214169" cy="6858000"/>
          </a:xfrm>
          <a:prstGeom prst="rect">
            <a:avLst/>
          </a:prstGeom>
        </p:spPr>
      </p:pic>
      <p:sp>
        <p:nvSpPr>
          <p:cNvPr id="4" name="MH_Others_2"/>
          <p:cNvSpPr/>
          <p:nvPr userDrawn="1">
            <p:custDataLst>
              <p:tags r:id="rId3"/>
            </p:custDataLst>
          </p:nvPr>
        </p:nvSpPr>
        <p:spPr>
          <a:xfrm>
            <a:off x="3875419" y="344963"/>
            <a:ext cx="6131155" cy="469206"/>
          </a:xfrm>
          <a:prstGeom prst="rect">
            <a:avLst/>
          </a:prstGeom>
          <a:solidFill>
            <a:srgbClr val="173D7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5" name="MH_Others_2"/>
          <p:cNvSpPr/>
          <p:nvPr userDrawn="1">
            <p:custDataLst>
              <p:tags r:id="rId4"/>
            </p:custDataLst>
          </p:nvPr>
        </p:nvSpPr>
        <p:spPr>
          <a:xfrm>
            <a:off x="-1" y="388471"/>
            <a:ext cx="1158241" cy="425698"/>
          </a:xfrm>
          <a:prstGeom prst="rect">
            <a:avLst/>
          </a:prstGeom>
          <a:solidFill>
            <a:srgbClr val="5793C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6" name="文本占位符 3"/>
          <p:cNvSpPr>
            <a:spLocks noGrp="1"/>
          </p:cNvSpPr>
          <p:nvPr>
            <p:ph type="body" sz="quarter" idx="10" hasCustomPrompt="1"/>
          </p:nvPr>
        </p:nvSpPr>
        <p:spPr>
          <a:xfrm>
            <a:off x="1229119" y="411327"/>
            <a:ext cx="2590115" cy="355600"/>
          </a:xfrm>
          <a:prstGeom prst="rect">
            <a:avLst/>
          </a:prstGeom>
        </p:spPr>
        <p:txBody>
          <a:bodyPr/>
          <a:lstStyle>
            <a:lvl1pPr marL="0" indent="0">
              <a:buNone/>
              <a:defRPr sz="2000" b="1">
                <a:solidFill>
                  <a:srgbClr val="0075BF"/>
                </a:solidFill>
                <a:latin typeface="微软雅黑" panose="020B0503020204020204" charset="-122"/>
                <a:ea typeface="微软雅黑" panose="020B0503020204020204" charset="-122"/>
              </a:defRPr>
            </a:lvl1pPr>
          </a:lstStyle>
          <a:p>
            <a:pPr lvl="0"/>
            <a:r>
              <a:rPr lang="zh-CN" altLang="en-US" dirty="0"/>
              <a:t>主标题</a:t>
            </a:r>
            <a:endParaRPr lang="zh-CN" altLang="en-US" dirty="0"/>
          </a:p>
        </p:txBody>
      </p:sp>
      <p:sp>
        <p:nvSpPr>
          <p:cNvPr id="7" name="文本占位符 5"/>
          <p:cNvSpPr>
            <a:spLocks noGrp="1"/>
          </p:cNvSpPr>
          <p:nvPr>
            <p:ph type="body" sz="quarter" idx="11" hasCustomPrompt="1"/>
          </p:nvPr>
        </p:nvSpPr>
        <p:spPr>
          <a:xfrm>
            <a:off x="1229119" y="883603"/>
            <a:ext cx="2575420" cy="325119"/>
          </a:xfrm>
          <a:prstGeom prst="rect">
            <a:avLst/>
          </a:prstGeom>
        </p:spPr>
        <p:txBody>
          <a:bodyPr/>
          <a:lstStyle>
            <a:lvl1pPr marL="0" indent="0">
              <a:buNone/>
              <a:defRPr sz="1400">
                <a:solidFill>
                  <a:srgbClr val="5793CE"/>
                </a:solidFill>
                <a:latin typeface="微软雅黑" panose="020B0503020204020204" charset="-122"/>
                <a:ea typeface="微软雅黑" panose="020B0503020204020204" charset="-122"/>
              </a:defRPr>
            </a:lvl1pPr>
          </a:lstStyle>
          <a:p>
            <a:pPr lvl="0"/>
            <a:r>
              <a:rPr lang="zh-CN" altLang="en-US" dirty="0"/>
              <a:t>副标题</a:t>
            </a:r>
            <a:endParaRPr lang="zh-CN" altLang="en-US" dirty="0"/>
          </a:p>
        </p:txBody>
      </p:sp>
      <p:pic>
        <p:nvPicPr>
          <p:cNvPr id="8" name="图片 7"/>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a:xfrm>
            <a:off x="10402684" y="169084"/>
            <a:ext cx="1426149" cy="512447"/>
          </a:xfrm>
          <a:prstGeom prst="rect">
            <a:avLst/>
          </a:prstGeom>
        </p:spPr>
      </p:pic>
      <p:sp>
        <p:nvSpPr>
          <p:cNvPr id="9" name="文本框 8"/>
          <p:cNvSpPr txBox="1"/>
          <p:nvPr userDrawn="1"/>
        </p:nvSpPr>
        <p:spPr>
          <a:xfrm>
            <a:off x="10402685" y="752937"/>
            <a:ext cx="1578855"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700" b="0" dirty="0">
                <a:solidFill>
                  <a:srgbClr val="142E60"/>
                </a:solidFill>
              </a:rPr>
              <a:t>自 </a:t>
            </a:r>
            <a:r>
              <a:rPr lang="en-US" altLang="zh-CN" sz="700" b="0" dirty="0">
                <a:solidFill>
                  <a:srgbClr val="142E60"/>
                </a:solidFill>
              </a:rPr>
              <a:t>/ </a:t>
            </a:r>
            <a:r>
              <a:rPr lang="zh-CN" altLang="en-US" sz="700" b="0" dirty="0">
                <a:solidFill>
                  <a:srgbClr val="142E60"/>
                </a:solidFill>
              </a:rPr>
              <a:t>强 </a:t>
            </a:r>
            <a:r>
              <a:rPr lang="en-US" altLang="zh-CN" sz="700" b="0" dirty="0">
                <a:solidFill>
                  <a:srgbClr val="142E60"/>
                </a:solidFill>
              </a:rPr>
              <a:t>/ </a:t>
            </a:r>
            <a:r>
              <a:rPr lang="zh-CN" altLang="en-US" sz="700" b="0" dirty="0">
                <a:solidFill>
                  <a:srgbClr val="142E60"/>
                </a:solidFill>
              </a:rPr>
              <a:t>不 </a:t>
            </a:r>
            <a:r>
              <a:rPr lang="en-US" altLang="zh-CN" sz="700" b="0" dirty="0">
                <a:solidFill>
                  <a:srgbClr val="142E60"/>
                </a:solidFill>
              </a:rPr>
              <a:t>/ </a:t>
            </a:r>
            <a:r>
              <a:rPr lang="zh-CN" altLang="en-US" sz="700" b="0" dirty="0">
                <a:solidFill>
                  <a:srgbClr val="142E60"/>
                </a:solidFill>
              </a:rPr>
              <a:t>息   止 </a:t>
            </a:r>
            <a:r>
              <a:rPr lang="en-US" altLang="zh-CN" sz="700" b="0" dirty="0">
                <a:solidFill>
                  <a:srgbClr val="142E60"/>
                </a:solidFill>
              </a:rPr>
              <a:t>/ </a:t>
            </a:r>
            <a:r>
              <a:rPr lang="zh-CN" altLang="en-US" sz="700" b="0" dirty="0">
                <a:solidFill>
                  <a:srgbClr val="142E60"/>
                </a:solidFill>
              </a:rPr>
              <a:t>于 </a:t>
            </a:r>
            <a:r>
              <a:rPr lang="en-US" altLang="zh-CN" sz="700" b="0" dirty="0">
                <a:solidFill>
                  <a:srgbClr val="142E60"/>
                </a:solidFill>
              </a:rPr>
              <a:t>/ </a:t>
            </a:r>
            <a:r>
              <a:rPr lang="zh-CN" altLang="en-US" sz="700" b="0" dirty="0">
                <a:solidFill>
                  <a:srgbClr val="142E60"/>
                </a:solidFill>
              </a:rPr>
              <a:t>至 </a:t>
            </a:r>
            <a:r>
              <a:rPr lang="en-US" altLang="zh-CN" sz="700" b="0" dirty="0">
                <a:solidFill>
                  <a:srgbClr val="142E60"/>
                </a:solidFill>
              </a:rPr>
              <a:t>/ </a:t>
            </a:r>
            <a:r>
              <a:rPr lang="zh-CN" altLang="en-US" sz="700" b="0" dirty="0">
                <a:solidFill>
                  <a:srgbClr val="142E60"/>
                </a:solidFill>
              </a:rPr>
              <a:t>善</a:t>
            </a:r>
            <a:endParaRPr lang="zh-CN" altLang="en-US" sz="700" b="0" dirty="0">
              <a:solidFill>
                <a:srgbClr val="142E60"/>
              </a:solidFill>
            </a:endParaRPr>
          </a:p>
        </p:txBody>
      </p:sp>
      <p:sp>
        <p:nvSpPr>
          <p:cNvPr id="48" name="任意多边形: 形状 47"/>
          <p:cNvSpPr/>
          <p:nvPr userDrawn="1"/>
        </p:nvSpPr>
        <p:spPr>
          <a:xfrm>
            <a:off x="5162118" y="2649383"/>
            <a:ext cx="3154730" cy="1802652"/>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48"/>
          <p:cNvSpPr/>
          <p:nvPr userDrawn="1"/>
        </p:nvSpPr>
        <p:spPr>
          <a:xfrm>
            <a:off x="8397680" y="2649383"/>
            <a:ext cx="3154731" cy="1802652"/>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任意多边形: 形状 49"/>
          <p:cNvSpPr/>
          <p:nvPr userDrawn="1"/>
        </p:nvSpPr>
        <p:spPr>
          <a:xfrm>
            <a:off x="5162118" y="4532866"/>
            <a:ext cx="3154730" cy="1802654"/>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51" name="任意多边形: 形状 50"/>
          <p:cNvSpPr/>
          <p:nvPr userDrawn="1"/>
        </p:nvSpPr>
        <p:spPr>
          <a:xfrm>
            <a:off x="8397680" y="4532866"/>
            <a:ext cx="3154731" cy="1802654"/>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占位符 37"/>
          <p:cNvSpPr>
            <a:spLocks noGrp="1"/>
          </p:cNvSpPr>
          <p:nvPr>
            <p:ph type="body" sz="quarter" idx="12" hasCustomPrompt="1"/>
          </p:nvPr>
        </p:nvSpPr>
        <p:spPr>
          <a:xfrm>
            <a:off x="755650" y="1452563"/>
            <a:ext cx="10858500" cy="868362"/>
          </a:xfrm>
          <a:prstGeom prst="rect">
            <a:avLst/>
          </a:prstGeom>
        </p:spPr>
        <p:txBody>
          <a:bodyPr/>
          <a:lstStyle>
            <a:lvl1pPr marL="0" indent="0" algn="ctr">
              <a:buNone/>
              <a:defRPr sz="1800"/>
            </a:lvl1pPr>
            <a:lvl2pPr>
              <a:defRPr sz="1800"/>
            </a:lvl2pPr>
            <a:lvl3pPr>
              <a:defRPr sz="1800"/>
            </a:lvl3pPr>
            <a:lvl4pPr>
              <a:defRPr sz="1800"/>
            </a:lvl4pPr>
            <a:lvl5pPr>
              <a:defRPr sz="1800"/>
            </a:lvl5pPr>
          </a:lstStyle>
          <a:p>
            <a:pPr lvl="0"/>
            <a:r>
              <a:rPr lang="zh-CN" altLang="en-US" dirty="0"/>
              <a:t>小标题微软雅黑字号</a:t>
            </a:r>
            <a:r>
              <a:rPr lang="en-US" altLang="zh-CN" dirty="0"/>
              <a:t>20</a:t>
            </a:r>
            <a:r>
              <a:rPr lang="zh-CN" altLang="en-US" dirty="0"/>
              <a:t>加粗居中，正文微软雅黑字号</a:t>
            </a:r>
            <a:r>
              <a:rPr lang="en-US" altLang="zh-CN" dirty="0"/>
              <a:t>18</a:t>
            </a:r>
            <a:endParaRPr lang="en-US" altLang="zh-CN" dirty="0"/>
          </a:p>
          <a:p>
            <a:pPr lvl="0"/>
            <a:r>
              <a:rPr lang="zh-CN" altLang="en-US" dirty="0"/>
              <a:t>在图片上右键选择</a:t>
            </a:r>
            <a:r>
              <a:rPr lang="en-US" altLang="zh-CN" dirty="0"/>
              <a:t>“</a:t>
            </a:r>
            <a:r>
              <a:rPr lang="zh-CN" altLang="en-US" dirty="0"/>
              <a:t>更改图片</a:t>
            </a:r>
            <a:r>
              <a:rPr lang="en-US" altLang="zh-CN" dirty="0"/>
              <a:t>”</a:t>
            </a:r>
            <a:r>
              <a:rPr lang="zh-CN" altLang="en-US" dirty="0"/>
              <a:t>即可替换图片</a:t>
            </a:r>
            <a:endParaRPr lang="zh-CN" altLang="en-US" dirty="0"/>
          </a:p>
        </p:txBody>
      </p:sp>
      <p:sp>
        <p:nvSpPr>
          <p:cNvPr id="40" name="文本占位符 39"/>
          <p:cNvSpPr>
            <a:spLocks noGrp="1"/>
          </p:cNvSpPr>
          <p:nvPr>
            <p:ph type="body" sz="quarter" idx="13" hasCustomPrompt="1"/>
          </p:nvPr>
        </p:nvSpPr>
        <p:spPr>
          <a:xfrm>
            <a:off x="5547763" y="2649383"/>
            <a:ext cx="2383440" cy="393700"/>
          </a:xfrm>
          <a:prstGeom prst="rect">
            <a:avLst/>
          </a:prstGeom>
        </p:spPr>
        <p:txBody>
          <a:bodyPr/>
          <a:lstStyle>
            <a:lvl1pPr marL="0" indent="0" algn="ctr">
              <a:buNone/>
              <a:defRPr sz="2000" b="1">
                <a:solidFill>
                  <a:schemeClr val="bg2">
                    <a:lumMod val="25000"/>
                  </a:schemeClr>
                </a:solidFill>
              </a:defRPr>
            </a:lvl1pPr>
            <a:lvl2pPr>
              <a:defRPr sz="2000" b="1"/>
            </a:lvl2pPr>
            <a:lvl3pPr>
              <a:defRPr sz="2000" b="1"/>
            </a:lvl3pPr>
            <a:lvl4pPr>
              <a:defRPr sz="2000" b="1"/>
            </a:lvl4pPr>
            <a:lvl5pPr>
              <a:defRPr sz="2000" b="1"/>
            </a:lvl5pPr>
          </a:lstStyle>
          <a:p>
            <a:pPr lvl="0"/>
            <a:r>
              <a:rPr lang="zh-CN" altLang="en-US" dirty="0"/>
              <a:t>请输入你的标题</a:t>
            </a:r>
            <a:endParaRPr lang="zh-CN" altLang="en-US" dirty="0"/>
          </a:p>
        </p:txBody>
      </p:sp>
      <p:sp>
        <p:nvSpPr>
          <p:cNvPr id="41" name="文本占位符 39"/>
          <p:cNvSpPr>
            <a:spLocks noGrp="1"/>
          </p:cNvSpPr>
          <p:nvPr>
            <p:ph type="body" sz="quarter" idx="14" hasCustomPrompt="1"/>
          </p:nvPr>
        </p:nvSpPr>
        <p:spPr>
          <a:xfrm>
            <a:off x="8814854" y="2649383"/>
            <a:ext cx="2383440" cy="393700"/>
          </a:xfrm>
          <a:prstGeom prst="rect">
            <a:avLst/>
          </a:prstGeom>
        </p:spPr>
        <p:txBody>
          <a:bodyPr/>
          <a:lstStyle>
            <a:lvl1pPr marL="0" indent="0" algn="ctr">
              <a:buNone/>
              <a:defRPr sz="2000" b="1">
                <a:solidFill>
                  <a:schemeClr val="bg2">
                    <a:lumMod val="25000"/>
                  </a:schemeClr>
                </a:solidFill>
              </a:defRPr>
            </a:lvl1pPr>
            <a:lvl2pPr>
              <a:defRPr sz="2000" b="1"/>
            </a:lvl2pPr>
            <a:lvl3pPr>
              <a:defRPr sz="2000" b="1"/>
            </a:lvl3pPr>
            <a:lvl4pPr>
              <a:defRPr sz="2000" b="1"/>
            </a:lvl4pPr>
            <a:lvl5pPr>
              <a:defRPr sz="2000" b="1"/>
            </a:lvl5pPr>
          </a:lstStyle>
          <a:p>
            <a:pPr lvl="0"/>
            <a:r>
              <a:rPr lang="zh-CN" altLang="en-US" dirty="0"/>
              <a:t>请输入你的标题</a:t>
            </a:r>
            <a:endParaRPr lang="zh-CN" altLang="en-US" dirty="0"/>
          </a:p>
        </p:txBody>
      </p:sp>
      <p:sp>
        <p:nvSpPr>
          <p:cNvPr id="42" name="文本占位符 39"/>
          <p:cNvSpPr>
            <a:spLocks noGrp="1"/>
          </p:cNvSpPr>
          <p:nvPr>
            <p:ph type="body" sz="quarter" idx="15" hasCustomPrompt="1"/>
          </p:nvPr>
        </p:nvSpPr>
        <p:spPr>
          <a:xfrm>
            <a:off x="5560980" y="4515507"/>
            <a:ext cx="2383440" cy="393700"/>
          </a:xfrm>
          <a:prstGeom prst="rect">
            <a:avLst/>
          </a:prstGeom>
        </p:spPr>
        <p:txBody>
          <a:bodyPr/>
          <a:lstStyle>
            <a:lvl1pPr marL="0" indent="0" algn="ctr">
              <a:buNone/>
              <a:defRPr sz="2000" b="1">
                <a:solidFill>
                  <a:schemeClr val="bg2">
                    <a:lumMod val="25000"/>
                  </a:schemeClr>
                </a:solidFill>
              </a:defRPr>
            </a:lvl1pPr>
            <a:lvl2pPr>
              <a:defRPr sz="2000" b="1"/>
            </a:lvl2pPr>
            <a:lvl3pPr>
              <a:defRPr sz="2000" b="1"/>
            </a:lvl3pPr>
            <a:lvl4pPr>
              <a:defRPr sz="2000" b="1"/>
            </a:lvl4pPr>
            <a:lvl5pPr>
              <a:defRPr sz="2000" b="1"/>
            </a:lvl5pPr>
          </a:lstStyle>
          <a:p>
            <a:pPr lvl="0"/>
            <a:r>
              <a:rPr lang="zh-CN" altLang="en-US" dirty="0"/>
              <a:t>请输入你的标题</a:t>
            </a:r>
            <a:endParaRPr lang="zh-CN" altLang="en-US" dirty="0"/>
          </a:p>
        </p:txBody>
      </p:sp>
      <p:sp>
        <p:nvSpPr>
          <p:cNvPr id="43" name="文本占位符 39"/>
          <p:cNvSpPr>
            <a:spLocks noGrp="1"/>
          </p:cNvSpPr>
          <p:nvPr>
            <p:ph type="body" sz="quarter" idx="16" hasCustomPrompt="1"/>
          </p:nvPr>
        </p:nvSpPr>
        <p:spPr>
          <a:xfrm>
            <a:off x="8828071" y="4515507"/>
            <a:ext cx="2383440" cy="393700"/>
          </a:xfrm>
          <a:prstGeom prst="rect">
            <a:avLst/>
          </a:prstGeom>
        </p:spPr>
        <p:txBody>
          <a:bodyPr/>
          <a:lstStyle>
            <a:lvl1pPr marL="0" indent="0" algn="ctr">
              <a:buNone/>
              <a:defRPr sz="2000" b="1">
                <a:solidFill>
                  <a:schemeClr val="bg2">
                    <a:lumMod val="25000"/>
                  </a:schemeClr>
                </a:solidFill>
              </a:defRPr>
            </a:lvl1pPr>
            <a:lvl2pPr>
              <a:defRPr sz="2000" b="1"/>
            </a:lvl2pPr>
            <a:lvl3pPr>
              <a:defRPr sz="2000" b="1"/>
            </a:lvl3pPr>
            <a:lvl4pPr>
              <a:defRPr sz="2000" b="1"/>
            </a:lvl4pPr>
            <a:lvl5pPr>
              <a:defRPr sz="2000" b="1"/>
            </a:lvl5pPr>
          </a:lstStyle>
          <a:p>
            <a:pPr lvl="0"/>
            <a:r>
              <a:rPr lang="zh-CN" altLang="en-US" dirty="0"/>
              <a:t>请输入你的标题</a:t>
            </a:r>
            <a:endParaRPr lang="zh-CN" altLang="en-US" dirty="0"/>
          </a:p>
        </p:txBody>
      </p:sp>
      <p:sp>
        <p:nvSpPr>
          <p:cNvPr id="44" name="文本占位符 39"/>
          <p:cNvSpPr>
            <a:spLocks noGrp="1"/>
          </p:cNvSpPr>
          <p:nvPr>
            <p:ph type="body" sz="quarter" idx="17" hasCustomPrompt="1"/>
          </p:nvPr>
        </p:nvSpPr>
        <p:spPr>
          <a:xfrm>
            <a:off x="5469588" y="3231715"/>
            <a:ext cx="2539790" cy="112162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chemeClr val="bg2">
                    <a:lumMod val="25000"/>
                  </a:schemeClr>
                </a:solidFill>
              </a:defRPr>
            </a:lvl1pPr>
            <a:lvl2pPr>
              <a:defRPr sz="2000" b="1"/>
            </a:lvl2pPr>
            <a:lvl3pPr>
              <a:defRPr sz="2000" b="1"/>
            </a:lvl3pPr>
            <a:lvl4pPr>
              <a:defRPr sz="2000" b="1"/>
            </a:lvl4pPr>
            <a:lvl5pPr>
              <a:defRPr sz="2000" b="1"/>
            </a:lvl5pPr>
          </a:lstStyle>
          <a:p>
            <a:pPr lvl="0"/>
            <a:r>
              <a:rPr lang="zh-CN" altLang="en-US" dirty="0"/>
              <a:t>请输入你的内容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a:p>
            <a:pPr lvl="0"/>
            <a:endParaRPr lang="zh-CN" altLang="en-US" dirty="0"/>
          </a:p>
        </p:txBody>
      </p:sp>
      <p:sp>
        <p:nvSpPr>
          <p:cNvPr id="45" name="文本占位符 39"/>
          <p:cNvSpPr>
            <a:spLocks noGrp="1"/>
          </p:cNvSpPr>
          <p:nvPr>
            <p:ph type="body" sz="quarter" idx="18" hasCustomPrompt="1"/>
          </p:nvPr>
        </p:nvSpPr>
        <p:spPr>
          <a:xfrm>
            <a:off x="5469588" y="5135671"/>
            <a:ext cx="2539790" cy="109633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chemeClr val="bg2">
                    <a:lumMod val="25000"/>
                  </a:schemeClr>
                </a:solidFill>
              </a:defRPr>
            </a:lvl1pPr>
            <a:lvl2pPr>
              <a:defRPr sz="2000" b="1"/>
            </a:lvl2pPr>
            <a:lvl3pPr>
              <a:defRPr sz="2000" b="1"/>
            </a:lvl3pPr>
            <a:lvl4pPr>
              <a:defRPr sz="2000" b="1"/>
            </a:lvl4pPr>
            <a:lvl5pPr>
              <a:defRPr sz="2000" b="1"/>
            </a:lvl5pPr>
          </a:lstStyle>
          <a:p>
            <a:pPr lvl="0"/>
            <a:r>
              <a:rPr lang="zh-CN" altLang="en-US" dirty="0"/>
              <a:t>请输入你的内容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a:p>
            <a:pPr lvl="0"/>
            <a:endParaRPr lang="zh-CN" altLang="en-US" dirty="0"/>
          </a:p>
        </p:txBody>
      </p:sp>
      <p:sp>
        <p:nvSpPr>
          <p:cNvPr id="46" name="文本占位符 39"/>
          <p:cNvSpPr>
            <a:spLocks noGrp="1"/>
          </p:cNvSpPr>
          <p:nvPr>
            <p:ph type="body" sz="quarter" idx="19" hasCustomPrompt="1"/>
          </p:nvPr>
        </p:nvSpPr>
        <p:spPr>
          <a:xfrm>
            <a:off x="8705150" y="3231715"/>
            <a:ext cx="2539790" cy="112162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chemeClr val="bg2">
                    <a:lumMod val="25000"/>
                  </a:schemeClr>
                </a:solidFill>
              </a:defRPr>
            </a:lvl1pPr>
            <a:lvl2pPr>
              <a:defRPr sz="2000" b="1"/>
            </a:lvl2pPr>
            <a:lvl3pPr>
              <a:defRPr sz="2000" b="1"/>
            </a:lvl3pPr>
            <a:lvl4pPr>
              <a:defRPr sz="2000" b="1"/>
            </a:lvl4pPr>
            <a:lvl5pPr>
              <a:defRPr sz="2000" b="1"/>
            </a:lvl5pPr>
          </a:lstStyle>
          <a:p>
            <a:pPr lvl="0"/>
            <a:r>
              <a:rPr lang="zh-CN" altLang="en-US" dirty="0"/>
              <a:t>请输入你的内容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a:p>
            <a:pPr lvl="0"/>
            <a:endParaRPr lang="zh-CN" altLang="en-US" dirty="0"/>
          </a:p>
        </p:txBody>
      </p:sp>
      <p:sp>
        <p:nvSpPr>
          <p:cNvPr id="47" name="文本占位符 39"/>
          <p:cNvSpPr>
            <a:spLocks noGrp="1"/>
          </p:cNvSpPr>
          <p:nvPr>
            <p:ph type="body" sz="quarter" idx="20" hasCustomPrompt="1"/>
          </p:nvPr>
        </p:nvSpPr>
        <p:spPr>
          <a:xfrm>
            <a:off x="8705150" y="5135671"/>
            <a:ext cx="2539790" cy="109633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chemeClr val="bg2">
                    <a:lumMod val="25000"/>
                  </a:schemeClr>
                </a:solidFill>
              </a:defRPr>
            </a:lvl1pPr>
            <a:lvl2pPr>
              <a:defRPr sz="2000" b="1"/>
            </a:lvl2pPr>
            <a:lvl3pPr>
              <a:defRPr sz="2000" b="1"/>
            </a:lvl3pPr>
            <a:lvl4pPr>
              <a:defRPr sz="2000" b="1"/>
            </a:lvl4pPr>
            <a:lvl5pPr>
              <a:defRPr sz="2000" b="1"/>
            </a:lvl5pPr>
          </a:lstStyle>
          <a:p>
            <a:pPr lvl="0"/>
            <a:r>
              <a:rPr lang="zh-CN" altLang="en-US" dirty="0"/>
              <a:t>请输入你的内容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a:p>
            <a:pPr lvl="0"/>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00" fill="hold"/>
                                        <p:tgtEl>
                                          <p:spTgt spid="5"/>
                                        </p:tgtEl>
                                        <p:attrNameLst>
                                          <p:attrName>ppt_x</p:attrName>
                                        </p:attrNameLst>
                                      </p:cBhvr>
                                      <p:tavLst>
                                        <p:tav tm="0">
                                          <p:val>
                                            <p:strVal val="0-#ppt_w/2"/>
                                          </p:val>
                                        </p:tav>
                                        <p:tav tm="100000">
                                          <p:val>
                                            <p:strVal val="#ppt_x"/>
                                          </p:val>
                                        </p:tav>
                                      </p:tavLst>
                                    </p:anim>
                                    <p:anim calcmode="lin" valueType="num">
                                      <p:cBhvr additive="base">
                                        <p:cTn id="8" dur="3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1+#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anim calcmode="lin" valueType="num">
                                      <p:cBhvr>
                                        <p:cTn id="16"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6">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20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500"/>
                                        <p:tgtEl>
                                          <p:spTgt spid="7">
                                            <p:txEl>
                                              <p:pRg st="0" end="0"/>
                                            </p:txEl>
                                          </p:spTgt>
                                        </p:tgtEl>
                                      </p:cBhvr>
                                    </p:animEffect>
                                    <p:anim calcmode="lin" valueType="num">
                                      <p:cBhvr>
                                        <p:cTn id="2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2" dur="5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2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uild="p">
        <p:tmplLst>
          <p:tmpl lvl="1">
            <p:tnLst>
              <p:par>
                <p:cTn presetID="42"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anim calcmode="lin" valueType="num">
                      <p:cBhvr>
                        <p:cTn dur="500" fill="hold"/>
                        <p:tgtEl>
                          <p:spTgt spid="6"/>
                        </p:tgtEl>
                        <p:attrNameLst>
                          <p:attrName>ppt_x</p:attrName>
                        </p:attrNameLst>
                      </p:cBhvr>
                      <p:tavLst>
                        <p:tav tm="0">
                          <p:val>
                            <p:strVal val="#ppt_x"/>
                          </p:val>
                        </p:tav>
                        <p:tav tm="100000">
                          <p:val>
                            <p:strVal val="#ppt_x"/>
                          </p:val>
                        </p:tav>
                      </p:tavLst>
                    </p:anim>
                    <p:anim calcmode="lin" valueType="num">
                      <p:cBhvr>
                        <p:cTn dur="500" fill="hold"/>
                        <p:tgtEl>
                          <p:spTgt spid="6"/>
                        </p:tgtEl>
                        <p:attrNameLst>
                          <p:attrName>ppt_y</p:attrName>
                        </p:attrNameLst>
                      </p:cBhvr>
                      <p:tavLst>
                        <p:tav tm="0">
                          <p:val>
                            <p:strVal val="#ppt_y+.1"/>
                          </p:val>
                        </p:tav>
                        <p:tav tm="100000">
                          <p:val>
                            <p:strVal val="#ppt_y"/>
                          </p:val>
                        </p:tav>
                      </p:tavLst>
                    </p:anim>
                  </p:childTnLst>
                </p:cTn>
              </p:par>
            </p:tnLst>
          </p:tmpl>
        </p:tmplLst>
      </p:bldP>
      <p:bldP spid="7" grpId="0" build="p">
        <p:tmplLst>
          <p:tmpl lvl="1">
            <p:tnLst>
              <p:par>
                <p:cTn presetID="42" presetClass="entr" presetSubtype="0" fill="hold" nodeType="withEffect">
                  <p:stCondLst>
                    <p:cond delay="2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anim calcmode="lin" valueType="num">
                      <p:cBhvr>
                        <p:cTn dur="500" fill="hold"/>
                        <p:tgtEl>
                          <p:spTgt spid="7"/>
                        </p:tgtEl>
                        <p:attrNameLst>
                          <p:attrName>ppt_x</p:attrName>
                        </p:attrNameLst>
                      </p:cBhvr>
                      <p:tavLst>
                        <p:tav tm="0">
                          <p:val>
                            <p:strVal val="#ppt_x"/>
                          </p:val>
                        </p:tav>
                        <p:tav tm="100000">
                          <p:val>
                            <p:strVal val="#ppt_x"/>
                          </p:val>
                        </p:tav>
                      </p:tavLst>
                    </p:anim>
                    <p:anim calcmode="lin" valueType="num">
                      <p:cBhvr>
                        <p:cTn dur="500" fill="hold"/>
                        <p:tgtEl>
                          <p:spTgt spid="7"/>
                        </p:tgtEl>
                        <p:attrNameLst>
                          <p:attrName>ppt_y</p:attrName>
                        </p:attrNameLst>
                      </p:cBhvr>
                      <p:tavLst>
                        <p:tav tm="0">
                          <p:val>
                            <p:strVal val="#ppt_y+.1"/>
                          </p:val>
                        </p:tav>
                        <p:tav tm="100000">
                          <p:val>
                            <p:strVal val="#ppt_y"/>
                          </p:val>
                        </p:tav>
                      </p:tavLst>
                    </p:anim>
                  </p:childTnLst>
                </p:cTn>
              </p:par>
            </p:tnLst>
          </p:tmpl>
        </p:tmplLst>
      </p:bldP>
      <p:bldP spid="9"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参考文献">
    <p:spTree>
      <p:nvGrpSpPr>
        <p:cNvPr id="1" name=""/>
        <p:cNvGrpSpPr/>
        <p:nvPr/>
      </p:nvGrpSpPr>
      <p:grpSpPr>
        <a:xfrm>
          <a:off x="0" y="0"/>
          <a:ext cx="0" cy="0"/>
          <a:chOff x="0" y="0"/>
          <a:chExt cx="0" cy="0"/>
        </a:xfrm>
      </p:grpSpPr>
      <p:pic>
        <p:nvPicPr>
          <p:cNvPr id="3" name="图片 2" descr="图片包含 室内, 窗户, 椅子, 房间&#10;&#10;描述已自动生成"/>
          <p:cNvPicPr>
            <a:picLocks noChangeAspect="1"/>
          </p:cNvPicPr>
          <p:nvPr userDrawn="1"/>
        </p:nvPicPr>
        <p:blipFill rotWithShape="1">
          <a:blip r:embed="rId2">
            <a:alphaModFix amt="10000"/>
            <a:extLst>
              <a:ext uri="{28A0092B-C50C-407E-A947-70E740481C1C}">
                <a14:useLocalDpi xmlns:a14="http://schemas.microsoft.com/office/drawing/2010/main" val="0"/>
              </a:ext>
            </a:extLst>
          </a:blip>
          <a:srcRect t="12568" b="12568"/>
          <a:stretch>
            <a:fillRect/>
          </a:stretch>
        </p:blipFill>
        <p:spPr>
          <a:xfrm>
            <a:off x="0" y="0"/>
            <a:ext cx="12214169" cy="6858000"/>
          </a:xfrm>
          <a:prstGeom prst="rect">
            <a:avLst/>
          </a:prstGeom>
        </p:spPr>
      </p:pic>
      <p:sp>
        <p:nvSpPr>
          <p:cNvPr id="4" name="MH_Others_2"/>
          <p:cNvSpPr/>
          <p:nvPr userDrawn="1">
            <p:custDataLst>
              <p:tags r:id="rId3"/>
            </p:custDataLst>
          </p:nvPr>
        </p:nvSpPr>
        <p:spPr>
          <a:xfrm>
            <a:off x="3875419" y="344963"/>
            <a:ext cx="6131155" cy="469206"/>
          </a:xfrm>
          <a:prstGeom prst="rect">
            <a:avLst/>
          </a:prstGeom>
          <a:solidFill>
            <a:srgbClr val="173D7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5" name="MH_Others_2"/>
          <p:cNvSpPr/>
          <p:nvPr userDrawn="1">
            <p:custDataLst>
              <p:tags r:id="rId4"/>
            </p:custDataLst>
          </p:nvPr>
        </p:nvSpPr>
        <p:spPr>
          <a:xfrm>
            <a:off x="-1" y="388471"/>
            <a:ext cx="1158241" cy="425698"/>
          </a:xfrm>
          <a:prstGeom prst="rect">
            <a:avLst/>
          </a:prstGeom>
          <a:solidFill>
            <a:srgbClr val="5793C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7" tIns="34284" rIns="68567" bIns="34284" numCol="1" spcCol="0" rtlCol="0" fromWordArt="0" anchor="ctr" anchorCtr="0" forceAA="0" compatLnSpc="1">
            <a:noAutofit/>
          </a:bodyPr>
          <a:lstStyle/>
          <a:p>
            <a:endParaRPr lang="zh-CN" altLang="en-US" sz="1400" dirty="0">
              <a:solidFill>
                <a:srgbClr val="FFFFFF"/>
              </a:solidFill>
              <a:latin typeface="Arial" panose="020B0604020202020204" pitchFamily="34" charset="0"/>
              <a:ea typeface="微软雅黑" panose="020B0503020204020204" charset="-122"/>
              <a:sym typeface="Arial" panose="020B0604020202020204" pitchFamily="34" charset="0"/>
            </a:endParaRPr>
          </a:p>
        </p:txBody>
      </p:sp>
      <p:sp>
        <p:nvSpPr>
          <p:cNvPr id="6" name="文本占位符 3"/>
          <p:cNvSpPr>
            <a:spLocks noGrp="1"/>
          </p:cNvSpPr>
          <p:nvPr>
            <p:ph type="body" sz="quarter" idx="10" hasCustomPrompt="1"/>
          </p:nvPr>
        </p:nvSpPr>
        <p:spPr>
          <a:xfrm>
            <a:off x="1229119" y="411327"/>
            <a:ext cx="2590115" cy="355600"/>
          </a:xfrm>
          <a:prstGeom prst="rect">
            <a:avLst/>
          </a:prstGeom>
        </p:spPr>
        <p:txBody>
          <a:bodyPr/>
          <a:lstStyle>
            <a:lvl1pPr marL="0" indent="0">
              <a:buNone/>
              <a:defRPr sz="2000" b="1">
                <a:solidFill>
                  <a:srgbClr val="0075BF"/>
                </a:solidFill>
                <a:latin typeface="微软雅黑" panose="020B0503020204020204" charset="-122"/>
                <a:ea typeface="微软雅黑" panose="020B0503020204020204" charset="-122"/>
              </a:defRPr>
            </a:lvl1pPr>
          </a:lstStyle>
          <a:p>
            <a:r>
              <a:rPr lang="zh-CN" altLang="en-US" dirty="0"/>
              <a:t>参考文献</a:t>
            </a:r>
            <a:endParaRPr lang="zh-CN" altLang="en-US" dirty="0"/>
          </a:p>
        </p:txBody>
      </p:sp>
      <p:sp>
        <p:nvSpPr>
          <p:cNvPr id="7" name="文本占位符 5"/>
          <p:cNvSpPr>
            <a:spLocks noGrp="1"/>
          </p:cNvSpPr>
          <p:nvPr>
            <p:ph type="body" sz="quarter" idx="11" hasCustomPrompt="1"/>
          </p:nvPr>
        </p:nvSpPr>
        <p:spPr>
          <a:xfrm>
            <a:off x="1229119" y="883603"/>
            <a:ext cx="2575420" cy="325119"/>
          </a:xfrm>
          <a:prstGeom prst="rect">
            <a:avLst/>
          </a:prstGeom>
        </p:spPr>
        <p:txBody>
          <a:bodyPr/>
          <a:lstStyle>
            <a:lvl1pPr marL="0" indent="0">
              <a:buNone/>
              <a:defRPr sz="1400">
                <a:solidFill>
                  <a:srgbClr val="5793CE"/>
                </a:solidFill>
                <a:latin typeface="微软雅黑" panose="020B0503020204020204" charset="-122"/>
                <a:ea typeface="微软雅黑" panose="020B0503020204020204" charset="-122"/>
              </a:defRPr>
            </a:lvl1pPr>
          </a:lstStyle>
          <a:p>
            <a:r>
              <a:rPr lang="en-US" altLang="zh-CN" dirty="0"/>
              <a:t>Relevant Reference</a:t>
            </a:r>
            <a:endParaRPr lang="en-US" altLang="zh-CN" dirty="0"/>
          </a:p>
        </p:txBody>
      </p:sp>
      <p:pic>
        <p:nvPicPr>
          <p:cNvPr id="8" name="图片 7"/>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a:xfrm>
            <a:off x="10402684" y="169084"/>
            <a:ext cx="1426149" cy="512447"/>
          </a:xfrm>
          <a:prstGeom prst="rect">
            <a:avLst/>
          </a:prstGeom>
        </p:spPr>
      </p:pic>
      <p:sp>
        <p:nvSpPr>
          <p:cNvPr id="9" name="文本框 8"/>
          <p:cNvSpPr txBox="1"/>
          <p:nvPr userDrawn="1"/>
        </p:nvSpPr>
        <p:spPr>
          <a:xfrm>
            <a:off x="10402685" y="752937"/>
            <a:ext cx="1578855"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700" b="0" dirty="0">
                <a:solidFill>
                  <a:srgbClr val="142E60"/>
                </a:solidFill>
              </a:rPr>
              <a:t>自 </a:t>
            </a:r>
            <a:r>
              <a:rPr lang="en-US" altLang="zh-CN" sz="700" b="0" dirty="0">
                <a:solidFill>
                  <a:srgbClr val="142E60"/>
                </a:solidFill>
              </a:rPr>
              <a:t>/ </a:t>
            </a:r>
            <a:r>
              <a:rPr lang="zh-CN" altLang="en-US" sz="700" b="0" dirty="0">
                <a:solidFill>
                  <a:srgbClr val="142E60"/>
                </a:solidFill>
              </a:rPr>
              <a:t>强 </a:t>
            </a:r>
            <a:r>
              <a:rPr lang="en-US" altLang="zh-CN" sz="700" b="0" dirty="0">
                <a:solidFill>
                  <a:srgbClr val="142E60"/>
                </a:solidFill>
              </a:rPr>
              <a:t>/ </a:t>
            </a:r>
            <a:r>
              <a:rPr lang="zh-CN" altLang="en-US" sz="700" b="0" dirty="0">
                <a:solidFill>
                  <a:srgbClr val="142E60"/>
                </a:solidFill>
              </a:rPr>
              <a:t>不 </a:t>
            </a:r>
            <a:r>
              <a:rPr lang="en-US" altLang="zh-CN" sz="700" b="0" dirty="0">
                <a:solidFill>
                  <a:srgbClr val="142E60"/>
                </a:solidFill>
              </a:rPr>
              <a:t>/ </a:t>
            </a:r>
            <a:r>
              <a:rPr lang="zh-CN" altLang="en-US" sz="700" b="0" dirty="0">
                <a:solidFill>
                  <a:srgbClr val="142E60"/>
                </a:solidFill>
              </a:rPr>
              <a:t>息   止 </a:t>
            </a:r>
            <a:r>
              <a:rPr lang="en-US" altLang="zh-CN" sz="700" b="0" dirty="0">
                <a:solidFill>
                  <a:srgbClr val="142E60"/>
                </a:solidFill>
              </a:rPr>
              <a:t>/ </a:t>
            </a:r>
            <a:r>
              <a:rPr lang="zh-CN" altLang="en-US" sz="700" b="0" dirty="0">
                <a:solidFill>
                  <a:srgbClr val="142E60"/>
                </a:solidFill>
              </a:rPr>
              <a:t>于 </a:t>
            </a:r>
            <a:r>
              <a:rPr lang="en-US" altLang="zh-CN" sz="700" b="0" dirty="0">
                <a:solidFill>
                  <a:srgbClr val="142E60"/>
                </a:solidFill>
              </a:rPr>
              <a:t>/ </a:t>
            </a:r>
            <a:r>
              <a:rPr lang="zh-CN" altLang="en-US" sz="700" b="0" dirty="0">
                <a:solidFill>
                  <a:srgbClr val="142E60"/>
                </a:solidFill>
              </a:rPr>
              <a:t>至 </a:t>
            </a:r>
            <a:r>
              <a:rPr lang="en-US" altLang="zh-CN" sz="700" b="0" dirty="0">
                <a:solidFill>
                  <a:srgbClr val="142E60"/>
                </a:solidFill>
              </a:rPr>
              <a:t>/ </a:t>
            </a:r>
            <a:r>
              <a:rPr lang="zh-CN" altLang="en-US" sz="700" b="0" dirty="0">
                <a:solidFill>
                  <a:srgbClr val="142E60"/>
                </a:solidFill>
              </a:rPr>
              <a:t>善</a:t>
            </a:r>
            <a:endParaRPr lang="zh-CN" altLang="en-US" sz="700" b="0" dirty="0">
              <a:solidFill>
                <a:srgbClr val="142E60"/>
              </a:solidFill>
            </a:endParaRPr>
          </a:p>
        </p:txBody>
      </p:sp>
      <p:grpSp>
        <p:nvGrpSpPr>
          <p:cNvPr id="10" name="组合 9"/>
          <p:cNvGrpSpPr/>
          <p:nvPr userDrawn="1"/>
        </p:nvGrpSpPr>
        <p:grpSpPr>
          <a:xfrm>
            <a:off x="660400" y="1866723"/>
            <a:ext cx="9591040" cy="437912"/>
            <a:chOff x="660400" y="1866723"/>
            <a:chExt cx="9591040" cy="437912"/>
          </a:xfrm>
        </p:grpSpPr>
        <p:sp>
          <p:nvSpPr>
            <p:cNvPr id="11" name="文本框 10"/>
            <p:cNvSpPr txBox="1"/>
            <p:nvPr/>
          </p:nvSpPr>
          <p:spPr>
            <a:xfrm>
              <a:off x="660400" y="1866723"/>
              <a:ext cx="731078" cy="369332"/>
            </a:xfrm>
            <a:prstGeom prst="rect">
              <a:avLst/>
            </a:prstGeom>
            <a:noFill/>
          </p:spPr>
          <p:txBody>
            <a:bodyPr wrap="square" rtlCol="0">
              <a:spAutoFit/>
            </a:bodyPr>
            <a:lstStyle/>
            <a:p>
              <a:r>
                <a:rPr lang="zh-CN" altLang="zh-CN" b="1" kern="100" dirty="0">
                  <a:solidFill>
                    <a:srgbClr val="142E60"/>
                  </a:solidFill>
                  <a:latin typeface="+mn-ea"/>
                </a:rPr>
                <a:t>［</a:t>
              </a:r>
              <a:r>
                <a:rPr lang="en-US" altLang="zh-CN" b="1" kern="100" dirty="0">
                  <a:solidFill>
                    <a:srgbClr val="142E60"/>
                  </a:solidFill>
                  <a:latin typeface="+mn-ea"/>
                </a:rPr>
                <a:t>1</a:t>
              </a:r>
              <a:r>
                <a:rPr lang="zh-CN" altLang="zh-CN" b="1" kern="100" dirty="0">
                  <a:solidFill>
                    <a:srgbClr val="142E60"/>
                  </a:solidFill>
                  <a:latin typeface="+mn-ea"/>
                </a:rPr>
                <a:t>］</a:t>
              </a:r>
              <a:endParaRPr lang="zh-CN" altLang="zh-CN" kern="100" dirty="0">
                <a:latin typeface="+mn-ea"/>
              </a:endParaRPr>
            </a:p>
          </p:txBody>
        </p:sp>
        <p:cxnSp>
          <p:nvCxnSpPr>
            <p:cNvPr id="12" name="直接连接符 11"/>
            <p:cNvCxnSpPr/>
            <p:nvPr/>
          </p:nvCxnSpPr>
          <p:spPr>
            <a:xfrm>
              <a:off x="914400" y="2304635"/>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userDrawn="1"/>
        </p:nvGrpSpPr>
        <p:grpSpPr>
          <a:xfrm>
            <a:off x="660400" y="2472632"/>
            <a:ext cx="9591040" cy="436010"/>
            <a:chOff x="660400" y="2472632"/>
            <a:chExt cx="9591040" cy="436010"/>
          </a:xfrm>
        </p:grpSpPr>
        <p:sp>
          <p:nvSpPr>
            <p:cNvPr id="14" name="文本框 13"/>
            <p:cNvSpPr txBox="1"/>
            <p:nvPr/>
          </p:nvSpPr>
          <p:spPr>
            <a:xfrm>
              <a:off x="660400" y="2472632"/>
              <a:ext cx="731078" cy="369332"/>
            </a:xfrm>
            <a:prstGeom prst="rect">
              <a:avLst/>
            </a:prstGeom>
            <a:noFill/>
          </p:spPr>
          <p:txBody>
            <a:bodyPr wrap="square" rtlCol="0">
              <a:spAutoFit/>
            </a:bodyPr>
            <a:lstStyle/>
            <a:p>
              <a:r>
                <a:rPr lang="zh-CN" altLang="en-US" b="1" kern="100" dirty="0">
                  <a:solidFill>
                    <a:srgbClr val="142E60"/>
                  </a:solidFill>
                  <a:latin typeface="+mn-ea"/>
                </a:rPr>
                <a:t>［</a:t>
              </a:r>
              <a:r>
                <a:rPr lang="en-US" altLang="zh-CN" b="1" kern="100" dirty="0">
                  <a:solidFill>
                    <a:srgbClr val="142E60"/>
                  </a:solidFill>
                  <a:latin typeface="+mn-ea"/>
                </a:rPr>
                <a:t>2</a:t>
              </a:r>
              <a:r>
                <a:rPr lang="zh-CN" altLang="en-US" b="1" kern="100" dirty="0">
                  <a:solidFill>
                    <a:srgbClr val="142E60"/>
                  </a:solidFill>
                  <a:latin typeface="+mn-ea"/>
                </a:rPr>
                <a:t>］</a:t>
              </a:r>
              <a:endParaRPr lang="en-US" altLang="zh-CN" kern="100" dirty="0">
                <a:latin typeface="+mn-ea"/>
              </a:endParaRPr>
            </a:p>
          </p:txBody>
        </p:sp>
        <p:cxnSp>
          <p:nvCxnSpPr>
            <p:cNvPr id="15" name="直接连接符 14"/>
            <p:cNvCxnSpPr/>
            <p:nvPr/>
          </p:nvCxnSpPr>
          <p:spPr>
            <a:xfrm>
              <a:off x="914400" y="2908642"/>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userDrawn="1"/>
        </p:nvGrpSpPr>
        <p:grpSpPr>
          <a:xfrm>
            <a:off x="660399" y="3078541"/>
            <a:ext cx="9591041" cy="434108"/>
            <a:chOff x="660399" y="3078541"/>
            <a:chExt cx="9591041" cy="434108"/>
          </a:xfrm>
        </p:grpSpPr>
        <p:sp>
          <p:nvSpPr>
            <p:cNvPr id="17" name="文本框 16"/>
            <p:cNvSpPr txBox="1"/>
            <p:nvPr/>
          </p:nvSpPr>
          <p:spPr>
            <a:xfrm>
              <a:off x="660399" y="3078541"/>
              <a:ext cx="731079" cy="369332"/>
            </a:xfrm>
            <a:prstGeom prst="rect">
              <a:avLst/>
            </a:prstGeom>
            <a:noFill/>
          </p:spPr>
          <p:txBody>
            <a:bodyPr wrap="square" rtlCol="0">
              <a:spAutoFit/>
            </a:bodyPr>
            <a:lstStyle/>
            <a:p>
              <a:r>
                <a:rPr lang="zh-CN" altLang="en-US" b="1" kern="100" dirty="0">
                  <a:solidFill>
                    <a:srgbClr val="142E60"/>
                  </a:solidFill>
                  <a:latin typeface="+mn-ea"/>
                </a:rPr>
                <a:t>［</a:t>
              </a:r>
              <a:r>
                <a:rPr lang="en-US" altLang="zh-CN" b="1" kern="100" dirty="0">
                  <a:solidFill>
                    <a:srgbClr val="142E60"/>
                  </a:solidFill>
                  <a:latin typeface="+mn-ea"/>
                </a:rPr>
                <a:t>3</a:t>
              </a:r>
              <a:r>
                <a:rPr lang="zh-CN" altLang="en-US" b="1" kern="100" dirty="0">
                  <a:solidFill>
                    <a:srgbClr val="142E60"/>
                  </a:solidFill>
                  <a:latin typeface="+mn-ea"/>
                </a:rPr>
                <a:t>］</a:t>
              </a:r>
              <a:endParaRPr lang="en-US" altLang="zh-CN" kern="100" dirty="0">
                <a:latin typeface="+mn-ea"/>
              </a:endParaRPr>
            </a:p>
          </p:txBody>
        </p:sp>
        <p:cxnSp>
          <p:nvCxnSpPr>
            <p:cNvPr id="18" name="直接连接符 17"/>
            <p:cNvCxnSpPr/>
            <p:nvPr/>
          </p:nvCxnSpPr>
          <p:spPr>
            <a:xfrm>
              <a:off x="914400" y="3512649"/>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userDrawn="1"/>
        </p:nvGrpSpPr>
        <p:grpSpPr>
          <a:xfrm>
            <a:off x="660400" y="3684450"/>
            <a:ext cx="9591040" cy="432206"/>
            <a:chOff x="660400" y="3684450"/>
            <a:chExt cx="9591040" cy="432206"/>
          </a:xfrm>
        </p:grpSpPr>
        <p:sp>
          <p:nvSpPr>
            <p:cNvPr id="20" name="文本框 19"/>
            <p:cNvSpPr txBox="1"/>
            <p:nvPr/>
          </p:nvSpPr>
          <p:spPr>
            <a:xfrm>
              <a:off x="660400" y="3684450"/>
              <a:ext cx="731078" cy="369332"/>
            </a:xfrm>
            <a:prstGeom prst="rect">
              <a:avLst/>
            </a:prstGeom>
            <a:noFill/>
          </p:spPr>
          <p:txBody>
            <a:bodyPr wrap="square" rtlCol="0">
              <a:spAutoFit/>
            </a:bodyPr>
            <a:lstStyle/>
            <a:p>
              <a:r>
                <a:rPr lang="zh-CN" altLang="en-US" b="1" kern="100" dirty="0">
                  <a:solidFill>
                    <a:srgbClr val="142E60"/>
                  </a:solidFill>
                  <a:latin typeface="+mn-ea"/>
                </a:rPr>
                <a:t>［</a:t>
              </a:r>
              <a:r>
                <a:rPr lang="en-US" altLang="zh-CN" b="1" kern="100" dirty="0">
                  <a:solidFill>
                    <a:srgbClr val="142E60"/>
                  </a:solidFill>
                  <a:latin typeface="+mn-ea"/>
                </a:rPr>
                <a:t>4</a:t>
              </a:r>
              <a:r>
                <a:rPr lang="zh-CN" altLang="en-US" b="1" kern="100" dirty="0">
                  <a:solidFill>
                    <a:srgbClr val="142E60"/>
                  </a:solidFill>
                  <a:latin typeface="+mn-ea"/>
                </a:rPr>
                <a:t>］</a:t>
              </a:r>
              <a:endParaRPr lang="en-US" altLang="zh-CN" kern="100" dirty="0">
                <a:latin typeface="+mn-ea"/>
              </a:endParaRPr>
            </a:p>
          </p:txBody>
        </p:sp>
        <p:cxnSp>
          <p:nvCxnSpPr>
            <p:cNvPr id="21" name="直接连接符 20"/>
            <p:cNvCxnSpPr/>
            <p:nvPr/>
          </p:nvCxnSpPr>
          <p:spPr>
            <a:xfrm>
              <a:off x="914400" y="4116656"/>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userDrawn="1"/>
        </p:nvGrpSpPr>
        <p:grpSpPr>
          <a:xfrm>
            <a:off x="660400" y="4290359"/>
            <a:ext cx="9591040" cy="430304"/>
            <a:chOff x="660400" y="4290359"/>
            <a:chExt cx="9591040" cy="430304"/>
          </a:xfrm>
        </p:grpSpPr>
        <p:sp>
          <p:nvSpPr>
            <p:cNvPr id="23" name="文本框 22"/>
            <p:cNvSpPr txBox="1"/>
            <p:nvPr/>
          </p:nvSpPr>
          <p:spPr>
            <a:xfrm>
              <a:off x="660400" y="4290359"/>
              <a:ext cx="731078" cy="369332"/>
            </a:xfrm>
            <a:prstGeom prst="rect">
              <a:avLst/>
            </a:prstGeom>
            <a:noFill/>
          </p:spPr>
          <p:txBody>
            <a:bodyPr wrap="square" rtlCol="0">
              <a:spAutoFit/>
            </a:bodyPr>
            <a:lstStyle/>
            <a:p>
              <a:r>
                <a:rPr lang="zh-CN" altLang="en-US" b="1" kern="100" dirty="0">
                  <a:solidFill>
                    <a:srgbClr val="142E60"/>
                  </a:solidFill>
                  <a:latin typeface="+mn-ea"/>
                </a:rPr>
                <a:t>［</a:t>
              </a:r>
              <a:r>
                <a:rPr lang="en-US" altLang="zh-CN" b="1" kern="100" dirty="0">
                  <a:solidFill>
                    <a:srgbClr val="142E60"/>
                  </a:solidFill>
                  <a:latin typeface="+mn-ea"/>
                </a:rPr>
                <a:t>5</a:t>
              </a:r>
              <a:r>
                <a:rPr lang="zh-CN" altLang="en-US" b="1" kern="100" dirty="0">
                  <a:solidFill>
                    <a:srgbClr val="142E60"/>
                  </a:solidFill>
                  <a:latin typeface="+mn-ea"/>
                </a:rPr>
                <a:t>］</a:t>
              </a:r>
              <a:endParaRPr lang="en-US" altLang="zh-CN" kern="100" dirty="0">
                <a:latin typeface="+mn-ea"/>
              </a:endParaRPr>
            </a:p>
          </p:txBody>
        </p:sp>
        <p:cxnSp>
          <p:nvCxnSpPr>
            <p:cNvPr id="24" name="直接连接符 23"/>
            <p:cNvCxnSpPr/>
            <p:nvPr/>
          </p:nvCxnSpPr>
          <p:spPr>
            <a:xfrm>
              <a:off x="914400" y="4720663"/>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userDrawn="1"/>
        </p:nvGrpSpPr>
        <p:grpSpPr>
          <a:xfrm>
            <a:off x="660399" y="4896270"/>
            <a:ext cx="9591041" cy="458908"/>
            <a:chOff x="660399" y="4896270"/>
            <a:chExt cx="9591041" cy="458908"/>
          </a:xfrm>
        </p:grpSpPr>
        <p:sp>
          <p:nvSpPr>
            <p:cNvPr id="26" name="文本框 25"/>
            <p:cNvSpPr txBox="1"/>
            <p:nvPr/>
          </p:nvSpPr>
          <p:spPr>
            <a:xfrm>
              <a:off x="660399" y="4896270"/>
              <a:ext cx="731079" cy="458908"/>
            </a:xfrm>
            <a:prstGeom prst="rect">
              <a:avLst/>
            </a:prstGeom>
            <a:noFill/>
          </p:spPr>
          <p:txBody>
            <a:bodyPr wrap="square" rtlCol="0">
              <a:spAutoFit/>
            </a:bodyPr>
            <a:lstStyle/>
            <a:p>
              <a:pPr>
                <a:lnSpc>
                  <a:spcPct val="150000"/>
                </a:lnSpc>
              </a:pPr>
              <a:r>
                <a:rPr lang="zh-CN" altLang="en-US" b="1" kern="100" dirty="0">
                  <a:solidFill>
                    <a:srgbClr val="142E60"/>
                  </a:solidFill>
                  <a:latin typeface="+mn-ea"/>
                </a:rPr>
                <a:t>［</a:t>
              </a:r>
              <a:r>
                <a:rPr lang="en-US" altLang="zh-CN" b="1" kern="100" dirty="0">
                  <a:solidFill>
                    <a:srgbClr val="142E60"/>
                  </a:solidFill>
                  <a:latin typeface="+mn-ea"/>
                </a:rPr>
                <a:t>6</a:t>
              </a:r>
              <a:r>
                <a:rPr lang="zh-CN" altLang="en-US" b="1" kern="100" dirty="0">
                  <a:solidFill>
                    <a:srgbClr val="142E60"/>
                  </a:solidFill>
                  <a:latin typeface="+mn-ea"/>
                </a:rPr>
                <a:t>］</a:t>
              </a:r>
              <a:endParaRPr lang="en-US" altLang="zh-CN" kern="100" dirty="0">
                <a:latin typeface="+mn-ea"/>
              </a:endParaRPr>
            </a:p>
          </p:txBody>
        </p:sp>
        <p:cxnSp>
          <p:nvCxnSpPr>
            <p:cNvPr id="27" name="直接连接符 26"/>
            <p:cNvCxnSpPr/>
            <p:nvPr/>
          </p:nvCxnSpPr>
          <p:spPr>
            <a:xfrm>
              <a:off x="914400" y="5324669"/>
              <a:ext cx="933704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8" name="文本占位符 27"/>
          <p:cNvSpPr>
            <a:spLocks noGrp="1"/>
          </p:cNvSpPr>
          <p:nvPr>
            <p:ph type="body" sz="quarter" idx="12" hasCustomPrompt="1"/>
          </p:nvPr>
        </p:nvSpPr>
        <p:spPr>
          <a:xfrm>
            <a:off x="1391603" y="1898449"/>
            <a:ext cx="8859837" cy="314325"/>
          </a:xfrm>
          <a:prstGeom prst="rect">
            <a:avLst/>
          </a:prstGeom>
        </p:spPr>
        <p:txBody>
          <a:bodyPr/>
          <a:lstStyle>
            <a:lvl1pPr marL="0" indent="0">
              <a:buNone/>
              <a:defRPr sz="1600"/>
            </a:lvl1pPr>
          </a:lstStyle>
          <a:p>
            <a:pPr lvl="0"/>
            <a:r>
              <a:rPr lang="zh-CN" altLang="en-US" dirty="0"/>
              <a:t>请在这里输入你的参考文献</a:t>
            </a:r>
            <a:endParaRPr lang="zh-CN" altLang="en-US" dirty="0"/>
          </a:p>
        </p:txBody>
      </p:sp>
      <p:sp>
        <p:nvSpPr>
          <p:cNvPr id="32" name="文本占位符 27"/>
          <p:cNvSpPr>
            <a:spLocks noGrp="1"/>
          </p:cNvSpPr>
          <p:nvPr>
            <p:ph type="body" sz="quarter" idx="13" hasCustomPrompt="1"/>
          </p:nvPr>
        </p:nvSpPr>
        <p:spPr>
          <a:xfrm>
            <a:off x="1391478" y="2499956"/>
            <a:ext cx="8859837" cy="314325"/>
          </a:xfrm>
          <a:prstGeom prst="rect">
            <a:avLst/>
          </a:prstGeom>
        </p:spPr>
        <p:txBody>
          <a:bodyPr/>
          <a:lstStyle>
            <a:lvl1pPr marL="0" indent="0">
              <a:buNone/>
              <a:defRPr sz="1600"/>
            </a:lvl1pPr>
          </a:lstStyle>
          <a:p>
            <a:pPr lvl="0"/>
            <a:r>
              <a:rPr lang="zh-CN" altLang="en-US" dirty="0"/>
              <a:t>请在这里输入你的参考文献</a:t>
            </a:r>
            <a:endParaRPr lang="zh-CN" altLang="en-US" dirty="0"/>
          </a:p>
        </p:txBody>
      </p:sp>
      <p:sp>
        <p:nvSpPr>
          <p:cNvPr id="33" name="文本占位符 27"/>
          <p:cNvSpPr>
            <a:spLocks noGrp="1"/>
          </p:cNvSpPr>
          <p:nvPr>
            <p:ph type="body" sz="quarter" idx="14" hasCustomPrompt="1"/>
          </p:nvPr>
        </p:nvSpPr>
        <p:spPr>
          <a:xfrm>
            <a:off x="1391353" y="3101463"/>
            <a:ext cx="8859837" cy="314325"/>
          </a:xfrm>
          <a:prstGeom prst="rect">
            <a:avLst/>
          </a:prstGeom>
        </p:spPr>
        <p:txBody>
          <a:bodyPr/>
          <a:lstStyle>
            <a:lvl1pPr marL="0" indent="0">
              <a:buNone/>
              <a:defRPr sz="1600"/>
            </a:lvl1pPr>
          </a:lstStyle>
          <a:p>
            <a:pPr lvl="0"/>
            <a:r>
              <a:rPr lang="zh-CN" altLang="en-US" dirty="0"/>
              <a:t>请在这里输入你的参考文献</a:t>
            </a:r>
            <a:endParaRPr lang="zh-CN" altLang="en-US" dirty="0"/>
          </a:p>
        </p:txBody>
      </p:sp>
      <p:sp>
        <p:nvSpPr>
          <p:cNvPr id="34" name="文本占位符 27"/>
          <p:cNvSpPr>
            <a:spLocks noGrp="1"/>
          </p:cNvSpPr>
          <p:nvPr>
            <p:ph type="body" sz="quarter" idx="15" hasCustomPrompt="1"/>
          </p:nvPr>
        </p:nvSpPr>
        <p:spPr>
          <a:xfrm>
            <a:off x="1391228" y="3702970"/>
            <a:ext cx="8859837" cy="314325"/>
          </a:xfrm>
          <a:prstGeom prst="rect">
            <a:avLst/>
          </a:prstGeom>
        </p:spPr>
        <p:txBody>
          <a:bodyPr/>
          <a:lstStyle>
            <a:lvl1pPr marL="0" indent="0">
              <a:buNone/>
              <a:defRPr sz="1600"/>
            </a:lvl1pPr>
          </a:lstStyle>
          <a:p>
            <a:pPr lvl="0"/>
            <a:r>
              <a:rPr lang="zh-CN" altLang="en-US" dirty="0"/>
              <a:t>请在这里输入你的参考文献</a:t>
            </a:r>
            <a:endParaRPr lang="zh-CN" altLang="en-US" dirty="0"/>
          </a:p>
        </p:txBody>
      </p:sp>
      <p:sp>
        <p:nvSpPr>
          <p:cNvPr id="35" name="文本占位符 27"/>
          <p:cNvSpPr>
            <a:spLocks noGrp="1"/>
          </p:cNvSpPr>
          <p:nvPr>
            <p:ph type="body" sz="quarter" idx="16" hasCustomPrompt="1"/>
          </p:nvPr>
        </p:nvSpPr>
        <p:spPr>
          <a:xfrm>
            <a:off x="1391103" y="4304477"/>
            <a:ext cx="8859837" cy="314325"/>
          </a:xfrm>
          <a:prstGeom prst="rect">
            <a:avLst/>
          </a:prstGeom>
        </p:spPr>
        <p:txBody>
          <a:bodyPr/>
          <a:lstStyle>
            <a:lvl1pPr marL="0" indent="0">
              <a:buNone/>
              <a:defRPr sz="1600"/>
            </a:lvl1pPr>
          </a:lstStyle>
          <a:p>
            <a:pPr lvl="0"/>
            <a:r>
              <a:rPr lang="zh-CN" altLang="en-US" dirty="0"/>
              <a:t>请在这里输入你的参考文献</a:t>
            </a:r>
            <a:endParaRPr lang="zh-CN" altLang="en-US" dirty="0"/>
          </a:p>
        </p:txBody>
      </p:sp>
      <p:sp>
        <p:nvSpPr>
          <p:cNvPr id="36" name="文本占位符 27"/>
          <p:cNvSpPr>
            <a:spLocks noGrp="1"/>
          </p:cNvSpPr>
          <p:nvPr>
            <p:ph type="body" sz="quarter" idx="17" hasCustomPrompt="1"/>
          </p:nvPr>
        </p:nvSpPr>
        <p:spPr>
          <a:xfrm>
            <a:off x="1390978" y="4954317"/>
            <a:ext cx="8859837" cy="314325"/>
          </a:xfrm>
          <a:prstGeom prst="rect">
            <a:avLst/>
          </a:prstGeom>
        </p:spPr>
        <p:txBody>
          <a:bodyPr/>
          <a:lstStyle>
            <a:lvl1pPr marL="0" indent="0">
              <a:buNone/>
              <a:defRPr sz="1600"/>
            </a:lvl1pPr>
          </a:lstStyle>
          <a:p>
            <a:pPr lvl="0"/>
            <a:r>
              <a:rPr lang="zh-CN" altLang="en-US" dirty="0"/>
              <a:t>请在这里输入你的参考文献</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300" fill="hold"/>
                                        <p:tgtEl>
                                          <p:spTgt spid="5"/>
                                        </p:tgtEl>
                                        <p:attrNameLst>
                                          <p:attrName>ppt_x</p:attrName>
                                        </p:attrNameLst>
                                      </p:cBhvr>
                                      <p:tavLst>
                                        <p:tav tm="0">
                                          <p:val>
                                            <p:strVal val="0-#ppt_w/2"/>
                                          </p:val>
                                        </p:tav>
                                        <p:tav tm="100000">
                                          <p:val>
                                            <p:strVal val="#ppt_x"/>
                                          </p:val>
                                        </p:tav>
                                      </p:tavLst>
                                    </p:anim>
                                    <p:anim calcmode="lin" valueType="num">
                                      <p:cBhvr additive="base">
                                        <p:cTn id="8" dur="3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300" fill="hold"/>
                                        <p:tgtEl>
                                          <p:spTgt spid="4"/>
                                        </p:tgtEl>
                                        <p:attrNameLst>
                                          <p:attrName>ppt_x</p:attrName>
                                        </p:attrNameLst>
                                      </p:cBhvr>
                                      <p:tavLst>
                                        <p:tav tm="0">
                                          <p:val>
                                            <p:strVal val="1+#ppt_w/2"/>
                                          </p:val>
                                        </p:tav>
                                        <p:tav tm="100000">
                                          <p:val>
                                            <p:strVal val="#ppt_x"/>
                                          </p:val>
                                        </p:tav>
                                      </p:tavLst>
                                    </p:anim>
                                    <p:anim calcmode="lin" valueType="num">
                                      <p:cBhvr additive="base">
                                        <p:cTn id="12" dur="300" fill="hold"/>
                                        <p:tgtEl>
                                          <p:spTgt spid="4"/>
                                        </p:tgtEl>
                                        <p:attrNameLst>
                                          <p:attrName>ppt_y</p:attrName>
                                        </p:attrNameLst>
                                      </p:cBhvr>
                                      <p:tavLst>
                                        <p:tav tm="0">
                                          <p:val>
                                            <p:strVal val="#ppt_y"/>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anim calcmode="lin" valueType="num">
                                      <p:cBhvr>
                                        <p:cTn id="16"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6">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20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500"/>
                                        <p:tgtEl>
                                          <p:spTgt spid="7">
                                            <p:txEl>
                                              <p:pRg st="0" end="0"/>
                                            </p:txEl>
                                          </p:spTgt>
                                        </p:tgtEl>
                                      </p:cBhvr>
                                    </p:animEffect>
                                    <p:anim calcmode="lin" valueType="num">
                                      <p:cBhvr>
                                        <p:cTn id="2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2" dur="5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2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00"/>
                                        <p:tgtEl>
                                          <p:spTgt spid="9"/>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250"/>
                                        <p:tgtEl>
                                          <p:spTgt spid="10"/>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28">
                                            <p:txEl>
                                              <p:pRg st="0" end="0"/>
                                            </p:txEl>
                                          </p:spTgt>
                                        </p:tgtEl>
                                        <p:attrNameLst>
                                          <p:attrName>style.visibility</p:attrName>
                                        </p:attrNameLst>
                                      </p:cBhvr>
                                      <p:to>
                                        <p:strVal val="visible"/>
                                      </p:to>
                                    </p:set>
                                    <p:animEffect transition="in" filter="wipe(left)">
                                      <p:cBhvr>
                                        <p:cTn id="37" dur="250"/>
                                        <p:tgtEl>
                                          <p:spTgt spid="28">
                                            <p:txEl>
                                              <p:pRg st="0" end="0"/>
                                            </p:txEl>
                                          </p:spTgt>
                                        </p:tgtEl>
                                      </p:cBhvr>
                                    </p:animEffect>
                                  </p:childTnLst>
                                </p:cTn>
                              </p:par>
                            </p:childTnLst>
                          </p:cTn>
                        </p:par>
                        <p:par>
                          <p:cTn id="38" fill="hold">
                            <p:stCondLst>
                              <p:cond delay="2000"/>
                            </p:stCondLst>
                            <p:childTnLst>
                              <p:par>
                                <p:cTn id="39" presetID="22" presetClass="entr" presetSubtype="8" fill="hold"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250"/>
                                        <p:tgtEl>
                                          <p:spTgt spid="13"/>
                                        </p:tgtEl>
                                      </p:cBhvr>
                                    </p:animEffect>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32">
                                            <p:txEl>
                                              <p:pRg st="0" end="0"/>
                                            </p:txEl>
                                          </p:spTgt>
                                        </p:tgtEl>
                                        <p:attrNameLst>
                                          <p:attrName>style.visibility</p:attrName>
                                        </p:attrNameLst>
                                      </p:cBhvr>
                                      <p:to>
                                        <p:strVal val="visible"/>
                                      </p:to>
                                    </p:set>
                                    <p:animEffect transition="in" filter="wipe(left)">
                                      <p:cBhvr>
                                        <p:cTn id="45" dur="250"/>
                                        <p:tgtEl>
                                          <p:spTgt spid="32">
                                            <p:txEl>
                                              <p:pRg st="0" end="0"/>
                                            </p:txEl>
                                          </p:spTgt>
                                        </p:tgtEl>
                                      </p:cBhvr>
                                    </p:animEffect>
                                  </p:childTnLst>
                                </p:cTn>
                              </p:par>
                            </p:childTnLst>
                          </p:cTn>
                        </p:par>
                        <p:par>
                          <p:cTn id="46" fill="hold">
                            <p:stCondLst>
                              <p:cond delay="3000"/>
                            </p:stCondLst>
                            <p:childTnLst>
                              <p:par>
                                <p:cTn id="47" presetID="22" presetClass="entr" presetSubtype="8" fill="hold"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250"/>
                                        <p:tgtEl>
                                          <p:spTgt spid="16"/>
                                        </p:tgtEl>
                                      </p:cBhvr>
                                    </p:animEffect>
                                  </p:childTnLst>
                                </p:cTn>
                              </p:par>
                            </p:childTnLst>
                          </p:cTn>
                        </p:par>
                        <p:par>
                          <p:cTn id="50" fill="hold">
                            <p:stCondLst>
                              <p:cond delay="3500"/>
                            </p:stCondLst>
                            <p:childTnLst>
                              <p:par>
                                <p:cTn id="51" presetID="22" presetClass="entr" presetSubtype="8" fill="hold" grpId="0" nodeType="afterEffect">
                                  <p:stCondLst>
                                    <p:cond delay="0"/>
                                  </p:stCondLst>
                                  <p:childTnLst>
                                    <p:set>
                                      <p:cBhvr>
                                        <p:cTn id="52" dur="1" fill="hold">
                                          <p:stCondLst>
                                            <p:cond delay="0"/>
                                          </p:stCondLst>
                                        </p:cTn>
                                        <p:tgtEl>
                                          <p:spTgt spid="33">
                                            <p:txEl>
                                              <p:pRg st="0" end="0"/>
                                            </p:txEl>
                                          </p:spTgt>
                                        </p:tgtEl>
                                        <p:attrNameLst>
                                          <p:attrName>style.visibility</p:attrName>
                                        </p:attrNameLst>
                                      </p:cBhvr>
                                      <p:to>
                                        <p:strVal val="visible"/>
                                      </p:to>
                                    </p:set>
                                    <p:animEffect transition="in" filter="wipe(left)">
                                      <p:cBhvr>
                                        <p:cTn id="53" dur="250"/>
                                        <p:tgtEl>
                                          <p:spTgt spid="33">
                                            <p:txEl>
                                              <p:pRg st="0" end="0"/>
                                            </p:txEl>
                                          </p:spTgt>
                                        </p:tgtEl>
                                      </p:cBhvr>
                                    </p:animEffect>
                                  </p:childTnLst>
                                </p:cTn>
                              </p:par>
                            </p:childTnLst>
                          </p:cTn>
                        </p:par>
                        <p:par>
                          <p:cTn id="54" fill="hold">
                            <p:stCondLst>
                              <p:cond delay="4000"/>
                            </p:stCondLst>
                            <p:childTnLst>
                              <p:par>
                                <p:cTn id="55" presetID="22" presetClass="entr" presetSubtype="8" fill="hold"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250"/>
                                        <p:tgtEl>
                                          <p:spTgt spid="19"/>
                                        </p:tgtEl>
                                      </p:cBhvr>
                                    </p:animEffect>
                                  </p:childTnLst>
                                </p:cTn>
                              </p:par>
                            </p:childTnLst>
                          </p:cTn>
                        </p:par>
                        <p:par>
                          <p:cTn id="58" fill="hold">
                            <p:stCondLst>
                              <p:cond delay="4500"/>
                            </p:stCondLst>
                            <p:childTnLst>
                              <p:par>
                                <p:cTn id="59" presetID="22" presetClass="entr" presetSubtype="8" fill="hold" grpId="0" nodeType="afterEffect">
                                  <p:stCondLst>
                                    <p:cond delay="0"/>
                                  </p:stCondLst>
                                  <p:childTnLst>
                                    <p:set>
                                      <p:cBhvr>
                                        <p:cTn id="60" dur="1" fill="hold">
                                          <p:stCondLst>
                                            <p:cond delay="0"/>
                                          </p:stCondLst>
                                        </p:cTn>
                                        <p:tgtEl>
                                          <p:spTgt spid="34">
                                            <p:txEl>
                                              <p:pRg st="0" end="0"/>
                                            </p:txEl>
                                          </p:spTgt>
                                        </p:tgtEl>
                                        <p:attrNameLst>
                                          <p:attrName>style.visibility</p:attrName>
                                        </p:attrNameLst>
                                      </p:cBhvr>
                                      <p:to>
                                        <p:strVal val="visible"/>
                                      </p:to>
                                    </p:set>
                                    <p:animEffect transition="in" filter="wipe(left)">
                                      <p:cBhvr>
                                        <p:cTn id="61" dur="250"/>
                                        <p:tgtEl>
                                          <p:spTgt spid="34">
                                            <p:txEl>
                                              <p:pRg st="0" end="0"/>
                                            </p:txEl>
                                          </p:spTgt>
                                        </p:tgtEl>
                                      </p:cBhvr>
                                    </p:animEffect>
                                  </p:childTnLst>
                                </p:cTn>
                              </p:par>
                            </p:childTnLst>
                          </p:cTn>
                        </p:par>
                        <p:par>
                          <p:cTn id="62" fill="hold">
                            <p:stCondLst>
                              <p:cond delay="5000"/>
                            </p:stCondLst>
                            <p:childTnLst>
                              <p:par>
                                <p:cTn id="63" presetID="22" presetClass="entr" presetSubtype="8" fill="hold" nodeType="after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left)">
                                      <p:cBhvr>
                                        <p:cTn id="65" dur="250"/>
                                        <p:tgtEl>
                                          <p:spTgt spid="22"/>
                                        </p:tgtEl>
                                      </p:cBhvr>
                                    </p:animEffect>
                                  </p:childTnLst>
                                </p:cTn>
                              </p:par>
                            </p:childTnLst>
                          </p:cTn>
                        </p:par>
                        <p:par>
                          <p:cTn id="66" fill="hold">
                            <p:stCondLst>
                              <p:cond delay="5500"/>
                            </p:stCondLst>
                            <p:childTnLst>
                              <p:par>
                                <p:cTn id="67" presetID="22" presetClass="entr" presetSubtype="8" fill="hold" grpId="0" nodeType="afterEffect">
                                  <p:stCondLst>
                                    <p:cond delay="0"/>
                                  </p:stCondLst>
                                  <p:childTnLst>
                                    <p:set>
                                      <p:cBhvr>
                                        <p:cTn id="68" dur="1" fill="hold">
                                          <p:stCondLst>
                                            <p:cond delay="0"/>
                                          </p:stCondLst>
                                        </p:cTn>
                                        <p:tgtEl>
                                          <p:spTgt spid="35">
                                            <p:txEl>
                                              <p:pRg st="0" end="0"/>
                                            </p:txEl>
                                          </p:spTgt>
                                        </p:tgtEl>
                                        <p:attrNameLst>
                                          <p:attrName>style.visibility</p:attrName>
                                        </p:attrNameLst>
                                      </p:cBhvr>
                                      <p:to>
                                        <p:strVal val="visible"/>
                                      </p:to>
                                    </p:set>
                                    <p:animEffect transition="in" filter="wipe(left)">
                                      <p:cBhvr>
                                        <p:cTn id="69" dur="250"/>
                                        <p:tgtEl>
                                          <p:spTgt spid="35">
                                            <p:txEl>
                                              <p:pRg st="0" end="0"/>
                                            </p:txEl>
                                          </p:spTgt>
                                        </p:tgtEl>
                                      </p:cBhvr>
                                    </p:animEffect>
                                  </p:childTnLst>
                                </p:cTn>
                              </p:par>
                            </p:childTnLst>
                          </p:cTn>
                        </p:par>
                        <p:par>
                          <p:cTn id="70" fill="hold">
                            <p:stCondLst>
                              <p:cond delay="6000"/>
                            </p:stCondLst>
                            <p:childTnLst>
                              <p:par>
                                <p:cTn id="71" presetID="22" presetClass="entr" presetSubtype="8" fill="hold"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wipe(left)">
                                      <p:cBhvr>
                                        <p:cTn id="73" dur="250"/>
                                        <p:tgtEl>
                                          <p:spTgt spid="25"/>
                                        </p:tgtEl>
                                      </p:cBhvr>
                                    </p:animEffect>
                                  </p:childTnLst>
                                </p:cTn>
                              </p:par>
                            </p:childTnLst>
                          </p:cTn>
                        </p:par>
                        <p:par>
                          <p:cTn id="74" fill="hold">
                            <p:stCondLst>
                              <p:cond delay="6500"/>
                            </p:stCondLst>
                            <p:childTnLst>
                              <p:par>
                                <p:cTn id="75" presetID="22" presetClass="entr" presetSubtype="8" fill="hold" grpId="0" nodeType="afterEffect">
                                  <p:stCondLst>
                                    <p:cond delay="0"/>
                                  </p:stCondLst>
                                  <p:childTnLst>
                                    <p:set>
                                      <p:cBhvr>
                                        <p:cTn id="76" dur="1" fill="hold">
                                          <p:stCondLst>
                                            <p:cond delay="0"/>
                                          </p:stCondLst>
                                        </p:cTn>
                                        <p:tgtEl>
                                          <p:spTgt spid="36">
                                            <p:txEl>
                                              <p:pRg st="0" end="0"/>
                                            </p:txEl>
                                          </p:spTgt>
                                        </p:tgtEl>
                                        <p:attrNameLst>
                                          <p:attrName>style.visibility</p:attrName>
                                        </p:attrNameLst>
                                      </p:cBhvr>
                                      <p:to>
                                        <p:strVal val="visible"/>
                                      </p:to>
                                    </p:set>
                                    <p:animEffect transition="in" filter="wipe(left)">
                                      <p:cBhvr>
                                        <p:cTn id="77" dur="250"/>
                                        <p:tgtEl>
                                          <p:spTgt spid="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uild="p">
        <p:tmplLst>
          <p:tmpl lvl="1">
            <p:tnLst>
              <p:par>
                <p:cTn presetID="42"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anim calcmode="lin" valueType="num">
                      <p:cBhvr>
                        <p:cTn dur="500" fill="hold"/>
                        <p:tgtEl>
                          <p:spTgt spid="6"/>
                        </p:tgtEl>
                        <p:attrNameLst>
                          <p:attrName>ppt_x</p:attrName>
                        </p:attrNameLst>
                      </p:cBhvr>
                      <p:tavLst>
                        <p:tav tm="0">
                          <p:val>
                            <p:strVal val="#ppt_x"/>
                          </p:val>
                        </p:tav>
                        <p:tav tm="100000">
                          <p:val>
                            <p:strVal val="#ppt_x"/>
                          </p:val>
                        </p:tav>
                      </p:tavLst>
                    </p:anim>
                    <p:anim calcmode="lin" valueType="num">
                      <p:cBhvr>
                        <p:cTn dur="500" fill="hold"/>
                        <p:tgtEl>
                          <p:spTgt spid="6"/>
                        </p:tgtEl>
                        <p:attrNameLst>
                          <p:attrName>ppt_y</p:attrName>
                        </p:attrNameLst>
                      </p:cBhvr>
                      <p:tavLst>
                        <p:tav tm="0">
                          <p:val>
                            <p:strVal val="#ppt_y+.1"/>
                          </p:val>
                        </p:tav>
                        <p:tav tm="100000">
                          <p:val>
                            <p:strVal val="#ppt_y"/>
                          </p:val>
                        </p:tav>
                      </p:tavLst>
                    </p:anim>
                  </p:childTnLst>
                </p:cTn>
              </p:par>
            </p:tnLst>
          </p:tmpl>
        </p:tmplLst>
      </p:bldP>
      <p:bldP spid="7" grpId="0" build="p">
        <p:tmplLst>
          <p:tmpl lvl="1">
            <p:tnLst>
              <p:par>
                <p:cTn presetID="42" presetClass="entr" presetSubtype="0" fill="hold" nodeType="withEffect">
                  <p:stCondLst>
                    <p:cond delay="2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anim calcmode="lin" valueType="num">
                      <p:cBhvr>
                        <p:cTn dur="500" fill="hold"/>
                        <p:tgtEl>
                          <p:spTgt spid="7"/>
                        </p:tgtEl>
                        <p:attrNameLst>
                          <p:attrName>ppt_x</p:attrName>
                        </p:attrNameLst>
                      </p:cBhvr>
                      <p:tavLst>
                        <p:tav tm="0">
                          <p:val>
                            <p:strVal val="#ppt_x"/>
                          </p:val>
                        </p:tav>
                        <p:tav tm="100000">
                          <p:val>
                            <p:strVal val="#ppt_x"/>
                          </p:val>
                        </p:tav>
                      </p:tavLst>
                    </p:anim>
                    <p:anim calcmode="lin" valueType="num">
                      <p:cBhvr>
                        <p:cTn dur="500" fill="hold"/>
                        <p:tgtEl>
                          <p:spTgt spid="7"/>
                        </p:tgtEl>
                        <p:attrNameLst>
                          <p:attrName>ppt_y</p:attrName>
                        </p:attrNameLst>
                      </p:cBhvr>
                      <p:tavLst>
                        <p:tav tm="0">
                          <p:val>
                            <p:strVal val="#ppt_y+.1"/>
                          </p:val>
                        </p:tav>
                        <p:tav tm="100000">
                          <p:val>
                            <p:strVal val="#ppt_y"/>
                          </p:val>
                        </p:tav>
                      </p:tavLst>
                    </p:anim>
                  </p:childTnLst>
                </p:cTn>
              </p:par>
            </p:tnLst>
          </p:tmpl>
        </p:tmplLst>
      </p:bldP>
      <p:bldP spid="9" grpId="0"/>
      <p:bldP spid="28" grpId="0" build="p">
        <p:tmplLst>
          <p:tmpl lvl="1">
            <p:tnLst>
              <p:par>
                <p:cTn presetID="22" presetClass="entr" presetSubtype="8"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250"/>
                        <p:tgtEl>
                          <p:spTgt spid="28"/>
                        </p:tgtEl>
                      </p:cBhvr>
                    </p:animEffect>
                  </p:childTnLst>
                </p:cTn>
              </p:par>
            </p:tnLst>
          </p:tmpl>
        </p:tmplLst>
      </p:bldP>
      <p:bldP spid="32" grpId="0" build="p">
        <p:tmplLst>
          <p:tmpl lvl="1">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250"/>
                        <p:tgtEl>
                          <p:spTgt spid="32"/>
                        </p:tgtEl>
                      </p:cBhvr>
                    </p:animEffect>
                  </p:childTnLst>
                </p:cTn>
              </p:par>
            </p:tnLst>
          </p:tmpl>
        </p:tmplLst>
      </p:bldP>
      <p:bldP spid="33" grpId="0" build="p">
        <p:tmplLst>
          <p:tmpl lvl="1">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250"/>
                        <p:tgtEl>
                          <p:spTgt spid="33"/>
                        </p:tgtEl>
                      </p:cBhvr>
                    </p:animEffect>
                  </p:childTnLst>
                </p:cTn>
              </p:par>
            </p:tnLst>
          </p:tmpl>
        </p:tmplLst>
      </p:bldP>
      <p:bldP spid="34" grpId="0" build="p">
        <p:tmplLst>
          <p:tmpl lvl="1">
            <p:tnLst>
              <p:par>
                <p:cTn presetID="22" presetClass="entr" presetSubtype="8"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wipe(left)">
                      <p:cBhvr>
                        <p:cTn dur="250"/>
                        <p:tgtEl>
                          <p:spTgt spid="34"/>
                        </p:tgtEl>
                      </p:cBhvr>
                    </p:animEffect>
                  </p:childTnLst>
                </p:cTn>
              </p:par>
            </p:tnLst>
          </p:tmpl>
        </p:tmplLst>
      </p:bldP>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250"/>
                        <p:tgtEl>
                          <p:spTgt spid="35"/>
                        </p:tgtEl>
                      </p:cBhvr>
                    </p:animEffect>
                  </p:childTnLst>
                </p:cTn>
              </p:par>
            </p:tnLst>
          </p:tmpl>
        </p:tmplLst>
      </p:bldP>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250"/>
                        <p:tgtEl>
                          <p:spTgt spid="3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5" Type="http://schemas.openxmlformats.org/officeDocument/2006/relationships/slideLayout" Target="../slideLayouts/slideLayout2.xml"/><Relationship Id="rId54" Type="http://schemas.openxmlformats.org/officeDocument/2006/relationships/tags" Target="../tags/tag64.xml"/><Relationship Id="rId53" Type="http://schemas.openxmlformats.org/officeDocument/2006/relationships/tags" Target="../tags/tag63.xml"/><Relationship Id="rId52" Type="http://schemas.openxmlformats.org/officeDocument/2006/relationships/tags" Target="../tags/tag62.xml"/><Relationship Id="rId51" Type="http://schemas.openxmlformats.org/officeDocument/2006/relationships/tags" Target="../tags/tag61.xml"/><Relationship Id="rId50" Type="http://schemas.openxmlformats.org/officeDocument/2006/relationships/tags" Target="../tags/tag60.xml"/><Relationship Id="rId5" Type="http://schemas.openxmlformats.org/officeDocument/2006/relationships/tags" Target="../tags/tag15.xml"/><Relationship Id="rId49" Type="http://schemas.openxmlformats.org/officeDocument/2006/relationships/tags" Target="../tags/tag59.xml"/><Relationship Id="rId48" Type="http://schemas.openxmlformats.org/officeDocument/2006/relationships/tags" Target="../tags/tag58.xml"/><Relationship Id="rId47" Type="http://schemas.openxmlformats.org/officeDocument/2006/relationships/tags" Target="../tags/tag57.xml"/><Relationship Id="rId46" Type="http://schemas.openxmlformats.org/officeDocument/2006/relationships/tags" Target="../tags/tag56.xml"/><Relationship Id="rId45" Type="http://schemas.openxmlformats.org/officeDocument/2006/relationships/tags" Target="../tags/tag55.xml"/><Relationship Id="rId44" Type="http://schemas.openxmlformats.org/officeDocument/2006/relationships/tags" Target="../tags/tag54.xml"/><Relationship Id="rId43" Type="http://schemas.openxmlformats.org/officeDocument/2006/relationships/tags" Target="../tags/tag53.xml"/><Relationship Id="rId42" Type="http://schemas.openxmlformats.org/officeDocument/2006/relationships/tags" Target="../tags/tag52.xml"/><Relationship Id="rId41" Type="http://schemas.openxmlformats.org/officeDocument/2006/relationships/tags" Target="../tags/tag51.xml"/><Relationship Id="rId40" Type="http://schemas.openxmlformats.org/officeDocument/2006/relationships/tags" Target="../tags/tag50.xml"/><Relationship Id="rId4" Type="http://schemas.openxmlformats.org/officeDocument/2006/relationships/tags" Target="../tags/tag14.xml"/><Relationship Id="rId39" Type="http://schemas.openxmlformats.org/officeDocument/2006/relationships/tags" Target="../tags/tag49.xml"/><Relationship Id="rId38" Type="http://schemas.openxmlformats.org/officeDocument/2006/relationships/tags" Target="../tags/tag48.xml"/><Relationship Id="rId37" Type="http://schemas.openxmlformats.org/officeDocument/2006/relationships/tags" Target="../tags/tag47.xml"/><Relationship Id="rId36" Type="http://schemas.openxmlformats.org/officeDocument/2006/relationships/tags" Target="../tags/tag46.xml"/><Relationship Id="rId35" Type="http://schemas.openxmlformats.org/officeDocument/2006/relationships/tags" Target="../tags/tag45.xml"/><Relationship Id="rId34" Type="http://schemas.openxmlformats.org/officeDocument/2006/relationships/tags" Target="../tags/tag44.xml"/><Relationship Id="rId33" Type="http://schemas.openxmlformats.org/officeDocument/2006/relationships/tags" Target="../tags/tag43.xml"/><Relationship Id="rId32" Type="http://schemas.openxmlformats.org/officeDocument/2006/relationships/tags" Target="../tags/tag42.xml"/><Relationship Id="rId31" Type="http://schemas.openxmlformats.org/officeDocument/2006/relationships/tags" Target="../tags/tag41.xml"/><Relationship Id="rId30" Type="http://schemas.openxmlformats.org/officeDocument/2006/relationships/tags" Target="../tags/tag40.xml"/><Relationship Id="rId3" Type="http://schemas.openxmlformats.org/officeDocument/2006/relationships/tags" Target="../tags/tag13.xml"/><Relationship Id="rId29" Type="http://schemas.openxmlformats.org/officeDocument/2006/relationships/tags" Target="../tags/tag39.xml"/><Relationship Id="rId28" Type="http://schemas.openxmlformats.org/officeDocument/2006/relationships/tags" Target="../tags/tag38.xml"/><Relationship Id="rId27" Type="http://schemas.openxmlformats.org/officeDocument/2006/relationships/tags" Target="../tags/tag37.xml"/><Relationship Id="rId26" Type="http://schemas.openxmlformats.org/officeDocument/2006/relationships/tags" Target="../tags/tag36.xml"/><Relationship Id="rId25" Type="http://schemas.openxmlformats.org/officeDocument/2006/relationships/tags" Target="../tags/tag35.xml"/><Relationship Id="rId24" Type="http://schemas.openxmlformats.org/officeDocument/2006/relationships/tags" Target="../tags/tag34.xml"/><Relationship Id="rId23" Type="http://schemas.openxmlformats.org/officeDocument/2006/relationships/tags" Target="../tags/tag33.xml"/><Relationship Id="rId22" Type="http://schemas.openxmlformats.org/officeDocument/2006/relationships/tags" Target="../tags/tag32.xml"/><Relationship Id="rId21" Type="http://schemas.openxmlformats.org/officeDocument/2006/relationships/tags" Target="../tags/tag31.xml"/><Relationship Id="rId20" Type="http://schemas.openxmlformats.org/officeDocument/2006/relationships/tags" Target="../tags/tag30.xml"/><Relationship Id="rId2" Type="http://schemas.openxmlformats.org/officeDocument/2006/relationships/tags" Target="../tags/tag12.xml"/><Relationship Id="rId19" Type="http://schemas.openxmlformats.org/officeDocument/2006/relationships/tags" Target="../tags/tag29.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p:txBody>
          <a:bodyPr/>
          <a:lstStyle/>
          <a:p>
            <a:pPr algn="ctr"/>
            <a:r>
              <a:rPr lang="zh-CN" altLang="en-US" sz="5400" dirty="0">
                <a:cs typeface="+mn-ea"/>
              </a:rPr>
              <a:t>阿尔茨</a:t>
            </a:r>
            <a:r>
              <a:rPr lang="zh-CN" altLang="en-US" sz="5400" dirty="0">
                <a:cs typeface="+mn-ea"/>
              </a:rPr>
              <a:t>海默病</a:t>
            </a:r>
            <a:endParaRPr lang="zh-CN" altLang="en-US" sz="5400" dirty="0">
              <a:cs typeface="+mn-ea"/>
            </a:endParaRPr>
          </a:p>
          <a:p>
            <a:endParaRPr lang="zh-CN" altLang="en-US" sz="5400" dirty="0"/>
          </a:p>
        </p:txBody>
      </p:sp>
      <p:sp>
        <p:nvSpPr>
          <p:cNvPr id="15" name="文本占位符 14"/>
          <p:cNvSpPr>
            <a:spLocks noGrp="1"/>
          </p:cNvSpPr>
          <p:nvPr>
            <p:ph type="body" sz="quarter" idx="11"/>
          </p:nvPr>
        </p:nvSpPr>
        <p:spPr>
          <a:xfrm>
            <a:off x="667385" y="1870075"/>
            <a:ext cx="5798185" cy="693420"/>
          </a:xfrm>
        </p:spPr>
        <p:txBody>
          <a:bodyPr/>
          <a:lstStyle/>
          <a:p>
            <a:pPr algn="ctr"/>
            <a:r>
              <a:rPr lang="zh-CN" altLang="en-US" dirty="0"/>
              <a:t>研究</a:t>
            </a:r>
            <a:r>
              <a:rPr lang="zh-CN" altLang="en-US" dirty="0"/>
              <a:t>主题</a:t>
            </a:r>
            <a:endParaRPr lang="zh-CN" altLang="en-US" dirty="0"/>
          </a:p>
        </p:txBody>
      </p:sp>
      <p:sp>
        <p:nvSpPr>
          <p:cNvPr id="5" name="文本占位符 4"/>
          <p:cNvSpPr>
            <a:spLocks noGrp="1"/>
          </p:cNvSpPr>
          <p:nvPr>
            <p:ph type="body" sz="quarter" idx="17"/>
          </p:nvPr>
        </p:nvSpPr>
        <p:spPr>
          <a:xfrm>
            <a:off x="688975" y="4361180"/>
            <a:ext cx="4122420" cy="347980"/>
          </a:xfrm>
        </p:spPr>
        <p:txBody>
          <a:bodyPr/>
          <a:lstStyle/>
          <a:p>
            <a:r>
              <a:rPr lang="zh-CN" altLang="en-US" dirty="0">
                <a:latin typeface="Arial" panose="020B0604020202020204"/>
                <a:cs typeface="+mn-ea"/>
              </a:rPr>
              <a:t>组内</a:t>
            </a:r>
            <a:r>
              <a:rPr lang="zh-CN" altLang="en-US" dirty="0">
                <a:latin typeface="Arial" panose="020B0604020202020204"/>
                <a:cs typeface="+mn-ea"/>
              </a:rPr>
              <a:t>成员：武梦悦</a:t>
            </a:r>
            <a:r>
              <a:rPr lang="en-US" altLang="zh-CN" dirty="0">
                <a:latin typeface="Arial" panose="020B0604020202020204"/>
                <a:cs typeface="+mn-ea"/>
              </a:rPr>
              <a:t>   </a:t>
            </a:r>
            <a:r>
              <a:rPr lang="zh-CN" altLang="en-US" dirty="0">
                <a:latin typeface="Arial" panose="020B0604020202020204"/>
                <a:cs typeface="+mn-ea"/>
              </a:rPr>
              <a:t>李钰媛</a:t>
            </a:r>
            <a:r>
              <a:rPr lang="en-US" altLang="zh-CN" dirty="0">
                <a:latin typeface="Arial" panose="020B0604020202020204"/>
                <a:cs typeface="+mn-ea"/>
              </a:rPr>
              <a:t>   </a:t>
            </a:r>
            <a:r>
              <a:rPr lang="zh-CN" altLang="en-US" dirty="0">
                <a:latin typeface="Arial" panose="020B0604020202020204"/>
                <a:cs typeface="+mn-ea"/>
              </a:rPr>
              <a:t>张雯清</a:t>
            </a:r>
            <a:r>
              <a:rPr lang="en-US" altLang="zh-CN" dirty="0">
                <a:latin typeface="Arial" panose="020B0604020202020204"/>
                <a:cs typeface="+mn-ea"/>
              </a:rPr>
              <a:t> </a:t>
            </a:r>
            <a:endParaRPr lang="zh-CN" altLang="en-US" dirty="0">
              <a:latin typeface="Arial" panose="020B0604020202020204"/>
              <a:cs typeface="+mn-ea"/>
            </a:endParaRPr>
          </a:p>
          <a:p>
            <a:endParaRPr lang="zh-CN" altLang="en-US" dirty="0"/>
          </a:p>
          <a:p>
            <a:endParaRPr lang="zh-CN" altLang="en-US" dirty="0"/>
          </a:p>
        </p:txBody>
      </p:sp>
      <p:sp>
        <p:nvSpPr>
          <p:cNvPr id="7" name="文本占位符 6"/>
          <p:cNvSpPr>
            <a:spLocks noGrp="1"/>
          </p:cNvSpPr>
          <p:nvPr>
            <p:ph type="body" sz="quarter" idx="19"/>
          </p:nvPr>
        </p:nvSpPr>
        <p:spPr/>
        <p:txBody>
          <a:bodyPr/>
          <a:lstStyle/>
          <a:p>
            <a:r>
              <a:rPr lang="zh-CN" altLang="zh-CN" dirty="0"/>
              <a:t>汇报日期：</a:t>
            </a:r>
            <a:r>
              <a:rPr lang="en-US" altLang="zh-CN" dirty="0"/>
              <a:t>2024/03/22</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8"/>
          <p:cNvGrpSpPr/>
          <p:nvPr>
            <p:custDataLst>
              <p:tags r:id="rId1"/>
            </p:custDataLst>
          </p:nvPr>
        </p:nvGrpSpPr>
        <p:grpSpPr>
          <a:xfrm>
            <a:off x="6237602" y="1758101"/>
            <a:ext cx="495959" cy="495959"/>
            <a:chOff x="6932134" y="1758101"/>
            <a:chExt cx="495959" cy="495959"/>
          </a:xfrm>
        </p:grpSpPr>
        <p:sp>
          <p:nvSpPr>
            <p:cNvPr id="57" name="íṥļîḓê"/>
            <p:cNvSpPr/>
            <p:nvPr>
              <p:custDataLst>
                <p:tags r:id="rId2"/>
              </p:custDataLst>
            </p:nvPr>
          </p:nvSpPr>
          <p:spPr>
            <a:xfrm>
              <a:off x="6932134" y="175810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58" name="íṥlíḓê"/>
            <p:cNvSpPr/>
            <p:nvPr>
              <p:custDataLst>
                <p:tags r:id="rId3"/>
              </p:custDataLst>
            </p:nvPr>
          </p:nvSpPr>
          <p:spPr>
            <a:xfrm>
              <a:off x="6977987" y="180395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59" name="ïśļiḑé"/>
            <p:cNvSpPr/>
            <p:nvPr>
              <p:custDataLst>
                <p:tags r:id="rId4"/>
              </p:custDataLst>
            </p:nvPr>
          </p:nvSpPr>
          <p:spPr>
            <a:xfrm>
              <a:off x="7090908" y="1881762"/>
              <a:ext cx="178407" cy="248637"/>
            </a:xfrm>
            <a:custGeom>
              <a:avLst/>
              <a:gdLst>
                <a:gd name="T0" fmla="*/ 2988 w 2988"/>
                <a:gd name="T1" fmla="*/ 865 h 4170"/>
                <a:gd name="T2" fmla="*/ 2988 w 2988"/>
                <a:gd name="T3" fmla="*/ 0 h 4170"/>
                <a:gd name="T4" fmla="*/ 2123 w 2988"/>
                <a:gd name="T5" fmla="*/ 0 h 4170"/>
                <a:gd name="T6" fmla="*/ 2123 w 2988"/>
                <a:gd name="T7" fmla="*/ 253 h 4170"/>
                <a:gd name="T8" fmla="*/ 1347 w 2988"/>
                <a:gd name="T9" fmla="*/ 253 h 4170"/>
                <a:gd name="T10" fmla="*/ 1347 w 2988"/>
                <a:gd name="T11" fmla="*/ 1952 h 4170"/>
                <a:gd name="T12" fmla="*/ 1134 w 2988"/>
                <a:gd name="T13" fmla="*/ 1952 h 4170"/>
                <a:gd name="T14" fmla="*/ 1134 w 2988"/>
                <a:gd name="T15" fmla="*/ 1486 h 4170"/>
                <a:gd name="T16" fmla="*/ 0 w 2988"/>
                <a:gd name="T17" fmla="*/ 1486 h 4170"/>
                <a:gd name="T18" fmla="*/ 0 w 2988"/>
                <a:gd name="T19" fmla="*/ 2621 h 4170"/>
                <a:gd name="T20" fmla="*/ 1134 w 2988"/>
                <a:gd name="T21" fmla="*/ 2621 h 4170"/>
                <a:gd name="T22" fmla="*/ 1134 w 2988"/>
                <a:gd name="T23" fmla="*/ 2155 h 4170"/>
                <a:gd name="T24" fmla="*/ 1347 w 2988"/>
                <a:gd name="T25" fmla="*/ 2155 h 4170"/>
                <a:gd name="T26" fmla="*/ 1347 w 2988"/>
                <a:gd name="T27" fmla="*/ 3854 h 4170"/>
                <a:gd name="T28" fmla="*/ 2123 w 2988"/>
                <a:gd name="T29" fmla="*/ 3854 h 4170"/>
                <a:gd name="T30" fmla="*/ 2123 w 2988"/>
                <a:gd name="T31" fmla="*/ 4170 h 4170"/>
                <a:gd name="T32" fmla="*/ 2988 w 2988"/>
                <a:gd name="T33" fmla="*/ 4170 h 4170"/>
                <a:gd name="T34" fmla="*/ 2988 w 2988"/>
                <a:gd name="T35" fmla="*/ 3305 h 4170"/>
                <a:gd name="T36" fmla="*/ 2123 w 2988"/>
                <a:gd name="T37" fmla="*/ 3305 h 4170"/>
                <a:gd name="T38" fmla="*/ 2123 w 2988"/>
                <a:gd name="T39" fmla="*/ 3651 h 4170"/>
                <a:gd name="T40" fmla="*/ 1551 w 2988"/>
                <a:gd name="T41" fmla="*/ 3651 h 4170"/>
                <a:gd name="T42" fmla="*/ 1551 w 2988"/>
                <a:gd name="T43" fmla="*/ 2155 h 4170"/>
                <a:gd name="T44" fmla="*/ 2123 w 2988"/>
                <a:gd name="T45" fmla="*/ 2155 h 4170"/>
                <a:gd name="T46" fmla="*/ 2123 w 2988"/>
                <a:gd name="T47" fmla="*/ 2486 h 4170"/>
                <a:gd name="T48" fmla="*/ 2988 w 2988"/>
                <a:gd name="T49" fmla="*/ 2486 h 4170"/>
                <a:gd name="T50" fmla="*/ 2988 w 2988"/>
                <a:gd name="T51" fmla="*/ 1621 h 4170"/>
                <a:gd name="T52" fmla="*/ 2123 w 2988"/>
                <a:gd name="T53" fmla="*/ 1621 h 4170"/>
                <a:gd name="T54" fmla="*/ 2123 w 2988"/>
                <a:gd name="T55" fmla="*/ 1952 h 4170"/>
                <a:gd name="T56" fmla="*/ 1551 w 2988"/>
                <a:gd name="T57" fmla="*/ 1952 h 4170"/>
                <a:gd name="T58" fmla="*/ 1551 w 2988"/>
                <a:gd name="T59" fmla="*/ 456 h 4170"/>
                <a:gd name="T60" fmla="*/ 2123 w 2988"/>
                <a:gd name="T61" fmla="*/ 456 h 4170"/>
                <a:gd name="T62" fmla="*/ 2123 w 2988"/>
                <a:gd name="T63" fmla="*/ 865 h 4170"/>
                <a:gd name="T64" fmla="*/ 2988 w 2988"/>
                <a:gd name="T65" fmla="*/ 865 h 4170"/>
                <a:gd name="T66" fmla="*/ 2785 w 2988"/>
                <a:gd name="T67" fmla="*/ 203 h 4170"/>
                <a:gd name="T68" fmla="*/ 2785 w 2988"/>
                <a:gd name="T69" fmla="*/ 661 h 4170"/>
                <a:gd name="T70" fmla="*/ 2327 w 2988"/>
                <a:gd name="T71" fmla="*/ 661 h 4170"/>
                <a:gd name="T72" fmla="*/ 2327 w 2988"/>
                <a:gd name="T73" fmla="*/ 203 h 4170"/>
                <a:gd name="T74" fmla="*/ 2785 w 2988"/>
                <a:gd name="T75" fmla="*/ 203 h 4170"/>
                <a:gd name="T76" fmla="*/ 2785 w 2988"/>
                <a:gd name="T77" fmla="*/ 1825 h 4170"/>
                <a:gd name="T78" fmla="*/ 2785 w 2988"/>
                <a:gd name="T79" fmla="*/ 2283 h 4170"/>
                <a:gd name="T80" fmla="*/ 2327 w 2988"/>
                <a:gd name="T81" fmla="*/ 2283 h 4170"/>
                <a:gd name="T82" fmla="*/ 2327 w 2988"/>
                <a:gd name="T83" fmla="*/ 1825 h 4170"/>
                <a:gd name="T84" fmla="*/ 2785 w 2988"/>
                <a:gd name="T85" fmla="*/ 1825 h 4170"/>
                <a:gd name="T86" fmla="*/ 2785 w 2988"/>
                <a:gd name="T87" fmla="*/ 3508 h 4170"/>
                <a:gd name="T88" fmla="*/ 2785 w 2988"/>
                <a:gd name="T89" fmla="*/ 3967 h 4170"/>
                <a:gd name="T90" fmla="*/ 2327 w 2988"/>
                <a:gd name="T91" fmla="*/ 3967 h 4170"/>
                <a:gd name="T92" fmla="*/ 2327 w 2988"/>
                <a:gd name="T93" fmla="*/ 3508 h 4170"/>
                <a:gd name="T94" fmla="*/ 2785 w 2988"/>
                <a:gd name="T95" fmla="*/ 3508 h 4170"/>
                <a:gd name="T96" fmla="*/ 203 w 2988"/>
                <a:gd name="T97" fmla="*/ 2418 h 4170"/>
                <a:gd name="T98" fmla="*/ 203 w 2988"/>
                <a:gd name="T99" fmla="*/ 1690 h 4170"/>
                <a:gd name="T100" fmla="*/ 931 w 2988"/>
                <a:gd name="T101" fmla="*/ 1690 h 4170"/>
                <a:gd name="T102" fmla="*/ 931 w 2988"/>
                <a:gd name="T103" fmla="*/ 2418 h 4170"/>
                <a:gd name="T104" fmla="*/ 203 w 2988"/>
                <a:gd name="T105" fmla="*/ 2418 h 4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88" h="4170">
                  <a:moveTo>
                    <a:pt x="2988" y="865"/>
                  </a:moveTo>
                  <a:lnTo>
                    <a:pt x="2988" y="0"/>
                  </a:lnTo>
                  <a:lnTo>
                    <a:pt x="2123" y="0"/>
                  </a:lnTo>
                  <a:lnTo>
                    <a:pt x="2123" y="253"/>
                  </a:lnTo>
                  <a:lnTo>
                    <a:pt x="1347" y="253"/>
                  </a:lnTo>
                  <a:lnTo>
                    <a:pt x="1347" y="1952"/>
                  </a:lnTo>
                  <a:lnTo>
                    <a:pt x="1134" y="1952"/>
                  </a:lnTo>
                  <a:lnTo>
                    <a:pt x="1134" y="1486"/>
                  </a:lnTo>
                  <a:lnTo>
                    <a:pt x="0" y="1486"/>
                  </a:lnTo>
                  <a:lnTo>
                    <a:pt x="0" y="2621"/>
                  </a:lnTo>
                  <a:lnTo>
                    <a:pt x="1134" y="2621"/>
                  </a:lnTo>
                  <a:lnTo>
                    <a:pt x="1134" y="2155"/>
                  </a:lnTo>
                  <a:lnTo>
                    <a:pt x="1347" y="2155"/>
                  </a:lnTo>
                  <a:lnTo>
                    <a:pt x="1347" y="3854"/>
                  </a:lnTo>
                  <a:lnTo>
                    <a:pt x="2123" y="3854"/>
                  </a:lnTo>
                  <a:lnTo>
                    <a:pt x="2123" y="4170"/>
                  </a:lnTo>
                  <a:lnTo>
                    <a:pt x="2988" y="4170"/>
                  </a:lnTo>
                  <a:lnTo>
                    <a:pt x="2988" y="3305"/>
                  </a:lnTo>
                  <a:lnTo>
                    <a:pt x="2123" y="3305"/>
                  </a:lnTo>
                  <a:lnTo>
                    <a:pt x="2123" y="3651"/>
                  </a:lnTo>
                  <a:lnTo>
                    <a:pt x="1551" y="3651"/>
                  </a:lnTo>
                  <a:lnTo>
                    <a:pt x="1551" y="2155"/>
                  </a:lnTo>
                  <a:lnTo>
                    <a:pt x="2123" y="2155"/>
                  </a:lnTo>
                  <a:lnTo>
                    <a:pt x="2123" y="2486"/>
                  </a:lnTo>
                  <a:lnTo>
                    <a:pt x="2988" y="2486"/>
                  </a:lnTo>
                  <a:lnTo>
                    <a:pt x="2988" y="1621"/>
                  </a:lnTo>
                  <a:lnTo>
                    <a:pt x="2123" y="1621"/>
                  </a:lnTo>
                  <a:lnTo>
                    <a:pt x="2123" y="1952"/>
                  </a:lnTo>
                  <a:lnTo>
                    <a:pt x="1551" y="1952"/>
                  </a:lnTo>
                  <a:lnTo>
                    <a:pt x="1551" y="456"/>
                  </a:lnTo>
                  <a:lnTo>
                    <a:pt x="2123" y="456"/>
                  </a:lnTo>
                  <a:lnTo>
                    <a:pt x="2123" y="865"/>
                  </a:lnTo>
                  <a:cubicBezTo>
                    <a:pt x="2123" y="865"/>
                    <a:pt x="2988" y="865"/>
                    <a:pt x="2988" y="865"/>
                  </a:cubicBezTo>
                  <a:close/>
                  <a:moveTo>
                    <a:pt x="2785" y="203"/>
                  </a:moveTo>
                  <a:lnTo>
                    <a:pt x="2785" y="661"/>
                  </a:lnTo>
                  <a:lnTo>
                    <a:pt x="2327" y="661"/>
                  </a:lnTo>
                  <a:lnTo>
                    <a:pt x="2327" y="203"/>
                  </a:lnTo>
                  <a:lnTo>
                    <a:pt x="2785" y="203"/>
                  </a:lnTo>
                  <a:close/>
                  <a:moveTo>
                    <a:pt x="2785" y="1825"/>
                  </a:moveTo>
                  <a:lnTo>
                    <a:pt x="2785" y="2283"/>
                  </a:lnTo>
                  <a:lnTo>
                    <a:pt x="2327" y="2283"/>
                  </a:lnTo>
                  <a:lnTo>
                    <a:pt x="2327" y="1825"/>
                  </a:lnTo>
                  <a:lnTo>
                    <a:pt x="2785" y="1825"/>
                  </a:lnTo>
                  <a:close/>
                  <a:moveTo>
                    <a:pt x="2785" y="3508"/>
                  </a:moveTo>
                  <a:lnTo>
                    <a:pt x="2785" y="3967"/>
                  </a:lnTo>
                  <a:lnTo>
                    <a:pt x="2327" y="3967"/>
                  </a:lnTo>
                  <a:lnTo>
                    <a:pt x="2327" y="3508"/>
                  </a:lnTo>
                  <a:lnTo>
                    <a:pt x="2785" y="3508"/>
                  </a:lnTo>
                  <a:close/>
                  <a:moveTo>
                    <a:pt x="203" y="2418"/>
                  </a:moveTo>
                  <a:lnTo>
                    <a:pt x="203" y="1690"/>
                  </a:lnTo>
                  <a:lnTo>
                    <a:pt x="931" y="1690"/>
                  </a:lnTo>
                  <a:lnTo>
                    <a:pt x="931" y="2418"/>
                  </a:lnTo>
                  <a:lnTo>
                    <a:pt x="203" y="2418"/>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60" name="Group 12"/>
          <p:cNvGrpSpPr/>
          <p:nvPr>
            <p:custDataLst>
              <p:tags r:id="rId5"/>
            </p:custDataLst>
          </p:nvPr>
        </p:nvGrpSpPr>
        <p:grpSpPr>
          <a:xfrm>
            <a:off x="6418415" y="2706714"/>
            <a:ext cx="495959" cy="495959"/>
            <a:chOff x="7112947" y="2706714"/>
            <a:chExt cx="495959" cy="495959"/>
          </a:xfrm>
        </p:grpSpPr>
        <p:sp>
          <p:nvSpPr>
            <p:cNvPr id="61" name="íṥļîḓê"/>
            <p:cNvSpPr/>
            <p:nvPr>
              <p:custDataLst>
                <p:tags r:id="rId6"/>
              </p:custDataLst>
            </p:nvPr>
          </p:nvSpPr>
          <p:spPr>
            <a:xfrm>
              <a:off x="7112947" y="2706714"/>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2" name="íṥlíḓê"/>
            <p:cNvSpPr/>
            <p:nvPr>
              <p:custDataLst>
                <p:tags r:id="rId7"/>
              </p:custDataLst>
            </p:nvPr>
          </p:nvSpPr>
          <p:spPr>
            <a:xfrm>
              <a:off x="7158800" y="2752567"/>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3" name="ïśļiḑé"/>
            <p:cNvSpPr/>
            <p:nvPr>
              <p:custDataLst>
                <p:tags r:id="rId8"/>
              </p:custDataLst>
            </p:nvPr>
          </p:nvSpPr>
          <p:spPr>
            <a:xfrm>
              <a:off x="7248037" y="2838718"/>
              <a:ext cx="248637" cy="231950"/>
            </a:xfrm>
            <a:custGeom>
              <a:avLst/>
              <a:gdLst>
                <a:gd name="connsiteX0" fmla="*/ 458082 w 607556"/>
                <a:gd name="connsiteY0" fmla="*/ 325653 h 566782"/>
                <a:gd name="connsiteX1" fmla="*/ 374600 w 607556"/>
                <a:gd name="connsiteY1" fmla="*/ 409022 h 566782"/>
                <a:gd name="connsiteX2" fmla="*/ 458082 w 607556"/>
                <a:gd name="connsiteY2" fmla="*/ 492390 h 566782"/>
                <a:gd name="connsiteX3" fmla="*/ 541563 w 607556"/>
                <a:gd name="connsiteY3" fmla="*/ 409022 h 566782"/>
                <a:gd name="connsiteX4" fmla="*/ 458082 w 607556"/>
                <a:gd name="connsiteY4" fmla="*/ 325653 h 566782"/>
                <a:gd name="connsiteX5" fmla="*/ 163038 w 607556"/>
                <a:gd name="connsiteY5" fmla="*/ 232584 h 566782"/>
                <a:gd name="connsiteX6" fmla="*/ 349408 w 607556"/>
                <a:gd name="connsiteY6" fmla="*/ 232584 h 566782"/>
                <a:gd name="connsiteX7" fmla="*/ 372726 w 607556"/>
                <a:gd name="connsiteY7" fmla="*/ 255871 h 566782"/>
                <a:gd name="connsiteX8" fmla="*/ 349408 w 607556"/>
                <a:gd name="connsiteY8" fmla="*/ 279157 h 566782"/>
                <a:gd name="connsiteX9" fmla="*/ 163038 w 607556"/>
                <a:gd name="connsiteY9" fmla="*/ 279157 h 566782"/>
                <a:gd name="connsiteX10" fmla="*/ 139719 w 607556"/>
                <a:gd name="connsiteY10" fmla="*/ 255871 h 566782"/>
                <a:gd name="connsiteX11" fmla="*/ 163038 w 607556"/>
                <a:gd name="connsiteY11" fmla="*/ 232584 h 566782"/>
                <a:gd name="connsiteX12" fmla="*/ 395968 w 607556"/>
                <a:gd name="connsiteY12" fmla="*/ 93076 h 566782"/>
                <a:gd name="connsiteX13" fmla="*/ 419299 w 607556"/>
                <a:gd name="connsiteY13" fmla="*/ 116283 h 566782"/>
                <a:gd name="connsiteX14" fmla="*/ 419299 w 607556"/>
                <a:gd name="connsiteY14" fmla="*/ 116372 h 566782"/>
                <a:gd name="connsiteX15" fmla="*/ 395968 w 607556"/>
                <a:gd name="connsiteY15" fmla="*/ 139579 h 566782"/>
                <a:gd name="connsiteX16" fmla="*/ 372726 w 607556"/>
                <a:gd name="connsiteY16" fmla="*/ 116372 h 566782"/>
                <a:gd name="connsiteX17" fmla="*/ 395968 w 607556"/>
                <a:gd name="connsiteY17" fmla="*/ 93076 h 566782"/>
                <a:gd name="connsiteX18" fmla="*/ 302787 w 607556"/>
                <a:gd name="connsiteY18" fmla="*/ 93076 h 566782"/>
                <a:gd name="connsiteX19" fmla="*/ 326083 w 607556"/>
                <a:gd name="connsiteY19" fmla="*/ 116283 h 566782"/>
                <a:gd name="connsiteX20" fmla="*/ 326083 w 607556"/>
                <a:gd name="connsiteY20" fmla="*/ 116372 h 566782"/>
                <a:gd name="connsiteX21" fmla="*/ 302787 w 607556"/>
                <a:gd name="connsiteY21" fmla="*/ 139579 h 566782"/>
                <a:gd name="connsiteX22" fmla="*/ 279580 w 607556"/>
                <a:gd name="connsiteY22" fmla="*/ 116372 h 566782"/>
                <a:gd name="connsiteX23" fmla="*/ 302787 w 607556"/>
                <a:gd name="connsiteY23" fmla="*/ 93076 h 566782"/>
                <a:gd name="connsiteX24" fmla="*/ 209694 w 607556"/>
                <a:gd name="connsiteY24" fmla="*/ 93076 h 566782"/>
                <a:gd name="connsiteX25" fmla="*/ 232936 w 607556"/>
                <a:gd name="connsiteY25" fmla="*/ 116283 h 566782"/>
                <a:gd name="connsiteX26" fmla="*/ 232936 w 607556"/>
                <a:gd name="connsiteY26" fmla="*/ 116372 h 566782"/>
                <a:gd name="connsiteX27" fmla="*/ 209694 w 607556"/>
                <a:gd name="connsiteY27" fmla="*/ 139579 h 566782"/>
                <a:gd name="connsiteX28" fmla="*/ 186363 w 607556"/>
                <a:gd name="connsiteY28" fmla="*/ 116372 h 566782"/>
                <a:gd name="connsiteX29" fmla="*/ 209694 w 607556"/>
                <a:gd name="connsiteY29" fmla="*/ 93076 h 566782"/>
                <a:gd name="connsiteX30" fmla="*/ 46547 w 607556"/>
                <a:gd name="connsiteY30" fmla="*/ 46484 h 566782"/>
                <a:gd name="connsiteX31" fmla="*/ 46547 w 607556"/>
                <a:gd name="connsiteY31" fmla="*/ 418710 h 566782"/>
                <a:gd name="connsiteX32" fmla="*/ 328409 w 607556"/>
                <a:gd name="connsiteY32" fmla="*/ 418710 h 566782"/>
                <a:gd name="connsiteX33" fmla="*/ 328053 w 607556"/>
                <a:gd name="connsiteY33" fmla="*/ 409022 h 566782"/>
                <a:gd name="connsiteX34" fmla="*/ 333393 w 607556"/>
                <a:gd name="connsiteY34" fmla="*/ 372226 h 566782"/>
                <a:gd name="connsiteX35" fmla="*/ 116501 w 607556"/>
                <a:gd name="connsiteY35" fmla="*/ 372226 h 566782"/>
                <a:gd name="connsiteX36" fmla="*/ 93183 w 607556"/>
                <a:gd name="connsiteY36" fmla="*/ 348939 h 566782"/>
                <a:gd name="connsiteX37" fmla="*/ 116501 w 607556"/>
                <a:gd name="connsiteY37" fmla="*/ 325653 h 566782"/>
                <a:gd name="connsiteX38" fmla="*/ 358491 w 607556"/>
                <a:gd name="connsiteY38" fmla="*/ 325653 h 566782"/>
                <a:gd name="connsiteX39" fmla="*/ 458082 w 607556"/>
                <a:gd name="connsiteY39" fmla="*/ 279169 h 566782"/>
                <a:gd name="connsiteX40" fmla="*/ 465913 w 607556"/>
                <a:gd name="connsiteY40" fmla="*/ 279347 h 566782"/>
                <a:gd name="connsiteX41" fmla="*/ 465913 w 607556"/>
                <a:gd name="connsiteY41" fmla="*/ 46484 h 566782"/>
                <a:gd name="connsiteX42" fmla="*/ 23318 w 607556"/>
                <a:gd name="connsiteY42" fmla="*/ 0 h 566782"/>
                <a:gd name="connsiteX43" fmla="*/ 489142 w 607556"/>
                <a:gd name="connsiteY43" fmla="*/ 0 h 566782"/>
                <a:gd name="connsiteX44" fmla="*/ 512460 w 607556"/>
                <a:gd name="connsiteY44" fmla="*/ 23286 h 566782"/>
                <a:gd name="connsiteX45" fmla="*/ 512460 w 607556"/>
                <a:gd name="connsiteY45" fmla="*/ 291079 h 566782"/>
                <a:gd name="connsiteX46" fmla="*/ 588199 w 607556"/>
                <a:gd name="connsiteY46" fmla="*/ 409022 h 566782"/>
                <a:gd name="connsiteX47" fmla="*/ 561410 w 607556"/>
                <a:gd name="connsiteY47" fmla="*/ 487769 h 566782"/>
                <a:gd name="connsiteX48" fmla="*/ 600748 w 607556"/>
                <a:gd name="connsiteY48" fmla="*/ 527053 h 566782"/>
                <a:gd name="connsiteX49" fmla="*/ 600748 w 607556"/>
                <a:gd name="connsiteY49" fmla="*/ 559938 h 566782"/>
                <a:gd name="connsiteX50" fmla="*/ 584283 w 607556"/>
                <a:gd name="connsiteY50" fmla="*/ 566782 h 566782"/>
                <a:gd name="connsiteX51" fmla="*/ 567818 w 607556"/>
                <a:gd name="connsiteY51" fmla="*/ 559938 h 566782"/>
                <a:gd name="connsiteX52" fmla="*/ 526967 w 607556"/>
                <a:gd name="connsiteY52" fmla="*/ 519143 h 566782"/>
                <a:gd name="connsiteX53" fmla="*/ 458082 w 607556"/>
                <a:gd name="connsiteY53" fmla="*/ 538874 h 566782"/>
                <a:gd name="connsiteX54" fmla="*/ 340869 w 607556"/>
                <a:gd name="connsiteY54" fmla="*/ 465193 h 566782"/>
                <a:gd name="connsiteX55" fmla="*/ 23318 w 607556"/>
                <a:gd name="connsiteY55" fmla="*/ 465193 h 566782"/>
                <a:gd name="connsiteX56" fmla="*/ 0 w 607556"/>
                <a:gd name="connsiteY56" fmla="*/ 441996 h 566782"/>
                <a:gd name="connsiteX57" fmla="*/ 0 w 607556"/>
                <a:gd name="connsiteY57" fmla="*/ 23286 h 566782"/>
                <a:gd name="connsiteX58" fmla="*/ 23318 w 607556"/>
                <a:gd name="connsiteY58" fmla="*/ 0 h 566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7556" h="566782">
                  <a:moveTo>
                    <a:pt x="458082" y="325653"/>
                  </a:moveTo>
                  <a:cubicBezTo>
                    <a:pt x="412069" y="325653"/>
                    <a:pt x="374600" y="363071"/>
                    <a:pt x="374600" y="409022"/>
                  </a:cubicBezTo>
                  <a:cubicBezTo>
                    <a:pt x="374600" y="454972"/>
                    <a:pt x="412069" y="492390"/>
                    <a:pt x="458082" y="492390"/>
                  </a:cubicBezTo>
                  <a:cubicBezTo>
                    <a:pt x="504094" y="492390"/>
                    <a:pt x="541563" y="454972"/>
                    <a:pt x="541563" y="409022"/>
                  </a:cubicBezTo>
                  <a:cubicBezTo>
                    <a:pt x="541563" y="363071"/>
                    <a:pt x="504094" y="325653"/>
                    <a:pt x="458082" y="325653"/>
                  </a:cubicBezTo>
                  <a:close/>
                  <a:moveTo>
                    <a:pt x="163038" y="232584"/>
                  </a:moveTo>
                  <a:lnTo>
                    <a:pt x="349408" y="232584"/>
                  </a:lnTo>
                  <a:cubicBezTo>
                    <a:pt x="362224" y="232584"/>
                    <a:pt x="372726" y="242983"/>
                    <a:pt x="372726" y="255871"/>
                  </a:cubicBezTo>
                  <a:cubicBezTo>
                    <a:pt x="372726" y="268669"/>
                    <a:pt x="362224" y="279157"/>
                    <a:pt x="349408" y="279157"/>
                  </a:cubicBezTo>
                  <a:lnTo>
                    <a:pt x="163038" y="279157"/>
                  </a:lnTo>
                  <a:cubicBezTo>
                    <a:pt x="150221" y="279157"/>
                    <a:pt x="139719" y="268669"/>
                    <a:pt x="139719" y="255871"/>
                  </a:cubicBezTo>
                  <a:cubicBezTo>
                    <a:pt x="139719" y="242983"/>
                    <a:pt x="150221" y="232584"/>
                    <a:pt x="163038" y="232584"/>
                  </a:cubicBezTo>
                  <a:close/>
                  <a:moveTo>
                    <a:pt x="395968" y="93076"/>
                  </a:moveTo>
                  <a:cubicBezTo>
                    <a:pt x="408880" y="93076"/>
                    <a:pt x="419299" y="103479"/>
                    <a:pt x="419299" y="116283"/>
                  </a:cubicBezTo>
                  <a:lnTo>
                    <a:pt x="419299" y="116372"/>
                  </a:lnTo>
                  <a:cubicBezTo>
                    <a:pt x="419299" y="129176"/>
                    <a:pt x="408880" y="139579"/>
                    <a:pt x="395968" y="139579"/>
                  </a:cubicBezTo>
                  <a:cubicBezTo>
                    <a:pt x="383145" y="139579"/>
                    <a:pt x="372726" y="129176"/>
                    <a:pt x="372726" y="116372"/>
                  </a:cubicBezTo>
                  <a:cubicBezTo>
                    <a:pt x="372726" y="103479"/>
                    <a:pt x="383145" y="93076"/>
                    <a:pt x="395968" y="93076"/>
                  </a:cubicBezTo>
                  <a:close/>
                  <a:moveTo>
                    <a:pt x="302787" y="93076"/>
                  </a:moveTo>
                  <a:cubicBezTo>
                    <a:pt x="315680" y="93076"/>
                    <a:pt x="326083" y="103479"/>
                    <a:pt x="326083" y="116283"/>
                  </a:cubicBezTo>
                  <a:lnTo>
                    <a:pt x="326083" y="116372"/>
                  </a:lnTo>
                  <a:cubicBezTo>
                    <a:pt x="326083" y="129176"/>
                    <a:pt x="315680" y="139579"/>
                    <a:pt x="302787" y="139579"/>
                  </a:cubicBezTo>
                  <a:cubicBezTo>
                    <a:pt x="289983" y="139579"/>
                    <a:pt x="279580" y="129176"/>
                    <a:pt x="279580" y="116372"/>
                  </a:cubicBezTo>
                  <a:cubicBezTo>
                    <a:pt x="279580" y="103479"/>
                    <a:pt x="289983" y="93076"/>
                    <a:pt x="302787" y="93076"/>
                  </a:cubicBezTo>
                  <a:close/>
                  <a:moveTo>
                    <a:pt x="209694" y="93076"/>
                  </a:moveTo>
                  <a:cubicBezTo>
                    <a:pt x="222517" y="93076"/>
                    <a:pt x="232936" y="103479"/>
                    <a:pt x="232936" y="116283"/>
                  </a:cubicBezTo>
                  <a:lnTo>
                    <a:pt x="232936" y="116372"/>
                  </a:lnTo>
                  <a:cubicBezTo>
                    <a:pt x="232936" y="129176"/>
                    <a:pt x="222517" y="139579"/>
                    <a:pt x="209694" y="139579"/>
                  </a:cubicBezTo>
                  <a:cubicBezTo>
                    <a:pt x="196782" y="139579"/>
                    <a:pt x="186363" y="129176"/>
                    <a:pt x="186363" y="116372"/>
                  </a:cubicBezTo>
                  <a:cubicBezTo>
                    <a:pt x="186363" y="103479"/>
                    <a:pt x="196782" y="93076"/>
                    <a:pt x="209694" y="93076"/>
                  </a:cubicBezTo>
                  <a:close/>
                  <a:moveTo>
                    <a:pt x="46547" y="46484"/>
                  </a:moveTo>
                  <a:lnTo>
                    <a:pt x="46547" y="418710"/>
                  </a:lnTo>
                  <a:lnTo>
                    <a:pt x="328409" y="418710"/>
                  </a:lnTo>
                  <a:cubicBezTo>
                    <a:pt x="328231" y="415510"/>
                    <a:pt x="328053" y="412310"/>
                    <a:pt x="328053" y="409022"/>
                  </a:cubicBezTo>
                  <a:cubicBezTo>
                    <a:pt x="328053" y="396223"/>
                    <a:pt x="329922" y="383869"/>
                    <a:pt x="333393" y="372226"/>
                  </a:cubicBezTo>
                  <a:lnTo>
                    <a:pt x="116501" y="372226"/>
                  </a:lnTo>
                  <a:cubicBezTo>
                    <a:pt x="103596" y="372226"/>
                    <a:pt x="93183" y="361738"/>
                    <a:pt x="93183" y="348939"/>
                  </a:cubicBezTo>
                  <a:cubicBezTo>
                    <a:pt x="93183" y="336052"/>
                    <a:pt x="103596" y="325653"/>
                    <a:pt x="116501" y="325653"/>
                  </a:cubicBezTo>
                  <a:lnTo>
                    <a:pt x="358491" y="325653"/>
                  </a:lnTo>
                  <a:cubicBezTo>
                    <a:pt x="382343" y="297212"/>
                    <a:pt x="418121" y="279169"/>
                    <a:pt x="458082" y="279169"/>
                  </a:cubicBezTo>
                  <a:cubicBezTo>
                    <a:pt x="460752" y="279169"/>
                    <a:pt x="463332" y="279258"/>
                    <a:pt x="465913" y="279347"/>
                  </a:cubicBezTo>
                  <a:lnTo>
                    <a:pt x="465913" y="46484"/>
                  </a:lnTo>
                  <a:close/>
                  <a:moveTo>
                    <a:pt x="23318" y="0"/>
                  </a:moveTo>
                  <a:lnTo>
                    <a:pt x="489142" y="0"/>
                  </a:lnTo>
                  <a:cubicBezTo>
                    <a:pt x="502047" y="0"/>
                    <a:pt x="512460" y="10399"/>
                    <a:pt x="512460" y="23286"/>
                  </a:cubicBezTo>
                  <a:lnTo>
                    <a:pt x="512460" y="291079"/>
                  </a:lnTo>
                  <a:cubicBezTo>
                    <a:pt x="557049" y="311699"/>
                    <a:pt x="588199" y="356761"/>
                    <a:pt x="588199" y="409022"/>
                  </a:cubicBezTo>
                  <a:cubicBezTo>
                    <a:pt x="588199" y="438618"/>
                    <a:pt x="578142" y="465904"/>
                    <a:pt x="561410" y="487769"/>
                  </a:cubicBezTo>
                  <a:lnTo>
                    <a:pt x="600748" y="527053"/>
                  </a:lnTo>
                  <a:cubicBezTo>
                    <a:pt x="609826" y="536119"/>
                    <a:pt x="609826" y="550873"/>
                    <a:pt x="600748" y="559938"/>
                  </a:cubicBezTo>
                  <a:cubicBezTo>
                    <a:pt x="596209" y="564471"/>
                    <a:pt x="590246" y="566782"/>
                    <a:pt x="584283" y="566782"/>
                  </a:cubicBezTo>
                  <a:cubicBezTo>
                    <a:pt x="578320" y="566782"/>
                    <a:pt x="572357" y="564471"/>
                    <a:pt x="567818" y="559938"/>
                  </a:cubicBezTo>
                  <a:lnTo>
                    <a:pt x="526967" y="519143"/>
                  </a:lnTo>
                  <a:cubicBezTo>
                    <a:pt x="506942" y="531675"/>
                    <a:pt x="483357" y="538874"/>
                    <a:pt x="458082" y="538874"/>
                  </a:cubicBezTo>
                  <a:cubicBezTo>
                    <a:pt x="406551" y="538874"/>
                    <a:pt x="361873" y="508744"/>
                    <a:pt x="340869" y="465193"/>
                  </a:cubicBezTo>
                  <a:lnTo>
                    <a:pt x="23318" y="465193"/>
                  </a:lnTo>
                  <a:cubicBezTo>
                    <a:pt x="10413" y="465193"/>
                    <a:pt x="0" y="454794"/>
                    <a:pt x="0" y="441996"/>
                  </a:cubicBezTo>
                  <a:lnTo>
                    <a:pt x="0" y="23286"/>
                  </a:lnTo>
                  <a:cubicBezTo>
                    <a:pt x="0" y="10399"/>
                    <a:pt x="10413" y="0"/>
                    <a:pt x="23318"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14" name="组合 13"/>
          <p:cNvGrpSpPr/>
          <p:nvPr>
            <p:custDataLst>
              <p:tags r:id="rId9"/>
            </p:custDataLst>
          </p:nvPr>
        </p:nvGrpSpPr>
        <p:grpSpPr>
          <a:xfrm>
            <a:off x="6418415" y="3655328"/>
            <a:ext cx="495959" cy="495959"/>
            <a:chOff x="6418415" y="3655328"/>
            <a:chExt cx="495959" cy="495959"/>
          </a:xfrm>
        </p:grpSpPr>
        <p:sp>
          <p:nvSpPr>
            <p:cNvPr id="17" name="íṥļîḓê"/>
            <p:cNvSpPr/>
            <p:nvPr>
              <p:custDataLst>
                <p:tags r:id="rId10"/>
              </p:custDataLst>
            </p:nvPr>
          </p:nvSpPr>
          <p:spPr>
            <a:xfrm>
              <a:off x="6418415" y="3655328"/>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8" name="íṥlíḓê"/>
            <p:cNvSpPr/>
            <p:nvPr>
              <p:custDataLst>
                <p:tags r:id="rId11"/>
              </p:custDataLst>
            </p:nvPr>
          </p:nvSpPr>
          <p:spPr>
            <a:xfrm>
              <a:off x="6464268" y="3701181"/>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4" name="ïśļiḑé"/>
            <p:cNvSpPr/>
            <p:nvPr>
              <p:custDataLst>
                <p:tags r:id="rId12"/>
              </p:custDataLst>
            </p:nvPr>
          </p:nvSpPr>
          <p:spPr>
            <a:xfrm>
              <a:off x="6556203" y="3778990"/>
              <a:ext cx="220382" cy="24863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 name="connsiteX107" fmla="*/ 373273 h 605239"/>
                <a:gd name="connsiteY107" fmla="*/ 373273 h 605239"/>
                <a:gd name="connsiteX108" fmla="*/ 373273 h 605239"/>
                <a:gd name="connsiteY108" fmla="*/ 373273 h 605239"/>
                <a:gd name="connsiteX109" fmla="*/ 373273 h 605239"/>
                <a:gd name="connsiteY109" fmla="*/ 373273 h 605239"/>
                <a:gd name="connsiteX110" fmla="*/ 373273 h 605239"/>
                <a:gd name="connsiteY110" fmla="*/ 373273 h 605239"/>
                <a:gd name="connsiteX111" fmla="*/ 373273 h 605239"/>
                <a:gd name="connsiteY111" fmla="*/ 373273 h 605239"/>
                <a:gd name="connsiteX112" fmla="*/ 373273 h 605239"/>
                <a:gd name="connsiteY112" fmla="*/ 373273 h 605239"/>
                <a:gd name="connsiteX113" fmla="*/ 373273 h 605239"/>
                <a:gd name="connsiteY113" fmla="*/ 373273 h 605239"/>
                <a:gd name="connsiteX114" fmla="*/ 373273 h 605239"/>
                <a:gd name="connsiteY114" fmla="*/ 373273 h 605239"/>
                <a:gd name="connsiteX115" fmla="*/ 373273 h 605239"/>
                <a:gd name="connsiteY115" fmla="*/ 373273 h 605239"/>
                <a:gd name="connsiteX116" fmla="*/ 373273 h 605239"/>
                <a:gd name="connsiteY116" fmla="*/ 373273 h 605239"/>
                <a:gd name="connsiteX117" fmla="*/ 373273 h 605239"/>
                <a:gd name="connsiteY117" fmla="*/ 373273 h 605239"/>
                <a:gd name="connsiteX118" fmla="*/ 373273 h 605239"/>
                <a:gd name="connsiteY118" fmla="*/ 373273 h 605239"/>
                <a:gd name="connsiteX119" fmla="*/ 373273 h 605239"/>
                <a:gd name="connsiteY119" fmla="*/ 373273 h 605239"/>
                <a:gd name="connsiteX120" fmla="*/ 373273 h 605239"/>
                <a:gd name="connsiteY120" fmla="*/ 373273 h 605239"/>
                <a:gd name="connsiteX121" fmla="*/ 373273 h 605239"/>
                <a:gd name="connsiteY121" fmla="*/ 373273 h 605239"/>
                <a:gd name="connsiteX122" fmla="*/ 373273 h 605239"/>
                <a:gd name="connsiteY122" fmla="*/ 373273 h 605239"/>
                <a:gd name="connsiteX123" fmla="*/ 373273 h 605239"/>
                <a:gd name="connsiteY123" fmla="*/ 373273 h 605239"/>
                <a:gd name="connsiteX124" fmla="*/ 373273 h 605239"/>
                <a:gd name="connsiteY124" fmla="*/ 373273 h 605239"/>
                <a:gd name="connsiteX125" fmla="*/ 373273 h 605239"/>
                <a:gd name="connsiteY125" fmla="*/ 373273 h 605239"/>
                <a:gd name="connsiteX126" fmla="*/ 373273 h 605239"/>
                <a:gd name="connsiteY126" fmla="*/ 373273 h 605239"/>
                <a:gd name="connsiteX127" fmla="*/ 373273 h 605239"/>
                <a:gd name="connsiteY127" fmla="*/ 373273 h 605239"/>
                <a:gd name="connsiteX128" fmla="*/ 373273 h 605239"/>
                <a:gd name="connsiteY128" fmla="*/ 373273 h 605239"/>
                <a:gd name="connsiteX129" fmla="*/ 373273 h 605239"/>
                <a:gd name="connsiteY129" fmla="*/ 373273 h 605239"/>
                <a:gd name="connsiteX130" fmla="*/ 373273 h 605239"/>
                <a:gd name="connsiteY130" fmla="*/ 373273 h 605239"/>
                <a:gd name="connsiteX131" fmla="*/ 373273 h 605239"/>
                <a:gd name="connsiteY131" fmla="*/ 373273 h 605239"/>
                <a:gd name="connsiteX132" fmla="*/ 373273 h 605239"/>
                <a:gd name="connsiteY132"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539527" h="608697">
                  <a:moveTo>
                    <a:pt x="269740" y="427400"/>
                  </a:moveTo>
                  <a:cubicBezTo>
                    <a:pt x="250430" y="436996"/>
                    <a:pt x="231212" y="445618"/>
                    <a:pt x="212459" y="453174"/>
                  </a:cubicBezTo>
                  <a:cubicBezTo>
                    <a:pt x="215894" y="470186"/>
                    <a:pt x="219839" y="486133"/>
                    <a:pt x="224435" y="500642"/>
                  </a:cubicBezTo>
                  <a:cubicBezTo>
                    <a:pt x="231908" y="524562"/>
                    <a:pt x="240775" y="543799"/>
                    <a:pt x="250058" y="556269"/>
                  </a:cubicBezTo>
                  <a:cubicBezTo>
                    <a:pt x="257114" y="565865"/>
                    <a:pt x="264077" y="571103"/>
                    <a:pt x="269740" y="571103"/>
                  </a:cubicBezTo>
                  <a:cubicBezTo>
                    <a:pt x="275357" y="571103"/>
                    <a:pt x="282366" y="565772"/>
                    <a:pt x="289422" y="556269"/>
                  </a:cubicBezTo>
                  <a:cubicBezTo>
                    <a:pt x="298706" y="543706"/>
                    <a:pt x="307526" y="524515"/>
                    <a:pt x="315046" y="500642"/>
                  </a:cubicBezTo>
                  <a:cubicBezTo>
                    <a:pt x="319595" y="486133"/>
                    <a:pt x="323633" y="470233"/>
                    <a:pt x="326975" y="453174"/>
                  </a:cubicBezTo>
                  <a:cubicBezTo>
                    <a:pt x="308222" y="445618"/>
                    <a:pt x="289051" y="436996"/>
                    <a:pt x="269740" y="427400"/>
                  </a:cubicBezTo>
                  <a:close/>
                  <a:moveTo>
                    <a:pt x="336213" y="391011"/>
                  </a:moveTo>
                  <a:cubicBezTo>
                    <a:pt x="332314" y="393282"/>
                    <a:pt x="328414" y="395646"/>
                    <a:pt x="324515" y="397918"/>
                  </a:cubicBezTo>
                  <a:cubicBezTo>
                    <a:pt x="320105" y="400514"/>
                    <a:pt x="315649" y="403063"/>
                    <a:pt x="311239" y="405520"/>
                  </a:cubicBezTo>
                  <a:cubicBezTo>
                    <a:pt x="318620" y="408858"/>
                    <a:pt x="326001" y="412056"/>
                    <a:pt x="333288" y="415116"/>
                  </a:cubicBezTo>
                  <a:cubicBezTo>
                    <a:pt x="334403" y="407189"/>
                    <a:pt x="335331" y="399169"/>
                    <a:pt x="336213" y="391011"/>
                  </a:cubicBezTo>
                  <a:close/>
                  <a:moveTo>
                    <a:pt x="203314" y="390918"/>
                  </a:moveTo>
                  <a:cubicBezTo>
                    <a:pt x="204103" y="399169"/>
                    <a:pt x="205124" y="407189"/>
                    <a:pt x="206239" y="415023"/>
                  </a:cubicBezTo>
                  <a:cubicBezTo>
                    <a:pt x="213526" y="412010"/>
                    <a:pt x="220814" y="408858"/>
                    <a:pt x="228241" y="405474"/>
                  </a:cubicBezTo>
                  <a:cubicBezTo>
                    <a:pt x="223785" y="402971"/>
                    <a:pt x="219422" y="400467"/>
                    <a:pt x="215012" y="397871"/>
                  </a:cubicBezTo>
                  <a:cubicBezTo>
                    <a:pt x="211066" y="395554"/>
                    <a:pt x="207167" y="393282"/>
                    <a:pt x="203314" y="390918"/>
                  </a:cubicBezTo>
                  <a:close/>
                  <a:moveTo>
                    <a:pt x="425802" y="328987"/>
                  </a:moveTo>
                  <a:cubicBezTo>
                    <a:pt x="410345" y="341317"/>
                    <a:pt x="393680" y="353555"/>
                    <a:pt x="376134" y="365422"/>
                  </a:cubicBezTo>
                  <a:cubicBezTo>
                    <a:pt x="374695" y="387395"/>
                    <a:pt x="372420" y="408672"/>
                    <a:pt x="369449" y="428930"/>
                  </a:cubicBezTo>
                  <a:cubicBezTo>
                    <a:pt x="407745" y="442234"/>
                    <a:pt x="441121" y="449234"/>
                    <a:pt x="466094" y="449234"/>
                  </a:cubicBezTo>
                  <a:cubicBezTo>
                    <a:pt x="483734" y="449234"/>
                    <a:pt x="496499" y="445432"/>
                    <a:pt x="500213" y="439128"/>
                  </a:cubicBezTo>
                  <a:cubicBezTo>
                    <a:pt x="503044" y="434261"/>
                    <a:pt x="502069" y="425592"/>
                    <a:pt x="497381" y="414652"/>
                  </a:cubicBezTo>
                  <a:cubicBezTo>
                    <a:pt x="491254" y="400328"/>
                    <a:pt x="479092" y="382945"/>
                    <a:pt x="462288" y="364495"/>
                  </a:cubicBezTo>
                  <a:cubicBezTo>
                    <a:pt x="451612" y="352814"/>
                    <a:pt x="439357" y="340854"/>
                    <a:pt x="425802" y="328987"/>
                  </a:cubicBezTo>
                  <a:close/>
                  <a:moveTo>
                    <a:pt x="113585" y="328940"/>
                  </a:moveTo>
                  <a:cubicBezTo>
                    <a:pt x="100031" y="340808"/>
                    <a:pt x="87823" y="352721"/>
                    <a:pt x="77193" y="364403"/>
                  </a:cubicBezTo>
                  <a:cubicBezTo>
                    <a:pt x="60342" y="382945"/>
                    <a:pt x="48227" y="400282"/>
                    <a:pt x="42099" y="414606"/>
                  </a:cubicBezTo>
                  <a:cubicBezTo>
                    <a:pt x="37458" y="425546"/>
                    <a:pt x="36390" y="434261"/>
                    <a:pt x="39221" y="439082"/>
                  </a:cubicBezTo>
                  <a:cubicBezTo>
                    <a:pt x="42935" y="445386"/>
                    <a:pt x="55700" y="449141"/>
                    <a:pt x="73340" y="449141"/>
                  </a:cubicBezTo>
                  <a:cubicBezTo>
                    <a:pt x="98360" y="449141"/>
                    <a:pt x="131689" y="442187"/>
                    <a:pt x="169939" y="428883"/>
                  </a:cubicBezTo>
                  <a:cubicBezTo>
                    <a:pt x="166968" y="408626"/>
                    <a:pt x="164740" y="387349"/>
                    <a:pt x="163254" y="365330"/>
                  </a:cubicBezTo>
                  <a:cubicBezTo>
                    <a:pt x="145708" y="353463"/>
                    <a:pt x="129043" y="341225"/>
                    <a:pt x="113585" y="328940"/>
                  </a:cubicBezTo>
                  <a:close/>
                  <a:moveTo>
                    <a:pt x="378083" y="290882"/>
                  </a:moveTo>
                  <a:cubicBezTo>
                    <a:pt x="378176" y="295333"/>
                    <a:pt x="378176" y="313504"/>
                    <a:pt x="378083" y="317954"/>
                  </a:cubicBezTo>
                  <a:cubicBezTo>
                    <a:pt x="384303" y="313504"/>
                    <a:pt x="390292" y="308915"/>
                    <a:pt x="396094" y="304418"/>
                  </a:cubicBezTo>
                  <a:cubicBezTo>
                    <a:pt x="390292" y="299875"/>
                    <a:pt x="384303" y="295379"/>
                    <a:pt x="378083" y="290882"/>
                  </a:cubicBezTo>
                  <a:close/>
                  <a:moveTo>
                    <a:pt x="161397" y="290882"/>
                  </a:moveTo>
                  <a:cubicBezTo>
                    <a:pt x="155224" y="295333"/>
                    <a:pt x="149235" y="299875"/>
                    <a:pt x="143387" y="304418"/>
                  </a:cubicBezTo>
                  <a:cubicBezTo>
                    <a:pt x="149235" y="308915"/>
                    <a:pt x="155224" y="313411"/>
                    <a:pt x="161397" y="317954"/>
                  </a:cubicBezTo>
                  <a:cubicBezTo>
                    <a:pt x="161305" y="313504"/>
                    <a:pt x="161305" y="295333"/>
                    <a:pt x="161397" y="290882"/>
                  </a:cubicBezTo>
                  <a:close/>
                  <a:moveTo>
                    <a:pt x="269729" y="261092"/>
                  </a:moveTo>
                  <a:cubicBezTo>
                    <a:pt x="293678" y="261092"/>
                    <a:pt x="313092" y="280474"/>
                    <a:pt x="313092" y="304384"/>
                  </a:cubicBezTo>
                  <a:cubicBezTo>
                    <a:pt x="313092" y="328294"/>
                    <a:pt x="293678" y="347676"/>
                    <a:pt x="269729" y="347676"/>
                  </a:cubicBezTo>
                  <a:cubicBezTo>
                    <a:pt x="245780" y="347676"/>
                    <a:pt x="226366" y="328294"/>
                    <a:pt x="226366" y="304384"/>
                  </a:cubicBezTo>
                  <a:cubicBezTo>
                    <a:pt x="226366" y="280474"/>
                    <a:pt x="245780" y="261092"/>
                    <a:pt x="269729" y="261092"/>
                  </a:cubicBezTo>
                  <a:close/>
                  <a:moveTo>
                    <a:pt x="269740" y="223666"/>
                  </a:moveTo>
                  <a:cubicBezTo>
                    <a:pt x="257764" y="229924"/>
                    <a:pt x="245834" y="236553"/>
                    <a:pt x="233997" y="243460"/>
                  </a:cubicBezTo>
                  <a:cubicBezTo>
                    <a:pt x="222300" y="250274"/>
                    <a:pt x="210927" y="257320"/>
                    <a:pt x="199925" y="264413"/>
                  </a:cubicBezTo>
                  <a:cubicBezTo>
                    <a:pt x="199368" y="277532"/>
                    <a:pt x="199044" y="290882"/>
                    <a:pt x="199044" y="304418"/>
                  </a:cubicBezTo>
                  <a:cubicBezTo>
                    <a:pt x="199044" y="317954"/>
                    <a:pt x="199368" y="331305"/>
                    <a:pt x="199925" y="344377"/>
                  </a:cubicBezTo>
                  <a:cubicBezTo>
                    <a:pt x="210927" y="351516"/>
                    <a:pt x="222300" y="358562"/>
                    <a:pt x="233997" y="365330"/>
                  </a:cubicBezTo>
                  <a:cubicBezTo>
                    <a:pt x="245881" y="372283"/>
                    <a:pt x="257764" y="378866"/>
                    <a:pt x="269740" y="385124"/>
                  </a:cubicBezTo>
                  <a:cubicBezTo>
                    <a:pt x="281670" y="378866"/>
                    <a:pt x="293600" y="372283"/>
                    <a:pt x="305437" y="365330"/>
                  </a:cubicBezTo>
                  <a:cubicBezTo>
                    <a:pt x="317135" y="358562"/>
                    <a:pt x="328507" y="351516"/>
                    <a:pt x="339555" y="344377"/>
                  </a:cubicBezTo>
                  <a:cubicBezTo>
                    <a:pt x="340112" y="331305"/>
                    <a:pt x="340391" y="317954"/>
                    <a:pt x="340391" y="304418"/>
                  </a:cubicBezTo>
                  <a:cubicBezTo>
                    <a:pt x="340391" y="290882"/>
                    <a:pt x="340112" y="277532"/>
                    <a:pt x="339555" y="264413"/>
                  </a:cubicBezTo>
                  <a:cubicBezTo>
                    <a:pt x="328507" y="257320"/>
                    <a:pt x="317135" y="250274"/>
                    <a:pt x="305437" y="243460"/>
                  </a:cubicBezTo>
                  <a:cubicBezTo>
                    <a:pt x="293553" y="236553"/>
                    <a:pt x="281670" y="229924"/>
                    <a:pt x="269740" y="223666"/>
                  </a:cubicBezTo>
                  <a:close/>
                  <a:moveTo>
                    <a:pt x="333288" y="193767"/>
                  </a:moveTo>
                  <a:cubicBezTo>
                    <a:pt x="326001" y="196780"/>
                    <a:pt x="318666" y="199932"/>
                    <a:pt x="311239" y="203362"/>
                  </a:cubicBezTo>
                  <a:cubicBezTo>
                    <a:pt x="315696" y="205819"/>
                    <a:pt x="320105" y="208369"/>
                    <a:pt x="324515" y="210965"/>
                  </a:cubicBezTo>
                  <a:cubicBezTo>
                    <a:pt x="328414" y="213236"/>
                    <a:pt x="332314" y="215508"/>
                    <a:pt x="336120" y="217872"/>
                  </a:cubicBezTo>
                  <a:cubicBezTo>
                    <a:pt x="335331" y="209713"/>
                    <a:pt x="334356" y="201694"/>
                    <a:pt x="333288" y="193767"/>
                  </a:cubicBezTo>
                  <a:close/>
                  <a:moveTo>
                    <a:pt x="206146" y="193720"/>
                  </a:moveTo>
                  <a:cubicBezTo>
                    <a:pt x="205124" y="201601"/>
                    <a:pt x="204103" y="209667"/>
                    <a:pt x="203268" y="217825"/>
                  </a:cubicBezTo>
                  <a:cubicBezTo>
                    <a:pt x="207167" y="215461"/>
                    <a:pt x="211066" y="213190"/>
                    <a:pt x="214965" y="210872"/>
                  </a:cubicBezTo>
                  <a:cubicBezTo>
                    <a:pt x="219329" y="208276"/>
                    <a:pt x="223785" y="205773"/>
                    <a:pt x="228195" y="203270"/>
                  </a:cubicBezTo>
                  <a:cubicBezTo>
                    <a:pt x="220814" y="199932"/>
                    <a:pt x="213480" y="196733"/>
                    <a:pt x="206146" y="193720"/>
                  </a:cubicBezTo>
                  <a:close/>
                  <a:moveTo>
                    <a:pt x="466187" y="159649"/>
                  </a:moveTo>
                  <a:cubicBezTo>
                    <a:pt x="441167" y="159649"/>
                    <a:pt x="407792" y="166649"/>
                    <a:pt x="369496" y="179906"/>
                  </a:cubicBezTo>
                  <a:cubicBezTo>
                    <a:pt x="372466" y="200210"/>
                    <a:pt x="374695" y="221441"/>
                    <a:pt x="376180" y="243460"/>
                  </a:cubicBezTo>
                  <a:cubicBezTo>
                    <a:pt x="393773" y="255327"/>
                    <a:pt x="410391" y="267565"/>
                    <a:pt x="425895" y="279850"/>
                  </a:cubicBezTo>
                  <a:cubicBezTo>
                    <a:pt x="439357" y="267936"/>
                    <a:pt x="451612" y="256022"/>
                    <a:pt x="462334" y="244387"/>
                  </a:cubicBezTo>
                  <a:cubicBezTo>
                    <a:pt x="479185" y="225845"/>
                    <a:pt x="491300" y="208554"/>
                    <a:pt x="497428" y="194184"/>
                  </a:cubicBezTo>
                  <a:cubicBezTo>
                    <a:pt x="502069" y="183244"/>
                    <a:pt x="503137" y="174529"/>
                    <a:pt x="500259" y="169708"/>
                  </a:cubicBezTo>
                  <a:cubicBezTo>
                    <a:pt x="496546" y="163404"/>
                    <a:pt x="483827" y="159649"/>
                    <a:pt x="466187" y="159649"/>
                  </a:cubicBezTo>
                  <a:close/>
                  <a:moveTo>
                    <a:pt x="73386" y="159603"/>
                  </a:moveTo>
                  <a:cubicBezTo>
                    <a:pt x="55747" y="159603"/>
                    <a:pt x="43028" y="163357"/>
                    <a:pt x="39314" y="169662"/>
                  </a:cubicBezTo>
                  <a:cubicBezTo>
                    <a:pt x="36436" y="174529"/>
                    <a:pt x="37458" y="183198"/>
                    <a:pt x="42146" y="194138"/>
                  </a:cubicBezTo>
                  <a:cubicBezTo>
                    <a:pt x="48273" y="208461"/>
                    <a:pt x="60389" y="225845"/>
                    <a:pt x="77239" y="244341"/>
                  </a:cubicBezTo>
                  <a:cubicBezTo>
                    <a:pt x="87823" y="256022"/>
                    <a:pt x="100077" y="267936"/>
                    <a:pt x="113678" y="279803"/>
                  </a:cubicBezTo>
                  <a:cubicBezTo>
                    <a:pt x="129182" y="267519"/>
                    <a:pt x="145800" y="255281"/>
                    <a:pt x="163393" y="243414"/>
                  </a:cubicBezTo>
                  <a:cubicBezTo>
                    <a:pt x="164832" y="221395"/>
                    <a:pt x="167107" y="200117"/>
                    <a:pt x="170078" y="179860"/>
                  </a:cubicBezTo>
                  <a:cubicBezTo>
                    <a:pt x="131782" y="166556"/>
                    <a:pt x="98406" y="159603"/>
                    <a:pt x="73386" y="159603"/>
                  </a:cubicBezTo>
                  <a:close/>
                  <a:moveTo>
                    <a:pt x="269740" y="37687"/>
                  </a:moveTo>
                  <a:cubicBezTo>
                    <a:pt x="264077" y="37687"/>
                    <a:pt x="257114" y="43018"/>
                    <a:pt x="250058" y="52521"/>
                  </a:cubicBezTo>
                  <a:cubicBezTo>
                    <a:pt x="240775" y="65083"/>
                    <a:pt x="231908" y="84321"/>
                    <a:pt x="224435" y="108148"/>
                  </a:cubicBezTo>
                  <a:cubicBezTo>
                    <a:pt x="219839" y="122703"/>
                    <a:pt x="215894" y="138557"/>
                    <a:pt x="212459" y="155616"/>
                  </a:cubicBezTo>
                  <a:cubicBezTo>
                    <a:pt x="231212" y="163172"/>
                    <a:pt x="250430" y="171840"/>
                    <a:pt x="269740" y="181390"/>
                  </a:cubicBezTo>
                  <a:cubicBezTo>
                    <a:pt x="289051" y="171840"/>
                    <a:pt x="308222" y="163172"/>
                    <a:pt x="326975" y="155616"/>
                  </a:cubicBezTo>
                  <a:cubicBezTo>
                    <a:pt x="323587" y="138650"/>
                    <a:pt x="319595" y="122703"/>
                    <a:pt x="315046" y="108148"/>
                  </a:cubicBezTo>
                  <a:cubicBezTo>
                    <a:pt x="307526" y="84228"/>
                    <a:pt x="298706" y="65037"/>
                    <a:pt x="289422" y="52521"/>
                  </a:cubicBezTo>
                  <a:cubicBezTo>
                    <a:pt x="282366" y="42972"/>
                    <a:pt x="275357" y="37687"/>
                    <a:pt x="269740" y="37687"/>
                  </a:cubicBezTo>
                  <a:close/>
                  <a:moveTo>
                    <a:pt x="269740" y="0"/>
                  </a:moveTo>
                  <a:cubicBezTo>
                    <a:pt x="292625" y="0"/>
                    <a:pt x="309568" y="16363"/>
                    <a:pt x="319780" y="30177"/>
                  </a:cubicBezTo>
                  <a:cubicBezTo>
                    <a:pt x="331757" y="46216"/>
                    <a:pt x="342247" y="68653"/>
                    <a:pt x="351114" y="96930"/>
                  </a:cubicBezTo>
                  <a:cubicBezTo>
                    <a:pt x="355523" y="111022"/>
                    <a:pt x="359423" y="126226"/>
                    <a:pt x="362811" y="142405"/>
                  </a:cubicBezTo>
                  <a:cubicBezTo>
                    <a:pt x="402732" y="129054"/>
                    <a:pt x="438336" y="122008"/>
                    <a:pt x="466094" y="122008"/>
                  </a:cubicBezTo>
                  <a:cubicBezTo>
                    <a:pt x="480949" y="122008"/>
                    <a:pt x="493900" y="124048"/>
                    <a:pt x="504437" y="127988"/>
                  </a:cubicBezTo>
                  <a:cubicBezTo>
                    <a:pt x="517249" y="132809"/>
                    <a:pt x="526811" y="140504"/>
                    <a:pt x="532846" y="150749"/>
                  </a:cubicBezTo>
                  <a:cubicBezTo>
                    <a:pt x="544404" y="170450"/>
                    <a:pt x="538834" y="193349"/>
                    <a:pt x="532103" y="209018"/>
                  </a:cubicBezTo>
                  <a:cubicBezTo>
                    <a:pt x="524212" y="227375"/>
                    <a:pt x="510100" y="247864"/>
                    <a:pt x="490186" y="269744"/>
                  </a:cubicBezTo>
                  <a:cubicBezTo>
                    <a:pt x="479788" y="281148"/>
                    <a:pt x="467951" y="292783"/>
                    <a:pt x="454954" y="304418"/>
                  </a:cubicBezTo>
                  <a:cubicBezTo>
                    <a:pt x="467951" y="316007"/>
                    <a:pt x="479788" y="327642"/>
                    <a:pt x="490140" y="339000"/>
                  </a:cubicBezTo>
                  <a:cubicBezTo>
                    <a:pt x="510054" y="360880"/>
                    <a:pt x="524165" y="381276"/>
                    <a:pt x="532010" y="399726"/>
                  </a:cubicBezTo>
                  <a:cubicBezTo>
                    <a:pt x="538787" y="415394"/>
                    <a:pt x="544358" y="438201"/>
                    <a:pt x="532753" y="457995"/>
                  </a:cubicBezTo>
                  <a:cubicBezTo>
                    <a:pt x="526718" y="468239"/>
                    <a:pt x="517156" y="475934"/>
                    <a:pt x="504344" y="480755"/>
                  </a:cubicBezTo>
                  <a:cubicBezTo>
                    <a:pt x="493760" y="484696"/>
                    <a:pt x="480902" y="486735"/>
                    <a:pt x="466048" y="486735"/>
                  </a:cubicBezTo>
                  <a:cubicBezTo>
                    <a:pt x="438243" y="486735"/>
                    <a:pt x="402685" y="479689"/>
                    <a:pt x="362765" y="466339"/>
                  </a:cubicBezTo>
                  <a:cubicBezTo>
                    <a:pt x="359423" y="482517"/>
                    <a:pt x="355431" y="497722"/>
                    <a:pt x="351067" y="511814"/>
                  </a:cubicBezTo>
                  <a:cubicBezTo>
                    <a:pt x="342201" y="539998"/>
                    <a:pt x="331664" y="562527"/>
                    <a:pt x="319734" y="578566"/>
                  </a:cubicBezTo>
                  <a:cubicBezTo>
                    <a:pt x="309568" y="592287"/>
                    <a:pt x="292625" y="608697"/>
                    <a:pt x="269740" y="608697"/>
                  </a:cubicBezTo>
                  <a:cubicBezTo>
                    <a:pt x="246809" y="608697"/>
                    <a:pt x="229866" y="592287"/>
                    <a:pt x="219700" y="578566"/>
                  </a:cubicBezTo>
                  <a:cubicBezTo>
                    <a:pt x="207770" y="562527"/>
                    <a:pt x="197233" y="540091"/>
                    <a:pt x="188413" y="511814"/>
                  </a:cubicBezTo>
                  <a:cubicBezTo>
                    <a:pt x="184004" y="497722"/>
                    <a:pt x="180104" y="482517"/>
                    <a:pt x="176716" y="466339"/>
                  </a:cubicBezTo>
                  <a:cubicBezTo>
                    <a:pt x="136795" y="479689"/>
                    <a:pt x="101191" y="486735"/>
                    <a:pt x="73386" y="486735"/>
                  </a:cubicBezTo>
                  <a:cubicBezTo>
                    <a:pt x="58532" y="486735"/>
                    <a:pt x="45627" y="484696"/>
                    <a:pt x="35090" y="480755"/>
                  </a:cubicBezTo>
                  <a:cubicBezTo>
                    <a:pt x="22278" y="475934"/>
                    <a:pt x="12670" y="468239"/>
                    <a:pt x="6681" y="457995"/>
                  </a:cubicBezTo>
                  <a:cubicBezTo>
                    <a:pt x="-4877" y="438294"/>
                    <a:pt x="693" y="415394"/>
                    <a:pt x="7424" y="399726"/>
                  </a:cubicBezTo>
                  <a:cubicBezTo>
                    <a:pt x="15269" y="381369"/>
                    <a:pt x="29381" y="360880"/>
                    <a:pt x="49341" y="339000"/>
                  </a:cubicBezTo>
                  <a:cubicBezTo>
                    <a:pt x="59785" y="327596"/>
                    <a:pt x="71529" y="315961"/>
                    <a:pt x="84527" y="304326"/>
                  </a:cubicBezTo>
                  <a:cubicBezTo>
                    <a:pt x="71529" y="292737"/>
                    <a:pt x="59739" y="281101"/>
                    <a:pt x="49341" y="269651"/>
                  </a:cubicBezTo>
                  <a:cubicBezTo>
                    <a:pt x="29381" y="247771"/>
                    <a:pt x="15269" y="227375"/>
                    <a:pt x="7424" y="208971"/>
                  </a:cubicBezTo>
                  <a:cubicBezTo>
                    <a:pt x="693" y="193257"/>
                    <a:pt x="-4877" y="170450"/>
                    <a:pt x="6681" y="150702"/>
                  </a:cubicBezTo>
                  <a:cubicBezTo>
                    <a:pt x="12762" y="140411"/>
                    <a:pt x="22278" y="132763"/>
                    <a:pt x="35090" y="127942"/>
                  </a:cubicBezTo>
                  <a:cubicBezTo>
                    <a:pt x="45674" y="124001"/>
                    <a:pt x="58532" y="121962"/>
                    <a:pt x="73386" y="121962"/>
                  </a:cubicBezTo>
                  <a:cubicBezTo>
                    <a:pt x="101191" y="121962"/>
                    <a:pt x="136795" y="129008"/>
                    <a:pt x="176716" y="142358"/>
                  </a:cubicBezTo>
                  <a:cubicBezTo>
                    <a:pt x="180058" y="126134"/>
                    <a:pt x="184004" y="110929"/>
                    <a:pt x="188413" y="96837"/>
                  </a:cubicBezTo>
                  <a:cubicBezTo>
                    <a:pt x="197233" y="68653"/>
                    <a:pt x="207770" y="46170"/>
                    <a:pt x="219700" y="30085"/>
                  </a:cubicBezTo>
                  <a:cubicBezTo>
                    <a:pt x="229866" y="16363"/>
                    <a:pt x="246809" y="0"/>
                    <a:pt x="269740"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69" name="Group 19"/>
          <p:cNvGrpSpPr/>
          <p:nvPr>
            <p:custDataLst>
              <p:tags r:id="rId13"/>
            </p:custDataLst>
          </p:nvPr>
        </p:nvGrpSpPr>
        <p:grpSpPr>
          <a:xfrm>
            <a:off x="6237602" y="4603941"/>
            <a:ext cx="495959" cy="495959"/>
            <a:chOff x="6932134" y="4603941"/>
            <a:chExt cx="495959" cy="495959"/>
          </a:xfrm>
        </p:grpSpPr>
        <p:sp>
          <p:nvSpPr>
            <p:cNvPr id="70" name="íṥļîḓê"/>
            <p:cNvSpPr/>
            <p:nvPr>
              <p:custDataLst>
                <p:tags r:id="rId14"/>
              </p:custDataLst>
            </p:nvPr>
          </p:nvSpPr>
          <p:spPr>
            <a:xfrm>
              <a:off x="6932134" y="460394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71" name="íṥlíḓê"/>
            <p:cNvSpPr/>
            <p:nvPr>
              <p:custDataLst>
                <p:tags r:id="rId15"/>
              </p:custDataLst>
            </p:nvPr>
          </p:nvSpPr>
          <p:spPr>
            <a:xfrm>
              <a:off x="6977987" y="464979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72" name="ïśļiḑé"/>
            <p:cNvSpPr/>
            <p:nvPr>
              <p:custDataLst>
                <p:tags r:id="rId16"/>
              </p:custDataLst>
            </p:nvPr>
          </p:nvSpPr>
          <p:spPr>
            <a:xfrm>
              <a:off x="7055794" y="4738144"/>
              <a:ext cx="248637" cy="227552"/>
            </a:xfrm>
            <a:custGeom>
              <a:avLst/>
              <a:gdLst>
                <a:gd name="connsiteX0" fmla="*/ 318107 w 579827"/>
                <a:gd name="connsiteY0" fmla="*/ 483758 h 530657"/>
                <a:gd name="connsiteX1" fmla="*/ 392373 w 579827"/>
                <a:gd name="connsiteY1" fmla="*/ 483758 h 530657"/>
                <a:gd name="connsiteX2" fmla="*/ 397216 w 579827"/>
                <a:gd name="connsiteY2" fmla="*/ 488610 h 530657"/>
                <a:gd name="connsiteX3" fmla="*/ 397216 w 579827"/>
                <a:gd name="connsiteY3" fmla="*/ 525805 h 530657"/>
                <a:gd name="connsiteX4" fmla="*/ 392373 w 579827"/>
                <a:gd name="connsiteY4" fmla="*/ 530657 h 530657"/>
                <a:gd name="connsiteX5" fmla="*/ 318107 w 579827"/>
                <a:gd name="connsiteY5" fmla="*/ 530657 h 530657"/>
                <a:gd name="connsiteX6" fmla="*/ 313264 w 579827"/>
                <a:gd name="connsiteY6" fmla="*/ 525805 h 530657"/>
                <a:gd name="connsiteX7" fmla="*/ 313264 w 579827"/>
                <a:gd name="connsiteY7" fmla="*/ 488610 h 530657"/>
                <a:gd name="connsiteX8" fmla="*/ 318107 w 579827"/>
                <a:gd name="connsiteY8" fmla="*/ 483758 h 530657"/>
                <a:gd name="connsiteX9" fmla="*/ 221200 w 579827"/>
                <a:gd name="connsiteY9" fmla="*/ 483758 h 530657"/>
                <a:gd name="connsiteX10" fmla="*/ 295466 w 579827"/>
                <a:gd name="connsiteY10" fmla="*/ 483758 h 530657"/>
                <a:gd name="connsiteX11" fmla="*/ 300309 w 579827"/>
                <a:gd name="connsiteY11" fmla="*/ 488610 h 530657"/>
                <a:gd name="connsiteX12" fmla="*/ 300309 w 579827"/>
                <a:gd name="connsiteY12" fmla="*/ 525805 h 530657"/>
                <a:gd name="connsiteX13" fmla="*/ 295466 w 579827"/>
                <a:gd name="connsiteY13" fmla="*/ 530657 h 530657"/>
                <a:gd name="connsiteX14" fmla="*/ 221200 w 579827"/>
                <a:gd name="connsiteY14" fmla="*/ 530657 h 530657"/>
                <a:gd name="connsiteX15" fmla="*/ 216357 w 579827"/>
                <a:gd name="connsiteY15" fmla="*/ 525805 h 530657"/>
                <a:gd name="connsiteX16" fmla="*/ 216357 w 579827"/>
                <a:gd name="connsiteY16" fmla="*/ 488610 h 530657"/>
                <a:gd name="connsiteX17" fmla="*/ 221200 w 579827"/>
                <a:gd name="connsiteY17" fmla="*/ 483758 h 530657"/>
                <a:gd name="connsiteX18" fmla="*/ 122738 w 579827"/>
                <a:gd name="connsiteY18" fmla="*/ 483758 h 530657"/>
                <a:gd name="connsiteX19" fmla="*/ 197004 w 579827"/>
                <a:gd name="connsiteY19" fmla="*/ 483758 h 530657"/>
                <a:gd name="connsiteX20" fmla="*/ 201847 w 579827"/>
                <a:gd name="connsiteY20" fmla="*/ 488610 h 530657"/>
                <a:gd name="connsiteX21" fmla="*/ 201847 w 579827"/>
                <a:gd name="connsiteY21" fmla="*/ 525805 h 530657"/>
                <a:gd name="connsiteX22" fmla="*/ 197004 w 579827"/>
                <a:gd name="connsiteY22" fmla="*/ 530657 h 530657"/>
                <a:gd name="connsiteX23" fmla="*/ 122738 w 579827"/>
                <a:gd name="connsiteY23" fmla="*/ 530657 h 530657"/>
                <a:gd name="connsiteX24" fmla="*/ 117895 w 579827"/>
                <a:gd name="connsiteY24" fmla="*/ 525805 h 530657"/>
                <a:gd name="connsiteX25" fmla="*/ 117895 w 579827"/>
                <a:gd name="connsiteY25" fmla="*/ 488610 h 530657"/>
                <a:gd name="connsiteX26" fmla="*/ 122738 w 579827"/>
                <a:gd name="connsiteY26" fmla="*/ 483758 h 530657"/>
                <a:gd name="connsiteX27" fmla="*/ 476515 w 579827"/>
                <a:gd name="connsiteY27" fmla="*/ 425718 h 530657"/>
                <a:gd name="connsiteX28" fmla="*/ 512075 w 579827"/>
                <a:gd name="connsiteY28" fmla="*/ 425718 h 530657"/>
                <a:gd name="connsiteX29" fmla="*/ 516924 w 579827"/>
                <a:gd name="connsiteY29" fmla="*/ 430552 h 530657"/>
                <a:gd name="connsiteX30" fmla="*/ 419943 w 579827"/>
                <a:gd name="connsiteY30" fmla="*/ 528844 h 530657"/>
                <a:gd name="connsiteX31" fmla="*/ 415094 w 579827"/>
                <a:gd name="connsiteY31" fmla="*/ 524010 h 530657"/>
                <a:gd name="connsiteX32" fmla="*/ 415094 w 579827"/>
                <a:gd name="connsiteY32" fmla="*/ 486949 h 530657"/>
                <a:gd name="connsiteX33" fmla="*/ 419943 w 579827"/>
                <a:gd name="connsiteY33" fmla="*/ 482115 h 530657"/>
                <a:gd name="connsiteX34" fmla="*/ 471666 w 579827"/>
                <a:gd name="connsiteY34" fmla="*/ 430552 h 530657"/>
                <a:gd name="connsiteX35" fmla="*/ 476515 w 579827"/>
                <a:gd name="connsiteY35" fmla="*/ 425718 h 530657"/>
                <a:gd name="connsiteX36" fmla="*/ 4849 w 579827"/>
                <a:gd name="connsiteY36" fmla="*/ 425718 h 530657"/>
                <a:gd name="connsiteX37" fmla="*/ 40409 w 579827"/>
                <a:gd name="connsiteY37" fmla="*/ 425718 h 530657"/>
                <a:gd name="connsiteX38" fmla="*/ 45258 w 579827"/>
                <a:gd name="connsiteY38" fmla="*/ 430552 h 530657"/>
                <a:gd name="connsiteX39" fmla="*/ 96981 w 579827"/>
                <a:gd name="connsiteY39" fmla="*/ 482115 h 530657"/>
                <a:gd name="connsiteX40" fmla="*/ 101830 w 579827"/>
                <a:gd name="connsiteY40" fmla="*/ 486949 h 530657"/>
                <a:gd name="connsiteX41" fmla="*/ 101830 w 579827"/>
                <a:gd name="connsiteY41" fmla="*/ 524010 h 530657"/>
                <a:gd name="connsiteX42" fmla="*/ 96981 w 579827"/>
                <a:gd name="connsiteY42" fmla="*/ 528844 h 530657"/>
                <a:gd name="connsiteX43" fmla="*/ 0 w 579827"/>
                <a:gd name="connsiteY43" fmla="*/ 430552 h 530657"/>
                <a:gd name="connsiteX44" fmla="*/ 4849 w 579827"/>
                <a:gd name="connsiteY44" fmla="*/ 425718 h 530657"/>
                <a:gd name="connsiteX45" fmla="*/ 476438 w 579827"/>
                <a:gd name="connsiteY45" fmla="*/ 324146 h 530657"/>
                <a:gd name="connsiteX46" fmla="*/ 513685 w 579827"/>
                <a:gd name="connsiteY46" fmla="*/ 324146 h 530657"/>
                <a:gd name="connsiteX47" fmla="*/ 516924 w 579827"/>
                <a:gd name="connsiteY47" fmla="*/ 328986 h 530657"/>
                <a:gd name="connsiteX48" fmla="*/ 516924 w 579827"/>
                <a:gd name="connsiteY48" fmla="*/ 404812 h 530657"/>
                <a:gd name="connsiteX49" fmla="*/ 513685 w 579827"/>
                <a:gd name="connsiteY49" fmla="*/ 409652 h 530657"/>
                <a:gd name="connsiteX50" fmla="*/ 476438 w 579827"/>
                <a:gd name="connsiteY50" fmla="*/ 409652 h 530657"/>
                <a:gd name="connsiteX51" fmla="*/ 471580 w 579827"/>
                <a:gd name="connsiteY51" fmla="*/ 404812 h 530657"/>
                <a:gd name="connsiteX52" fmla="*/ 471580 w 579827"/>
                <a:gd name="connsiteY52" fmla="*/ 328986 h 530657"/>
                <a:gd name="connsiteX53" fmla="*/ 476438 w 579827"/>
                <a:gd name="connsiteY53" fmla="*/ 324146 h 530657"/>
                <a:gd name="connsiteX54" fmla="*/ 4858 w 579827"/>
                <a:gd name="connsiteY54" fmla="*/ 324146 h 530657"/>
                <a:gd name="connsiteX55" fmla="*/ 40486 w 579827"/>
                <a:gd name="connsiteY55" fmla="*/ 324146 h 530657"/>
                <a:gd name="connsiteX56" fmla="*/ 45344 w 579827"/>
                <a:gd name="connsiteY56" fmla="*/ 328986 h 530657"/>
                <a:gd name="connsiteX57" fmla="*/ 45344 w 579827"/>
                <a:gd name="connsiteY57" fmla="*/ 404812 h 530657"/>
                <a:gd name="connsiteX58" fmla="*/ 40486 w 579827"/>
                <a:gd name="connsiteY58" fmla="*/ 409652 h 530657"/>
                <a:gd name="connsiteX59" fmla="*/ 4858 w 579827"/>
                <a:gd name="connsiteY59" fmla="*/ 409652 h 530657"/>
                <a:gd name="connsiteX60" fmla="*/ 0 w 579827"/>
                <a:gd name="connsiteY60" fmla="*/ 404812 h 530657"/>
                <a:gd name="connsiteX61" fmla="*/ 0 w 579827"/>
                <a:gd name="connsiteY61" fmla="*/ 328986 h 530657"/>
                <a:gd name="connsiteX62" fmla="*/ 4858 w 579827"/>
                <a:gd name="connsiteY62" fmla="*/ 324146 h 530657"/>
                <a:gd name="connsiteX63" fmla="*/ 492633 w 579827"/>
                <a:gd name="connsiteY63" fmla="*/ 222575 h 530657"/>
                <a:gd name="connsiteX64" fmla="*/ 513685 w 579827"/>
                <a:gd name="connsiteY64" fmla="*/ 222575 h 530657"/>
                <a:gd name="connsiteX65" fmla="*/ 516924 w 579827"/>
                <a:gd name="connsiteY65" fmla="*/ 227415 h 530657"/>
                <a:gd name="connsiteX66" fmla="*/ 516924 w 579827"/>
                <a:gd name="connsiteY66" fmla="*/ 303241 h 530657"/>
                <a:gd name="connsiteX67" fmla="*/ 513685 w 579827"/>
                <a:gd name="connsiteY67" fmla="*/ 308081 h 530657"/>
                <a:gd name="connsiteX68" fmla="*/ 476438 w 579827"/>
                <a:gd name="connsiteY68" fmla="*/ 308081 h 530657"/>
                <a:gd name="connsiteX69" fmla="*/ 471580 w 579827"/>
                <a:gd name="connsiteY69" fmla="*/ 303241 h 530657"/>
                <a:gd name="connsiteX70" fmla="*/ 471580 w 579827"/>
                <a:gd name="connsiteY70" fmla="*/ 245162 h 530657"/>
                <a:gd name="connsiteX71" fmla="*/ 4858 w 579827"/>
                <a:gd name="connsiteY71" fmla="*/ 222575 h 530657"/>
                <a:gd name="connsiteX72" fmla="*/ 40486 w 579827"/>
                <a:gd name="connsiteY72" fmla="*/ 222575 h 530657"/>
                <a:gd name="connsiteX73" fmla="*/ 45344 w 579827"/>
                <a:gd name="connsiteY73" fmla="*/ 227415 h 530657"/>
                <a:gd name="connsiteX74" fmla="*/ 45344 w 579827"/>
                <a:gd name="connsiteY74" fmla="*/ 303241 h 530657"/>
                <a:gd name="connsiteX75" fmla="*/ 40486 w 579827"/>
                <a:gd name="connsiteY75" fmla="*/ 308081 h 530657"/>
                <a:gd name="connsiteX76" fmla="*/ 4858 w 579827"/>
                <a:gd name="connsiteY76" fmla="*/ 308081 h 530657"/>
                <a:gd name="connsiteX77" fmla="*/ 0 w 579827"/>
                <a:gd name="connsiteY77" fmla="*/ 303241 h 530657"/>
                <a:gd name="connsiteX78" fmla="*/ 0 w 579827"/>
                <a:gd name="connsiteY78" fmla="*/ 227415 h 530657"/>
                <a:gd name="connsiteX79" fmla="*/ 4858 w 579827"/>
                <a:gd name="connsiteY79" fmla="*/ 222575 h 530657"/>
                <a:gd name="connsiteX80" fmla="*/ 516924 w 579827"/>
                <a:gd name="connsiteY80" fmla="*/ 193555 h 530657"/>
                <a:gd name="connsiteX81" fmla="*/ 516924 w 579827"/>
                <a:gd name="connsiteY81" fmla="*/ 203228 h 530657"/>
                <a:gd name="connsiteX82" fmla="*/ 513659 w 579827"/>
                <a:gd name="connsiteY82" fmla="*/ 208065 h 530657"/>
                <a:gd name="connsiteX83" fmla="*/ 500600 w 579827"/>
                <a:gd name="connsiteY83" fmla="*/ 208065 h 530657"/>
                <a:gd name="connsiteX84" fmla="*/ 4858 w 579827"/>
                <a:gd name="connsiteY84" fmla="*/ 122559 h 530657"/>
                <a:gd name="connsiteX85" fmla="*/ 40486 w 579827"/>
                <a:gd name="connsiteY85" fmla="*/ 122559 h 530657"/>
                <a:gd name="connsiteX86" fmla="*/ 45344 w 579827"/>
                <a:gd name="connsiteY86" fmla="*/ 127399 h 530657"/>
                <a:gd name="connsiteX87" fmla="*/ 45344 w 579827"/>
                <a:gd name="connsiteY87" fmla="*/ 203225 h 530657"/>
                <a:gd name="connsiteX88" fmla="*/ 40486 w 579827"/>
                <a:gd name="connsiteY88" fmla="*/ 208065 h 530657"/>
                <a:gd name="connsiteX89" fmla="*/ 4858 w 579827"/>
                <a:gd name="connsiteY89" fmla="*/ 208065 h 530657"/>
                <a:gd name="connsiteX90" fmla="*/ 0 w 579827"/>
                <a:gd name="connsiteY90" fmla="*/ 203225 h 530657"/>
                <a:gd name="connsiteX91" fmla="*/ 0 w 579827"/>
                <a:gd name="connsiteY91" fmla="*/ 127399 h 530657"/>
                <a:gd name="connsiteX92" fmla="*/ 4858 w 579827"/>
                <a:gd name="connsiteY92" fmla="*/ 122559 h 530657"/>
                <a:gd name="connsiteX93" fmla="*/ 522502 w 579827"/>
                <a:gd name="connsiteY93" fmla="*/ 50066 h 530657"/>
                <a:gd name="connsiteX94" fmla="*/ 536228 w 579827"/>
                <a:gd name="connsiteY94" fmla="*/ 54904 h 530657"/>
                <a:gd name="connsiteX95" fmla="*/ 574983 w 579827"/>
                <a:gd name="connsiteY95" fmla="*/ 95213 h 530657"/>
                <a:gd name="connsiteX96" fmla="*/ 574983 w 579827"/>
                <a:gd name="connsiteY96" fmla="*/ 121011 h 530657"/>
                <a:gd name="connsiteX97" fmla="*/ 285938 w 579827"/>
                <a:gd name="connsiteY97" fmla="*/ 409624 h 530657"/>
                <a:gd name="connsiteX98" fmla="*/ 260101 w 579827"/>
                <a:gd name="connsiteY98" fmla="*/ 409624 h 530657"/>
                <a:gd name="connsiteX99" fmla="*/ 253642 w 579827"/>
                <a:gd name="connsiteY99" fmla="*/ 403175 h 530657"/>
                <a:gd name="connsiteX100" fmla="*/ 247183 w 579827"/>
                <a:gd name="connsiteY100" fmla="*/ 396725 h 530657"/>
                <a:gd name="connsiteX101" fmla="*/ 219732 w 579827"/>
                <a:gd name="connsiteY101" fmla="*/ 370927 h 530657"/>
                <a:gd name="connsiteX102" fmla="*/ 219732 w 579827"/>
                <a:gd name="connsiteY102" fmla="*/ 369315 h 530657"/>
                <a:gd name="connsiteX103" fmla="*/ 95394 w 579827"/>
                <a:gd name="connsiteY103" fmla="*/ 243550 h 530657"/>
                <a:gd name="connsiteX104" fmla="*/ 95394 w 579827"/>
                <a:gd name="connsiteY104" fmla="*/ 217753 h 530657"/>
                <a:gd name="connsiteX105" fmla="*/ 134149 w 579827"/>
                <a:gd name="connsiteY105" fmla="*/ 179056 h 530657"/>
                <a:gd name="connsiteX106" fmla="*/ 159985 w 579827"/>
                <a:gd name="connsiteY106" fmla="*/ 179056 h 530657"/>
                <a:gd name="connsiteX107" fmla="*/ 273019 w 579827"/>
                <a:gd name="connsiteY107" fmla="*/ 291921 h 530657"/>
                <a:gd name="connsiteX108" fmla="*/ 508777 w 579827"/>
                <a:gd name="connsiteY108" fmla="*/ 54904 h 530657"/>
                <a:gd name="connsiteX109" fmla="*/ 522502 w 579827"/>
                <a:gd name="connsiteY109" fmla="*/ 50066 h 530657"/>
                <a:gd name="connsiteX110" fmla="*/ 419934 w 579827"/>
                <a:gd name="connsiteY110" fmla="*/ 0 h 530657"/>
                <a:gd name="connsiteX111" fmla="*/ 500600 w 579827"/>
                <a:gd name="connsiteY111" fmla="*/ 45193 h 530657"/>
                <a:gd name="connsiteX112" fmla="*/ 466720 w 579827"/>
                <a:gd name="connsiteY112" fmla="*/ 77474 h 530657"/>
                <a:gd name="connsiteX113" fmla="*/ 419934 w 579827"/>
                <a:gd name="connsiteY113" fmla="*/ 46807 h 530657"/>
                <a:gd name="connsiteX114" fmla="*/ 415094 w 579827"/>
                <a:gd name="connsiteY114" fmla="*/ 41965 h 530657"/>
                <a:gd name="connsiteX115" fmla="*/ 415094 w 579827"/>
                <a:gd name="connsiteY115" fmla="*/ 4842 h 530657"/>
                <a:gd name="connsiteX116" fmla="*/ 419934 w 579827"/>
                <a:gd name="connsiteY116" fmla="*/ 0 h 530657"/>
                <a:gd name="connsiteX117" fmla="*/ 122738 w 579827"/>
                <a:gd name="connsiteY117" fmla="*/ 0 h 530657"/>
                <a:gd name="connsiteX118" fmla="*/ 197004 w 579827"/>
                <a:gd name="connsiteY118" fmla="*/ 0 h 530657"/>
                <a:gd name="connsiteX119" fmla="*/ 201847 w 579827"/>
                <a:gd name="connsiteY119" fmla="*/ 4852 h 530657"/>
                <a:gd name="connsiteX120" fmla="*/ 201847 w 579827"/>
                <a:gd name="connsiteY120" fmla="*/ 42047 h 530657"/>
                <a:gd name="connsiteX121" fmla="*/ 197004 w 579827"/>
                <a:gd name="connsiteY121" fmla="*/ 46899 h 530657"/>
                <a:gd name="connsiteX122" fmla="*/ 122738 w 579827"/>
                <a:gd name="connsiteY122" fmla="*/ 46899 h 530657"/>
                <a:gd name="connsiteX123" fmla="*/ 117895 w 579827"/>
                <a:gd name="connsiteY123" fmla="*/ 42047 h 530657"/>
                <a:gd name="connsiteX124" fmla="*/ 117895 w 579827"/>
                <a:gd name="connsiteY124" fmla="*/ 4852 h 530657"/>
                <a:gd name="connsiteX125" fmla="*/ 122738 w 579827"/>
                <a:gd name="connsiteY125" fmla="*/ 0 h 530657"/>
                <a:gd name="connsiteX126" fmla="*/ 221200 w 579827"/>
                <a:gd name="connsiteY126" fmla="*/ 0 h 530657"/>
                <a:gd name="connsiteX127" fmla="*/ 295466 w 579827"/>
                <a:gd name="connsiteY127" fmla="*/ 0 h 530657"/>
                <a:gd name="connsiteX128" fmla="*/ 300309 w 579827"/>
                <a:gd name="connsiteY128" fmla="*/ 4852 h 530657"/>
                <a:gd name="connsiteX129" fmla="*/ 300309 w 579827"/>
                <a:gd name="connsiteY129" fmla="*/ 42047 h 530657"/>
                <a:gd name="connsiteX130" fmla="*/ 295466 w 579827"/>
                <a:gd name="connsiteY130" fmla="*/ 46899 h 530657"/>
                <a:gd name="connsiteX131" fmla="*/ 221200 w 579827"/>
                <a:gd name="connsiteY131" fmla="*/ 46899 h 530657"/>
                <a:gd name="connsiteX132" fmla="*/ 216357 w 579827"/>
                <a:gd name="connsiteY132" fmla="*/ 42047 h 530657"/>
                <a:gd name="connsiteX133" fmla="*/ 216357 w 579827"/>
                <a:gd name="connsiteY133" fmla="*/ 4852 h 530657"/>
                <a:gd name="connsiteX134" fmla="*/ 221200 w 579827"/>
                <a:gd name="connsiteY134" fmla="*/ 0 h 530657"/>
                <a:gd name="connsiteX135" fmla="*/ 318107 w 579827"/>
                <a:gd name="connsiteY135" fmla="*/ 0 h 530657"/>
                <a:gd name="connsiteX136" fmla="*/ 392373 w 579827"/>
                <a:gd name="connsiteY136" fmla="*/ 0 h 530657"/>
                <a:gd name="connsiteX137" fmla="*/ 397216 w 579827"/>
                <a:gd name="connsiteY137" fmla="*/ 4852 h 530657"/>
                <a:gd name="connsiteX138" fmla="*/ 397216 w 579827"/>
                <a:gd name="connsiteY138" fmla="*/ 42047 h 530657"/>
                <a:gd name="connsiteX139" fmla="*/ 392373 w 579827"/>
                <a:gd name="connsiteY139" fmla="*/ 46899 h 530657"/>
                <a:gd name="connsiteX140" fmla="*/ 318107 w 579827"/>
                <a:gd name="connsiteY140" fmla="*/ 46899 h 530657"/>
                <a:gd name="connsiteX141" fmla="*/ 313264 w 579827"/>
                <a:gd name="connsiteY141" fmla="*/ 42047 h 530657"/>
                <a:gd name="connsiteX142" fmla="*/ 313264 w 579827"/>
                <a:gd name="connsiteY142" fmla="*/ 4852 h 530657"/>
                <a:gd name="connsiteX143" fmla="*/ 318107 w 579827"/>
                <a:gd name="connsiteY143" fmla="*/ 0 h 530657"/>
                <a:gd name="connsiteX144" fmla="*/ 96981 w 579827"/>
                <a:gd name="connsiteY144" fmla="*/ 0 h 530657"/>
                <a:gd name="connsiteX145" fmla="*/ 101830 w 579827"/>
                <a:gd name="connsiteY145" fmla="*/ 4843 h 530657"/>
                <a:gd name="connsiteX146" fmla="*/ 101830 w 579827"/>
                <a:gd name="connsiteY146" fmla="*/ 41976 h 530657"/>
                <a:gd name="connsiteX147" fmla="*/ 96981 w 579827"/>
                <a:gd name="connsiteY147" fmla="*/ 46819 h 530657"/>
                <a:gd name="connsiteX148" fmla="*/ 45258 w 579827"/>
                <a:gd name="connsiteY148" fmla="*/ 100096 h 530657"/>
                <a:gd name="connsiteX149" fmla="*/ 40409 w 579827"/>
                <a:gd name="connsiteY149" fmla="*/ 104939 h 530657"/>
                <a:gd name="connsiteX150" fmla="*/ 4849 w 579827"/>
                <a:gd name="connsiteY150" fmla="*/ 104939 h 530657"/>
                <a:gd name="connsiteX151" fmla="*/ 0 w 579827"/>
                <a:gd name="connsiteY151" fmla="*/ 100096 h 530657"/>
                <a:gd name="connsiteX152" fmla="*/ 96981 w 579827"/>
                <a:gd name="connsiteY152" fmla="*/ 0 h 530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79827" h="530657">
                  <a:moveTo>
                    <a:pt x="318107" y="483758"/>
                  </a:moveTo>
                  <a:lnTo>
                    <a:pt x="392373" y="483758"/>
                  </a:lnTo>
                  <a:cubicBezTo>
                    <a:pt x="393987" y="483758"/>
                    <a:pt x="397216" y="486992"/>
                    <a:pt x="397216" y="488610"/>
                  </a:cubicBezTo>
                  <a:lnTo>
                    <a:pt x="397216" y="525805"/>
                  </a:lnTo>
                  <a:cubicBezTo>
                    <a:pt x="397216" y="529040"/>
                    <a:pt x="393987" y="530657"/>
                    <a:pt x="392373" y="530657"/>
                  </a:cubicBezTo>
                  <a:lnTo>
                    <a:pt x="318107" y="530657"/>
                  </a:lnTo>
                  <a:cubicBezTo>
                    <a:pt x="314878" y="530657"/>
                    <a:pt x="313264" y="529040"/>
                    <a:pt x="313264" y="525805"/>
                  </a:cubicBezTo>
                  <a:lnTo>
                    <a:pt x="313264" y="488610"/>
                  </a:lnTo>
                  <a:cubicBezTo>
                    <a:pt x="313264" y="486992"/>
                    <a:pt x="314878" y="483758"/>
                    <a:pt x="318107" y="483758"/>
                  </a:cubicBezTo>
                  <a:close/>
                  <a:moveTo>
                    <a:pt x="221200" y="483758"/>
                  </a:moveTo>
                  <a:lnTo>
                    <a:pt x="295466" y="483758"/>
                  </a:lnTo>
                  <a:cubicBezTo>
                    <a:pt x="298695" y="483758"/>
                    <a:pt x="300309" y="486992"/>
                    <a:pt x="300309" y="488610"/>
                  </a:cubicBezTo>
                  <a:lnTo>
                    <a:pt x="300309" y="525805"/>
                  </a:lnTo>
                  <a:cubicBezTo>
                    <a:pt x="300309" y="529040"/>
                    <a:pt x="298695" y="530657"/>
                    <a:pt x="295466" y="530657"/>
                  </a:cubicBezTo>
                  <a:lnTo>
                    <a:pt x="221200" y="530657"/>
                  </a:lnTo>
                  <a:cubicBezTo>
                    <a:pt x="219586" y="530657"/>
                    <a:pt x="216357" y="529040"/>
                    <a:pt x="216357" y="525805"/>
                  </a:cubicBezTo>
                  <a:lnTo>
                    <a:pt x="216357" y="488610"/>
                  </a:lnTo>
                  <a:cubicBezTo>
                    <a:pt x="216357" y="486992"/>
                    <a:pt x="219586" y="483758"/>
                    <a:pt x="221200" y="483758"/>
                  </a:cubicBezTo>
                  <a:close/>
                  <a:moveTo>
                    <a:pt x="122738" y="483758"/>
                  </a:moveTo>
                  <a:lnTo>
                    <a:pt x="197004" y="483758"/>
                  </a:lnTo>
                  <a:cubicBezTo>
                    <a:pt x="200233" y="483758"/>
                    <a:pt x="201847" y="486992"/>
                    <a:pt x="201847" y="488610"/>
                  </a:cubicBezTo>
                  <a:lnTo>
                    <a:pt x="201847" y="525805"/>
                  </a:lnTo>
                  <a:cubicBezTo>
                    <a:pt x="201847" y="529040"/>
                    <a:pt x="200233" y="530657"/>
                    <a:pt x="197004" y="530657"/>
                  </a:cubicBezTo>
                  <a:lnTo>
                    <a:pt x="122738" y="530657"/>
                  </a:lnTo>
                  <a:cubicBezTo>
                    <a:pt x="121124" y="530657"/>
                    <a:pt x="117895" y="529040"/>
                    <a:pt x="117895" y="525805"/>
                  </a:cubicBezTo>
                  <a:lnTo>
                    <a:pt x="117895" y="488610"/>
                  </a:lnTo>
                  <a:cubicBezTo>
                    <a:pt x="117895" y="486992"/>
                    <a:pt x="121124" y="483758"/>
                    <a:pt x="122738" y="483758"/>
                  </a:cubicBezTo>
                  <a:close/>
                  <a:moveTo>
                    <a:pt x="476515" y="425718"/>
                  </a:moveTo>
                  <a:lnTo>
                    <a:pt x="512075" y="425718"/>
                  </a:lnTo>
                  <a:cubicBezTo>
                    <a:pt x="515308" y="425718"/>
                    <a:pt x="516924" y="427329"/>
                    <a:pt x="516924" y="430552"/>
                  </a:cubicBezTo>
                  <a:cubicBezTo>
                    <a:pt x="516924" y="485338"/>
                    <a:pt x="473283" y="528844"/>
                    <a:pt x="419943" y="528844"/>
                  </a:cubicBezTo>
                  <a:cubicBezTo>
                    <a:pt x="416710" y="528844"/>
                    <a:pt x="415094" y="527233"/>
                    <a:pt x="415094" y="524010"/>
                  </a:cubicBezTo>
                  <a:lnTo>
                    <a:pt x="415094" y="486949"/>
                  </a:lnTo>
                  <a:cubicBezTo>
                    <a:pt x="415094" y="485338"/>
                    <a:pt x="416710" y="482115"/>
                    <a:pt x="419943" y="482115"/>
                  </a:cubicBezTo>
                  <a:cubicBezTo>
                    <a:pt x="447421" y="482115"/>
                    <a:pt x="471666" y="459556"/>
                    <a:pt x="471666" y="430552"/>
                  </a:cubicBezTo>
                  <a:cubicBezTo>
                    <a:pt x="471666" y="427329"/>
                    <a:pt x="473283" y="425718"/>
                    <a:pt x="476515" y="425718"/>
                  </a:cubicBezTo>
                  <a:close/>
                  <a:moveTo>
                    <a:pt x="4849" y="425718"/>
                  </a:moveTo>
                  <a:lnTo>
                    <a:pt x="40409" y="425718"/>
                  </a:lnTo>
                  <a:cubicBezTo>
                    <a:pt x="43641" y="425718"/>
                    <a:pt x="45258" y="427329"/>
                    <a:pt x="45258" y="430552"/>
                  </a:cubicBezTo>
                  <a:cubicBezTo>
                    <a:pt x="45258" y="459556"/>
                    <a:pt x="67887" y="482115"/>
                    <a:pt x="96981" y="482115"/>
                  </a:cubicBezTo>
                  <a:cubicBezTo>
                    <a:pt x="98597" y="482115"/>
                    <a:pt x="101830" y="485338"/>
                    <a:pt x="101830" y="486949"/>
                  </a:cubicBezTo>
                  <a:lnTo>
                    <a:pt x="101830" y="524010"/>
                  </a:lnTo>
                  <a:cubicBezTo>
                    <a:pt x="101830" y="527233"/>
                    <a:pt x="98597" y="528844"/>
                    <a:pt x="96981" y="528844"/>
                  </a:cubicBezTo>
                  <a:cubicBezTo>
                    <a:pt x="43641" y="528844"/>
                    <a:pt x="0" y="485338"/>
                    <a:pt x="0" y="430552"/>
                  </a:cubicBezTo>
                  <a:cubicBezTo>
                    <a:pt x="0" y="427329"/>
                    <a:pt x="1616" y="425718"/>
                    <a:pt x="4849" y="425718"/>
                  </a:cubicBezTo>
                  <a:close/>
                  <a:moveTo>
                    <a:pt x="476438" y="324146"/>
                  </a:moveTo>
                  <a:lnTo>
                    <a:pt x="513685" y="324146"/>
                  </a:lnTo>
                  <a:cubicBezTo>
                    <a:pt x="515305" y="324146"/>
                    <a:pt x="516924" y="325759"/>
                    <a:pt x="516924" y="328986"/>
                  </a:cubicBezTo>
                  <a:lnTo>
                    <a:pt x="516924" y="404812"/>
                  </a:lnTo>
                  <a:cubicBezTo>
                    <a:pt x="516924" y="406425"/>
                    <a:pt x="515305" y="409652"/>
                    <a:pt x="513685" y="409652"/>
                  </a:cubicBezTo>
                  <a:lnTo>
                    <a:pt x="476438" y="409652"/>
                  </a:lnTo>
                  <a:cubicBezTo>
                    <a:pt x="474819" y="409652"/>
                    <a:pt x="471580" y="406425"/>
                    <a:pt x="471580" y="404812"/>
                  </a:cubicBezTo>
                  <a:lnTo>
                    <a:pt x="471580" y="328986"/>
                  </a:lnTo>
                  <a:cubicBezTo>
                    <a:pt x="471580" y="325759"/>
                    <a:pt x="474819" y="324146"/>
                    <a:pt x="476438" y="324146"/>
                  </a:cubicBezTo>
                  <a:close/>
                  <a:moveTo>
                    <a:pt x="4858" y="324146"/>
                  </a:moveTo>
                  <a:lnTo>
                    <a:pt x="40486" y="324146"/>
                  </a:lnTo>
                  <a:cubicBezTo>
                    <a:pt x="43725" y="324146"/>
                    <a:pt x="45344" y="325759"/>
                    <a:pt x="45344" y="328986"/>
                  </a:cubicBezTo>
                  <a:lnTo>
                    <a:pt x="45344" y="404812"/>
                  </a:lnTo>
                  <a:cubicBezTo>
                    <a:pt x="45344" y="406425"/>
                    <a:pt x="43725" y="409652"/>
                    <a:pt x="40486" y="409652"/>
                  </a:cubicBezTo>
                  <a:lnTo>
                    <a:pt x="4858" y="409652"/>
                  </a:lnTo>
                  <a:cubicBezTo>
                    <a:pt x="1619" y="409652"/>
                    <a:pt x="0" y="406425"/>
                    <a:pt x="0" y="404812"/>
                  </a:cubicBezTo>
                  <a:lnTo>
                    <a:pt x="0" y="328986"/>
                  </a:lnTo>
                  <a:cubicBezTo>
                    <a:pt x="0" y="325759"/>
                    <a:pt x="1619" y="324146"/>
                    <a:pt x="4858" y="324146"/>
                  </a:cubicBezTo>
                  <a:close/>
                  <a:moveTo>
                    <a:pt x="492633" y="222575"/>
                  </a:moveTo>
                  <a:lnTo>
                    <a:pt x="513685" y="222575"/>
                  </a:lnTo>
                  <a:cubicBezTo>
                    <a:pt x="515305" y="222575"/>
                    <a:pt x="516924" y="224188"/>
                    <a:pt x="516924" y="227415"/>
                  </a:cubicBezTo>
                  <a:lnTo>
                    <a:pt x="516924" y="303241"/>
                  </a:lnTo>
                  <a:cubicBezTo>
                    <a:pt x="516924" y="306468"/>
                    <a:pt x="515305" y="308081"/>
                    <a:pt x="513685" y="308081"/>
                  </a:cubicBezTo>
                  <a:lnTo>
                    <a:pt x="476438" y="308081"/>
                  </a:lnTo>
                  <a:cubicBezTo>
                    <a:pt x="474819" y="308081"/>
                    <a:pt x="471580" y="306468"/>
                    <a:pt x="471580" y="303241"/>
                  </a:cubicBezTo>
                  <a:lnTo>
                    <a:pt x="471580" y="245162"/>
                  </a:lnTo>
                  <a:close/>
                  <a:moveTo>
                    <a:pt x="4858" y="222575"/>
                  </a:moveTo>
                  <a:lnTo>
                    <a:pt x="40486" y="222575"/>
                  </a:lnTo>
                  <a:cubicBezTo>
                    <a:pt x="43725" y="222575"/>
                    <a:pt x="45344" y="224188"/>
                    <a:pt x="45344" y="227415"/>
                  </a:cubicBezTo>
                  <a:lnTo>
                    <a:pt x="45344" y="303241"/>
                  </a:lnTo>
                  <a:cubicBezTo>
                    <a:pt x="45344" y="306468"/>
                    <a:pt x="43725" y="308081"/>
                    <a:pt x="40486" y="308081"/>
                  </a:cubicBezTo>
                  <a:lnTo>
                    <a:pt x="4858" y="308081"/>
                  </a:lnTo>
                  <a:cubicBezTo>
                    <a:pt x="1619" y="308081"/>
                    <a:pt x="0" y="306468"/>
                    <a:pt x="0" y="303241"/>
                  </a:cubicBezTo>
                  <a:lnTo>
                    <a:pt x="0" y="227415"/>
                  </a:lnTo>
                  <a:cubicBezTo>
                    <a:pt x="0" y="224188"/>
                    <a:pt x="1619" y="222575"/>
                    <a:pt x="4858" y="222575"/>
                  </a:cubicBezTo>
                  <a:close/>
                  <a:moveTo>
                    <a:pt x="516924" y="193555"/>
                  </a:moveTo>
                  <a:lnTo>
                    <a:pt x="516924" y="203228"/>
                  </a:lnTo>
                  <a:cubicBezTo>
                    <a:pt x="516924" y="206453"/>
                    <a:pt x="515292" y="208065"/>
                    <a:pt x="513659" y="208065"/>
                  </a:cubicBezTo>
                  <a:lnTo>
                    <a:pt x="500600" y="208065"/>
                  </a:lnTo>
                  <a:close/>
                  <a:moveTo>
                    <a:pt x="4858" y="122559"/>
                  </a:moveTo>
                  <a:lnTo>
                    <a:pt x="40486" y="122559"/>
                  </a:lnTo>
                  <a:cubicBezTo>
                    <a:pt x="43725" y="122559"/>
                    <a:pt x="45344" y="125786"/>
                    <a:pt x="45344" y="127399"/>
                  </a:cubicBezTo>
                  <a:lnTo>
                    <a:pt x="45344" y="203225"/>
                  </a:lnTo>
                  <a:cubicBezTo>
                    <a:pt x="45344" y="206452"/>
                    <a:pt x="43725" y="208065"/>
                    <a:pt x="40486" y="208065"/>
                  </a:cubicBezTo>
                  <a:lnTo>
                    <a:pt x="4858" y="208065"/>
                  </a:lnTo>
                  <a:cubicBezTo>
                    <a:pt x="1619" y="208065"/>
                    <a:pt x="0" y="206452"/>
                    <a:pt x="0" y="203225"/>
                  </a:cubicBezTo>
                  <a:lnTo>
                    <a:pt x="0" y="127399"/>
                  </a:lnTo>
                  <a:cubicBezTo>
                    <a:pt x="0" y="125786"/>
                    <a:pt x="1619" y="122559"/>
                    <a:pt x="4858" y="122559"/>
                  </a:cubicBezTo>
                  <a:close/>
                  <a:moveTo>
                    <a:pt x="522502" y="50066"/>
                  </a:moveTo>
                  <a:cubicBezTo>
                    <a:pt x="527347" y="50066"/>
                    <a:pt x="532191" y="51679"/>
                    <a:pt x="536228" y="54904"/>
                  </a:cubicBezTo>
                  <a:lnTo>
                    <a:pt x="574983" y="95213"/>
                  </a:lnTo>
                  <a:cubicBezTo>
                    <a:pt x="581442" y="101662"/>
                    <a:pt x="581442" y="114561"/>
                    <a:pt x="574983" y="121011"/>
                  </a:cubicBezTo>
                  <a:lnTo>
                    <a:pt x="285938" y="409624"/>
                  </a:lnTo>
                  <a:cubicBezTo>
                    <a:pt x="277864" y="417686"/>
                    <a:pt x="266560" y="417686"/>
                    <a:pt x="260101" y="409624"/>
                  </a:cubicBezTo>
                  <a:lnTo>
                    <a:pt x="253642" y="403175"/>
                  </a:lnTo>
                  <a:lnTo>
                    <a:pt x="247183" y="396725"/>
                  </a:lnTo>
                  <a:lnTo>
                    <a:pt x="219732" y="370927"/>
                  </a:lnTo>
                  <a:lnTo>
                    <a:pt x="219732" y="369315"/>
                  </a:lnTo>
                  <a:lnTo>
                    <a:pt x="95394" y="243550"/>
                  </a:lnTo>
                  <a:cubicBezTo>
                    <a:pt x="87320" y="237101"/>
                    <a:pt x="87320" y="224202"/>
                    <a:pt x="95394" y="217753"/>
                  </a:cubicBezTo>
                  <a:lnTo>
                    <a:pt x="134149" y="179056"/>
                  </a:lnTo>
                  <a:cubicBezTo>
                    <a:pt x="140608" y="170994"/>
                    <a:pt x="153526" y="170994"/>
                    <a:pt x="159985" y="179056"/>
                  </a:cubicBezTo>
                  <a:lnTo>
                    <a:pt x="273019" y="291921"/>
                  </a:lnTo>
                  <a:lnTo>
                    <a:pt x="508777" y="54904"/>
                  </a:lnTo>
                  <a:cubicBezTo>
                    <a:pt x="512814" y="51679"/>
                    <a:pt x="517658" y="50066"/>
                    <a:pt x="522502" y="50066"/>
                  </a:cubicBezTo>
                  <a:close/>
                  <a:moveTo>
                    <a:pt x="419934" y="0"/>
                  </a:moveTo>
                  <a:cubicBezTo>
                    <a:pt x="460267" y="0"/>
                    <a:pt x="487693" y="11298"/>
                    <a:pt x="500600" y="45193"/>
                  </a:cubicBezTo>
                  <a:lnTo>
                    <a:pt x="466720" y="77474"/>
                  </a:lnTo>
                  <a:cubicBezTo>
                    <a:pt x="452200" y="51649"/>
                    <a:pt x="447360" y="46807"/>
                    <a:pt x="419934" y="46807"/>
                  </a:cubicBezTo>
                  <a:cubicBezTo>
                    <a:pt x="416707" y="46807"/>
                    <a:pt x="415094" y="45193"/>
                    <a:pt x="415094" y="41965"/>
                  </a:cubicBezTo>
                  <a:lnTo>
                    <a:pt x="415094" y="4842"/>
                  </a:lnTo>
                  <a:cubicBezTo>
                    <a:pt x="415094" y="3228"/>
                    <a:pt x="416707" y="0"/>
                    <a:pt x="419934" y="0"/>
                  </a:cubicBezTo>
                  <a:close/>
                  <a:moveTo>
                    <a:pt x="122738" y="0"/>
                  </a:moveTo>
                  <a:lnTo>
                    <a:pt x="197004" y="0"/>
                  </a:lnTo>
                  <a:cubicBezTo>
                    <a:pt x="200233" y="0"/>
                    <a:pt x="201847" y="3235"/>
                    <a:pt x="201847" y="4852"/>
                  </a:cubicBezTo>
                  <a:lnTo>
                    <a:pt x="201847" y="42047"/>
                  </a:lnTo>
                  <a:cubicBezTo>
                    <a:pt x="201847" y="45282"/>
                    <a:pt x="200233" y="46899"/>
                    <a:pt x="197004" y="46899"/>
                  </a:cubicBezTo>
                  <a:lnTo>
                    <a:pt x="122738" y="46899"/>
                  </a:lnTo>
                  <a:cubicBezTo>
                    <a:pt x="121124" y="46899"/>
                    <a:pt x="117895" y="45282"/>
                    <a:pt x="117895" y="42047"/>
                  </a:cubicBezTo>
                  <a:lnTo>
                    <a:pt x="117895" y="4852"/>
                  </a:lnTo>
                  <a:cubicBezTo>
                    <a:pt x="117895" y="3235"/>
                    <a:pt x="121124" y="0"/>
                    <a:pt x="122738" y="0"/>
                  </a:cubicBezTo>
                  <a:close/>
                  <a:moveTo>
                    <a:pt x="221200" y="0"/>
                  </a:moveTo>
                  <a:lnTo>
                    <a:pt x="295466" y="0"/>
                  </a:lnTo>
                  <a:cubicBezTo>
                    <a:pt x="298695" y="0"/>
                    <a:pt x="300309" y="3234"/>
                    <a:pt x="300309" y="4852"/>
                  </a:cubicBezTo>
                  <a:lnTo>
                    <a:pt x="300309" y="42047"/>
                  </a:lnTo>
                  <a:cubicBezTo>
                    <a:pt x="300309" y="45282"/>
                    <a:pt x="298695" y="46899"/>
                    <a:pt x="295466" y="46899"/>
                  </a:cubicBezTo>
                  <a:lnTo>
                    <a:pt x="221200" y="46899"/>
                  </a:lnTo>
                  <a:cubicBezTo>
                    <a:pt x="219586" y="46899"/>
                    <a:pt x="216357" y="45282"/>
                    <a:pt x="216357" y="42047"/>
                  </a:cubicBezTo>
                  <a:lnTo>
                    <a:pt x="216357" y="4852"/>
                  </a:lnTo>
                  <a:cubicBezTo>
                    <a:pt x="216357" y="3234"/>
                    <a:pt x="219586" y="0"/>
                    <a:pt x="221200" y="0"/>
                  </a:cubicBezTo>
                  <a:close/>
                  <a:moveTo>
                    <a:pt x="318107" y="0"/>
                  </a:moveTo>
                  <a:lnTo>
                    <a:pt x="392373" y="0"/>
                  </a:lnTo>
                  <a:cubicBezTo>
                    <a:pt x="393987" y="0"/>
                    <a:pt x="397216" y="3234"/>
                    <a:pt x="397216" y="4852"/>
                  </a:cubicBezTo>
                  <a:lnTo>
                    <a:pt x="397216" y="42047"/>
                  </a:lnTo>
                  <a:cubicBezTo>
                    <a:pt x="397216" y="45282"/>
                    <a:pt x="393987" y="46899"/>
                    <a:pt x="392373" y="46899"/>
                  </a:cubicBezTo>
                  <a:lnTo>
                    <a:pt x="318107" y="46899"/>
                  </a:lnTo>
                  <a:cubicBezTo>
                    <a:pt x="314878" y="46899"/>
                    <a:pt x="313264" y="45282"/>
                    <a:pt x="313264" y="42047"/>
                  </a:cubicBezTo>
                  <a:lnTo>
                    <a:pt x="313264" y="4852"/>
                  </a:lnTo>
                  <a:cubicBezTo>
                    <a:pt x="313264" y="3234"/>
                    <a:pt x="314878" y="0"/>
                    <a:pt x="318107" y="0"/>
                  </a:cubicBezTo>
                  <a:close/>
                  <a:moveTo>
                    <a:pt x="96981" y="0"/>
                  </a:moveTo>
                  <a:cubicBezTo>
                    <a:pt x="98597" y="0"/>
                    <a:pt x="101830" y="3229"/>
                    <a:pt x="101830" y="4843"/>
                  </a:cubicBezTo>
                  <a:lnTo>
                    <a:pt x="101830" y="41976"/>
                  </a:lnTo>
                  <a:cubicBezTo>
                    <a:pt x="101830" y="45204"/>
                    <a:pt x="98597" y="46819"/>
                    <a:pt x="96981" y="46819"/>
                  </a:cubicBezTo>
                  <a:cubicBezTo>
                    <a:pt x="67887" y="46819"/>
                    <a:pt x="45258" y="71036"/>
                    <a:pt x="45258" y="100096"/>
                  </a:cubicBezTo>
                  <a:cubicBezTo>
                    <a:pt x="45258" y="101710"/>
                    <a:pt x="43641" y="104939"/>
                    <a:pt x="40409" y="104939"/>
                  </a:cubicBezTo>
                  <a:lnTo>
                    <a:pt x="4849" y="104939"/>
                  </a:lnTo>
                  <a:cubicBezTo>
                    <a:pt x="1616" y="104939"/>
                    <a:pt x="0" y="101710"/>
                    <a:pt x="0" y="100096"/>
                  </a:cubicBezTo>
                  <a:cubicBezTo>
                    <a:pt x="0" y="45204"/>
                    <a:pt x="43641" y="0"/>
                    <a:pt x="96981"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65" name="Group 23"/>
          <p:cNvGrpSpPr/>
          <p:nvPr>
            <p:custDataLst>
              <p:tags r:id="rId17"/>
            </p:custDataLst>
          </p:nvPr>
        </p:nvGrpSpPr>
        <p:grpSpPr>
          <a:xfrm>
            <a:off x="5835053" y="5555991"/>
            <a:ext cx="495959" cy="495959"/>
            <a:chOff x="6529585" y="5555991"/>
            <a:chExt cx="495959" cy="495959"/>
          </a:xfrm>
        </p:grpSpPr>
        <p:sp>
          <p:nvSpPr>
            <p:cNvPr id="66" name="íṥļîḓê"/>
            <p:cNvSpPr/>
            <p:nvPr>
              <p:custDataLst>
                <p:tags r:id="rId18"/>
              </p:custDataLst>
            </p:nvPr>
          </p:nvSpPr>
          <p:spPr>
            <a:xfrm>
              <a:off x="6529585" y="555599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7" name="íṥlíḓê"/>
            <p:cNvSpPr/>
            <p:nvPr>
              <p:custDataLst>
                <p:tags r:id="rId19"/>
              </p:custDataLst>
            </p:nvPr>
          </p:nvSpPr>
          <p:spPr>
            <a:xfrm>
              <a:off x="6575438" y="560184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68" name="ïśļiḑé"/>
            <p:cNvSpPr/>
            <p:nvPr>
              <p:custDataLst>
                <p:tags r:id="rId20"/>
              </p:custDataLst>
            </p:nvPr>
          </p:nvSpPr>
          <p:spPr>
            <a:xfrm>
              <a:off x="6688554" y="5679652"/>
              <a:ext cx="178017" cy="248637"/>
            </a:xfrm>
            <a:custGeom>
              <a:avLst/>
              <a:gdLst>
                <a:gd name="T0" fmla="*/ 0 w 584"/>
                <a:gd name="T1" fmla="*/ 27 h 817"/>
                <a:gd name="T2" fmla="*/ 0 w 584"/>
                <a:gd name="T3" fmla="*/ 690 h 817"/>
                <a:gd name="T4" fmla="*/ 478 w 584"/>
                <a:gd name="T5" fmla="*/ 817 h 817"/>
                <a:gd name="T6" fmla="*/ 478 w 584"/>
                <a:gd name="T7" fmla="*/ 669 h 817"/>
                <a:gd name="T8" fmla="*/ 584 w 584"/>
                <a:gd name="T9" fmla="*/ 664 h 817"/>
                <a:gd name="T10" fmla="*/ 584 w 584"/>
                <a:gd name="T11" fmla="*/ 0 h 817"/>
                <a:gd name="T12" fmla="*/ 0 w 584"/>
                <a:gd name="T13" fmla="*/ 27 h 817"/>
                <a:gd name="T14" fmla="*/ 531 w 584"/>
                <a:gd name="T15" fmla="*/ 611 h 817"/>
                <a:gd name="T16" fmla="*/ 53 w 584"/>
                <a:gd name="T17" fmla="*/ 637 h 817"/>
                <a:gd name="T18" fmla="*/ 53 w 584"/>
                <a:gd name="T19" fmla="*/ 80 h 817"/>
                <a:gd name="T20" fmla="*/ 358 w 584"/>
                <a:gd name="T21" fmla="*/ 63 h 817"/>
                <a:gd name="T22" fmla="*/ 358 w 584"/>
                <a:gd name="T23" fmla="*/ 340 h 817"/>
                <a:gd name="T24" fmla="*/ 410 w 584"/>
                <a:gd name="T25" fmla="*/ 264 h 817"/>
                <a:gd name="T26" fmla="*/ 462 w 584"/>
                <a:gd name="T27" fmla="*/ 340 h 817"/>
                <a:gd name="T28" fmla="*/ 462 w 584"/>
                <a:gd name="T29" fmla="*/ 57 h 817"/>
                <a:gd name="T30" fmla="*/ 531 w 584"/>
                <a:gd name="T31" fmla="*/ 53 h 817"/>
                <a:gd name="T32" fmla="*/ 531 w 584"/>
                <a:gd name="T33" fmla="*/ 611 h 817"/>
                <a:gd name="T34" fmla="*/ 531 w 584"/>
                <a:gd name="T35" fmla="*/ 611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4" h="817">
                  <a:moveTo>
                    <a:pt x="0" y="27"/>
                  </a:moveTo>
                  <a:lnTo>
                    <a:pt x="0" y="690"/>
                  </a:lnTo>
                  <a:lnTo>
                    <a:pt x="478" y="817"/>
                  </a:lnTo>
                  <a:lnTo>
                    <a:pt x="478" y="669"/>
                  </a:lnTo>
                  <a:lnTo>
                    <a:pt x="584" y="664"/>
                  </a:lnTo>
                  <a:lnTo>
                    <a:pt x="584" y="0"/>
                  </a:lnTo>
                  <a:lnTo>
                    <a:pt x="0" y="27"/>
                  </a:lnTo>
                  <a:close/>
                  <a:moveTo>
                    <a:pt x="531" y="611"/>
                  </a:moveTo>
                  <a:lnTo>
                    <a:pt x="53" y="637"/>
                  </a:lnTo>
                  <a:lnTo>
                    <a:pt x="53" y="80"/>
                  </a:lnTo>
                  <a:lnTo>
                    <a:pt x="358" y="63"/>
                  </a:lnTo>
                  <a:lnTo>
                    <a:pt x="358" y="340"/>
                  </a:lnTo>
                  <a:lnTo>
                    <a:pt x="410" y="264"/>
                  </a:lnTo>
                  <a:lnTo>
                    <a:pt x="462" y="340"/>
                  </a:lnTo>
                  <a:lnTo>
                    <a:pt x="462" y="57"/>
                  </a:lnTo>
                  <a:lnTo>
                    <a:pt x="531" y="53"/>
                  </a:lnTo>
                  <a:lnTo>
                    <a:pt x="531" y="611"/>
                  </a:lnTo>
                  <a:lnTo>
                    <a:pt x="531" y="611"/>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28" name="组合 27"/>
          <p:cNvGrpSpPr/>
          <p:nvPr>
            <p:custDataLst>
              <p:tags r:id="rId21"/>
            </p:custDataLst>
          </p:nvPr>
        </p:nvGrpSpPr>
        <p:grpSpPr>
          <a:xfrm>
            <a:off x="5835053" y="809489"/>
            <a:ext cx="495959" cy="495959"/>
            <a:chOff x="6529585" y="809489"/>
            <a:chExt cx="495959" cy="495959"/>
          </a:xfrm>
        </p:grpSpPr>
        <p:sp>
          <p:nvSpPr>
            <p:cNvPr id="29" name="íṥļîḓê"/>
            <p:cNvSpPr/>
            <p:nvPr>
              <p:custDataLst>
                <p:tags r:id="rId22"/>
              </p:custDataLst>
            </p:nvPr>
          </p:nvSpPr>
          <p:spPr>
            <a:xfrm>
              <a:off x="6529585" y="809489"/>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30" name="íṥlíḓê"/>
            <p:cNvSpPr/>
            <p:nvPr>
              <p:custDataLst>
                <p:tags r:id="rId23"/>
              </p:custDataLst>
            </p:nvPr>
          </p:nvSpPr>
          <p:spPr>
            <a:xfrm>
              <a:off x="6575438" y="855342"/>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31" name="ïśļiḑé"/>
            <p:cNvSpPr/>
            <p:nvPr>
              <p:custDataLst>
                <p:tags r:id="rId24"/>
              </p:custDataLst>
            </p:nvPr>
          </p:nvSpPr>
          <p:spPr>
            <a:xfrm>
              <a:off x="6653246" y="975629"/>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2" name="组合 1"/>
          <p:cNvGrpSpPr/>
          <p:nvPr>
            <p:custDataLst>
              <p:tags r:id="rId25"/>
            </p:custDataLst>
          </p:nvPr>
        </p:nvGrpSpPr>
        <p:grpSpPr>
          <a:xfrm>
            <a:off x="6823968" y="723491"/>
            <a:ext cx="3798000" cy="732782"/>
            <a:chOff x="6823968" y="723491"/>
            <a:chExt cx="3798000" cy="732782"/>
          </a:xfrm>
        </p:grpSpPr>
        <p:sp>
          <p:nvSpPr>
            <p:cNvPr id="3" name="文本框 2"/>
            <p:cNvSpPr txBox="1"/>
            <p:nvPr>
              <p:custDataLst>
                <p:tags r:id="rId26"/>
              </p:custDataLst>
            </p:nvPr>
          </p:nvSpPr>
          <p:spPr>
            <a:xfrm>
              <a:off x="7565045" y="812926"/>
              <a:ext cx="202184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2">
                      <a:lumMod val="25000"/>
                    </a:schemeClr>
                  </a:solidFill>
                  <a:effectLst/>
                  <a:uLnTx/>
                  <a:uFillTx/>
                  <a:latin typeface="微软雅黑" panose="020B0503020204020204" charset="-122"/>
                  <a:ea typeface="微软雅黑" panose="020B0503020204020204" charset="-122"/>
                  <a:cs typeface="+mn-ea"/>
                </a:rPr>
                <a:t>研究背景</a:t>
              </a:r>
              <a:endParaRPr kumimoji="0" lang="zh-CN" altLang="en-US" sz="2400" b="1" i="0" u="none" strike="noStrike" kern="1200" cap="none" spc="0" normalizeH="0" baseline="0" noProof="0" dirty="0">
                <a:ln>
                  <a:noFill/>
                </a:ln>
                <a:solidFill>
                  <a:schemeClr val="bg2">
                    <a:lumMod val="25000"/>
                  </a:schemeClr>
                </a:solidFill>
                <a:effectLst/>
                <a:uLnTx/>
                <a:uFillTx/>
                <a:latin typeface="微软雅黑" panose="020B0503020204020204" charset="-122"/>
                <a:ea typeface="微软雅黑" panose="020B0503020204020204" charset="-122"/>
                <a:cs typeface="+mn-ea"/>
              </a:endParaRPr>
            </a:p>
          </p:txBody>
        </p:sp>
        <p:cxnSp>
          <p:nvCxnSpPr>
            <p:cNvPr id="32" name="直接连接符 31"/>
            <p:cNvCxnSpPr/>
            <p:nvPr>
              <p:custDataLst>
                <p:tags r:id="rId27"/>
              </p:custDataLst>
            </p:nvPr>
          </p:nvCxnSpPr>
          <p:spPr>
            <a:xfrm>
              <a:off x="6823968" y="1336146"/>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6880535" y="723491"/>
              <a:ext cx="817163" cy="732782"/>
              <a:chOff x="7575067" y="723491"/>
              <a:chExt cx="817163" cy="732782"/>
            </a:xfrm>
          </p:grpSpPr>
          <p:sp>
            <p:nvSpPr>
              <p:cNvPr id="39" name="文本框 38"/>
              <p:cNvSpPr txBox="1"/>
              <p:nvPr>
                <p:custDataLst>
                  <p:tags r:id="rId28"/>
                </p:custDataLst>
              </p:nvPr>
            </p:nvSpPr>
            <p:spPr>
              <a:xfrm>
                <a:off x="7575067" y="748387"/>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01</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40" name="文本框 39"/>
              <p:cNvSpPr txBox="1"/>
              <p:nvPr>
                <p:custDataLst>
                  <p:tags r:id="rId29"/>
                </p:custDataLst>
              </p:nvPr>
            </p:nvSpPr>
            <p:spPr>
              <a:xfrm>
                <a:off x="7592006" y="723491"/>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rPr>
                  <a:t>01</a:t>
                </a:r>
                <a:endParaRPr kumimoji="0" lang="zh-CN" altLang="en-US"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endParaRPr>
              </a:p>
            </p:txBody>
          </p:sp>
        </p:grpSp>
      </p:grpSp>
      <p:grpSp>
        <p:nvGrpSpPr>
          <p:cNvPr id="9" name="组合 8"/>
          <p:cNvGrpSpPr/>
          <p:nvPr>
            <p:custDataLst>
              <p:tags r:id="rId30"/>
            </p:custDataLst>
          </p:nvPr>
        </p:nvGrpSpPr>
        <p:grpSpPr>
          <a:xfrm>
            <a:off x="7068620" y="1668314"/>
            <a:ext cx="3798000" cy="732782"/>
            <a:chOff x="7068620" y="1668314"/>
            <a:chExt cx="3798000" cy="732782"/>
          </a:xfrm>
        </p:grpSpPr>
        <p:sp>
          <p:nvSpPr>
            <p:cNvPr id="4" name="文本框 3"/>
            <p:cNvSpPr txBox="1"/>
            <p:nvPr>
              <p:custDataLst>
                <p:tags r:id="rId31"/>
              </p:custDataLst>
            </p:nvPr>
          </p:nvSpPr>
          <p:spPr>
            <a:xfrm>
              <a:off x="7870493" y="1761539"/>
              <a:ext cx="2021840" cy="460375"/>
            </a:xfrm>
            <a:prstGeom prst="rect">
              <a:avLst/>
            </a:prstGeom>
            <a:noFill/>
          </p:spPr>
          <p:txBody>
            <a:bodyPr wrap="square" rtlCol="0">
              <a:spAutoFit/>
            </a:bodyPr>
            <a:lstStyle/>
            <a:p>
              <a:pPr>
                <a:defRPr/>
              </a:pPr>
              <a:r>
                <a:rPr lang="zh-CN" altLang="en-US" sz="2400" b="1" dirty="0">
                  <a:solidFill>
                    <a:schemeClr val="bg2">
                      <a:lumMod val="25000"/>
                    </a:schemeClr>
                  </a:solidFill>
                  <a:latin typeface="微软雅黑" panose="020B0503020204020204" charset="-122"/>
                  <a:ea typeface="微软雅黑" panose="020B0503020204020204" charset="-122"/>
                  <a:cs typeface="+mn-ea"/>
                </a:rPr>
                <a:t>发病</a:t>
              </a:r>
              <a:r>
                <a:rPr lang="zh-CN" altLang="en-US" sz="2400" b="1" dirty="0">
                  <a:solidFill>
                    <a:schemeClr val="bg2">
                      <a:lumMod val="25000"/>
                    </a:schemeClr>
                  </a:solidFill>
                  <a:latin typeface="微软雅黑" panose="020B0503020204020204" charset="-122"/>
                  <a:ea typeface="微软雅黑" panose="020B0503020204020204" charset="-122"/>
                  <a:cs typeface="+mn-ea"/>
                </a:rPr>
                <a:t>原因</a:t>
              </a:r>
              <a:endParaRPr lang="zh-CN" altLang="en-US" sz="2400" b="1" dirty="0">
                <a:solidFill>
                  <a:schemeClr val="bg2">
                    <a:lumMod val="25000"/>
                  </a:schemeClr>
                </a:solidFill>
                <a:latin typeface="微软雅黑" panose="020B0503020204020204" charset="-122"/>
                <a:ea typeface="微软雅黑" panose="020B0503020204020204" charset="-122"/>
                <a:cs typeface="+mn-ea"/>
              </a:endParaRPr>
            </a:p>
          </p:txBody>
        </p:sp>
        <p:cxnSp>
          <p:nvCxnSpPr>
            <p:cNvPr id="33" name="直接连接符 32"/>
            <p:cNvCxnSpPr/>
            <p:nvPr>
              <p:custDataLst>
                <p:tags r:id="rId32"/>
              </p:custDataLst>
            </p:nvPr>
          </p:nvCxnSpPr>
          <p:spPr>
            <a:xfrm>
              <a:off x="7068620" y="2284759"/>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p:nvGrpSpPr>
          <p:grpSpPr>
            <a:xfrm>
              <a:off x="7163048" y="1668314"/>
              <a:ext cx="817163" cy="732782"/>
              <a:chOff x="7857580" y="1668314"/>
              <a:chExt cx="817163" cy="732782"/>
            </a:xfrm>
          </p:grpSpPr>
          <p:sp>
            <p:nvSpPr>
              <p:cNvPr id="42" name="文本框 41"/>
              <p:cNvSpPr txBox="1"/>
              <p:nvPr>
                <p:custDataLst>
                  <p:tags r:id="rId33"/>
                </p:custDataLst>
              </p:nvPr>
            </p:nvSpPr>
            <p:spPr>
              <a:xfrm>
                <a:off x="7857580" y="1693210"/>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02</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43" name="文本框 42"/>
              <p:cNvSpPr txBox="1"/>
              <p:nvPr>
                <p:custDataLst>
                  <p:tags r:id="rId34"/>
                </p:custDataLst>
              </p:nvPr>
            </p:nvSpPr>
            <p:spPr>
              <a:xfrm>
                <a:off x="7874519" y="1668314"/>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rPr>
                  <a:t>02</a:t>
                </a:r>
                <a:endParaRPr kumimoji="0" lang="zh-CN" altLang="en-US"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endParaRPr>
              </a:p>
            </p:txBody>
          </p:sp>
        </p:grpSp>
      </p:grpSp>
      <p:grpSp>
        <p:nvGrpSpPr>
          <p:cNvPr id="10" name="组合 9"/>
          <p:cNvGrpSpPr/>
          <p:nvPr>
            <p:custDataLst>
              <p:tags r:id="rId35"/>
            </p:custDataLst>
          </p:nvPr>
        </p:nvGrpSpPr>
        <p:grpSpPr>
          <a:xfrm>
            <a:off x="7206183" y="2617467"/>
            <a:ext cx="3798745" cy="732782"/>
            <a:chOff x="7206183" y="2617467"/>
            <a:chExt cx="3798745" cy="732782"/>
          </a:xfrm>
        </p:grpSpPr>
        <p:sp>
          <p:nvSpPr>
            <p:cNvPr id="5" name="文本框 4"/>
            <p:cNvSpPr txBox="1"/>
            <p:nvPr>
              <p:custDataLst>
                <p:tags r:id="rId36"/>
              </p:custDataLst>
            </p:nvPr>
          </p:nvSpPr>
          <p:spPr>
            <a:xfrm>
              <a:off x="8136855" y="2710152"/>
              <a:ext cx="2868073" cy="460375"/>
            </a:xfrm>
            <a:prstGeom prst="rect">
              <a:avLst/>
            </a:prstGeom>
            <a:noFill/>
          </p:spPr>
          <p:txBody>
            <a:bodyPr wrap="square" rtlCol="0">
              <a:spAutoFit/>
            </a:bodyPr>
            <a:lstStyle/>
            <a:p>
              <a:pPr>
                <a:defRPr/>
              </a:pPr>
              <a:r>
                <a:rPr lang="zh-CN" altLang="en-US" sz="2400" b="1" dirty="0">
                  <a:solidFill>
                    <a:schemeClr val="bg2">
                      <a:lumMod val="25000"/>
                    </a:schemeClr>
                  </a:solidFill>
                  <a:latin typeface="微软雅黑" panose="020B0503020204020204" charset="-122"/>
                  <a:ea typeface="微软雅黑" panose="020B0503020204020204" charset="-122"/>
                  <a:cs typeface="+mn-ea"/>
                </a:rPr>
                <a:t>发病</a:t>
              </a:r>
              <a:r>
                <a:rPr lang="zh-CN" altLang="en-US" sz="2400" b="1" dirty="0">
                  <a:solidFill>
                    <a:schemeClr val="bg2">
                      <a:lumMod val="25000"/>
                    </a:schemeClr>
                  </a:solidFill>
                  <a:latin typeface="微软雅黑" panose="020B0503020204020204" charset="-122"/>
                  <a:ea typeface="微软雅黑" panose="020B0503020204020204" charset="-122"/>
                  <a:cs typeface="+mn-ea"/>
                </a:rPr>
                <a:t>原理</a:t>
              </a:r>
              <a:endParaRPr lang="zh-CN" altLang="en-US" sz="2400" b="1" dirty="0">
                <a:solidFill>
                  <a:schemeClr val="bg2">
                    <a:lumMod val="25000"/>
                  </a:schemeClr>
                </a:solidFill>
                <a:latin typeface="微软雅黑" panose="020B0503020204020204" charset="-122"/>
                <a:ea typeface="微软雅黑" panose="020B0503020204020204" charset="-122"/>
                <a:cs typeface="+mn-ea"/>
              </a:endParaRPr>
            </a:p>
          </p:txBody>
        </p:sp>
        <p:cxnSp>
          <p:nvCxnSpPr>
            <p:cNvPr id="34" name="直接连接符 33"/>
            <p:cNvCxnSpPr/>
            <p:nvPr>
              <p:custDataLst>
                <p:tags r:id="rId37"/>
              </p:custDataLst>
            </p:nvPr>
          </p:nvCxnSpPr>
          <p:spPr>
            <a:xfrm>
              <a:off x="7206183" y="3233372"/>
              <a:ext cx="3798745"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7349460" y="2617467"/>
              <a:ext cx="817163" cy="732782"/>
              <a:chOff x="8043992" y="2617467"/>
              <a:chExt cx="817163" cy="732782"/>
            </a:xfrm>
          </p:grpSpPr>
          <p:sp>
            <p:nvSpPr>
              <p:cNvPr id="45" name="文本框 44"/>
              <p:cNvSpPr txBox="1"/>
              <p:nvPr>
                <p:custDataLst>
                  <p:tags r:id="rId38"/>
                </p:custDataLst>
              </p:nvPr>
            </p:nvSpPr>
            <p:spPr>
              <a:xfrm>
                <a:off x="8043992" y="2642363"/>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03</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46" name="文本框 45"/>
              <p:cNvSpPr txBox="1"/>
              <p:nvPr>
                <p:custDataLst>
                  <p:tags r:id="rId39"/>
                </p:custDataLst>
              </p:nvPr>
            </p:nvSpPr>
            <p:spPr>
              <a:xfrm>
                <a:off x="8060931" y="2617467"/>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rPr>
                  <a:t>03</a:t>
                </a:r>
                <a:endParaRPr kumimoji="0" lang="zh-CN" altLang="en-US"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endParaRPr>
              </a:p>
            </p:txBody>
          </p:sp>
        </p:grpSp>
      </p:grpSp>
      <p:grpSp>
        <p:nvGrpSpPr>
          <p:cNvPr id="11" name="组合 10"/>
          <p:cNvGrpSpPr/>
          <p:nvPr>
            <p:custDataLst>
              <p:tags r:id="rId40"/>
            </p:custDataLst>
          </p:nvPr>
        </p:nvGrpSpPr>
        <p:grpSpPr>
          <a:xfrm>
            <a:off x="7206183" y="3562419"/>
            <a:ext cx="3798000" cy="732782"/>
            <a:chOff x="7206183" y="3562419"/>
            <a:chExt cx="3798000" cy="732782"/>
          </a:xfrm>
        </p:grpSpPr>
        <p:sp>
          <p:nvSpPr>
            <p:cNvPr id="6" name="文本框 5"/>
            <p:cNvSpPr txBox="1"/>
            <p:nvPr>
              <p:custDataLst>
                <p:tags r:id="rId41"/>
              </p:custDataLst>
            </p:nvPr>
          </p:nvSpPr>
          <p:spPr>
            <a:xfrm>
              <a:off x="8136855" y="3658765"/>
              <a:ext cx="2774093" cy="460375"/>
            </a:xfrm>
            <a:prstGeom prst="rect">
              <a:avLst/>
            </a:prstGeom>
            <a:noFill/>
          </p:spPr>
          <p:txBody>
            <a:bodyPr wrap="square" rtlCol="0">
              <a:spAutoFit/>
            </a:bodyPr>
            <a:lstStyle/>
            <a:p>
              <a:pPr>
                <a:defRPr/>
              </a:pPr>
              <a:r>
                <a:rPr lang="zh-CN" altLang="en-US" sz="2400" b="1" dirty="0">
                  <a:solidFill>
                    <a:schemeClr val="bg2">
                      <a:lumMod val="25000"/>
                    </a:schemeClr>
                  </a:solidFill>
                  <a:latin typeface="微软雅黑" panose="020B0503020204020204" charset="-122"/>
                  <a:ea typeface="微软雅黑" panose="020B0503020204020204" charset="-122"/>
                  <a:cs typeface="+mn-ea"/>
                </a:rPr>
                <a:t>临床特征</a:t>
              </a:r>
              <a:endParaRPr lang="zh-CN" altLang="en-US" sz="2400" b="1" dirty="0">
                <a:solidFill>
                  <a:schemeClr val="bg2">
                    <a:lumMod val="25000"/>
                  </a:schemeClr>
                </a:solidFill>
                <a:latin typeface="微软雅黑" panose="020B0503020204020204" charset="-122"/>
                <a:ea typeface="微软雅黑" panose="020B0503020204020204" charset="-122"/>
                <a:cs typeface="+mn-ea"/>
              </a:endParaRPr>
            </a:p>
          </p:txBody>
        </p:sp>
        <p:cxnSp>
          <p:nvCxnSpPr>
            <p:cNvPr id="37" name="直接连接符 36"/>
            <p:cNvCxnSpPr/>
            <p:nvPr>
              <p:custDataLst>
                <p:tags r:id="rId42"/>
              </p:custDataLst>
            </p:nvPr>
          </p:nvCxnSpPr>
          <p:spPr>
            <a:xfrm flipV="1">
              <a:off x="7206183" y="4179735"/>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7" name="组合 46"/>
            <p:cNvGrpSpPr/>
            <p:nvPr/>
          </p:nvGrpSpPr>
          <p:grpSpPr>
            <a:xfrm>
              <a:off x="7349460" y="3562419"/>
              <a:ext cx="817163" cy="732782"/>
              <a:chOff x="8043992" y="3562419"/>
              <a:chExt cx="817163" cy="732782"/>
            </a:xfrm>
          </p:grpSpPr>
          <p:sp>
            <p:nvSpPr>
              <p:cNvPr id="48" name="文本框 47"/>
              <p:cNvSpPr txBox="1"/>
              <p:nvPr>
                <p:custDataLst>
                  <p:tags r:id="rId43"/>
                </p:custDataLst>
              </p:nvPr>
            </p:nvSpPr>
            <p:spPr>
              <a:xfrm>
                <a:off x="8043992" y="3587315"/>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04</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49" name="文本框 48"/>
              <p:cNvSpPr txBox="1"/>
              <p:nvPr>
                <p:custDataLst>
                  <p:tags r:id="rId44"/>
                </p:custDataLst>
              </p:nvPr>
            </p:nvSpPr>
            <p:spPr>
              <a:xfrm>
                <a:off x="8060931" y="3562419"/>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rPr>
                  <a:t>04</a:t>
                </a:r>
                <a:endParaRPr kumimoji="0" lang="zh-CN" altLang="en-US"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endParaRPr>
              </a:p>
            </p:txBody>
          </p:sp>
        </p:grpSp>
      </p:grpSp>
      <p:grpSp>
        <p:nvGrpSpPr>
          <p:cNvPr id="12" name="组合 11"/>
          <p:cNvGrpSpPr/>
          <p:nvPr>
            <p:custDataLst>
              <p:tags r:id="rId45"/>
            </p:custDataLst>
          </p:nvPr>
        </p:nvGrpSpPr>
        <p:grpSpPr>
          <a:xfrm>
            <a:off x="7068620" y="4507318"/>
            <a:ext cx="3798000" cy="972185"/>
            <a:chOff x="7068620" y="4507318"/>
            <a:chExt cx="3798000" cy="972185"/>
          </a:xfrm>
        </p:grpSpPr>
        <p:sp>
          <p:nvSpPr>
            <p:cNvPr id="7" name="文本框 6"/>
            <p:cNvSpPr txBox="1"/>
            <p:nvPr>
              <p:custDataLst>
                <p:tags r:id="rId46"/>
              </p:custDataLst>
            </p:nvPr>
          </p:nvSpPr>
          <p:spPr>
            <a:xfrm>
              <a:off x="7870625" y="4607648"/>
              <a:ext cx="2506980" cy="871855"/>
            </a:xfrm>
            <a:prstGeom prst="rect">
              <a:avLst/>
            </a:prstGeom>
            <a:noFill/>
          </p:spPr>
          <p:txBody>
            <a:bodyPr wrap="square" rtlCol="0">
              <a:noAutofit/>
            </a:bodyPr>
            <a:lstStyle/>
            <a:p>
              <a:pPr>
                <a:defRPr/>
              </a:pPr>
              <a:r>
                <a:rPr lang="zh-CN" altLang="en-US" sz="2400" b="1" dirty="0">
                  <a:solidFill>
                    <a:schemeClr val="bg2">
                      <a:lumMod val="25000"/>
                    </a:schemeClr>
                  </a:solidFill>
                  <a:latin typeface="微软雅黑" panose="020B0503020204020204" charset="-122"/>
                  <a:ea typeface="微软雅黑" panose="020B0503020204020204" charset="-122"/>
                  <a:cs typeface="+mn-ea"/>
                </a:rPr>
                <a:t>治疗措施</a:t>
              </a:r>
              <a:endParaRPr lang="zh-CN" altLang="en-US" sz="2400" b="1" dirty="0">
                <a:solidFill>
                  <a:schemeClr val="bg2">
                    <a:lumMod val="25000"/>
                  </a:schemeClr>
                </a:solidFill>
                <a:latin typeface="微软雅黑" panose="020B0503020204020204" charset="-122"/>
                <a:ea typeface="微软雅黑" panose="020B0503020204020204" charset="-122"/>
                <a:cs typeface="+mn-ea"/>
              </a:endParaRPr>
            </a:p>
          </p:txBody>
        </p:sp>
        <p:cxnSp>
          <p:nvCxnSpPr>
            <p:cNvPr id="36" name="直接连接符 35"/>
            <p:cNvCxnSpPr/>
            <p:nvPr>
              <p:custDataLst>
                <p:tags r:id="rId47"/>
              </p:custDataLst>
            </p:nvPr>
          </p:nvCxnSpPr>
          <p:spPr>
            <a:xfrm flipV="1">
              <a:off x="7068620" y="5128348"/>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0" name="组合 49"/>
            <p:cNvGrpSpPr/>
            <p:nvPr/>
          </p:nvGrpSpPr>
          <p:grpSpPr>
            <a:xfrm>
              <a:off x="7163048" y="4507318"/>
              <a:ext cx="817163" cy="732782"/>
              <a:chOff x="7857580" y="4507318"/>
              <a:chExt cx="817163" cy="732782"/>
            </a:xfrm>
          </p:grpSpPr>
          <p:sp>
            <p:nvSpPr>
              <p:cNvPr id="51" name="文本框 50"/>
              <p:cNvSpPr txBox="1"/>
              <p:nvPr>
                <p:custDataLst>
                  <p:tags r:id="rId48"/>
                </p:custDataLst>
              </p:nvPr>
            </p:nvSpPr>
            <p:spPr>
              <a:xfrm>
                <a:off x="7857580" y="4532214"/>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05</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52" name="文本框 51"/>
              <p:cNvSpPr txBox="1"/>
              <p:nvPr>
                <p:custDataLst>
                  <p:tags r:id="rId49"/>
                </p:custDataLst>
              </p:nvPr>
            </p:nvSpPr>
            <p:spPr>
              <a:xfrm>
                <a:off x="7874519" y="4507318"/>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rPr>
                  <a:t>05</a:t>
                </a:r>
                <a:endParaRPr kumimoji="0" lang="zh-CN" altLang="en-US"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endParaRPr>
              </a:p>
            </p:txBody>
          </p:sp>
        </p:grpSp>
      </p:grpSp>
      <p:grpSp>
        <p:nvGrpSpPr>
          <p:cNvPr id="13" name="组合 12"/>
          <p:cNvGrpSpPr/>
          <p:nvPr>
            <p:custDataLst>
              <p:tags r:id="rId50"/>
            </p:custDataLst>
          </p:nvPr>
        </p:nvGrpSpPr>
        <p:grpSpPr>
          <a:xfrm>
            <a:off x="6823968" y="5453681"/>
            <a:ext cx="3798000" cy="732782"/>
            <a:chOff x="6823968" y="5453681"/>
            <a:chExt cx="3798000" cy="732782"/>
          </a:xfrm>
        </p:grpSpPr>
        <p:sp>
          <p:nvSpPr>
            <p:cNvPr id="8" name="文本框 7"/>
            <p:cNvSpPr txBox="1"/>
            <p:nvPr>
              <p:custDataLst>
                <p:tags r:id="rId51"/>
              </p:custDataLst>
            </p:nvPr>
          </p:nvSpPr>
          <p:spPr>
            <a:xfrm>
              <a:off x="7565045" y="5555991"/>
              <a:ext cx="2021840" cy="461665"/>
            </a:xfrm>
            <a:prstGeom prst="rect">
              <a:avLst/>
            </a:prstGeom>
            <a:noFill/>
          </p:spPr>
          <p:txBody>
            <a:bodyPr wrap="square" rtlCol="0">
              <a:spAutoFit/>
            </a:bodyPr>
            <a:lstStyle/>
            <a:p>
              <a:pPr>
                <a:defRPr/>
              </a:pPr>
              <a:r>
                <a:rPr lang="zh-CN" altLang="en-US" sz="2400" b="1" dirty="0">
                  <a:solidFill>
                    <a:schemeClr val="bg2">
                      <a:lumMod val="25000"/>
                    </a:schemeClr>
                  </a:solidFill>
                  <a:latin typeface="微软雅黑" panose="020B0503020204020204" charset="-122"/>
                  <a:ea typeface="微软雅黑" panose="020B0503020204020204" charset="-122"/>
                  <a:cs typeface="+mn-ea"/>
                </a:rPr>
                <a:t>参考文献</a:t>
              </a:r>
              <a:endParaRPr lang="zh-CN" altLang="en-US" sz="2400" b="1" dirty="0">
                <a:solidFill>
                  <a:schemeClr val="bg2">
                    <a:lumMod val="25000"/>
                  </a:schemeClr>
                </a:solidFill>
                <a:latin typeface="微软雅黑" panose="020B0503020204020204" charset="-122"/>
                <a:ea typeface="微软雅黑" panose="020B0503020204020204" charset="-122"/>
                <a:cs typeface="+mn-ea"/>
              </a:endParaRPr>
            </a:p>
          </p:txBody>
        </p:sp>
        <p:cxnSp>
          <p:nvCxnSpPr>
            <p:cNvPr id="35" name="直接连接符 34"/>
            <p:cNvCxnSpPr/>
            <p:nvPr>
              <p:custDataLst>
                <p:tags r:id="rId52"/>
              </p:custDataLst>
            </p:nvPr>
          </p:nvCxnSpPr>
          <p:spPr>
            <a:xfrm flipV="1">
              <a:off x="6823968" y="6076961"/>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3" name="组合 52"/>
            <p:cNvGrpSpPr/>
            <p:nvPr/>
          </p:nvGrpSpPr>
          <p:grpSpPr>
            <a:xfrm>
              <a:off x="6880535" y="5453681"/>
              <a:ext cx="817163" cy="732782"/>
              <a:chOff x="7575067" y="5453681"/>
              <a:chExt cx="817163" cy="732782"/>
            </a:xfrm>
          </p:grpSpPr>
          <p:sp>
            <p:nvSpPr>
              <p:cNvPr id="54" name="文本框 53"/>
              <p:cNvSpPr txBox="1"/>
              <p:nvPr>
                <p:custDataLst>
                  <p:tags r:id="rId53"/>
                </p:custDataLst>
              </p:nvPr>
            </p:nvSpPr>
            <p:spPr>
              <a:xfrm>
                <a:off x="7575067" y="5478577"/>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06</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55" name="文本框 54"/>
              <p:cNvSpPr txBox="1"/>
              <p:nvPr>
                <p:custDataLst>
                  <p:tags r:id="rId54"/>
                </p:custDataLst>
              </p:nvPr>
            </p:nvSpPr>
            <p:spPr>
              <a:xfrm>
                <a:off x="7592006" y="5453681"/>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rPr>
                  <a:t>06</a:t>
                </a:r>
                <a:endParaRPr kumimoji="0" lang="zh-CN" altLang="en-US" sz="40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ea"/>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00"/>
                                        <p:tgtEl>
                                          <p:spTgt spid="2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200"/>
                                        <p:tgtEl>
                                          <p:spTgt spid="5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200"/>
                                        <p:tgtEl>
                                          <p:spTgt spid="6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200"/>
                                        <p:tgtEl>
                                          <p:spTgt spid="69"/>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fade">
                                      <p:cBhvr>
                                        <p:cTn id="27" dur="200"/>
                                        <p:tgtEl>
                                          <p:spTgt spid="65"/>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200"/>
                                        <p:tgtEl>
                                          <p:spTgt spid="2"/>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200"/>
                                        <p:tgtEl>
                                          <p:spTgt spid="9"/>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200"/>
                                        <p:tgtEl>
                                          <p:spTgt spid="10"/>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200"/>
                                        <p:tgtEl>
                                          <p:spTgt spid="11"/>
                                        </p:tgtEl>
                                      </p:cBhvr>
                                    </p:animEffect>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200"/>
                                        <p:tgtEl>
                                          <p:spTgt spid="12"/>
                                        </p:tgtEl>
                                      </p:cBhvr>
                                    </p:animEffect>
                                  </p:childTnLst>
                                </p:cTn>
                              </p:par>
                            </p:childTnLst>
                          </p:cTn>
                        </p:par>
                        <p:par>
                          <p:cTn id="48" fill="hold">
                            <p:stCondLst>
                              <p:cond delay="5500"/>
                            </p:stCondLst>
                            <p:childTnLst>
                              <p:par>
                                <p:cTn id="49" presetID="22" presetClass="entr" presetSubtype="8" fill="hold"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研究背景</a:t>
            </a:r>
            <a:endParaRPr lang="zh-CN" altLang="en-US" dirty="0"/>
          </a:p>
        </p:txBody>
      </p:sp>
      <p:sp>
        <p:nvSpPr>
          <p:cNvPr id="4" name="文本占位符 3"/>
          <p:cNvSpPr>
            <a:spLocks noGrp="1"/>
          </p:cNvSpPr>
          <p:nvPr>
            <p:ph type="body" sz="quarter" idx="11"/>
          </p:nvPr>
        </p:nvSpPr>
        <p:spPr/>
        <p:txBody>
          <a:bodyPr/>
          <a:lstStyle/>
          <a:p>
            <a:r>
              <a:rPr lang="en-US" altLang="zh-CN" dirty="0"/>
              <a:t>Paper Background</a:t>
            </a:r>
            <a:endParaRPr lang="zh-CN" altLang="en-US" dirty="0"/>
          </a:p>
        </p:txBody>
      </p:sp>
      <p:sp>
        <p:nvSpPr>
          <p:cNvPr id="5" name="文本占位符 4"/>
          <p:cNvSpPr>
            <a:spLocks noGrp="1"/>
          </p:cNvSpPr>
          <p:nvPr>
            <p:ph type="body" sz="quarter" idx="13"/>
          </p:nvPr>
        </p:nvSpPr>
        <p:spPr/>
        <p:txBody>
          <a:bodyPr/>
          <a:lstStyle/>
          <a:p>
            <a:r>
              <a:rPr lang="en-US" altLang="zh-CN" dirty="0"/>
              <a:t>01</a:t>
            </a:r>
            <a:endParaRPr lang="zh-CN" altLang="en-US" dirty="0"/>
          </a:p>
        </p:txBody>
      </p:sp>
      <p:sp>
        <p:nvSpPr>
          <p:cNvPr id="2" name="文本占位符 1"/>
          <p:cNvSpPr>
            <a:spLocks noGrp="1"/>
          </p:cNvSpPr>
          <p:nvPr>
            <p:ph type="body" sz="quarter" idx="12"/>
          </p:nvPr>
        </p:nvSpPr>
        <p:spPr/>
        <p:txBody>
          <a:bodyPr/>
          <a:lstStyle/>
          <a:p>
            <a:r>
              <a:rPr lang="en-US" altLang="zh-CN" dirty="0"/>
              <a:t>01</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8" name="文本占位符 27"/>
          <p:cNvSpPr>
            <a:spLocks noGrp="1"/>
          </p:cNvSpPr>
          <p:nvPr>
            <p:ph type="body" sz="quarter" idx="18"/>
          </p:nvPr>
        </p:nvSpPr>
        <p:spPr>
          <a:xfrm>
            <a:off x="590550" y="2104390"/>
            <a:ext cx="3729355" cy="621030"/>
          </a:xfrm>
        </p:spPr>
        <p:txBody>
          <a:bodyPr/>
          <a:lstStyle/>
          <a:p>
            <a:r>
              <a:rPr lang="zh-CN" altLang="en-US" dirty="0">
                <a:solidFill>
                  <a:srgbClr val="4472C4"/>
                </a:solidFill>
                <a:latin typeface="Arial" panose="020B0604020202020204"/>
                <a:cs typeface="+mn-ea"/>
              </a:rPr>
              <a:t>阿尔茨海默症(Alzheimer＇s Disease，AD)被称为老年性痴呆，是一种最常见的神经退行性疾病，患者因大脑逐渐退化而出现记忆减退、日常生活能力和行为障碍等症状，多发于 60 岁以上人群。</a:t>
            </a:r>
            <a:endParaRPr lang="zh-CN" altLang="en-US" dirty="0">
              <a:solidFill>
                <a:srgbClr val="4472C4"/>
              </a:solidFill>
              <a:latin typeface="Arial" panose="020B0604020202020204"/>
              <a:cs typeface="+mn-ea"/>
            </a:endParaRPr>
          </a:p>
        </p:txBody>
      </p:sp>
      <p:sp>
        <p:nvSpPr>
          <p:cNvPr id="29" name="文本占位符 28"/>
          <p:cNvSpPr>
            <a:spLocks noGrp="1"/>
          </p:cNvSpPr>
          <p:nvPr>
            <p:ph type="body" sz="quarter" idx="19"/>
          </p:nvPr>
        </p:nvSpPr>
        <p:spPr>
          <a:xfrm>
            <a:off x="573405" y="4747895"/>
            <a:ext cx="3173730" cy="779780"/>
          </a:xfrm>
        </p:spPr>
        <p:txBody>
          <a:bodyPr/>
          <a:lstStyle/>
          <a:p>
            <a:r>
              <a:rPr lang="zh-CN" altLang="en-US" dirty="0"/>
              <a:t>不过，早期干预可在一定程度上延缓阿尔茨海默症的发生发展。</a:t>
            </a:r>
            <a:endParaRPr lang="zh-CN" altLang="en-US" dirty="0"/>
          </a:p>
          <a:p>
            <a:endParaRPr lang="zh-CN" altLang="en-US" dirty="0"/>
          </a:p>
        </p:txBody>
      </p:sp>
      <p:sp>
        <p:nvSpPr>
          <p:cNvPr id="30" name="文本占位符 29"/>
          <p:cNvSpPr>
            <a:spLocks noGrp="1"/>
          </p:cNvSpPr>
          <p:nvPr>
            <p:ph type="body" sz="quarter" idx="20"/>
          </p:nvPr>
        </p:nvSpPr>
        <p:spPr>
          <a:xfrm>
            <a:off x="8147050" y="2104390"/>
            <a:ext cx="3578225" cy="1784350"/>
          </a:xfrm>
        </p:spPr>
        <p:txBody>
          <a:bodyPr/>
          <a:lstStyle/>
          <a:p>
            <a:pPr algn="l"/>
            <a:r>
              <a:rPr lang="en-US" altLang="zh-CN" dirty="0"/>
              <a:t>       </a:t>
            </a:r>
            <a:r>
              <a:rPr lang="zh-CN" altLang="en-US" dirty="0"/>
              <a:t>目前全球约有5千万人患阿尔茨海默症，预计到 2050 年患者人数会达到 1 亿以上。阿尔茨海默症严重影响老年人的生活，其病因复杂，目前尚无确切有效的治疗方法。</a:t>
            </a:r>
            <a:endParaRPr lang="zh-CN" altLang="en-US" dirty="0"/>
          </a:p>
        </p:txBody>
      </p:sp>
      <p:sp>
        <p:nvSpPr>
          <p:cNvPr id="21" name="文本占位符 20"/>
          <p:cNvSpPr>
            <a:spLocks noGrp="1"/>
          </p:cNvSpPr>
          <p:nvPr>
            <p:ph type="body" sz="quarter" idx="10"/>
          </p:nvPr>
        </p:nvSpPr>
        <p:spPr>
          <a:prstGeom prst="rect">
            <a:avLst/>
          </a:prstGeom>
        </p:spPr>
        <p:txBody>
          <a:bodyPr/>
          <a:lstStyle/>
          <a:p>
            <a:r>
              <a:rPr lang="zh-CN" altLang="en-US" dirty="0"/>
              <a:t>研究背景</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lstStyle/>
          <a:p>
            <a:r>
              <a:rPr lang="zh-CN" altLang="en-US" dirty="0"/>
              <a:t>发病</a:t>
            </a:r>
            <a:r>
              <a:rPr lang="zh-CN" altLang="en-US" dirty="0"/>
              <a:t>原因</a:t>
            </a:r>
            <a:endParaRPr lang="zh-CN" altLang="en-US" dirty="0"/>
          </a:p>
        </p:txBody>
      </p:sp>
      <p:sp>
        <p:nvSpPr>
          <p:cNvPr id="4" name="文本占位符 3"/>
          <p:cNvSpPr>
            <a:spLocks noGrp="1"/>
          </p:cNvSpPr>
          <p:nvPr>
            <p:ph type="body" sz="quarter" idx="13"/>
          </p:nvPr>
        </p:nvSpPr>
        <p:spPr/>
        <p:txBody>
          <a:bodyPr/>
          <a:lstStyle/>
          <a:p>
            <a:r>
              <a:rPr lang="en-US" altLang="zh-CN" dirty="0"/>
              <a:t>02</a:t>
            </a:r>
            <a:endParaRPr lang="zh-CN" altLang="en-US" dirty="0"/>
          </a:p>
        </p:txBody>
      </p:sp>
      <p:sp>
        <p:nvSpPr>
          <p:cNvPr id="3" name="文本占位符 2"/>
          <p:cNvSpPr>
            <a:spLocks noGrp="1"/>
          </p:cNvSpPr>
          <p:nvPr>
            <p:ph type="body" sz="quarter" idx="12"/>
          </p:nvPr>
        </p:nvSpPr>
        <p:spPr/>
        <p:txBody>
          <a:bodyPr/>
          <a:lstStyle/>
          <a:p>
            <a:r>
              <a:rPr lang="en-US" altLang="zh-CN" dirty="0"/>
              <a:t>02</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t>发病原因</a:t>
            </a:r>
            <a:endParaRPr lang="zh-CN" altLang="en-US" dirty="0"/>
          </a:p>
        </p:txBody>
      </p:sp>
      <p:sp>
        <p:nvSpPr>
          <p:cNvPr id="6" name="文本占位符 5"/>
          <p:cNvSpPr>
            <a:spLocks noGrp="1"/>
          </p:cNvSpPr>
          <p:nvPr>
            <p:ph type="body" sz="quarter" idx="12"/>
          </p:nvPr>
        </p:nvSpPr>
        <p:spPr>
          <a:xfrm>
            <a:off x="723265" y="2094865"/>
            <a:ext cx="5118735" cy="2668270"/>
          </a:xfrm>
        </p:spPr>
        <p:txBody>
          <a:bodyPr/>
          <a:lstStyle/>
          <a:p>
            <a:pPr lvl="0" algn="l"/>
            <a:r>
              <a:rPr lang="en-US" altLang="zh-CN" sz="2400" dirty="0"/>
              <a:t>       </a:t>
            </a:r>
            <a:r>
              <a:rPr lang="zh-CN" altLang="en-US" sz="2400" dirty="0"/>
              <a:t>虽然绝大多数 AD 发病具有偶然性，但淀粉样前体蛋白 （APP）、早衰蛋白 1 （PSEN1） 和早衰蛋白 2 （PSEN2） 这三个基因的突变会导致罕见的 （&lt;0.5%） 家族性 AD （fAD）。 症状比散发性 AD 更早出现，通常在 30 至 50 岁之间“典型”晚发性AD可能是由遗传和环境因素之间复杂的相互作用驱动的。现在认为约70%的AD风险可归因于遗传因素。</a:t>
            </a:r>
            <a:endParaRPr lang="zh-CN" altLang="en-US" sz="2400" dirty="0"/>
          </a:p>
        </p:txBody>
      </p:sp>
      <p:sp>
        <p:nvSpPr>
          <p:cNvPr id="2" name="文本框 1"/>
          <p:cNvSpPr txBox="1"/>
          <p:nvPr/>
        </p:nvSpPr>
        <p:spPr>
          <a:xfrm>
            <a:off x="6600190" y="1475105"/>
            <a:ext cx="5138420" cy="5262245"/>
          </a:xfrm>
          <a:prstGeom prst="rect">
            <a:avLst/>
          </a:prstGeom>
          <a:noFill/>
        </p:spPr>
        <p:txBody>
          <a:bodyPr wrap="square" rtlCol="0">
            <a:spAutoFit/>
          </a:bodyPr>
          <a:p>
            <a:r>
              <a:rPr lang="en-US" altLang="zh-CN" sz="2400" dirty="0">
                <a:sym typeface="+mn-ea"/>
              </a:rPr>
              <a:t>       </a:t>
            </a:r>
            <a:r>
              <a:rPr lang="zh-CN" altLang="en-US" sz="2400" dirty="0">
                <a:sym typeface="+mn-ea"/>
              </a:rPr>
              <a:t>利用数千个样本进行的全基因组关联研究已经确定了20多个遗传危险因素，包括炎症、胆固醇代谢和脑内小泡回收途径。特别是，目前淀粉样蛋白沉积引起的小胶质细胞激活被认为在AD发病机制中起着关键作用。这些相对常见的风险基因每一个都只带来非常小的风险增加，但在多基因风险评分中，几乎可以将病例的随机预测加倍。使用下一代测序的重点遗传学方法和研究也揭示了一些其他的低频率基因，这些基因具有相对较高的AD风险。</a:t>
            </a:r>
            <a:endParaRPr lang="zh-CN" altLang="en-US" sz="2400" dirty="0"/>
          </a:p>
          <a:p>
            <a:endParaRPr lang="zh-CN"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占位符 12"/>
          <p:cNvSpPr>
            <a:spLocks noGrp="1"/>
          </p:cNvSpPr>
          <p:nvPr>
            <p:ph type="body" sz="quarter" idx="10"/>
          </p:nvPr>
        </p:nvSpPr>
        <p:spPr/>
        <p:txBody>
          <a:bodyPr/>
          <a:lstStyle/>
          <a:p>
            <a:r>
              <a:rPr lang="zh-CN" altLang="en-US" dirty="0"/>
              <a:t>发病原因</a:t>
            </a:r>
            <a:endParaRPr lang="zh-CN" altLang="en-US" dirty="0"/>
          </a:p>
        </p:txBody>
      </p:sp>
      <p:sp>
        <p:nvSpPr>
          <p:cNvPr id="14" name="文本占位符 13"/>
          <p:cNvSpPr>
            <a:spLocks noGrp="1"/>
          </p:cNvSpPr>
          <p:nvPr>
            <p:ph type="body" sz="quarter" idx="11"/>
          </p:nvPr>
        </p:nvSpPr>
        <p:spPr>
          <a:xfrm>
            <a:off x="3326130" y="883920"/>
            <a:ext cx="5539740" cy="456565"/>
          </a:xfrm>
        </p:spPr>
        <p:txBody>
          <a:bodyPr/>
          <a:lstStyle/>
          <a:p>
            <a:r>
              <a:rPr lang="zh-CN" altLang="en-US" sz="2000" dirty="0"/>
              <a:t>对迄今为止与阿尔茨海默病有关的基因的概述</a:t>
            </a:r>
            <a:endParaRPr lang="zh-CN" altLang="en-US" sz="2000" dirty="0"/>
          </a:p>
        </p:txBody>
      </p:sp>
      <p:pic>
        <p:nvPicPr>
          <p:cNvPr id="3" name="图片 2"/>
          <p:cNvPicPr>
            <a:picLocks noChangeAspect="1"/>
          </p:cNvPicPr>
          <p:nvPr/>
        </p:nvPicPr>
        <p:blipFill>
          <a:blip r:embed="rId1"/>
          <a:stretch>
            <a:fillRect/>
          </a:stretch>
        </p:blipFill>
        <p:spPr>
          <a:xfrm>
            <a:off x="1964055" y="1530350"/>
            <a:ext cx="8263255" cy="471487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cs typeface="+mn-ea"/>
              </a:rPr>
              <a:t>发病原理</a:t>
            </a:r>
            <a:endParaRPr lang="zh-CN" altLang="en-US" dirty="0">
              <a:cs typeface="+mn-ea"/>
            </a:endParaRPr>
          </a:p>
          <a:p>
            <a:endParaRPr lang="zh-CN" altLang="en-US" dirty="0"/>
          </a:p>
        </p:txBody>
      </p:sp>
      <p:sp>
        <p:nvSpPr>
          <p:cNvPr id="12" name="文本占位符 11"/>
          <p:cNvSpPr>
            <a:spLocks noGrp="1"/>
          </p:cNvSpPr>
          <p:nvPr>
            <p:ph type="body" sz="quarter" idx="13"/>
          </p:nvPr>
        </p:nvSpPr>
        <p:spPr/>
        <p:txBody>
          <a:bodyPr/>
          <a:lstStyle/>
          <a:p>
            <a:r>
              <a:rPr lang="en-US" altLang="zh-CN" dirty="0"/>
              <a:t>03</a:t>
            </a:r>
            <a:endParaRPr lang="zh-CN" altLang="en-US" dirty="0"/>
          </a:p>
        </p:txBody>
      </p:sp>
      <p:sp>
        <p:nvSpPr>
          <p:cNvPr id="11" name="文本占位符 10"/>
          <p:cNvSpPr>
            <a:spLocks noGrp="1"/>
          </p:cNvSpPr>
          <p:nvPr>
            <p:ph type="body" sz="quarter" idx="12"/>
          </p:nvPr>
        </p:nvSpPr>
        <p:spPr/>
        <p:txBody>
          <a:bodyPr/>
          <a:lstStyle/>
          <a:p>
            <a:r>
              <a:rPr lang="en-US" altLang="zh-CN" dirty="0"/>
              <a:t>03</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zh-CN" altLang="en-US" dirty="0"/>
              <a:t>发病原理</a:t>
            </a:r>
            <a:endParaRPr lang="zh-CN" altLang="en-US" dirty="0"/>
          </a:p>
        </p:txBody>
      </p:sp>
      <p:sp>
        <p:nvSpPr>
          <p:cNvPr id="8" name="矩形 7"/>
          <p:cNvSpPr/>
          <p:nvPr/>
        </p:nvSpPr>
        <p:spPr>
          <a:xfrm>
            <a:off x="4295079" y="1859718"/>
            <a:ext cx="3598599" cy="37353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 name="文本框 2"/>
          <p:cNvSpPr txBox="1"/>
          <p:nvPr/>
        </p:nvSpPr>
        <p:spPr>
          <a:xfrm>
            <a:off x="1291590" y="1402715"/>
            <a:ext cx="9690100" cy="4051935"/>
          </a:xfrm>
          <a:prstGeom prst="rect">
            <a:avLst/>
          </a:prstGeom>
          <a:noFill/>
        </p:spPr>
        <p:txBody>
          <a:bodyPr wrap="square" rtlCol="0">
            <a:noAutofit/>
          </a:bodyPr>
          <a:p>
            <a:r>
              <a:rPr lang="en-US" altLang="zh-CN" sz="2400"/>
              <a:t>       </a:t>
            </a:r>
            <a:r>
              <a:rPr lang="zh-CN" altLang="en-US" sz="2400"/>
              <a:t>AD 是一种多因素诱导的慢性神经退行性疾病，其发病机制极为复杂，我们总结了近年研究较多的发病机制，显然单一种发病机制不能很好诠释 AD 的发生和发展过程，且各种机制相互影响，造成神经退行性变的恶性循环。其发病机制有Aβ毒性、Tau 蛋白过度磷酸化、胆碱能神经系统损伤、基因突变、血管因素、氧化应激反应、神经炎症反应等。</a:t>
            </a:r>
            <a:endParaRPr lang="zh-CN" altLang="en-US" sz="2400"/>
          </a:p>
          <a:p>
            <a:r>
              <a:rPr lang="zh-CN" altLang="en-US" sz="2400"/>
              <a:t> </a:t>
            </a:r>
            <a:r>
              <a:rPr lang="en-US" altLang="zh-CN" sz="2400"/>
              <a:t>      </a:t>
            </a:r>
            <a:r>
              <a:rPr lang="zh-CN" altLang="en-US" sz="2400"/>
              <a:t>但是阿尔茨海默氏病病理学的主要特征是淀粉样斑块和神经原纤维缠结（NFT）。此外，还观察到神经纤维，营养不良的神经突，相关的星形胶质细胞增生和小胶质细胞活化，并且脑淀粉样血管病经常并存。其过程包括神经变性，突触和神经元丢失，导致神经宏观萎缩。混合病理在老年人中更常见，可以观察到血管疾病和路易小体。即使在家族性AD病例中，路易小体病理也常常并存，其机制仍不确定。 TDP-43病理学日益被认为是一种重要的协同病理学。</a:t>
            </a:r>
            <a:endParaRPr lang="zh-CN" altLang="en-US" sz="24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t>发病原理</a:t>
            </a:r>
            <a:endParaRPr lang="zh-CN" altLang="en-US" dirty="0"/>
          </a:p>
        </p:txBody>
      </p:sp>
      <p:pic>
        <p:nvPicPr>
          <p:cNvPr id="3" name="图片 2"/>
          <p:cNvPicPr>
            <a:picLocks noChangeAspect="1"/>
          </p:cNvPicPr>
          <p:nvPr/>
        </p:nvPicPr>
        <p:blipFill>
          <a:blip r:embed="rId1"/>
          <a:stretch>
            <a:fillRect/>
          </a:stretch>
        </p:blipFill>
        <p:spPr>
          <a:xfrm>
            <a:off x="1962785" y="1341120"/>
            <a:ext cx="8006715" cy="4810125"/>
          </a:xfrm>
          <a:prstGeom prst="rect">
            <a:avLst/>
          </a:prstGeom>
        </p:spPr>
      </p:pic>
      <p:sp>
        <p:nvSpPr>
          <p:cNvPr id="36" name="文本框 35"/>
          <p:cNvSpPr txBox="1"/>
          <p:nvPr/>
        </p:nvSpPr>
        <p:spPr>
          <a:xfrm>
            <a:off x="2019935" y="6311265"/>
            <a:ext cx="7859395" cy="368300"/>
          </a:xfrm>
          <a:prstGeom prst="rect">
            <a:avLst/>
          </a:prstGeom>
          <a:noFill/>
        </p:spPr>
        <p:txBody>
          <a:bodyPr wrap="square" rtlCol="0">
            <a:spAutoFit/>
          </a:bodyPr>
          <a:p>
            <a:pPr algn="ctr"/>
            <a:r>
              <a:rPr lang="zh-CN" altLang="en-US"/>
              <a:t>阿尔茨海默病的</a:t>
            </a:r>
            <a:r>
              <a:rPr lang="zh-CN" altLang="en-US"/>
              <a:t>病理学</a:t>
            </a: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p:txBody>
          <a:bodyPr/>
          <a:lstStyle/>
          <a:p>
            <a:r>
              <a:rPr lang="zh-CN" altLang="en-US" dirty="0">
                <a:cs typeface="+mn-ea"/>
              </a:rPr>
              <a:t>临床</a:t>
            </a:r>
            <a:r>
              <a:rPr lang="zh-CN" altLang="en-US" dirty="0">
                <a:cs typeface="+mn-ea"/>
              </a:rPr>
              <a:t>特征</a:t>
            </a:r>
            <a:endParaRPr lang="zh-CN" altLang="en-US" dirty="0">
              <a:cs typeface="+mn-ea"/>
            </a:endParaRPr>
          </a:p>
        </p:txBody>
      </p:sp>
      <p:sp>
        <p:nvSpPr>
          <p:cNvPr id="7" name="文本占位符 6"/>
          <p:cNvSpPr>
            <a:spLocks noGrp="1"/>
          </p:cNvSpPr>
          <p:nvPr>
            <p:ph type="body" sz="quarter" idx="13"/>
          </p:nvPr>
        </p:nvSpPr>
        <p:spPr/>
        <p:txBody>
          <a:bodyPr/>
          <a:lstStyle/>
          <a:p>
            <a:r>
              <a:rPr lang="en-US" altLang="zh-CN" dirty="0"/>
              <a:t>04</a:t>
            </a:r>
            <a:endParaRPr lang="zh-CN" altLang="en-US" dirty="0"/>
          </a:p>
        </p:txBody>
      </p:sp>
      <p:sp>
        <p:nvSpPr>
          <p:cNvPr id="6" name="文本占位符 5"/>
          <p:cNvSpPr>
            <a:spLocks noGrp="1"/>
          </p:cNvSpPr>
          <p:nvPr>
            <p:ph type="body" sz="quarter" idx="12"/>
          </p:nvPr>
        </p:nvSpPr>
        <p:spPr/>
        <p:txBody>
          <a:bodyPr/>
          <a:lstStyle/>
          <a:p>
            <a:r>
              <a:rPr lang="en-US" altLang="zh-CN" dirty="0"/>
              <a:t>04</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zh-CN" altLang="en-US" dirty="0"/>
              <a:t>临床特征</a:t>
            </a:r>
            <a:endParaRPr lang="zh-CN" altLang="en-US" dirty="0"/>
          </a:p>
        </p:txBody>
      </p:sp>
      <p:pic>
        <p:nvPicPr>
          <p:cNvPr id="2" name="图片 1"/>
          <p:cNvPicPr>
            <a:picLocks noChangeAspect="1"/>
          </p:cNvPicPr>
          <p:nvPr/>
        </p:nvPicPr>
        <p:blipFill>
          <a:blip r:embed="rId1"/>
          <a:stretch>
            <a:fillRect/>
          </a:stretch>
        </p:blipFill>
        <p:spPr>
          <a:xfrm>
            <a:off x="1142365" y="1617345"/>
            <a:ext cx="5448935" cy="4112260"/>
          </a:xfrm>
          <a:prstGeom prst="rect">
            <a:avLst/>
          </a:prstGeom>
        </p:spPr>
      </p:pic>
      <p:sp>
        <p:nvSpPr>
          <p:cNvPr id="4" name="文本框 3"/>
          <p:cNvSpPr txBox="1"/>
          <p:nvPr/>
        </p:nvSpPr>
        <p:spPr>
          <a:xfrm>
            <a:off x="7501890" y="1835785"/>
            <a:ext cx="3328670" cy="3186430"/>
          </a:xfrm>
          <a:prstGeom prst="rect">
            <a:avLst/>
          </a:prstGeom>
          <a:noFill/>
        </p:spPr>
        <p:txBody>
          <a:bodyPr wrap="square" rtlCol="0">
            <a:noAutofit/>
          </a:bodyPr>
          <a:p>
            <a:r>
              <a:rPr lang="en-US" altLang="zh-CN" sz="2400"/>
              <a:t>       </a:t>
            </a:r>
            <a:r>
              <a:rPr lang="zh-CN" altLang="en-US" sz="2400"/>
              <a:t>对于所有接受认知障碍检查的患者，建议使用计算机断层扫描或理想情况下的 MRI 进行结构成像，以排除结构异常并提供积极的诊断信息。MRI是首选影像学检查，尤其是冠状位内侧颞叶扫描或海马体成像。</a:t>
            </a:r>
            <a:endParaRPr lang="zh-CN" altLang="en-US" sz="24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zh-CN" altLang="en-US" dirty="0"/>
              <a:t>临床</a:t>
            </a:r>
            <a:r>
              <a:rPr lang="zh-CN" altLang="en-US" dirty="0"/>
              <a:t>特征</a:t>
            </a:r>
            <a:endParaRPr lang="zh-CN" altLang="en-US" dirty="0"/>
          </a:p>
        </p:txBody>
      </p:sp>
      <p:sp>
        <p:nvSpPr>
          <p:cNvPr id="4" name="矩形 3"/>
          <p:cNvSpPr/>
          <p:nvPr/>
        </p:nvSpPr>
        <p:spPr>
          <a:xfrm>
            <a:off x="4633620" y="1992915"/>
            <a:ext cx="2924761" cy="178724"/>
          </a:xfrm>
          <a:prstGeom prst="rect">
            <a:avLst/>
          </a:prstGeom>
          <a:solidFill>
            <a:srgbClr val="DAE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cs typeface="+mn-ea"/>
            </a:endParaRPr>
          </a:p>
        </p:txBody>
      </p:sp>
      <p:sp>
        <p:nvSpPr>
          <p:cNvPr id="12" name="文本占位符 7"/>
          <p:cNvSpPr txBox="1"/>
          <p:nvPr/>
        </p:nvSpPr>
        <p:spPr>
          <a:xfrm>
            <a:off x="1228725" y="1119505"/>
            <a:ext cx="9622155" cy="830580"/>
          </a:xfrm>
          <a:prstGeom prst="rect">
            <a:avLst/>
          </a:prstGeom>
        </p:spPr>
        <p:txBody>
          <a:bodyPr vert="horz" wrap="square" lIns="90000" tIns="45720" rIns="91440" bIns="46800" rtlCol="0">
            <a:spAutoFit/>
          </a:bodyPr>
          <a:lstStyle>
            <a:lvl1pPr marL="0" indent="0" algn="ctr" defTabSz="914400" rtl="0" eaLnBrk="1" latinLnBrk="0" hangingPunct="1">
              <a:lnSpc>
                <a:spcPct val="100000"/>
              </a:lnSpc>
              <a:spcBef>
                <a:spcPts val="1000"/>
              </a:spcBef>
              <a:buFont typeface="Arial" panose="020B0604020202020204" pitchFamily="34" charset="0"/>
              <a:buNone/>
              <a:defRPr sz="3200" b="1" kern="1200">
                <a:solidFill>
                  <a:schemeClr val="accent1"/>
                </a:solidFill>
                <a:latin typeface="+mj-ea"/>
                <a:ea typeface="+mj-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cs"/>
              </a:rPr>
              <a:t>淀粉样蛋白PET成像现已临床上市，有三种药物已获得欧洲药品管理局和美国食品药品监督管理局的批准。</a:t>
            </a:r>
            <a:endParaRPr kumimoji="0" lang="zh-CN" altLang="en-US" sz="2400" b="1" i="0" u="none" strike="noStrike" kern="1200" cap="none" spc="0" normalizeH="0" baseline="0" noProof="0" dirty="0">
              <a:ln>
                <a:noFill/>
              </a:ln>
              <a:solidFill>
                <a:srgbClr val="537EC5"/>
              </a:solidFill>
              <a:effectLst/>
              <a:uLnTx/>
              <a:uFillTx/>
              <a:latin typeface="微软雅黑" panose="020B0503020204020204" charset="-122"/>
              <a:ea typeface="微软雅黑" panose="020B0503020204020204" charset="-122"/>
              <a:cs typeface="+mn-cs"/>
            </a:endParaRPr>
          </a:p>
        </p:txBody>
      </p:sp>
      <p:pic>
        <p:nvPicPr>
          <p:cNvPr id="3" name="图片 2"/>
          <p:cNvPicPr>
            <a:picLocks noChangeAspect="1"/>
          </p:cNvPicPr>
          <p:nvPr/>
        </p:nvPicPr>
        <p:blipFill>
          <a:blip r:embed="rId1"/>
          <a:stretch>
            <a:fillRect/>
          </a:stretch>
        </p:blipFill>
        <p:spPr>
          <a:xfrm>
            <a:off x="2623185" y="2237105"/>
            <a:ext cx="7062470" cy="41903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250"/>
                                        <p:tgtEl>
                                          <p:spTgt spid="1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anim calcmode="lin" valueType="num">
                                      <p:cBhvr>
                                        <p:cTn id="12" dur="250" fill="hold"/>
                                        <p:tgtEl>
                                          <p:spTgt spid="4"/>
                                        </p:tgtEl>
                                        <p:attrNameLst>
                                          <p:attrName>ppt_x</p:attrName>
                                        </p:attrNameLst>
                                      </p:cBhvr>
                                      <p:tavLst>
                                        <p:tav tm="0">
                                          <p:val>
                                            <p:strVal val="#ppt_x"/>
                                          </p:val>
                                        </p:tav>
                                        <p:tav tm="100000">
                                          <p:val>
                                            <p:strVal val="#ppt_x"/>
                                          </p:val>
                                        </p:tav>
                                      </p:tavLst>
                                    </p:anim>
                                    <p:anim calcmode="lin" valueType="num">
                                      <p:cBhvr>
                                        <p:cTn id="13"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cs typeface="+mn-ea"/>
              </a:rPr>
              <a:t>治疗措施</a:t>
            </a:r>
            <a:endParaRPr lang="zh-CN" altLang="en-US" dirty="0">
              <a:cs typeface="+mn-ea"/>
            </a:endParaRPr>
          </a:p>
          <a:p>
            <a:endParaRPr lang="zh-CN" altLang="en-US" dirty="0"/>
          </a:p>
        </p:txBody>
      </p:sp>
      <p:sp>
        <p:nvSpPr>
          <p:cNvPr id="7" name="文本占位符 6"/>
          <p:cNvSpPr>
            <a:spLocks noGrp="1"/>
          </p:cNvSpPr>
          <p:nvPr>
            <p:ph type="body" sz="quarter" idx="13"/>
          </p:nvPr>
        </p:nvSpPr>
        <p:spPr/>
        <p:txBody>
          <a:bodyPr/>
          <a:lstStyle/>
          <a:p>
            <a:r>
              <a:rPr lang="en-US" altLang="zh-CN" dirty="0"/>
              <a:t>05</a:t>
            </a:r>
            <a:endParaRPr lang="zh-CN" altLang="en-US" dirty="0"/>
          </a:p>
        </p:txBody>
      </p:sp>
      <p:sp>
        <p:nvSpPr>
          <p:cNvPr id="6" name="文本占位符 5"/>
          <p:cNvSpPr>
            <a:spLocks noGrp="1"/>
          </p:cNvSpPr>
          <p:nvPr>
            <p:ph type="body" sz="quarter" idx="12"/>
          </p:nvPr>
        </p:nvSpPr>
        <p:spPr/>
        <p:txBody>
          <a:bodyPr/>
          <a:lstStyle/>
          <a:p>
            <a:r>
              <a:rPr lang="en-US" altLang="zh-CN" dirty="0"/>
              <a:t>05</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zh-CN" altLang="en-US" dirty="0"/>
              <a:t>治疗措施</a:t>
            </a:r>
            <a:endParaRPr lang="zh-CN" altLang="en-US" dirty="0"/>
          </a:p>
        </p:txBody>
      </p:sp>
      <p:cxnSp>
        <p:nvCxnSpPr>
          <p:cNvPr id="4" name="直接连接符 3"/>
          <p:cNvCxnSpPr/>
          <p:nvPr/>
        </p:nvCxnSpPr>
        <p:spPr>
          <a:xfrm>
            <a:off x="6096001" y="2514932"/>
            <a:ext cx="0" cy="385315"/>
          </a:xfrm>
          <a:prstGeom prst="line">
            <a:avLst/>
          </a:prstGeom>
          <a:ln w="9525">
            <a:solidFill>
              <a:srgbClr val="142E60"/>
            </a:solidFill>
            <a:tailEnd type="ova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166360" y="925830"/>
            <a:ext cx="1859280" cy="803910"/>
          </a:xfrm>
          <a:prstGeom prst="rect">
            <a:avLst/>
          </a:prstGeom>
          <a:noFill/>
        </p:spPr>
        <p:txBody>
          <a:bodyPr wrap="square" rtlCol="0">
            <a:noAutofit/>
          </a:bodyPr>
          <a:lstStyle/>
          <a:p>
            <a:pPr algn="ctr"/>
            <a:r>
              <a:rPr lang="zh-CN" altLang="en-US" sz="2400" b="1" dirty="0">
                <a:solidFill>
                  <a:srgbClr val="537EC5"/>
                </a:solidFill>
                <a:latin typeface="+mj-ea"/>
                <a:ea typeface="+mj-ea"/>
              </a:rPr>
              <a:t>支持治疗</a:t>
            </a:r>
            <a:endParaRPr lang="zh-CN" altLang="en-US" sz="2400" b="1" dirty="0">
              <a:solidFill>
                <a:srgbClr val="537EC5"/>
              </a:solidFill>
              <a:latin typeface="+mj-ea"/>
              <a:ea typeface="+mj-ea"/>
            </a:endParaRPr>
          </a:p>
        </p:txBody>
      </p:sp>
      <p:sp>
        <p:nvSpPr>
          <p:cNvPr id="9" name="文本框 8"/>
          <p:cNvSpPr txBox="1"/>
          <p:nvPr/>
        </p:nvSpPr>
        <p:spPr>
          <a:xfrm>
            <a:off x="4845685" y="1296670"/>
            <a:ext cx="2500630" cy="1312545"/>
          </a:xfrm>
          <a:prstGeom prst="rect">
            <a:avLst/>
          </a:prstGeom>
          <a:noFill/>
        </p:spPr>
        <p:txBody>
          <a:bodyPr wrap="square" rtlCol="0">
            <a:noAutofit/>
          </a:bodyPr>
          <a:lstStyle/>
          <a:p>
            <a:pPr algn="l">
              <a:lnSpc>
                <a:spcPct val="130000"/>
              </a:lnSpc>
            </a:pPr>
            <a:r>
              <a:rPr lang="en-US" altLang="zh-CN" sz="2000" dirty="0">
                <a:solidFill>
                  <a:schemeClr val="tx1">
                    <a:lumMod val="95000"/>
                    <a:lumOff val="5000"/>
                  </a:schemeClr>
                </a:solidFill>
                <a:latin typeface="+mn-ea"/>
              </a:rPr>
              <a:t>       </a:t>
            </a:r>
            <a:r>
              <a:rPr lang="zh-CN" altLang="en-US" sz="2000" dirty="0">
                <a:solidFill>
                  <a:schemeClr val="tx1">
                    <a:lumMod val="95000"/>
                    <a:lumOff val="5000"/>
                  </a:schemeClr>
                </a:solidFill>
                <a:latin typeface="+mn-ea"/>
              </a:rPr>
              <a:t>AD的治疗应遵循药物和非药物干预结合的原则。</a:t>
            </a:r>
            <a:endParaRPr lang="zh-CN" altLang="en-US" sz="2000" dirty="0">
              <a:solidFill>
                <a:schemeClr val="tx1">
                  <a:lumMod val="95000"/>
                  <a:lumOff val="5000"/>
                </a:schemeClr>
              </a:solidFill>
              <a:latin typeface="+mn-ea"/>
            </a:endParaRPr>
          </a:p>
        </p:txBody>
      </p:sp>
      <p:sp>
        <p:nvSpPr>
          <p:cNvPr id="11" name="文本框 10"/>
          <p:cNvSpPr txBox="1"/>
          <p:nvPr/>
        </p:nvSpPr>
        <p:spPr>
          <a:xfrm>
            <a:off x="8287229" y="3785033"/>
            <a:ext cx="1859280" cy="460375"/>
          </a:xfrm>
          <a:prstGeom prst="rect">
            <a:avLst/>
          </a:prstGeom>
          <a:noFill/>
        </p:spPr>
        <p:txBody>
          <a:bodyPr wrap="square" rtlCol="0">
            <a:spAutoFit/>
          </a:bodyPr>
          <a:lstStyle/>
          <a:p>
            <a:pPr algn="ctr"/>
            <a:r>
              <a:rPr lang="zh-CN" altLang="en-US" sz="2400" b="1" dirty="0">
                <a:solidFill>
                  <a:srgbClr val="537EC5"/>
                </a:solidFill>
                <a:latin typeface="+mj-ea"/>
                <a:ea typeface="+mj-ea"/>
              </a:rPr>
              <a:t>其他治疗</a:t>
            </a:r>
            <a:endParaRPr lang="zh-CN" altLang="en-US" sz="2400" b="1" dirty="0">
              <a:solidFill>
                <a:srgbClr val="537EC5"/>
              </a:solidFill>
              <a:latin typeface="+mj-ea"/>
              <a:ea typeface="+mj-ea"/>
            </a:endParaRPr>
          </a:p>
        </p:txBody>
      </p:sp>
      <p:sp>
        <p:nvSpPr>
          <p:cNvPr id="12" name="文本框 11"/>
          <p:cNvSpPr txBox="1"/>
          <p:nvPr/>
        </p:nvSpPr>
        <p:spPr>
          <a:xfrm>
            <a:off x="8030210" y="4245610"/>
            <a:ext cx="2757170" cy="1291590"/>
          </a:xfrm>
          <a:prstGeom prst="rect">
            <a:avLst/>
          </a:prstGeom>
          <a:noFill/>
        </p:spPr>
        <p:txBody>
          <a:bodyPr wrap="square" rtlCol="0">
            <a:spAutoFit/>
          </a:bodyPr>
          <a:lstStyle/>
          <a:p>
            <a:pPr>
              <a:lnSpc>
                <a:spcPct val="130000"/>
              </a:lnSpc>
            </a:pPr>
            <a:r>
              <a:rPr lang="en-US" altLang="zh-CN" sz="2000" dirty="0">
                <a:solidFill>
                  <a:schemeClr val="tx1">
                    <a:lumMod val="95000"/>
                    <a:lumOff val="5000"/>
                  </a:schemeClr>
                </a:solidFill>
                <a:latin typeface="+mn-ea"/>
              </a:rPr>
              <a:t>       </a:t>
            </a:r>
            <a:r>
              <a:rPr lang="zh-CN" altLang="en-US" sz="2000" dirty="0">
                <a:solidFill>
                  <a:schemeClr val="tx1">
                    <a:lumMod val="95000"/>
                    <a:lumOff val="5000"/>
                  </a:schemeClr>
                </a:solidFill>
                <a:latin typeface="+mn-ea"/>
              </a:rPr>
              <a:t>干细胞治疗、深部脑刺激、迷走神经刺激、非侵入性脑刺激等。</a:t>
            </a:r>
            <a:endParaRPr lang="zh-CN" altLang="en-US" sz="2000" dirty="0">
              <a:solidFill>
                <a:schemeClr val="tx1">
                  <a:lumMod val="95000"/>
                  <a:lumOff val="5000"/>
                </a:schemeClr>
              </a:solidFill>
              <a:latin typeface="+mn-ea"/>
            </a:endParaRPr>
          </a:p>
        </p:txBody>
      </p:sp>
      <p:sp>
        <p:nvSpPr>
          <p:cNvPr id="14" name="文本框 13"/>
          <p:cNvSpPr txBox="1"/>
          <p:nvPr/>
        </p:nvSpPr>
        <p:spPr>
          <a:xfrm>
            <a:off x="1900856" y="3785033"/>
            <a:ext cx="1859280" cy="460375"/>
          </a:xfrm>
          <a:prstGeom prst="rect">
            <a:avLst/>
          </a:prstGeom>
          <a:noFill/>
        </p:spPr>
        <p:txBody>
          <a:bodyPr wrap="square" rtlCol="0">
            <a:spAutoFit/>
          </a:bodyPr>
          <a:lstStyle/>
          <a:p>
            <a:pPr algn="ctr"/>
            <a:r>
              <a:rPr lang="zh-CN" altLang="en-US" sz="2400" b="1" dirty="0">
                <a:solidFill>
                  <a:srgbClr val="537EC5"/>
                </a:solidFill>
                <a:latin typeface="+mj-ea"/>
                <a:ea typeface="+mj-ea"/>
              </a:rPr>
              <a:t>药物治疗</a:t>
            </a:r>
            <a:endParaRPr lang="zh-CN" altLang="en-US" sz="2400" b="1" dirty="0">
              <a:solidFill>
                <a:srgbClr val="537EC5"/>
              </a:solidFill>
              <a:latin typeface="+mj-ea"/>
              <a:ea typeface="+mj-ea"/>
            </a:endParaRPr>
          </a:p>
        </p:txBody>
      </p:sp>
      <p:sp>
        <p:nvSpPr>
          <p:cNvPr id="15" name="文本框 14"/>
          <p:cNvSpPr txBox="1"/>
          <p:nvPr/>
        </p:nvSpPr>
        <p:spPr>
          <a:xfrm>
            <a:off x="1268095" y="4245610"/>
            <a:ext cx="2840990" cy="2091690"/>
          </a:xfrm>
          <a:prstGeom prst="rect">
            <a:avLst/>
          </a:prstGeom>
          <a:noFill/>
        </p:spPr>
        <p:txBody>
          <a:bodyPr wrap="square" rtlCol="0">
            <a:spAutoFit/>
          </a:bodyPr>
          <a:lstStyle/>
          <a:p>
            <a:pPr algn="l">
              <a:lnSpc>
                <a:spcPct val="130000"/>
              </a:lnSpc>
            </a:pPr>
            <a:r>
              <a:rPr lang="en-US" altLang="zh-CN" sz="2000" dirty="0">
                <a:solidFill>
                  <a:schemeClr val="tx1">
                    <a:lumMod val="95000"/>
                    <a:lumOff val="5000"/>
                  </a:schemeClr>
                </a:solidFill>
                <a:latin typeface="+mn-ea"/>
              </a:rPr>
              <a:t>       </a:t>
            </a:r>
            <a:r>
              <a:rPr lang="zh-CN" altLang="en-US" sz="2000" dirty="0">
                <a:solidFill>
                  <a:schemeClr val="tx1">
                    <a:lumMod val="95000"/>
                    <a:lumOff val="5000"/>
                  </a:schemeClr>
                </a:solidFill>
                <a:latin typeface="+mn-ea"/>
              </a:rPr>
              <a:t>AD药物治疗目标的是抑制症状进展，将认知</a:t>
            </a:r>
            <a:r>
              <a:rPr lang="zh-CN" altLang="en-US" sz="2000" dirty="0">
                <a:solidFill>
                  <a:schemeClr val="tx1">
                    <a:lumMod val="95000"/>
                    <a:lumOff val="5000"/>
                  </a:schemeClr>
                </a:solidFill>
                <a:latin typeface="+mn-ea"/>
              </a:rPr>
              <a:t>和功能下降以及行为心理症状的致残影响降至最低</a:t>
            </a:r>
            <a:r>
              <a:rPr lang="zh-CN" altLang="en-US" dirty="0">
                <a:solidFill>
                  <a:schemeClr val="tx1">
                    <a:lumMod val="95000"/>
                    <a:lumOff val="5000"/>
                  </a:schemeClr>
                </a:solidFill>
                <a:latin typeface="+mn-ea"/>
              </a:rPr>
              <a:t>。</a:t>
            </a:r>
            <a:endParaRPr lang="zh-CN" altLang="en-US" dirty="0">
              <a:solidFill>
                <a:schemeClr val="tx1">
                  <a:lumMod val="95000"/>
                  <a:lumOff val="5000"/>
                </a:schemeClr>
              </a:solidFill>
              <a:latin typeface="+mn-ea"/>
            </a:endParaRPr>
          </a:p>
        </p:txBody>
      </p:sp>
      <p:cxnSp>
        <p:nvCxnSpPr>
          <p:cNvPr id="21" name="直接连接符 20"/>
          <p:cNvCxnSpPr/>
          <p:nvPr/>
        </p:nvCxnSpPr>
        <p:spPr>
          <a:xfrm>
            <a:off x="4102420" y="4895195"/>
            <a:ext cx="480489" cy="0"/>
          </a:xfrm>
          <a:prstGeom prst="line">
            <a:avLst/>
          </a:prstGeom>
          <a:ln w="9525">
            <a:solidFill>
              <a:srgbClr val="142E60"/>
            </a:solidFill>
            <a:tailEnd type="ova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7585052" y="4895195"/>
            <a:ext cx="453480" cy="0"/>
          </a:xfrm>
          <a:prstGeom prst="line">
            <a:avLst/>
          </a:prstGeom>
          <a:ln w="9525">
            <a:solidFill>
              <a:srgbClr val="142E60"/>
            </a:solidFill>
            <a:tailEnd type="ova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4380213" y="2707590"/>
            <a:ext cx="3431578" cy="3264947"/>
            <a:chOff x="4380213" y="2707590"/>
            <a:chExt cx="3431578" cy="3264947"/>
          </a:xfrm>
        </p:grpSpPr>
        <p:sp>
          <p:nvSpPr>
            <p:cNvPr id="17" name="任意多边形: 形状 16"/>
            <p:cNvSpPr/>
            <p:nvPr/>
          </p:nvSpPr>
          <p:spPr>
            <a:xfrm>
              <a:off x="5002198" y="2707590"/>
              <a:ext cx="2187608" cy="2187606"/>
            </a:xfrm>
            <a:custGeom>
              <a:avLst/>
              <a:gdLst>
                <a:gd name="connsiteX0" fmla="*/ 0 w 3251200"/>
                <a:gd name="connsiteY0" fmla="*/ 1625600 h 3251200"/>
                <a:gd name="connsiteX1" fmla="*/ 1625600 w 3251200"/>
                <a:gd name="connsiteY1" fmla="*/ 0 h 3251200"/>
                <a:gd name="connsiteX2" fmla="*/ 3251200 w 3251200"/>
                <a:gd name="connsiteY2" fmla="*/ 1625600 h 3251200"/>
                <a:gd name="connsiteX3" fmla="*/ 1625600 w 3251200"/>
                <a:gd name="connsiteY3" fmla="*/ 3251200 h 3251200"/>
                <a:gd name="connsiteX4" fmla="*/ 0 w 3251200"/>
                <a:gd name="connsiteY4" fmla="*/ 162560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200" h="3251200">
                  <a:moveTo>
                    <a:pt x="0" y="1625600"/>
                  </a:moveTo>
                  <a:cubicBezTo>
                    <a:pt x="0" y="727806"/>
                    <a:pt x="727806" y="0"/>
                    <a:pt x="1625600" y="0"/>
                  </a:cubicBezTo>
                  <a:cubicBezTo>
                    <a:pt x="2523394" y="0"/>
                    <a:pt x="3251200" y="727806"/>
                    <a:pt x="3251200" y="1625600"/>
                  </a:cubicBezTo>
                  <a:cubicBezTo>
                    <a:pt x="3251200" y="2523394"/>
                    <a:pt x="2523394" y="3251200"/>
                    <a:pt x="1625600" y="3251200"/>
                  </a:cubicBezTo>
                  <a:cubicBezTo>
                    <a:pt x="727806" y="3251200"/>
                    <a:pt x="0" y="2523394"/>
                    <a:pt x="0" y="1625600"/>
                  </a:cubicBezTo>
                  <a:close/>
                </a:path>
              </a:pathLst>
            </a:custGeom>
            <a:noFill/>
            <a:ln w="12700">
              <a:solidFill>
                <a:srgbClr val="142E60"/>
              </a:solidFill>
              <a:prstDash val="dash"/>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433494" tIns="568960" rIns="433493" bIns="1219200" numCol="1" spcCol="1270" anchor="ctr" anchorCtr="0">
              <a:noAutofit/>
            </a:bodyPr>
            <a:lstStyle/>
            <a:p>
              <a:pPr marL="0" lvl="0" indent="0" algn="ctr" defTabSz="2889250">
                <a:lnSpc>
                  <a:spcPct val="90000"/>
                </a:lnSpc>
                <a:spcBef>
                  <a:spcPct val="0"/>
                </a:spcBef>
                <a:spcAft>
                  <a:spcPct val="35000"/>
                </a:spcAft>
                <a:buNone/>
              </a:pPr>
              <a:endParaRPr lang="zh-CN" altLang="en-US" sz="6500" kern="1200"/>
            </a:p>
          </p:txBody>
        </p:sp>
        <p:sp>
          <p:nvSpPr>
            <p:cNvPr id="18" name="任意多边形: 形状 17"/>
            <p:cNvSpPr/>
            <p:nvPr/>
          </p:nvSpPr>
          <p:spPr>
            <a:xfrm>
              <a:off x="5624183" y="3784931"/>
              <a:ext cx="2187608" cy="2187606"/>
            </a:xfrm>
            <a:custGeom>
              <a:avLst/>
              <a:gdLst>
                <a:gd name="connsiteX0" fmla="*/ 0 w 3251200"/>
                <a:gd name="connsiteY0" fmla="*/ 1625600 h 3251200"/>
                <a:gd name="connsiteX1" fmla="*/ 1625600 w 3251200"/>
                <a:gd name="connsiteY1" fmla="*/ 0 h 3251200"/>
                <a:gd name="connsiteX2" fmla="*/ 3251200 w 3251200"/>
                <a:gd name="connsiteY2" fmla="*/ 1625600 h 3251200"/>
                <a:gd name="connsiteX3" fmla="*/ 1625600 w 3251200"/>
                <a:gd name="connsiteY3" fmla="*/ 3251200 h 3251200"/>
                <a:gd name="connsiteX4" fmla="*/ 0 w 3251200"/>
                <a:gd name="connsiteY4" fmla="*/ 162560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200" h="3251200">
                  <a:moveTo>
                    <a:pt x="0" y="1625600"/>
                  </a:moveTo>
                  <a:cubicBezTo>
                    <a:pt x="0" y="727806"/>
                    <a:pt x="727806" y="0"/>
                    <a:pt x="1625600" y="0"/>
                  </a:cubicBezTo>
                  <a:cubicBezTo>
                    <a:pt x="2523394" y="0"/>
                    <a:pt x="3251200" y="727806"/>
                    <a:pt x="3251200" y="1625600"/>
                  </a:cubicBezTo>
                  <a:cubicBezTo>
                    <a:pt x="3251200" y="2523394"/>
                    <a:pt x="2523394" y="3251200"/>
                    <a:pt x="1625600" y="3251200"/>
                  </a:cubicBezTo>
                  <a:cubicBezTo>
                    <a:pt x="727806" y="3251200"/>
                    <a:pt x="0" y="2523394"/>
                    <a:pt x="0" y="1625600"/>
                  </a:cubicBezTo>
                  <a:close/>
                </a:path>
              </a:pathLst>
            </a:custGeom>
            <a:noFill/>
            <a:ln w="12700">
              <a:solidFill>
                <a:srgbClr val="142E60"/>
              </a:solidFill>
              <a:prstDash val="dash"/>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994325" tIns="839893" rIns="306155" bIns="623147" numCol="1" spcCol="1270" anchor="ctr" anchorCtr="0">
              <a:noAutofit/>
            </a:bodyPr>
            <a:lstStyle/>
            <a:p>
              <a:pPr marL="0" lvl="0" indent="0" algn="ctr" defTabSz="2889250">
                <a:lnSpc>
                  <a:spcPct val="90000"/>
                </a:lnSpc>
                <a:spcBef>
                  <a:spcPct val="0"/>
                </a:spcBef>
                <a:spcAft>
                  <a:spcPct val="35000"/>
                </a:spcAft>
                <a:buNone/>
              </a:pPr>
              <a:endParaRPr lang="zh-CN" altLang="en-US" sz="6500" kern="1200"/>
            </a:p>
          </p:txBody>
        </p:sp>
        <p:sp>
          <p:nvSpPr>
            <p:cNvPr id="19" name="任意多边形: 形状 18"/>
            <p:cNvSpPr/>
            <p:nvPr/>
          </p:nvSpPr>
          <p:spPr>
            <a:xfrm>
              <a:off x="4380213" y="3784931"/>
              <a:ext cx="2187608" cy="2187606"/>
            </a:xfrm>
            <a:custGeom>
              <a:avLst/>
              <a:gdLst>
                <a:gd name="connsiteX0" fmla="*/ 0 w 3251200"/>
                <a:gd name="connsiteY0" fmla="*/ 1625600 h 3251200"/>
                <a:gd name="connsiteX1" fmla="*/ 1625600 w 3251200"/>
                <a:gd name="connsiteY1" fmla="*/ 0 h 3251200"/>
                <a:gd name="connsiteX2" fmla="*/ 3251200 w 3251200"/>
                <a:gd name="connsiteY2" fmla="*/ 1625600 h 3251200"/>
                <a:gd name="connsiteX3" fmla="*/ 1625600 w 3251200"/>
                <a:gd name="connsiteY3" fmla="*/ 3251200 h 3251200"/>
                <a:gd name="connsiteX4" fmla="*/ 0 w 3251200"/>
                <a:gd name="connsiteY4" fmla="*/ 162560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200" h="3251200">
                  <a:moveTo>
                    <a:pt x="0" y="1625600"/>
                  </a:moveTo>
                  <a:cubicBezTo>
                    <a:pt x="0" y="727806"/>
                    <a:pt x="727806" y="0"/>
                    <a:pt x="1625600" y="0"/>
                  </a:cubicBezTo>
                  <a:cubicBezTo>
                    <a:pt x="2523394" y="0"/>
                    <a:pt x="3251200" y="727806"/>
                    <a:pt x="3251200" y="1625600"/>
                  </a:cubicBezTo>
                  <a:cubicBezTo>
                    <a:pt x="3251200" y="2523394"/>
                    <a:pt x="2523394" y="3251200"/>
                    <a:pt x="1625600" y="3251200"/>
                  </a:cubicBezTo>
                  <a:cubicBezTo>
                    <a:pt x="727806" y="3251200"/>
                    <a:pt x="0" y="2523394"/>
                    <a:pt x="0" y="1625600"/>
                  </a:cubicBezTo>
                  <a:close/>
                </a:path>
              </a:pathLst>
            </a:custGeom>
            <a:noFill/>
            <a:ln w="12700">
              <a:solidFill>
                <a:srgbClr val="142E60"/>
              </a:solidFill>
              <a:prstDash val="dash"/>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noAutofit/>
            </a:bodyPr>
            <a:lstStyle/>
            <a:p>
              <a:pPr marL="0" lvl="0" indent="0" algn="ctr" defTabSz="2889250">
                <a:lnSpc>
                  <a:spcPct val="90000"/>
                </a:lnSpc>
                <a:spcBef>
                  <a:spcPct val="0"/>
                </a:spcBef>
                <a:spcAft>
                  <a:spcPct val="35000"/>
                </a:spcAft>
                <a:buNone/>
              </a:pPr>
              <a:endParaRPr lang="zh-CN" altLang="en-US" sz="6500" kern="1200"/>
            </a:p>
          </p:txBody>
        </p:sp>
        <p:sp>
          <p:nvSpPr>
            <p:cNvPr id="20" name="任意多边形: 形状 19"/>
            <p:cNvSpPr/>
            <p:nvPr/>
          </p:nvSpPr>
          <p:spPr>
            <a:xfrm>
              <a:off x="5627348" y="3979060"/>
              <a:ext cx="938568" cy="919948"/>
            </a:xfrm>
            <a:custGeom>
              <a:avLst/>
              <a:gdLst>
                <a:gd name="connsiteX0" fmla="*/ 559735 w 1119469"/>
                <a:gd name="connsiteY0" fmla="*/ 0 h 1097260"/>
                <a:gd name="connsiteX1" fmla="*/ 573536 w 1119469"/>
                <a:gd name="connsiteY1" fmla="*/ 9505 h 1097260"/>
                <a:gd name="connsiteX2" fmla="*/ 625128 w 1119469"/>
                <a:gd name="connsiteY2" fmla="*/ 48084 h 1097260"/>
                <a:gd name="connsiteX3" fmla="*/ 674722 w 1119469"/>
                <a:gd name="connsiteY3" fmla="*/ 89731 h 1097260"/>
                <a:gd name="connsiteX4" fmla="*/ 730305 w 1119469"/>
                <a:gd name="connsiteY4" fmla="*/ 140857 h 1097260"/>
                <a:gd name="connsiteX5" fmla="*/ 773637 w 1119469"/>
                <a:gd name="connsiteY5" fmla="*/ 185401 h 1097260"/>
                <a:gd name="connsiteX6" fmla="*/ 823375 w 1119469"/>
                <a:gd name="connsiteY6" fmla="*/ 242135 h 1097260"/>
                <a:gd name="connsiteX7" fmla="*/ 862025 w 1119469"/>
                <a:gd name="connsiteY7" fmla="*/ 290832 h 1097260"/>
                <a:gd name="connsiteX8" fmla="*/ 905611 w 1119469"/>
                <a:gd name="connsiteY8" fmla="*/ 352916 h 1097260"/>
                <a:gd name="connsiteX9" fmla="*/ 939085 w 1119469"/>
                <a:gd name="connsiteY9" fmla="*/ 405181 h 1097260"/>
                <a:gd name="connsiteX10" fmla="*/ 976158 w 1119469"/>
                <a:gd name="connsiteY10" fmla="*/ 472468 h 1097260"/>
                <a:gd name="connsiteX11" fmla="*/ 1003995 w 1119469"/>
                <a:gd name="connsiteY11" fmla="*/ 527603 h 1097260"/>
                <a:gd name="connsiteX12" fmla="*/ 1034152 w 1119469"/>
                <a:gd name="connsiteY12" fmla="*/ 600166 h 1097260"/>
                <a:gd name="connsiteX13" fmla="*/ 1055921 w 1119469"/>
                <a:gd name="connsiteY13" fmla="*/ 657252 h 1097260"/>
                <a:gd name="connsiteX14" fmla="*/ 1078700 w 1119469"/>
                <a:gd name="connsiteY14" fmla="*/ 735656 h 1097260"/>
                <a:gd name="connsiteX15" fmla="*/ 1094020 w 1119469"/>
                <a:gd name="connsiteY15" fmla="*/ 793283 h 1097260"/>
                <a:gd name="connsiteX16" fmla="*/ 1108834 w 1119469"/>
                <a:gd name="connsiteY16" fmla="*/ 879445 h 1097260"/>
                <a:gd name="connsiteX17" fmla="*/ 1117444 w 1119469"/>
                <a:gd name="connsiteY17" fmla="*/ 934845 h 1097260"/>
                <a:gd name="connsiteX18" fmla="*/ 1119469 w 1119469"/>
                <a:gd name="connsiteY18" fmla="*/ 970499 h 1097260"/>
                <a:gd name="connsiteX19" fmla="*/ 1105567 w 1119469"/>
                <a:gd name="connsiteY19" fmla="*/ 977196 h 1097260"/>
                <a:gd name="connsiteX20" fmla="*/ 1056007 w 1119469"/>
                <a:gd name="connsiteY20" fmla="*/ 999415 h 1097260"/>
                <a:gd name="connsiteX21" fmla="*/ 988831 w 1119469"/>
                <a:gd name="connsiteY21" fmla="*/ 1024002 h 1097260"/>
                <a:gd name="connsiteX22" fmla="*/ 938588 w 1119469"/>
                <a:gd name="connsiteY22" fmla="*/ 1041171 h 1097260"/>
                <a:gd name="connsiteX23" fmla="*/ 865303 w 1119469"/>
                <a:gd name="connsiteY23" fmla="*/ 1060014 h 1097260"/>
                <a:gd name="connsiteX24" fmla="*/ 816339 w 1119469"/>
                <a:gd name="connsiteY24" fmla="*/ 1071794 h 1097260"/>
                <a:gd name="connsiteX25" fmla="*/ 732225 w 1119469"/>
                <a:gd name="connsiteY25" fmla="*/ 1084631 h 1097260"/>
                <a:gd name="connsiteX26" fmla="*/ 689856 w 1119469"/>
                <a:gd name="connsiteY26" fmla="*/ 1090690 h 1097260"/>
                <a:gd name="connsiteX27" fmla="*/ 559734 w 1119469"/>
                <a:gd name="connsiteY27" fmla="*/ 1097260 h 1097260"/>
                <a:gd name="connsiteX28" fmla="*/ 429613 w 1119469"/>
                <a:gd name="connsiteY28" fmla="*/ 1090690 h 1097260"/>
                <a:gd name="connsiteX29" fmla="*/ 387241 w 1119469"/>
                <a:gd name="connsiteY29" fmla="*/ 1084631 h 1097260"/>
                <a:gd name="connsiteX30" fmla="*/ 303130 w 1119469"/>
                <a:gd name="connsiteY30" fmla="*/ 1071794 h 1097260"/>
                <a:gd name="connsiteX31" fmla="*/ 254161 w 1119469"/>
                <a:gd name="connsiteY31" fmla="*/ 1060013 h 1097260"/>
                <a:gd name="connsiteX32" fmla="*/ 180882 w 1119469"/>
                <a:gd name="connsiteY32" fmla="*/ 1041171 h 1097260"/>
                <a:gd name="connsiteX33" fmla="*/ 130632 w 1119469"/>
                <a:gd name="connsiteY33" fmla="*/ 1024000 h 1097260"/>
                <a:gd name="connsiteX34" fmla="*/ 63464 w 1119469"/>
                <a:gd name="connsiteY34" fmla="*/ 999416 h 1097260"/>
                <a:gd name="connsiteX35" fmla="*/ 13896 w 1119469"/>
                <a:gd name="connsiteY35" fmla="*/ 977193 h 1097260"/>
                <a:gd name="connsiteX36" fmla="*/ 0 w 1119469"/>
                <a:gd name="connsiteY36" fmla="*/ 970499 h 1097260"/>
                <a:gd name="connsiteX37" fmla="*/ 2024 w 1119469"/>
                <a:gd name="connsiteY37" fmla="*/ 934854 h 1097260"/>
                <a:gd name="connsiteX38" fmla="*/ 10644 w 1119469"/>
                <a:gd name="connsiteY38" fmla="*/ 879394 h 1097260"/>
                <a:gd name="connsiteX39" fmla="*/ 25448 w 1119469"/>
                <a:gd name="connsiteY39" fmla="*/ 793290 h 1097260"/>
                <a:gd name="connsiteX40" fmla="*/ 40776 w 1119469"/>
                <a:gd name="connsiteY40" fmla="*/ 735632 h 1097260"/>
                <a:gd name="connsiteX41" fmla="*/ 63546 w 1119469"/>
                <a:gd name="connsiteY41" fmla="*/ 657257 h 1097260"/>
                <a:gd name="connsiteX42" fmla="*/ 85322 w 1119469"/>
                <a:gd name="connsiteY42" fmla="*/ 600156 h 1097260"/>
                <a:gd name="connsiteX43" fmla="*/ 115472 w 1119469"/>
                <a:gd name="connsiteY43" fmla="*/ 527606 h 1097260"/>
                <a:gd name="connsiteX44" fmla="*/ 143313 w 1119469"/>
                <a:gd name="connsiteY44" fmla="*/ 472464 h 1097260"/>
                <a:gd name="connsiteX45" fmla="*/ 180383 w 1119469"/>
                <a:gd name="connsiteY45" fmla="*/ 405183 h 1097260"/>
                <a:gd name="connsiteX46" fmla="*/ 213860 w 1119469"/>
                <a:gd name="connsiteY46" fmla="*/ 352914 h 1097260"/>
                <a:gd name="connsiteX47" fmla="*/ 257443 w 1119469"/>
                <a:gd name="connsiteY47" fmla="*/ 290834 h 1097260"/>
                <a:gd name="connsiteX48" fmla="*/ 296095 w 1119469"/>
                <a:gd name="connsiteY48" fmla="*/ 242134 h 1097260"/>
                <a:gd name="connsiteX49" fmla="*/ 345830 w 1119469"/>
                <a:gd name="connsiteY49" fmla="*/ 185403 h 1097260"/>
                <a:gd name="connsiteX50" fmla="*/ 389166 w 1119469"/>
                <a:gd name="connsiteY50" fmla="*/ 140855 h 1097260"/>
                <a:gd name="connsiteX51" fmla="*/ 444742 w 1119469"/>
                <a:gd name="connsiteY51" fmla="*/ 89736 h 1097260"/>
                <a:gd name="connsiteX52" fmla="*/ 494346 w 1119469"/>
                <a:gd name="connsiteY52" fmla="*/ 48081 h 1097260"/>
                <a:gd name="connsiteX53" fmla="*/ 545923 w 1119469"/>
                <a:gd name="connsiteY53" fmla="*/ 9512 h 109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19469" h="1097260">
                  <a:moveTo>
                    <a:pt x="559735" y="0"/>
                  </a:moveTo>
                  <a:lnTo>
                    <a:pt x="573536" y="9505"/>
                  </a:lnTo>
                  <a:lnTo>
                    <a:pt x="625128" y="48084"/>
                  </a:lnTo>
                  <a:lnTo>
                    <a:pt x="674722" y="89731"/>
                  </a:lnTo>
                  <a:lnTo>
                    <a:pt x="730305" y="140857"/>
                  </a:lnTo>
                  <a:lnTo>
                    <a:pt x="773637" y="185401"/>
                  </a:lnTo>
                  <a:lnTo>
                    <a:pt x="823375" y="242135"/>
                  </a:lnTo>
                  <a:lnTo>
                    <a:pt x="862025" y="290832"/>
                  </a:lnTo>
                  <a:lnTo>
                    <a:pt x="905611" y="352916"/>
                  </a:lnTo>
                  <a:lnTo>
                    <a:pt x="939085" y="405181"/>
                  </a:lnTo>
                  <a:lnTo>
                    <a:pt x="976158" y="472468"/>
                  </a:lnTo>
                  <a:lnTo>
                    <a:pt x="1003995" y="527603"/>
                  </a:lnTo>
                  <a:lnTo>
                    <a:pt x="1034152" y="600166"/>
                  </a:lnTo>
                  <a:lnTo>
                    <a:pt x="1055921" y="657252"/>
                  </a:lnTo>
                  <a:lnTo>
                    <a:pt x="1078700" y="735656"/>
                  </a:lnTo>
                  <a:lnTo>
                    <a:pt x="1094020" y="793283"/>
                  </a:lnTo>
                  <a:lnTo>
                    <a:pt x="1108834" y="879445"/>
                  </a:lnTo>
                  <a:lnTo>
                    <a:pt x="1117444" y="934845"/>
                  </a:lnTo>
                  <a:lnTo>
                    <a:pt x="1119469" y="970499"/>
                  </a:lnTo>
                  <a:lnTo>
                    <a:pt x="1105567" y="977196"/>
                  </a:lnTo>
                  <a:lnTo>
                    <a:pt x="1056007" y="999415"/>
                  </a:lnTo>
                  <a:lnTo>
                    <a:pt x="988831" y="1024002"/>
                  </a:lnTo>
                  <a:lnTo>
                    <a:pt x="938588" y="1041171"/>
                  </a:lnTo>
                  <a:lnTo>
                    <a:pt x="865303" y="1060014"/>
                  </a:lnTo>
                  <a:lnTo>
                    <a:pt x="816339" y="1071794"/>
                  </a:lnTo>
                  <a:lnTo>
                    <a:pt x="732225" y="1084631"/>
                  </a:lnTo>
                  <a:lnTo>
                    <a:pt x="689856" y="1090690"/>
                  </a:lnTo>
                  <a:lnTo>
                    <a:pt x="559734" y="1097260"/>
                  </a:lnTo>
                  <a:lnTo>
                    <a:pt x="429613" y="1090690"/>
                  </a:lnTo>
                  <a:lnTo>
                    <a:pt x="387241" y="1084631"/>
                  </a:lnTo>
                  <a:lnTo>
                    <a:pt x="303130" y="1071794"/>
                  </a:lnTo>
                  <a:lnTo>
                    <a:pt x="254161" y="1060013"/>
                  </a:lnTo>
                  <a:lnTo>
                    <a:pt x="180882" y="1041171"/>
                  </a:lnTo>
                  <a:lnTo>
                    <a:pt x="130632" y="1024000"/>
                  </a:lnTo>
                  <a:lnTo>
                    <a:pt x="63464" y="999416"/>
                  </a:lnTo>
                  <a:lnTo>
                    <a:pt x="13896" y="977193"/>
                  </a:lnTo>
                  <a:lnTo>
                    <a:pt x="0" y="970499"/>
                  </a:lnTo>
                  <a:lnTo>
                    <a:pt x="2024" y="934854"/>
                  </a:lnTo>
                  <a:lnTo>
                    <a:pt x="10644" y="879394"/>
                  </a:lnTo>
                  <a:lnTo>
                    <a:pt x="25448" y="793290"/>
                  </a:lnTo>
                  <a:lnTo>
                    <a:pt x="40776" y="735632"/>
                  </a:lnTo>
                  <a:lnTo>
                    <a:pt x="63546" y="657257"/>
                  </a:lnTo>
                  <a:lnTo>
                    <a:pt x="85322" y="600156"/>
                  </a:lnTo>
                  <a:lnTo>
                    <a:pt x="115472" y="527606"/>
                  </a:lnTo>
                  <a:lnTo>
                    <a:pt x="143313" y="472464"/>
                  </a:lnTo>
                  <a:lnTo>
                    <a:pt x="180383" y="405183"/>
                  </a:lnTo>
                  <a:lnTo>
                    <a:pt x="213860" y="352914"/>
                  </a:lnTo>
                  <a:lnTo>
                    <a:pt x="257443" y="290834"/>
                  </a:lnTo>
                  <a:lnTo>
                    <a:pt x="296095" y="242134"/>
                  </a:lnTo>
                  <a:lnTo>
                    <a:pt x="345830" y="185403"/>
                  </a:lnTo>
                  <a:lnTo>
                    <a:pt x="389166" y="140855"/>
                  </a:lnTo>
                  <a:lnTo>
                    <a:pt x="444742" y="89736"/>
                  </a:lnTo>
                  <a:lnTo>
                    <a:pt x="494346" y="48081"/>
                  </a:lnTo>
                  <a:lnTo>
                    <a:pt x="545923" y="9512"/>
                  </a:lnTo>
                  <a:close/>
                </a:path>
              </a:pathLst>
            </a:custGeom>
            <a:solidFill>
              <a:srgbClr val="142E60"/>
            </a:solidFill>
            <a:ln w="6350">
              <a:solidFill>
                <a:schemeClr val="accent1"/>
              </a:solidFill>
              <a:prstDash val="solid"/>
            </a:ln>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noAutofit/>
            </a:bodyPr>
            <a:lstStyle/>
            <a:p>
              <a:pPr marL="0" lvl="0" indent="0" algn="ctr" defTabSz="2889250">
                <a:lnSpc>
                  <a:spcPct val="90000"/>
                </a:lnSpc>
                <a:spcBef>
                  <a:spcPct val="0"/>
                </a:spcBef>
                <a:spcAft>
                  <a:spcPct val="35000"/>
                </a:spcAft>
                <a:buNone/>
              </a:pPr>
              <a:endParaRPr lang="zh-CN" altLang="en-US" sz="6500" kern="1200"/>
            </a:p>
          </p:txBody>
        </p:sp>
        <p:grpSp>
          <p:nvGrpSpPr>
            <p:cNvPr id="23" name="组合 22"/>
            <p:cNvGrpSpPr/>
            <p:nvPr/>
          </p:nvGrpSpPr>
          <p:grpSpPr>
            <a:xfrm>
              <a:off x="5847397" y="3104941"/>
              <a:ext cx="497204" cy="497204"/>
              <a:chOff x="5948362" y="2588385"/>
              <a:chExt cx="497204" cy="497204"/>
            </a:xfrm>
          </p:grpSpPr>
          <p:sp>
            <p:nvSpPr>
              <p:cNvPr id="31" name="椭圆 30"/>
              <p:cNvSpPr/>
              <p:nvPr/>
            </p:nvSpPr>
            <p:spPr>
              <a:xfrm>
                <a:off x="5948362" y="2588385"/>
                <a:ext cx="497204" cy="497204"/>
              </a:xfrm>
              <a:prstGeom prst="ellipse">
                <a:avLst/>
              </a:pr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mj-lt"/>
                </a:endParaRPr>
              </a:p>
            </p:txBody>
          </p:sp>
          <p:sp>
            <p:nvSpPr>
              <p:cNvPr id="32" name="矩形 31"/>
              <p:cNvSpPr/>
              <p:nvPr/>
            </p:nvSpPr>
            <p:spPr>
              <a:xfrm>
                <a:off x="5957648" y="2636932"/>
                <a:ext cx="478631" cy="369332"/>
              </a:xfrm>
              <a:prstGeom prst="rect">
                <a:avLst/>
              </a:prstGeom>
            </p:spPr>
            <p:txBody>
              <a:bodyPr wrap="square">
                <a:spAutoFit/>
              </a:bodyPr>
              <a:lstStyle/>
              <a:p>
                <a:pPr algn="ctr"/>
                <a:r>
                  <a:rPr lang="en-US" altLang="zh-CN" b="1" dirty="0">
                    <a:solidFill>
                      <a:schemeClr val="bg1"/>
                    </a:solidFill>
                    <a:latin typeface="+mj-lt"/>
                  </a:rPr>
                  <a:t>01</a:t>
                </a:r>
                <a:endParaRPr lang="zh-CN" altLang="en-US" b="1" dirty="0">
                  <a:solidFill>
                    <a:schemeClr val="bg1"/>
                  </a:solidFill>
                  <a:latin typeface="+mj-lt"/>
                </a:endParaRPr>
              </a:p>
            </p:txBody>
          </p:sp>
        </p:grpSp>
        <p:grpSp>
          <p:nvGrpSpPr>
            <p:cNvPr id="24" name="组合 23"/>
            <p:cNvGrpSpPr/>
            <p:nvPr/>
          </p:nvGrpSpPr>
          <p:grpSpPr>
            <a:xfrm>
              <a:off x="4917757" y="4698685"/>
              <a:ext cx="497204" cy="497204"/>
              <a:chOff x="5948362" y="2588385"/>
              <a:chExt cx="497204" cy="497204"/>
            </a:xfrm>
          </p:grpSpPr>
          <p:sp>
            <p:nvSpPr>
              <p:cNvPr id="29" name="椭圆 28"/>
              <p:cNvSpPr/>
              <p:nvPr/>
            </p:nvSpPr>
            <p:spPr>
              <a:xfrm>
                <a:off x="5948362" y="2588385"/>
                <a:ext cx="497204" cy="497204"/>
              </a:xfrm>
              <a:prstGeom prst="ellipse">
                <a:avLst/>
              </a:pr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mj-lt"/>
                </a:endParaRPr>
              </a:p>
            </p:txBody>
          </p:sp>
          <p:sp>
            <p:nvSpPr>
              <p:cNvPr id="30" name="矩形 29"/>
              <p:cNvSpPr/>
              <p:nvPr/>
            </p:nvSpPr>
            <p:spPr>
              <a:xfrm>
                <a:off x="5957648" y="2636932"/>
                <a:ext cx="478631" cy="369332"/>
              </a:xfrm>
              <a:prstGeom prst="rect">
                <a:avLst/>
              </a:prstGeom>
            </p:spPr>
            <p:txBody>
              <a:bodyPr wrap="square">
                <a:spAutoFit/>
              </a:bodyPr>
              <a:lstStyle/>
              <a:p>
                <a:pPr algn="ctr"/>
                <a:r>
                  <a:rPr lang="en-US" altLang="zh-CN" b="1" dirty="0">
                    <a:solidFill>
                      <a:schemeClr val="bg1"/>
                    </a:solidFill>
                  </a:rPr>
                  <a:t>02</a:t>
                </a:r>
                <a:endParaRPr lang="zh-CN" altLang="en-US" b="1" dirty="0">
                  <a:solidFill>
                    <a:schemeClr val="bg1"/>
                  </a:solidFill>
                  <a:latin typeface="+mj-lt"/>
                </a:endParaRPr>
              </a:p>
            </p:txBody>
          </p:sp>
        </p:grpSp>
        <p:sp>
          <p:nvSpPr>
            <p:cNvPr id="27" name="椭圆 26"/>
            <p:cNvSpPr/>
            <p:nvPr/>
          </p:nvSpPr>
          <p:spPr>
            <a:xfrm>
              <a:off x="6839151" y="4699877"/>
              <a:ext cx="497204" cy="497204"/>
            </a:xfrm>
            <a:prstGeom prst="ellipse">
              <a:avLst/>
            </a:prstGeom>
            <a:solidFill>
              <a:srgbClr val="142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b="1" dirty="0">
                <a:latin typeface="+mj-lt"/>
              </a:endParaRPr>
            </a:p>
          </p:txBody>
        </p:sp>
        <p:sp>
          <p:nvSpPr>
            <p:cNvPr id="26" name="light-bulb-outline-sign-inside-a-circle_41881"/>
            <p:cNvSpPr>
              <a:spLocks noChangeAspect="1"/>
            </p:cNvSpPr>
            <p:nvPr/>
          </p:nvSpPr>
          <p:spPr bwMode="auto">
            <a:xfrm>
              <a:off x="5877194" y="4308643"/>
              <a:ext cx="438876" cy="370511"/>
            </a:xfrm>
            <a:custGeom>
              <a:avLst/>
              <a:gdLst>
                <a:gd name="connsiteX0" fmla="*/ 277608 w 608797"/>
                <a:gd name="connsiteY0" fmla="*/ 489109 h 513964"/>
                <a:gd name="connsiteX1" fmla="*/ 331189 w 608797"/>
                <a:gd name="connsiteY1" fmla="*/ 489109 h 513964"/>
                <a:gd name="connsiteX2" fmla="*/ 344122 w 608797"/>
                <a:gd name="connsiteY2" fmla="*/ 501997 h 513964"/>
                <a:gd name="connsiteX3" fmla="*/ 331189 w 608797"/>
                <a:gd name="connsiteY3" fmla="*/ 513964 h 513964"/>
                <a:gd name="connsiteX4" fmla="*/ 277608 w 608797"/>
                <a:gd name="connsiteY4" fmla="*/ 513964 h 513964"/>
                <a:gd name="connsiteX5" fmla="*/ 264675 w 608797"/>
                <a:gd name="connsiteY5" fmla="*/ 501997 h 513964"/>
                <a:gd name="connsiteX6" fmla="*/ 277608 w 608797"/>
                <a:gd name="connsiteY6" fmla="*/ 489109 h 513964"/>
                <a:gd name="connsiteX7" fmla="*/ 259223 w 608797"/>
                <a:gd name="connsiteY7" fmla="*/ 430993 h 513964"/>
                <a:gd name="connsiteX8" fmla="*/ 259223 w 608797"/>
                <a:gd name="connsiteY8" fmla="*/ 458621 h 513964"/>
                <a:gd name="connsiteX9" fmla="*/ 349573 w 608797"/>
                <a:gd name="connsiteY9" fmla="*/ 458621 h 513964"/>
                <a:gd name="connsiteX10" fmla="*/ 349573 w 608797"/>
                <a:gd name="connsiteY10" fmla="*/ 430993 h 513964"/>
                <a:gd name="connsiteX11" fmla="*/ 104682 w 608797"/>
                <a:gd name="connsiteY11" fmla="*/ 390182 h 513964"/>
                <a:gd name="connsiteX12" fmla="*/ 111596 w 608797"/>
                <a:gd name="connsiteY12" fmla="*/ 396049 h 513964"/>
                <a:gd name="connsiteX13" fmla="*/ 105143 w 608797"/>
                <a:gd name="connsiteY13" fmla="*/ 412614 h 513964"/>
                <a:gd name="connsiteX14" fmla="*/ 46139 w 608797"/>
                <a:gd name="connsiteY14" fmla="*/ 441142 h 513964"/>
                <a:gd name="connsiteX15" fmla="*/ 40607 w 608797"/>
                <a:gd name="connsiteY15" fmla="*/ 442062 h 513964"/>
                <a:gd name="connsiteX16" fmla="*/ 29544 w 608797"/>
                <a:gd name="connsiteY16" fmla="*/ 435620 h 513964"/>
                <a:gd name="connsiteX17" fmla="*/ 35075 w 608797"/>
                <a:gd name="connsiteY17" fmla="*/ 419055 h 513964"/>
                <a:gd name="connsiteX18" fmla="*/ 95001 w 608797"/>
                <a:gd name="connsiteY18" fmla="*/ 390527 h 513964"/>
                <a:gd name="connsiteX19" fmla="*/ 104682 w 608797"/>
                <a:gd name="connsiteY19" fmla="*/ 390182 h 513964"/>
                <a:gd name="connsiteX20" fmla="*/ 522056 w 608797"/>
                <a:gd name="connsiteY20" fmla="*/ 368479 h 513964"/>
                <a:gd name="connsiteX21" fmla="*/ 583857 w 608797"/>
                <a:gd name="connsiteY21" fmla="*/ 389616 h 513964"/>
                <a:gd name="connsiteX22" fmla="*/ 591236 w 608797"/>
                <a:gd name="connsiteY22" fmla="*/ 405238 h 513964"/>
                <a:gd name="connsiteX23" fmla="*/ 580167 w 608797"/>
                <a:gd name="connsiteY23" fmla="*/ 413509 h 513964"/>
                <a:gd name="connsiteX24" fmla="*/ 575555 w 608797"/>
                <a:gd name="connsiteY24" fmla="*/ 412590 h 513964"/>
                <a:gd name="connsiteX25" fmla="*/ 513754 w 608797"/>
                <a:gd name="connsiteY25" fmla="*/ 391454 h 513964"/>
                <a:gd name="connsiteX26" fmla="*/ 506375 w 608797"/>
                <a:gd name="connsiteY26" fmla="*/ 375831 h 513964"/>
                <a:gd name="connsiteX27" fmla="*/ 522056 w 608797"/>
                <a:gd name="connsiteY27" fmla="*/ 368479 h 513964"/>
                <a:gd name="connsiteX28" fmla="*/ 77481 w 608797"/>
                <a:gd name="connsiteY28" fmla="*/ 300217 h 513964"/>
                <a:gd name="connsiteX29" fmla="*/ 90395 w 608797"/>
                <a:gd name="connsiteY29" fmla="*/ 311284 h 513964"/>
                <a:gd name="connsiteX30" fmla="*/ 78404 w 608797"/>
                <a:gd name="connsiteY30" fmla="*/ 324195 h 513964"/>
                <a:gd name="connsiteX31" fmla="*/ 12914 w 608797"/>
                <a:gd name="connsiteY31" fmla="*/ 326961 h 513964"/>
                <a:gd name="connsiteX32" fmla="*/ 11991 w 608797"/>
                <a:gd name="connsiteY32" fmla="*/ 326961 h 513964"/>
                <a:gd name="connsiteX33" fmla="*/ 0 w 608797"/>
                <a:gd name="connsiteY33" fmla="*/ 314973 h 513964"/>
                <a:gd name="connsiteX34" fmla="*/ 11991 w 608797"/>
                <a:gd name="connsiteY34" fmla="*/ 302062 h 513964"/>
                <a:gd name="connsiteX35" fmla="*/ 595883 w 608797"/>
                <a:gd name="connsiteY35" fmla="*/ 281837 h 513964"/>
                <a:gd name="connsiteX36" fmla="*/ 608797 w 608797"/>
                <a:gd name="connsiteY36" fmla="*/ 293841 h 513964"/>
                <a:gd name="connsiteX37" fmla="*/ 596806 w 608797"/>
                <a:gd name="connsiteY37" fmla="*/ 306768 h 513964"/>
                <a:gd name="connsiteX38" fmla="*/ 531316 w 608797"/>
                <a:gd name="connsiteY38" fmla="*/ 308615 h 513964"/>
                <a:gd name="connsiteX39" fmla="*/ 530393 w 608797"/>
                <a:gd name="connsiteY39" fmla="*/ 308615 h 513964"/>
                <a:gd name="connsiteX40" fmla="*/ 518402 w 608797"/>
                <a:gd name="connsiteY40" fmla="*/ 296611 h 513964"/>
                <a:gd name="connsiteX41" fmla="*/ 530393 w 608797"/>
                <a:gd name="connsiteY41" fmla="*/ 284607 h 513964"/>
                <a:gd name="connsiteX42" fmla="*/ 33243 w 608797"/>
                <a:gd name="connsiteY42" fmla="*/ 195351 h 513964"/>
                <a:gd name="connsiteX43" fmla="*/ 95044 w 608797"/>
                <a:gd name="connsiteY43" fmla="*/ 217406 h 513964"/>
                <a:gd name="connsiteX44" fmla="*/ 102423 w 608797"/>
                <a:gd name="connsiteY44" fmla="*/ 233029 h 513964"/>
                <a:gd name="connsiteX45" fmla="*/ 91354 w 608797"/>
                <a:gd name="connsiteY45" fmla="*/ 241300 h 513964"/>
                <a:gd name="connsiteX46" fmla="*/ 86742 w 608797"/>
                <a:gd name="connsiteY46" fmla="*/ 240381 h 513964"/>
                <a:gd name="connsiteX47" fmla="*/ 24941 w 608797"/>
                <a:gd name="connsiteY47" fmla="*/ 218325 h 513964"/>
                <a:gd name="connsiteX48" fmla="*/ 17562 w 608797"/>
                <a:gd name="connsiteY48" fmla="*/ 202703 h 513964"/>
                <a:gd name="connsiteX49" fmla="*/ 33243 w 608797"/>
                <a:gd name="connsiteY49" fmla="*/ 195351 h 513964"/>
                <a:gd name="connsiteX50" fmla="*/ 304398 w 608797"/>
                <a:gd name="connsiteY50" fmla="*/ 168521 h 513964"/>
                <a:gd name="connsiteX51" fmla="*/ 203906 w 608797"/>
                <a:gd name="connsiteY51" fmla="*/ 268904 h 513964"/>
                <a:gd name="connsiteX52" fmla="*/ 256457 w 608797"/>
                <a:gd name="connsiteY52" fmla="*/ 406127 h 513964"/>
                <a:gd name="connsiteX53" fmla="*/ 356027 w 608797"/>
                <a:gd name="connsiteY53" fmla="*/ 406127 h 513964"/>
                <a:gd name="connsiteX54" fmla="*/ 404890 w 608797"/>
                <a:gd name="connsiteY54" fmla="*/ 268904 h 513964"/>
                <a:gd name="connsiteX55" fmla="*/ 304398 w 608797"/>
                <a:gd name="connsiteY55" fmla="*/ 168521 h 513964"/>
                <a:gd name="connsiteX56" fmla="*/ 562658 w 608797"/>
                <a:gd name="connsiteY56" fmla="*/ 167721 h 513964"/>
                <a:gd name="connsiteX57" fmla="*/ 579253 w 608797"/>
                <a:gd name="connsiteY57" fmla="*/ 173242 h 513964"/>
                <a:gd name="connsiteX58" fmla="*/ 573722 w 608797"/>
                <a:gd name="connsiteY58" fmla="*/ 189807 h 513964"/>
                <a:gd name="connsiteX59" fmla="*/ 513796 w 608797"/>
                <a:gd name="connsiteY59" fmla="*/ 218335 h 513964"/>
                <a:gd name="connsiteX60" fmla="*/ 508264 w 608797"/>
                <a:gd name="connsiteY60" fmla="*/ 219256 h 513964"/>
                <a:gd name="connsiteX61" fmla="*/ 497201 w 608797"/>
                <a:gd name="connsiteY61" fmla="*/ 211894 h 513964"/>
                <a:gd name="connsiteX62" fmla="*/ 503654 w 608797"/>
                <a:gd name="connsiteY62" fmla="*/ 196249 h 513964"/>
                <a:gd name="connsiteX63" fmla="*/ 304398 w 608797"/>
                <a:gd name="connsiteY63" fmla="*/ 143655 h 513964"/>
                <a:gd name="connsiteX64" fmla="*/ 429782 w 608797"/>
                <a:gd name="connsiteY64" fmla="*/ 268904 h 513964"/>
                <a:gd name="connsiteX65" fmla="*/ 374466 w 608797"/>
                <a:gd name="connsiteY65" fmla="*/ 423625 h 513964"/>
                <a:gd name="connsiteX66" fmla="*/ 374466 w 608797"/>
                <a:gd name="connsiteY66" fmla="*/ 424546 h 513964"/>
                <a:gd name="connsiteX67" fmla="*/ 374466 w 608797"/>
                <a:gd name="connsiteY67" fmla="*/ 470594 h 513964"/>
                <a:gd name="connsiteX68" fmla="*/ 361558 w 608797"/>
                <a:gd name="connsiteY68" fmla="*/ 483487 h 513964"/>
                <a:gd name="connsiteX69" fmla="*/ 247238 w 608797"/>
                <a:gd name="connsiteY69" fmla="*/ 483487 h 513964"/>
                <a:gd name="connsiteX70" fmla="*/ 234330 w 608797"/>
                <a:gd name="connsiteY70" fmla="*/ 470594 h 513964"/>
                <a:gd name="connsiteX71" fmla="*/ 234330 w 608797"/>
                <a:gd name="connsiteY71" fmla="*/ 418100 h 513964"/>
                <a:gd name="connsiteX72" fmla="*/ 235252 w 608797"/>
                <a:gd name="connsiteY72" fmla="*/ 418100 h 513964"/>
                <a:gd name="connsiteX73" fmla="*/ 179014 w 608797"/>
                <a:gd name="connsiteY73" fmla="*/ 268904 h 513964"/>
                <a:gd name="connsiteX74" fmla="*/ 304398 w 608797"/>
                <a:gd name="connsiteY74" fmla="*/ 143655 h 513964"/>
                <a:gd name="connsiteX75" fmla="*/ 502765 w 608797"/>
                <a:gd name="connsiteY75" fmla="*/ 89382 h 513964"/>
                <a:gd name="connsiteX76" fmla="*/ 520298 w 608797"/>
                <a:gd name="connsiteY76" fmla="*/ 89382 h 513964"/>
                <a:gd name="connsiteX77" fmla="*/ 520298 w 608797"/>
                <a:gd name="connsiteY77" fmla="*/ 106896 h 513964"/>
                <a:gd name="connsiteX78" fmla="*/ 473235 w 608797"/>
                <a:gd name="connsiteY78" fmla="*/ 152987 h 513964"/>
                <a:gd name="connsiteX79" fmla="*/ 464929 w 608797"/>
                <a:gd name="connsiteY79" fmla="*/ 156675 h 513964"/>
                <a:gd name="connsiteX80" fmla="*/ 455701 w 608797"/>
                <a:gd name="connsiteY80" fmla="*/ 152987 h 513964"/>
                <a:gd name="connsiteX81" fmla="*/ 455701 w 608797"/>
                <a:gd name="connsiteY81" fmla="*/ 135473 h 513964"/>
                <a:gd name="connsiteX82" fmla="*/ 89486 w 608797"/>
                <a:gd name="connsiteY82" fmla="*/ 89378 h 513964"/>
                <a:gd name="connsiteX83" fmla="*/ 106081 w 608797"/>
                <a:gd name="connsiteY83" fmla="*/ 89378 h 513964"/>
                <a:gd name="connsiteX84" fmla="*/ 153100 w 608797"/>
                <a:gd name="connsiteY84" fmla="*/ 135426 h 513964"/>
                <a:gd name="connsiteX85" fmla="*/ 153100 w 608797"/>
                <a:gd name="connsiteY85" fmla="*/ 152924 h 513964"/>
                <a:gd name="connsiteX86" fmla="*/ 152178 w 608797"/>
                <a:gd name="connsiteY86" fmla="*/ 153845 h 513964"/>
                <a:gd name="connsiteX87" fmla="*/ 151256 w 608797"/>
                <a:gd name="connsiteY87" fmla="*/ 154766 h 513964"/>
                <a:gd name="connsiteX88" fmla="*/ 142037 w 608797"/>
                <a:gd name="connsiteY88" fmla="*/ 158450 h 513964"/>
                <a:gd name="connsiteX89" fmla="*/ 133739 w 608797"/>
                <a:gd name="connsiteY89" fmla="*/ 155687 h 513964"/>
                <a:gd name="connsiteX90" fmla="*/ 86720 w 608797"/>
                <a:gd name="connsiteY90" fmla="*/ 109639 h 513964"/>
                <a:gd name="connsiteX91" fmla="*/ 86720 w 608797"/>
                <a:gd name="connsiteY91" fmla="*/ 92140 h 513964"/>
                <a:gd name="connsiteX92" fmla="*/ 87642 w 608797"/>
                <a:gd name="connsiteY92" fmla="*/ 91219 h 513964"/>
                <a:gd name="connsiteX93" fmla="*/ 89486 w 608797"/>
                <a:gd name="connsiteY93" fmla="*/ 89378 h 513964"/>
                <a:gd name="connsiteX94" fmla="*/ 422896 w 608797"/>
                <a:gd name="connsiteY94" fmla="*/ 28309 h 513964"/>
                <a:gd name="connsiteX95" fmla="*/ 432579 w 608797"/>
                <a:gd name="connsiteY95" fmla="*/ 28654 h 513964"/>
                <a:gd name="connsiteX96" fmla="*/ 438112 w 608797"/>
                <a:gd name="connsiteY96" fmla="*/ 44312 h 513964"/>
                <a:gd name="connsiteX97" fmla="*/ 410446 w 608797"/>
                <a:gd name="connsiteY97" fmla="*/ 104183 h 513964"/>
                <a:gd name="connsiteX98" fmla="*/ 399380 w 608797"/>
                <a:gd name="connsiteY98" fmla="*/ 111552 h 513964"/>
                <a:gd name="connsiteX99" fmla="*/ 393847 w 608797"/>
                <a:gd name="connsiteY99" fmla="*/ 110631 h 513964"/>
                <a:gd name="connsiteX100" fmla="*/ 388314 w 608797"/>
                <a:gd name="connsiteY100" fmla="*/ 94051 h 513964"/>
                <a:gd name="connsiteX101" fmla="*/ 415980 w 608797"/>
                <a:gd name="connsiteY101" fmla="*/ 34181 h 513964"/>
                <a:gd name="connsiteX102" fmla="*/ 422896 w 608797"/>
                <a:gd name="connsiteY102" fmla="*/ 28309 h 513964"/>
                <a:gd name="connsiteX103" fmla="*/ 192821 w 608797"/>
                <a:gd name="connsiteY103" fmla="*/ 21254 h 513964"/>
                <a:gd name="connsiteX104" fmla="*/ 209417 w 608797"/>
                <a:gd name="connsiteY104" fmla="*/ 28617 h 513964"/>
                <a:gd name="connsiteX105" fmla="*/ 233390 w 608797"/>
                <a:gd name="connsiteY105" fmla="*/ 89362 h 513964"/>
                <a:gd name="connsiteX106" fmla="*/ 226014 w 608797"/>
                <a:gd name="connsiteY106" fmla="*/ 105008 h 513964"/>
                <a:gd name="connsiteX107" fmla="*/ 221404 w 608797"/>
                <a:gd name="connsiteY107" fmla="*/ 105929 h 513964"/>
                <a:gd name="connsiteX108" fmla="*/ 210340 w 608797"/>
                <a:gd name="connsiteY108" fmla="*/ 98566 h 513964"/>
                <a:gd name="connsiteX109" fmla="*/ 186367 w 608797"/>
                <a:gd name="connsiteY109" fmla="*/ 36900 h 513964"/>
                <a:gd name="connsiteX110" fmla="*/ 192821 w 608797"/>
                <a:gd name="connsiteY110" fmla="*/ 21254 h 513964"/>
                <a:gd name="connsiteX111" fmla="*/ 304399 w 608797"/>
                <a:gd name="connsiteY111" fmla="*/ 0 h 513964"/>
                <a:gd name="connsiteX112" fmla="*/ 316456 w 608797"/>
                <a:gd name="connsiteY112" fmla="*/ 11971 h 513964"/>
                <a:gd name="connsiteX113" fmla="*/ 316456 w 608797"/>
                <a:gd name="connsiteY113" fmla="*/ 78275 h 513964"/>
                <a:gd name="connsiteX114" fmla="*/ 304399 w 608797"/>
                <a:gd name="connsiteY114" fmla="*/ 90247 h 513964"/>
                <a:gd name="connsiteX115" fmla="*/ 292341 w 608797"/>
                <a:gd name="connsiteY115" fmla="*/ 78275 h 513964"/>
                <a:gd name="connsiteX116" fmla="*/ 292341 w 608797"/>
                <a:gd name="connsiteY116" fmla="*/ 11971 h 513964"/>
                <a:gd name="connsiteX117" fmla="*/ 304399 w 608797"/>
                <a:gd name="connsiteY117" fmla="*/ 0 h 513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8797" h="513964">
                  <a:moveTo>
                    <a:pt x="277608" y="489109"/>
                  </a:moveTo>
                  <a:lnTo>
                    <a:pt x="331189" y="489109"/>
                  </a:lnTo>
                  <a:cubicBezTo>
                    <a:pt x="338579" y="489109"/>
                    <a:pt x="344122" y="494633"/>
                    <a:pt x="344122" y="501997"/>
                  </a:cubicBezTo>
                  <a:cubicBezTo>
                    <a:pt x="344122" y="508441"/>
                    <a:pt x="338579" y="513964"/>
                    <a:pt x="331189" y="513964"/>
                  </a:cubicBezTo>
                  <a:lnTo>
                    <a:pt x="277608" y="513964"/>
                  </a:lnTo>
                  <a:cubicBezTo>
                    <a:pt x="270218" y="513964"/>
                    <a:pt x="264675" y="508441"/>
                    <a:pt x="264675" y="501997"/>
                  </a:cubicBezTo>
                  <a:cubicBezTo>
                    <a:pt x="264675" y="494633"/>
                    <a:pt x="270218" y="489109"/>
                    <a:pt x="277608" y="489109"/>
                  </a:cubicBezTo>
                  <a:close/>
                  <a:moveTo>
                    <a:pt x="259223" y="430993"/>
                  </a:moveTo>
                  <a:lnTo>
                    <a:pt x="259223" y="458621"/>
                  </a:lnTo>
                  <a:lnTo>
                    <a:pt x="349573" y="458621"/>
                  </a:lnTo>
                  <a:lnTo>
                    <a:pt x="349573" y="430993"/>
                  </a:lnTo>
                  <a:close/>
                  <a:moveTo>
                    <a:pt x="104682" y="390182"/>
                  </a:moveTo>
                  <a:cubicBezTo>
                    <a:pt x="107678" y="391217"/>
                    <a:pt x="110213" y="393288"/>
                    <a:pt x="111596" y="396049"/>
                  </a:cubicBezTo>
                  <a:cubicBezTo>
                    <a:pt x="114362" y="402491"/>
                    <a:pt x="111596" y="409853"/>
                    <a:pt x="105143" y="412614"/>
                  </a:cubicBezTo>
                  <a:lnTo>
                    <a:pt x="46139" y="441142"/>
                  </a:lnTo>
                  <a:cubicBezTo>
                    <a:pt x="44295" y="442062"/>
                    <a:pt x="42451" y="442062"/>
                    <a:pt x="40607" y="442062"/>
                  </a:cubicBezTo>
                  <a:cubicBezTo>
                    <a:pt x="35997" y="442062"/>
                    <a:pt x="31388" y="440222"/>
                    <a:pt x="29544" y="435620"/>
                  </a:cubicBezTo>
                  <a:cubicBezTo>
                    <a:pt x="26778" y="429178"/>
                    <a:pt x="29544" y="421816"/>
                    <a:pt x="35075" y="419055"/>
                  </a:cubicBezTo>
                  <a:lnTo>
                    <a:pt x="95001" y="390527"/>
                  </a:lnTo>
                  <a:cubicBezTo>
                    <a:pt x="98228" y="389147"/>
                    <a:pt x="101685" y="389147"/>
                    <a:pt x="104682" y="390182"/>
                  </a:cubicBezTo>
                  <a:close/>
                  <a:moveTo>
                    <a:pt x="522056" y="368479"/>
                  </a:moveTo>
                  <a:lnTo>
                    <a:pt x="583857" y="389616"/>
                  </a:lnTo>
                  <a:cubicBezTo>
                    <a:pt x="590313" y="392373"/>
                    <a:pt x="594003" y="398806"/>
                    <a:pt x="591236" y="405238"/>
                  </a:cubicBezTo>
                  <a:cubicBezTo>
                    <a:pt x="589391" y="410752"/>
                    <a:pt x="584779" y="413509"/>
                    <a:pt x="580167" y="413509"/>
                  </a:cubicBezTo>
                  <a:cubicBezTo>
                    <a:pt x="578322" y="413509"/>
                    <a:pt x="577400" y="413509"/>
                    <a:pt x="575555" y="412590"/>
                  </a:cubicBezTo>
                  <a:lnTo>
                    <a:pt x="513754" y="391454"/>
                  </a:lnTo>
                  <a:cubicBezTo>
                    <a:pt x="507298" y="388697"/>
                    <a:pt x="503608" y="382264"/>
                    <a:pt x="506375" y="375831"/>
                  </a:cubicBezTo>
                  <a:cubicBezTo>
                    <a:pt x="508220" y="369398"/>
                    <a:pt x="515599" y="365722"/>
                    <a:pt x="522056" y="368479"/>
                  </a:cubicBezTo>
                  <a:close/>
                  <a:moveTo>
                    <a:pt x="77481" y="300217"/>
                  </a:moveTo>
                  <a:cubicBezTo>
                    <a:pt x="84861" y="299295"/>
                    <a:pt x="90395" y="304828"/>
                    <a:pt x="90395" y="311284"/>
                  </a:cubicBezTo>
                  <a:cubicBezTo>
                    <a:pt x="90395" y="318661"/>
                    <a:pt x="85783" y="324195"/>
                    <a:pt x="78404" y="324195"/>
                  </a:cubicBezTo>
                  <a:lnTo>
                    <a:pt x="12914" y="326961"/>
                  </a:lnTo>
                  <a:cubicBezTo>
                    <a:pt x="12914" y="326961"/>
                    <a:pt x="11991" y="326961"/>
                    <a:pt x="11991" y="326961"/>
                  </a:cubicBezTo>
                  <a:cubicBezTo>
                    <a:pt x="5534" y="326961"/>
                    <a:pt x="0" y="321428"/>
                    <a:pt x="0" y="314973"/>
                  </a:cubicBezTo>
                  <a:cubicBezTo>
                    <a:pt x="0" y="307595"/>
                    <a:pt x="5534" y="302062"/>
                    <a:pt x="11991" y="302062"/>
                  </a:cubicBezTo>
                  <a:close/>
                  <a:moveTo>
                    <a:pt x="595883" y="281837"/>
                  </a:moveTo>
                  <a:cubicBezTo>
                    <a:pt x="603263" y="281837"/>
                    <a:pt x="608797" y="287378"/>
                    <a:pt x="608797" y="293841"/>
                  </a:cubicBezTo>
                  <a:cubicBezTo>
                    <a:pt x="608797" y="300305"/>
                    <a:pt x="604185" y="306768"/>
                    <a:pt x="596806" y="306768"/>
                  </a:cubicBezTo>
                  <a:lnTo>
                    <a:pt x="531316" y="308615"/>
                  </a:lnTo>
                  <a:cubicBezTo>
                    <a:pt x="530393" y="308615"/>
                    <a:pt x="530393" y="308615"/>
                    <a:pt x="530393" y="308615"/>
                  </a:cubicBezTo>
                  <a:cubicBezTo>
                    <a:pt x="523936" y="308615"/>
                    <a:pt x="518402" y="303998"/>
                    <a:pt x="518402" y="296611"/>
                  </a:cubicBezTo>
                  <a:cubicBezTo>
                    <a:pt x="518402" y="290148"/>
                    <a:pt x="523014" y="284607"/>
                    <a:pt x="530393" y="284607"/>
                  </a:cubicBezTo>
                  <a:close/>
                  <a:moveTo>
                    <a:pt x="33243" y="195351"/>
                  </a:moveTo>
                  <a:lnTo>
                    <a:pt x="95044" y="217406"/>
                  </a:lnTo>
                  <a:cubicBezTo>
                    <a:pt x="101500" y="220163"/>
                    <a:pt x="105190" y="226596"/>
                    <a:pt x="102423" y="233029"/>
                  </a:cubicBezTo>
                  <a:cubicBezTo>
                    <a:pt x="100578" y="238543"/>
                    <a:pt x="95966" y="241300"/>
                    <a:pt x="91354" y="241300"/>
                  </a:cubicBezTo>
                  <a:cubicBezTo>
                    <a:pt x="89509" y="241300"/>
                    <a:pt x="88587" y="241300"/>
                    <a:pt x="86742" y="240381"/>
                  </a:cubicBezTo>
                  <a:lnTo>
                    <a:pt x="24941" y="218325"/>
                  </a:lnTo>
                  <a:cubicBezTo>
                    <a:pt x="18485" y="216487"/>
                    <a:pt x="14795" y="209135"/>
                    <a:pt x="17562" y="202703"/>
                  </a:cubicBezTo>
                  <a:cubicBezTo>
                    <a:pt x="19407" y="196270"/>
                    <a:pt x="26786" y="193513"/>
                    <a:pt x="33243" y="195351"/>
                  </a:cubicBezTo>
                  <a:close/>
                  <a:moveTo>
                    <a:pt x="304398" y="168521"/>
                  </a:moveTo>
                  <a:cubicBezTo>
                    <a:pt x="249082" y="168521"/>
                    <a:pt x="203906" y="213647"/>
                    <a:pt x="203906" y="268904"/>
                  </a:cubicBezTo>
                  <a:cubicBezTo>
                    <a:pt x="203906" y="299296"/>
                    <a:pt x="238940" y="372973"/>
                    <a:pt x="256457" y="406127"/>
                  </a:cubicBezTo>
                  <a:lnTo>
                    <a:pt x="356027" y="406127"/>
                  </a:lnTo>
                  <a:cubicBezTo>
                    <a:pt x="372622" y="372973"/>
                    <a:pt x="404890" y="301138"/>
                    <a:pt x="404890" y="268904"/>
                  </a:cubicBezTo>
                  <a:cubicBezTo>
                    <a:pt x="404890" y="213647"/>
                    <a:pt x="359714" y="168521"/>
                    <a:pt x="304398" y="168521"/>
                  </a:cubicBezTo>
                  <a:close/>
                  <a:moveTo>
                    <a:pt x="562658" y="167721"/>
                  </a:moveTo>
                  <a:cubicBezTo>
                    <a:pt x="569112" y="164960"/>
                    <a:pt x="576487" y="166800"/>
                    <a:pt x="579253" y="173242"/>
                  </a:cubicBezTo>
                  <a:cubicBezTo>
                    <a:pt x="582019" y="179684"/>
                    <a:pt x="579253" y="187046"/>
                    <a:pt x="573722" y="189807"/>
                  </a:cubicBezTo>
                  <a:lnTo>
                    <a:pt x="513796" y="218335"/>
                  </a:lnTo>
                  <a:cubicBezTo>
                    <a:pt x="511952" y="219256"/>
                    <a:pt x="510108" y="219256"/>
                    <a:pt x="508264" y="219256"/>
                  </a:cubicBezTo>
                  <a:cubicBezTo>
                    <a:pt x="503654" y="219256"/>
                    <a:pt x="499967" y="216495"/>
                    <a:pt x="497201" y="211894"/>
                  </a:cubicBezTo>
                  <a:cubicBezTo>
                    <a:pt x="494435" y="206372"/>
                    <a:pt x="497201" y="199010"/>
                    <a:pt x="503654" y="196249"/>
                  </a:cubicBezTo>
                  <a:close/>
                  <a:moveTo>
                    <a:pt x="304398" y="143655"/>
                  </a:moveTo>
                  <a:cubicBezTo>
                    <a:pt x="373544" y="143655"/>
                    <a:pt x="429782" y="199833"/>
                    <a:pt x="429782" y="268904"/>
                  </a:cubicBezTo>
                  <a:cubicBezTo>
                    <a:pt x="429782" y="316795"/>
                    <a:pt x="377231" y="419941"/>
                    <a:pt x="374466" y="423625"/>
                  </a:cubicBezTo>
                  <a:cubicBezTo>
                    <a:pt x="374466" y="424546"/>
                    <a:pt x="374466" y="424546"/>
                    <a:pt x="374466" y="424546"/>
                  </a:cubicBezTo>
                  <a:lnTo>
                    <a:pt x="374466" y="470594"/>
                  </a:lnTo>
                  <a:cubicBezTo>
                    <a:pt x="374466" y="477962"/>
                    <a:pt x="368934" y="483487"/>
                    <a:pt x="361558" y="483487"/>
                  </a:cubicBezTo>
                  <a:lnTo>
                    <a:pt x="247238" y="483487"/>
                  </a:lnTo>
                  <a:cubicBezTo>
                    <a:pt x="239862" y="483487"/>
                    <a:pt x="234330" y="477962"/>
                    <a:pt x="234330" y="470594"/>
                  </a:cubicBezTo>
                  <a:lnTo>
                    <a:pt x="234330" y="418100"/>
                  </a:lnTo>
                  <a:cubicBezTo>
                    <a:pt x="234330" y="418100"/>
                    <a:pt x="235252" y="418100"/>
                    <a:pt x="235252" y="418100"/>
                  </a:cubicBezTo>
                  <a:cubicBezTo>
                    <a:pt x="221423" y="392313"/>
                    <a:pt x="179014" y="308506"/>
                    <a:pt x="179014" y="268904"/>
                  </a:cubicBezTo>
                  <a:cubicBezTo>
                    <a:pt x="179014" y="199833"/>
                    <a:pt x="235252" y="143655"/>
                    <a:pt x="304398" y="143655"/>
                  </a:cubicBezTo>
                  <a:close/>
                  <a:moveTo>
                    <a:pt x="502765" y="89382"/>
                  </a:moveTo>
                  <a:cubicBezTo>
                    <a:pt x="507379" y="84773"/>
                    <a:pt x="514761" y="84773"/>
                    <a:pt x="520298" y="89382"/>
                  </a:cubicBezTo>
                  <a:cubicBezTo>
                    <a:pt x="524912" y="93991"/>
                    <a:pt x="524912" y="102287"/>
                    <a:pt x="520298" y="106896"/>
                  </a:cubicBezTo>
                  <a:lnTo>
                    <a:pt x="473235" y="152987"/>
                  </a:lnTo>
                  <a:cubicBezTo>
                    <a:pt x="470466" y="155753"/>
                    <a:pt x="467698" y="156675"/>
                    <a:pt x="464929" y="156675"/>
                  </a:cubicBezTo>
                  <a:cubicBezTo>
                    <a:pt x="461238" y="156675"/>
                    <a:pt x="458469" y="155753"/>
                    <a:pt x="455701" y="152987"/>
                  </a:cubicBezTo>
                  <a:cubicBezTo>
                    <a:pt x="451087" y="148378"/>
                    <a:pt x="451087" y="141004"/>
                    <a:pt x="455701" y="135473"/>
                  </a:cubicBezTo>
                  <a:close/>
                  <a:moveTo>
                    <a:pt x="89486" y="89378"/>
                  </a:moveTo>
                  <a:cubicBezTo>
                    <a:pt x="94095" y="84773"/>
                    <a:pt x="101471" y="84773"/>
                    <a:pt x="106081" y="89378"/>
                  </a:cubicBezTo>
                  <a:lnTo>
                    <a:pt x="153100" y="135426"/>
                  </a:lnTo>
                  <a:cubicBezTo>
                    <a:pt x="157710" y="140951"/>
                    <a:pt x="157710" y="148319"/>
                    <a:pt x="153100" y="152924"/>
                  </a:cubicBezTo>
                  <a:cubicBezTo>
                    <a:pt x="153100" y="153845"/>
                    <a:pt x="152178" y="153845"/>
                    <a:pt x="152178" y="153845"/>
                  </a:cubicBezTo>
                  <a:cubicBezTo>
                    <a:pt x="152178" y="153845"/>
                    <a:pt x="151256" y="154766"/>
                    <a:pt x="151256" y="154766"/>
                  </a:cubicBezTo>
                  <a:cubicBezTo>
                    <a:pt x="148490" y="157529"/>
                    <a:pt x="145725" y="158450"/>
                    <a:pt x="142037" y="158450"/>
                  </a:cubicBezTo>
                  <a:cubicBezTo>
                    <a:pt x="139271" y="158450"/>
                    <a:pt x="136505" y="157529"/>
                    <a:pt x="133739" y="155687"/>
                  </a:cubicBezTo>
                  <a:lnTo>
                    <a:pt x="86720" y="109639"/>
                  </a:lnTo>
                  <a:cubicBezTo>
                    <a:pt x="82110" y="104113"/>
                    <a:pt x="82110" y="96745"/>
                    <a:pt x="86720" y="92140"/>
                  </a:cubicBezTo>
                  <a:cubicBezTo>
                    <a:pt x="86720" y="91219"/>
                    <a:pt x="87642" y="91219"/>
                    <a:pt x="87642" y="91219"/>
                  </a:cubicBezTo>
                  <a:cubicBezTo>
                    <a:pt x="88564" y="90299"/>
                    <a:pt x="88564" y="89378"/>
                    <a:pt x="89486" y="89378"/>
                  </a:cubicBezTo>
                  <a:close/>
                  <a:moveTo>
                    <a:pt x="422896" y="28309"/>
                  </a:moveTo>
                  <a:cubicBezTo>
                    <a:pt x="425893" y="27273"/>
                    <a:pt x="429352" y="27273"/>
                    <a:pt x="432579" y="28654"/>
                  </a:cubicBezTo>
                  <a:cubicBezTo>
                    <a:pt x="438112" y="31417"/>
                    <a:pt x="440879" y="38786"/>
                    <a:pt x="438112" y="44312"/>
                  </a:cubicBezTo>
                  <a:lnTo>
                    <a:pt x="410446" y="104183"/>
                  </a:lnTo>
                  <a:cubicBezTo>
                    <a:pt x="408602" y="108788"/>
                    <a:pt x="403991" y="111552"/>
                    <a:pt x="399380" y="111552"/>
                  </a:cubicBezTo>
                  <a:cubicBezTo>
                    <a:pt x="397536" y="111552"/>
                    <a:pt x="395691" y="111552"/>
                    <a:pt x="393847" y="110631"/>
                  </a:cubicBezTo>
                  <a:cubicBezTo>
                    <a:pt x="388314" y="107867"/>
                    <a:pt x="385547" y="100499"/>
                    <a:pt x="388314" y="94051"/>
                  </a:cubicBezTo>
                  <a:lnTo>
                    <a:pt x="415980" y="34181"/>
                  </a:lnTo>
                  <a:cubicBezTo>
                    <a:pt x="417363" y="31418"/>
                    <a:pt x="419899" y="29345"/>
                    <a:pt x="422896" y="28309"/>
                  </a:cubicBezTo>
                  <a:close/>
                  <a:moveTo>
                    <a:pt x="192821" y="21254"/>
                  </a:moveTo>
                  <a:cubicBezTo>
                    <a:pt x="199275" y="18493"/>
                    <a:pt x="206651" y="22174"/>
                    <a:pt x="209417" y="28617"/>
                  </a:cubicBezTo>
                  <a:lnTo>
                    <a:pt x="233390" y="89362"/>
                  </a:lnTo>
                  <a:cubicBezTo>
                    <a:pt x="235234" y="95805"/>
                    <a:pt x="232468" y="103168"/>
                    <a:pt x="226014" y="105008"/>
                  </a:cubicBezTo>
                  <a:cubicBezTo>
                    <a:pt x="225092" y="105929"/>
                    <a:pt x="223248" y="105929"/>
                    <a:pt x="221404" y="105929"/>
                  </a:cubicBezTo>
                  <a:cubicBezTo>
                    <a:pt x="216794" y="105929"/>
                    <a:pt x="212184" y="103168"/>
                    <a:pt x="210340" y="98566"/>
                  </a:cubicBezTo>
                  <a:lnTo>
                    <a:pt x="186367" y="36900"/>
                  </a:lnTo>
                  <a:cubicBezTo>
                    <a:pt x="183601" y="30458"/>
                    <a:pt x="186367" y="24015"/>
                    <a:pt x="192821" y="21254"/>
                  </a:cubicBezTo>
                  <a:close/>
                  <a:moveTo>
                    <a:pt x="304399" y="0"/>
                  </a:moveTo>
                  <a:cubicBezTo>
                    <a:pt x="310891" y="0"/>
                    <a:pt x="316456" y="5525"/>
                    <a:pt x="316456" y="11971"/>
                  </a:cubicBezTo>
                  <a:lnTo>
                    <a:pt x="316456" y="78275"/>
                  </a:lnTo>
                  <a:cubicBezTo>
                    <a:pt x="316456" y="84721"/>
                    <a:pt x="310891" y="90247"/>
                    <a:pt x="304399" y="90247"/>
                  </a:cubicBezTo>
                  <a:cubicBezTo>
                    <a:pt x="297906" y="90247"/>
                    <a:pt x="292341" y="84721"/>
                    <a:pt x="292341" y="78275"/>
                  </a:cubicBezTo>
                  <a:lnTo>
                    <a:pt x="292341" y="11971"/>
                  </a:lnTo>
                  <a:cubicBezTo>
                    <a:pt x="292341" y="5525"/>
                    <a:pt x="297906" y="0"/>
                    <a:pt x="304399" y="0"/>
                  </a:cubicBezTo>
                  <a:close/>
                </a:path>
              </a:pathLst>
            </a:custGeom>
            <a:solidFill>
              <a:schemeClr val="bg1"/>
            </a:solidFill>
            <a:ln>
              <a:noFill/>
            </a:ln>
          </p:spPr>
        </p:sp>
        <p:sp>
          <p:nvSpPr>
            <p:cNvPr id="2" name="矩形 1"/>
            <p:cNvSpPr/>
            <p:nvPr/>
          </p:nvSpPr>
          <p:spPr>
            <a:xfrm>
              <a:off x="6852753" y="4762621"/>
              <a:ext cx="470000" cy="369332"/>
            </a:xfrm>
            <a:prstGeom prst="rect">
              <a:avLst/>
            </a:prstGeom>
          </p:spPr>
          <p:txBody>
            <a:bodyPr wrap="none">
              <a:spAutoFit/>
            </a:bodyPr>
            <a:lstStyle/>
            <a:p>
              <a:r>
                <a:rPr lang="en-US" altLang="zh-CN" b="1" dirty="0">
                  <a:solidFill>
                    <a:schemeClr val="bg1"/>
                  </a:solidFill>
                </a:rPr>
                <a:t>03</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 fill="hold"/>
                                        <p:tgtEl>
                                          <p:spTgt spid="3"/>
                                        </p:tgtEl>
                                        <p:attrNameLst>
                                          <p:attrName>ppt_w</p:attrName>
                                        </p:attrNameLst>
                                      </p:cBhvr>
                                      <p:tavLst>
                                        <p:tav tm="0">
                                          <p:val>
                                            <p:fltVal val="0"/>
                                          </p:val>
                                        </p:tav>
                                        <p:tav tm="100000">
                                          <p:val>
                                            <p:strVal val="#ppt_w"/>
                                          </p:val>
                                        </p:tav>
                                      </p:tavLst>
                                    </p:anim>
                                    <p:anim calcmode="lin" valueType="num">
                                      <p:cBhvr>
                                        <p:cTn id="8" dur="250" fill="hold"/>
                                        <p:tgtEl>
                                          <p:spTgt spid="3"/>
                                        </p:tgtEl>
                                        <p:attrNameLst>
                                          <p:attrName>ppt_h</p:attrName>
                                        </p:attrNameLst>
                                      </p:cBhvr>
                                      <p:tavLst>
                                        <p:tav tm="0">
                                          <p:val>
                                            <p:fltVal val="0"/>
                                          </p:val>
                                        </p:tav>
                                        <p:tav tm="100000">
                                          <p:val>
                                            <p:strVal val="#ppt_h"/>
                                          </p:val>
                                        </p:tav>
                                      </p:tavLst>
                                    </p:anim>
                                    <p:animEffect transition="in" filter="fade">
                                      <p:cBhvr>
                                        <p:cTn id="9" dur="250"/>
                                        <p:tgtEl>
                                          <p:spTgt spid="3"/>
                                        </p:tgtEl>
                                      </p:cBhvr>
                                    </p:animEffec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250"/>
                                        <p:tgtEl>
                                          <p:spTgt spid="4"/>
                                        </p:tgtEl>
                                      </p:cBhvr>
                                    </p:animEffect>
                                  </p:childTnLst>
                                </p:cTn>
                              </p:par>
                            </p:childTnLst>
                          </p:cTn>
                        </p:par>
                        <p:par>
                          <p:cTn id="14" fill="hold">
                            <p:stCondLst>
                              <p:cond delay="1000"/>
                            </p:stCondLst>
                            <p:childTnLst>
                              <p:par>
                                <p:cTn id="15" presetID="2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250"/>
                                        <p:tgtEl>
                                          <p:spTgt spid="21"/>
                                        </p:tgtEl>
                                      </p:cBhvr>
                                    </p:animEffect>
                                  </p:childTnLst>
                                </p:cTn>
                              </p:par>
                            </p:childTnLst>
                          </p:cTn>
                        </p:par>
                        <p:par>
                          <p:cTn id="18" fill="hold">
                            <p:stCondLst>
                              <p:cond delay="1500"/>
                            </p:stCondLst>
                            <p:childTnLst>
                              <p:par>
                                <p:cTn id="19" presetID="22" presetClass="entr" presetSubtype="8"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250"/>
                                        <p:tgtEl>
                                          <p:spTgt spid="22"/>
                                        </p:tgtEl>
                                      </p:cBhvr>
                                    </p:animEffect>
                                  </p:childTnLst>
                                </p:cTn>
                              </p:par>
                            </p:childTnLst>
                          </p:cTn>
                        </p:par>
                        <p:par>
                          <p:cTn id="22" fill="hold">
                            <p:stCondLst>
                              <p:cond delay="2000"/>
                            </p:stCondLst>
                            <p:childTnLst>
                              <p:par>
                                <p:cTn id="23" presetID="22" presetClass="entr" presetSubtype="4"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250"/>
                                        <p:tgtEl>
                                          <p:spTgt spid="9"/>
                                        </p:tgtEl>
                                      </p:cBhvr>
                                    </p:animEffect>
                                  </p:childTnLst>
                                </p:cTn>
                              </p:par>
                            </p:childTnLst>
                          </p:cTn>
                        </p:par>
                        <p:par>
                          <p:cTn id="26" fill="hold">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250"/>
                                        <p:tgtEl>
                                          <p:spTgt spid="8"/>
                                        </p:tgtEl>
                                      </p:cBhvr>
                                    </p:animEffect>
                                  </p:childTnLst>
                                </p:cTn>
                              </p:par>
                            </p:childTnLst>
                          </p:cTn>
                        </p:par>
                        <p:par>
                          <p:cTn id="30" fill="hold">
                            <p:stCondLst>
                              <p:cond delay="3000"/>
                            </p:stCondLst>
                            <p:childTnLst>
                              <p:par>
                                <p:cTn id="31" presetID="22" presetClass="entr" presetSubtype="2"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250"/>
                                        <p:tgtEl>
                                          <p:spTgt spid="15"/>
                                        </p:tgtEl>
                                      </p:cBhvr>
                                    </p:animEffect>
                                  </p:childTnLst>
                                </p:cTn>
                              </p:par>
                            </p:childTnLst>
                          </p:cTn>
                        </p:par>
                        <p:par>
                          <p:cTn id="34" fill="hold">
                            <p:stCondLst>
                              <p:cond delay="3500"/>
                            </p:stCondLst>
                            <p:childTnLst>
                              <p:par>
                                <p:cTn id="35" presetID="22" presetClass="entr" presetSubtype="2"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right)">
                                      <p:cBhvr>
                                        <p:cTn id="37" dur="250"/>
                                        <p:tgtEl>
                                          <p:spTgt spid="14"/>
                                        </p:tgtEl>
                                      </p:cBhvr>
                                    </p:animEffect>
                                  </p:childTnLst>
                                </p:cTn>
                              </p:par>
                            </p:childTnLst>
                          </p:cTn>
                        </p:par>
                        <p:par>
                          <p:cTn id="38" fill="hold">
                            <p:stCondLst>
                              <p:cond delay="4000"/>
                            </p:stCondLst>
                            <p:childTnLst>
                              <p:par>
                                <p:cTn id="39" presetID="22" presetClass="entr" presetSubtype="8"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250"/>
                                        <p:tgtEl>
                                          <p:spTgt spid="11"/>
                                        </p:tgtEl>
                                      </p:cBhvr>
                                    </p:animEffect>
                                  </p:childTnLst>
                                </p:cTn>
                              </p:par>
                            </p:childTnLst>
                          </p:cTn>
                        </p:par>
                        <p:par>
                          <p:cTn id="42" fill="hold">
                            <p:stCondLst>
                              <p:cond delay="4500"/>
                            </p:stCondLst>
                            <p:childTnLst>
                              <p:par>
                                <p:cTn id="43" presetID="22" presetClass="entr" presetSubtype="8"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p:txBody>
          <a:bodyPr/>
          <a:lstStyle/>
          <a:p>
            <a:r>
              <a:rPr lang="zh-CN" altLang="en-US" dirty="0"/>
              <a:t>治疗</a:t>
            </a:r>
            <a:r>
              <a:rPr lang="zh-CN" altLang="en-US" dirty="0"/>
              <a:t>措施</a:t>
            </a:r>
            <a:endParaRPr lang="zh-CN" altLang="en-US" dirty="0"/>
          </a:p>
        </p:txBody>
      </p:sp>
      <p:sp>
        <p:nvSpPr>
          <p:cNvPr id="4" name="文本框 3"/>
          <p:cNvSpPr txBox="1"/>
          <p:nvPr>
            <p:custDataLst>
              <p:tags r:id="rId1"/>
            </p:custDataLst>
          </p:nvPr>
        </p:nvSpPr>
        <p:spPr>
          <a:xfrm>
            <a:off x="1638111" y="2033715"/>
            <a:ext cx="1037463" cy="923330"/>
          </a:xfrm>
          <a:prstGeom prst="rect">
            <a:avLst/>
          </a:prstGeom>
          <a:noFill/>
        </p:spPr>
        <p:txBody>
          <a:bodyPr wrap="none" rtlCol="0">
            <a:spAutoFit/>
          </a:bodyPr>
          <a:lstStyle/>
          <a:p>
            <a:r>
              <a:rPr lang="en-US" altLang="zh-CN" sz="5400" b="1" dirty="0">
                <a:solidFill>
                  <a:srgbClr val="142E60"/>
                </a:solidFill>
                <a:latin typeface="+mj-ea"/>
                <a:ea typeface="+mj-ea"/>
              </a:rPr>
              <a:t>01</a:t>
            </a:r>
            <a:endParaRPr lang="zh-CN" altLang="en-US" sz="5400" b="1" dirty="0">
              <a:solidFill>
                <a:srgbClr val="142E60"/>
              </a:solidFill>
              <a:latin typeface="+mj-ea"/>
              <a:ea typeface="+mj-ea"/>
            </a:endParaRPr>
          </a:p>
        </p:txBody>
      </p:sp>
      <p:cxnSp>
        <p:nvCxnSpPr>
          <p:cNvPr id="5" name="直接连接符 4"/>
          <p:cNvCxnSpPr/>
          <p:nvPr>
            <p:custDataLst>
              <p:tags r:id="rId2"/>
            </p:custDataLst>
          </p:nvPr>
        </p:nvCxnSpPr>
        <p:spPr>
          <a:xfrm>
            <a:off x="2893512" y="2084492"/>
            <a:ext cx="0" cy="821776"/>
          </a:xfrm>
          <a:prstGeom prst="line">
            <a:avLst/>
          </a:prstGeom>
          <a:ln w="19050">
            <a:solidFill>
              <a:schemeClr val="accent3">
                <a:alpha val="32000"/>
              </a:schemeClr>
            </a:solidFill>
          </a:ln>
        </p:spPr>
        <p:style>
          <a:lnRef idx="1">
            <a:schemeClr val="accent1"/>
          </a:lnRef>
          <a:fillRef idx="0">
            <a:schemeClr val="accent1"/>
          </a:fillRef>
          <a:effectRef idx="0">
            <a:schemeClr val="accent1"/>
          </a:effectRef>
          <a:fontRef idx="minor">
            <a:schemeClr val="tx1"/>
          </a:fontRef>
        </p:style>
      </p:cxnSp>
      <p:sp>
        <p:nvSpPr>
          <p:cNvPr id="8" name="文本占位符 11"/>
          <p:cNvSpPr txBox="1"/>
          <p:nvPr>
            <p:custDataLst>
              <p:tags r:id="rId3"/>
            </p:custDataLst>
          </p:nvPr>
        </p:nvSpPr>
        <p:spPr>
          <a:xfrm>
            <a:off x="3145790" y="1512570"/>
            <a:ext cx="7759065" cy="1965960"/>
          </a:xfrm>
          <a:prstGeom prst="rect">
            <a:avLst/>
          </a:prstGeom>
        </p:spPr>
        <p:txBody>
          <a:bodyPr wrap="square" lIns="0">
            <a:noAutofit/>
          </a:bodyPr>
          <a:lstStyle>
            <a:lvl1pPr marL="0" indent="0" algn="l" defTabSz="914400" rtl="0" eaLnBrk="1" latinLnBrk="0" hangingPunct="1">
              <a:lnSpc>
                <a:spcPct val="130000"/>
              </a:lnSpc>
              <a:spcBef>
                <a:spcPts val="1000"/>
              </a:spcBef>
              <a:buFont typeface="Arial" panose="020B0604020202020204" pitchFamily="34" charset="0"/>
              <a:buNone/>
              <a:defRPr sz="1800" kern="1200">
                <a:solidFill>
                  <a:schemeClr val="accent3"/>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lang="en-US" altLang="zh-CN" sz="2000" dirty="0">
                <a:solidFill>
                  <a:schemeClr val="tx1">
                    <a:lumMod val="75000"/>
                    <a:lumOff val="25000"/>
                  </a:schemeClr>
                </a:solidFill>
                <a:latin typeface="微软雅黑" panose="020B0503020204020204" charset="-122"/>
                <a:ea typeface="微软雅黑" panose="020B0503020204020204" charset="-122"/>
              </a:rPr>
              <a:t>       </a:t>
            </a:r>
            <a:r>
              <a:rPr kumimoji="1" lang="zh-CN" altLang="en-US" sz="2000" dirty="0">
                <a:solidFill>
                  <a:schemeClr val="tx1">
                    <a:lumMod val="75000"/>
                    <a:lumOff val="25000"/>
                  </a:schemeClr>
                </a:solidFill>
                <a:latin typeface="微软雅黑" panose="020B0503020204020204" charset="-122"/>
                <a:ea typeface="微软雅黑" panose="020B0503020204020204" charset="-122"/>
              </a:rPr>
              <a:t>干细胞治疗：临床前研究取得了成功的结果。移植干细胞被诱导分化为神经细胞和胶质细胞，分泌神经营养剂、神经保护剂并刺激内源性修复机制。自体间充质干细胞（mesenchymal stemcells，MSCs）相对易获取、移植方便，一般不导致免疫反应和伦理争议。</a:t>
            </a:r>
            <a:endParaRPr kumimoji="1" lang="zh-CN" altLang="en-US" sz="2000"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custDataLst>
              <p:tags r:id="rId4"/>
            </p:custDataLst>
          </p:nvPr>
        </p:nvSpPr>
        <p:spPr>
          <a:xfrm>
            <a:off x="1638111" y="4384022"/>
            <a:ext cx="1037463" cy="923330"/>
          </a:xfrm>
          <a:prstGeom prst="rect">
            <a:avLst/>
          </a:prstGeom>
          <a:noFill/>
        </p:spPr>
        <p:txBody>
          <a:bodyPr wrap="none" rtlCol="0">
            <a:spAutoFit/>
          </a:bodyPr>
          <a:lstStyle/>
          <a:p>
            <a:r>
              <a:rPr lang="en-US" altLang="zh-CN" sz="5400" b="1">
                <a:solidFill>
                  <a:srgbClr val="142E60"/>
                </a:solidFill>
                <a:latin typeface="+mj-ea"/>
                <a:ea typeface="+mj-ea"/>
              </a:rPr>
              <a:t>02</a:t>
            </a:r>
            <a:endParaRPr lang="zh-CN" altLang="en-US" sz="5400" b="1">
              <a:solidFill>
                <a:srgbClr val="142E60"/>
              </a:solidFill>
              <a:latin typeface="+mj-ea"/>
              <a:ea typeface="+mj-ea"/>
            </a:endParaRPr>
          </a:p>
        </p:txBody>
      </p:sp>
      <p:cxnSp>
        <p:nvCxnSpPr>
          <p:cNvPr id="10" name="直接连接符 9"/>
          <p:cNvCxnSpPr/>
          <p:nvPr>
            <p:custDataLst>
              <p:tags r:id="rId5"/>
            </p:custDataLst>
          </p:nvPr>
        </p:nvCxnSpPr>
        <p:spPr>
          <a:xfrm>
            <a:off x="2893512" y="4434799"/>
            <a:ext cx="0" cy="821776"/>
          </a:xfrm>
          <a:prstGeom prst="line">
            <a:avLst/>
          </a:prstGeom>
          <a:ln w="19050">
            <a:solidFill>
              <a:schemeClr val="accent3">
                <a:alpha val="32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6"/>
            </p:custDataLst>
          </p:nvPr>
        </p:nvSpPr>
        <p:spPr>
          <a:xfrm>
            <a:off x="3145790" y="3746500"/>
            <a:ext cx="7776210" cy="2197735"/>
          </a:xfrm>
          <a:prstGeom prst="rect">
            <a:avLst/>
          </a:prstGeom>
          <a:noFill/>
        </p:spPr>
        <p:txBody>
          <a:bodyPr wrap="square" rtlCol="0">
            <a:noAutofit/>
          </a:bodyPr>
          <a:p>
            <a:pPr>
              <a:lnSpc>
                <a:spcPct val="130000"/>
              </a:lnSpc>
            </a:pPr>
            <a:r>
              <a:rPr lang="en-US" altLang="zh-CN" sz="2000">
                <a:latin typeface="微软雅黑" panose="020B0503020204020204" charset="-122"/>
                <a:ea typeface="微软雅黑" panose="020B0503020204020204" charset="-122"/>
                <a:cs typeface="微软雅黑" panose="020B0503020204020204" charset="-122"/>
              </a:rPr>
              <a:t>       </a:t>
            </a:r>
            <a:r>
              <a:rPr lang="zh-CN" altLang="en-US" sz="2000">
                <a:latin typeface="微软雅黑" panose="020B0503020204020204" charset="-122"/>
                <a:ea typeface="微软雅黑" panose="020B0503020204020204" charset="-122"/>
                <a:cs typeface="微软雅黑" panose="020B0503020204020204" charset="-122"/>
              </a:rPr>
              <a:t>深部脑刺激：深部脑刺激（deep brain stimula⁃tion，DBS）除调控局部和广泛的神经网络外，也可能具有神经保护作用。DBS系统包括电极引线、电线和脉冲发生器，大脑中植入的电极与植入锁骨下方的脉冲发生器通过皮下走行的电线连接，其安全性和耐受性已被较好地证实。</a:t>
            </a:r>
            <a:endParaRPr lang="zh-CN" altLang="en-US" sz="200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5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250"/>
                                        <p:tgtEl>
                                          <p:spTgt spid="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250"/>
                                        <p:tgtEl>
                                          <p:spTgt spid="8"/>
                                        </p:tgtEl>
                                      </p:cBhvr>
                                    </p:animEffect>
                                  </p:childTnLst>
                                </p:cTn>
                              </p:par>
                            </p:childTnLst>
                          </p:cTn>
                        </p:par>
                        <p:par>
                          <p:cTn id="16" fill="hold">
                            <p:stCondLst>
                              <p:cond delay="1500"/>
                            </p:stCondLst>
                            <p:childTnLst>
                              <p:par>
                                <p:cTn id="17" presetID="16" presetClass="entr" presetSubtype="42"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outHorizontal)">
                                      <p:cBhvr>
                                        <p:cTn id="19" dur="250"/>
                                        <p:tgtEl>
                                          <p:spTgt spid="5"/>
                                        </p:tgtEl>
                                      </p:cBhvr>
                                    </p:animEffect>
                                  </p:childTnLst>
                                </p:cTn>
                              </p:par>
                            </p:childTnLst>
                          </p:cTn>
                        </p:par>
                        <p:par>
                          <p:cTn id="20" fill="hold">
                            <p:stCondLst>
                              <p:cond delay="2000"/>
                            </p:stCondLst>
                            <p:childTnLst>
                              <p:par>
                                <p:cTn id="21" presetID="16" presetClass="entr" presetSubtype="42"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outHorizontal)">
                                      <p:cBhvr>
                                        <p:cTn id="23" dur="250"/>
                                        <p:tgtEl>
                                          <p:spTgt spid="10"/>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250" fill="hold">
                                          <p:stCondLst>
                                            <p:cond delay="0"/>
                                          </p:stCondLst>
                                        </p:cTn>
                                        <p:tgtEl>
                                          <p:spTgt spid="2"/>
                                        </p:tgtEl>
                                        <p:attrNameLst>
                                          <p:attrName>style.visibility</p:attrName>
                                        </p:attrNameLst>
                                      </p:cBhvr>
                                      <p:to>
                                        <p:strVal val="visible"/>
                                      </p:to>
                                    </p:set>
                                    <p:animEffect transition="in" filter="wipe(left)">
                                      <p:cBhvr>
                                        <p:cTn id="2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2" grpId="0"/>
      <p:bldP spid="2"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727074" y="3065727"/>
            <a:ext cx="5368944" cy="725488"/>
          </a:xfrm>
        </p:spPr>
        <p:txBody>
          <a:bodyPr/>
          <a:lstStyle/>
          <a:p>
            <a:r>
              <a:rPr lang="zh-CN" altLang="en-US" dirty="0"/>
              <a:t>前景展望</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cs typeface="+mn-ea"/>
              </a:rPr>
              <a:t>参考文献</a:t>
            </a:r>
            <a:endParaRPr lang="zh-CN" altLang="en-US" dirty="0">
              <a:cs typeface="+mn-ea"/>
            </a:endParaRPr>
          </a:p>
          <a:p>
            <a:endParaRPr lang="zh-CN" altLang="en-US" dirty="0"/>
          </a:p>
        </p:txBody>
      </p:sp>
      <p:sp>
        <p:nvSpPr>
          <p:cNvPr id="5" name="文本占位符 4"/>
          <p:cNvSpPr>
            <a:spLocks noGrp="1"/>
          </p:cNvSpPr>
          <p:nvPr>
            <p:ph type="body" sz="quarter" idx="11"/>
          </p:nvPr>
        </p:nvSpPr>
        <p:spPr/>
        <p:txBody>
          <a:bodyPr/>
          <a:lstStyle/>
          <a:p>
            <a:r>
              <a:rPr lang="en-US" altLang="zh-CN" spc="400" dirty="0">
                <a:solidFill>
                  <a:prstClr val="white">
                    <a:lumMod val="75000"/>
                  </a:prstClr>
                </a:solidFill>
                <a:cs typeface="+mn-ea"/>
              </a:rPr>
              <a:t>Relevant Reference</a:t>
            </a:r>
            <a:endParaRPr lang="en-US" altLang="zh-CN" sz="1000" spc="400" dirty="0">
              <a:solidFill>
                <a:prstClr val="white">
                  <a:lumMod val="75000"/>
                </a:prstClr>
              </a:solidFill>
              <a:cs typeface="+mn-ea"/>
            </a:endParaRPr>
          </a:p>
        </p:txBody>
      </p:sp>
      <p:sp>
        <p:nvSpPr>
          <p:cNvPr id="7" name="文本占位符 6"/>
          <p:cNvSpPr>
            <a:spLocks noGrp="1"/>
          </p:cNvSpPr>
          <p:nvPr>
            <p:ph type="body" sz="quarter" idx="13"/>
          </p:nvPr>
        </p:nvSpPr>
        <p:spPr/>
        <p:txBody>
          <a:bodyPr/>
          <a:lstStyle/>
          <a:p>
            <a:r>
              <a:rPr lang="en-US" altLang="zh-CN" dirty="0"/>
              <a:t>06</a:t>
            </a:r>
            <a:endParaRPr lang="zh-CN" altLang="en-US" dirty="0"/>
          </a:p>
        </p:txBody>
      </p:sp>
      <p:sp>
        <p:nvSpPr>
          <p:cNvPr id="6" name="文本占位符 5"/>
          <p:cNvSpPr>
            <a:spLocks noGrp="1"/>
          </p:cNvSpPr>
          <p:nvPr>
            <p:ph type="body" sz="quarter" idx="12"/>
          </p:nvPr>
        </p:nvSpPr>
        <p:spPr/>
        <p:txBody>
          <a:bodyPr/>
          <a:lstStyle/>
          <a:p>
            <a:r>
              <a:rPr lang="en-US" altLang="zh-CN" dirty="0"/>
              <a:t>06</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占位符 11"/>
          <p:cNvSpPr>
            <a:spLocks noGrp="1"/>
          </p:cNvSpPr>
          <p:nvPr>
            <p:ph type="body" sz="quarter" idx="10"/>
          </p:nvPr>
        </p:nvSpPr>
        <p:spPr/>
        <p:txBody>
          <a:bodyPr/>
          <a:p>
            <a:r>
              <a:rPr lang="zh-CN" altLang="en-US"/>
              <a:t>参考文献</a:t>
            </a:r>
            <a:endParaRPr lang="zh-CN" altLang="en-US"/>
          </a:p>
        </p:txBody>
      </p:sp>
      <p:sp>
        <p:nvSpPr>
          <p:cNvPr id="14" name="文本框 13"/>
          <p:cNvSpPr txBox="1"/>
          <p:nvPr/>
        </p:nvSpPr>
        <p:spPr>
          <a:xfrm>
            <a:off x="1261110" y="1981835"/>
            <a:ext cx="9993630" cy="3094990"/>
          </a:xfrm>
          <a:prstGeom prst="rect">
            <a:avLst/>
          </a:prstGeom>
          <a:noFill/>
        </p:spPr>
        <p:txBody>
          <a:bodyPr wrap="square" rtlCol="0">
            <a:noAutofit/>
          </a:bodyPr>
          <a:p>
            <a:pPr>
              <a:lnSpc>
                <a:spcPct val="120000"/>
              </a:lnSpc>
            </a:pPr>
            <a:r>
              <a:rPr lang="zh-CN" altLang="en-US" sz="2000"/>
              <a:t>【</a:t>
            </a:r>
            <a:r>
              <a:rPr lang="en-US" altLang="zh-CN" sz="2000"/>
              <a:t>1</a:t>
            </a:r>
            <a:r>
              <a:rPr lang="zh-CN" altLang="en-US" sz="2000"/>
              <a:t>】Lane CA, Hardy J, Schott JM. Alzheimer's disease. Eur J Neurol. 2018 Jan;25(1):59-70. doi: 10.1111/ene.13439. Epub 2017 Oct 19. PMID: 28872215.</a:t>
            </a:r>
            <a:endParaRPr lang="zh-CN" altLang="en-US" sz="2000"/>
          </a:p>
          <a:p>
            <a:pPr>
              <a:lnSpc>
                <a:spcPct val="120000"/>
              </a:lnSpc>
            </a:pPr>
            <a:r>
              <a:rPr lang="zh-CN" altLang="en-US" sz="2000"/>
              <a:t>【</a:t>
            </a:r>
            <a:r>
              <a:rPr lang="en-US" altLang="zh-CN" sz="2000"/>
              <a:t>2</a:t>
            </a:r>
            <a:r>
              <a:rPr lang="zh-CN" altLang="en-US" sz="2000"/>
              <a:t>】TANG Yunyu，LIU Ruen. Progress in diagnosis and comprehensive treatment of</a:t>
            </a:r>
            <a:endParaRPr lang="zh-CN" altLang="en-US" sz="2000"/>
          </a:p>
          <a:p>
            <a:pPr>
              <a:lnSpc>
                <a:spcPct val="120000"/>
              </a:lnSpc>
            </a:pPr>
            <a:r>
              <a:rPr lang="zh-CN" altLang="en-US" sz="2000"/>
              <a:t>Alzheimer’s disease［J］. Chinese Journal of Ptactical Nervous Diseases，2022，25（8）：996-1000. DOI：10.12083/SYSJ.220722</a:t>
            </a:r>
            <a:endParaRPr lang="zh-CN" altLang="en-US" sz="2000"/>
          </a:p>
          <a:p>
            <a:pPr>
              <a:lnSpc>
                <a:spcPct val="120000"/>
              </a:lnSpc>
            </a:pPr>
            <a:r>
              <a:rPr lang="zh-CN" altLang="en-US" sz="2000"/>
              <a:t>【</a:t>
            </a:r>
            <a:r>
              <a:rPr lang="en-US" altLang="zh-CN" sz="2000"/>
              <a:t>3</a:t>
            </a:r>
            <a:r>
              <a:rPr lang="zh-CN" altLang="en-US" sz="2000"/>
              <a:t>】[1]曲少彤,孟涛,尉杰忠,等.多视角解析阿尔兹海默症的发病机制[J].职业与健康, 2021, 37(10):4.</a:t>
            </a:r>
            <a:endParaRPr lang="zh-CN" altLang="en-US" sz="2000"/>
          </a:p>
          <a:p>
            <a:pPr>
              <a:lnSpc>
                <a:spcPct val="120000"/>
              </a:lnSpc>
            </a:pPr>
            <a:r>
              <a:rPr lang="zh-CN" altLang="en-US" sz="2000"/>
              <a:t>【</a:t>
            </a:r>
            <a:r>
              <a:rPr lang="en-US" altLang="zh-CN" sz="2000"/>
              <a:t>4</a:t>
            </a:r>
            <a:r>
              <a:rPr lang="zh-CN" altLang="en-US" sz="2000"/>
              <a:t>】[1]肖义军,陈莉莉.阿尔茨海默症及其预防措施概述[J].生物学教学,2020,45(10):2-4</a:t>
            </a:r>
            <a:endParaRPr lang="zh-CN" alt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a:xfrm>
            <a:off x="666750" y="2303780"/>
            <a:ext cx="5798820" cy="1324610"/>
          </a:xfrm>
        </p:spPr>
        <p:txBody>
          <a:bodyPr/>
          <a:lstStyle/>
          <a:p>
            <a:pPr algn="ctr"/>
            <a:r>
              <a:rPr lang="zh-CN" altLang="en-US" sz="6000" dirty="0"/>
              <a:t>感谢大家！</a:t>
            </a:r>
            <a:endParaRPr lang="zh-CN" altLang="en-US" sz="6000" dirty="0"/>
          </a:p>
        </p:txBody>
      </p:sp>
      <p:sp>
        <p:nvSpPr>
          <p:cNvPr id="2" name="文本占位符 1"/>
          <p:cNvSpPr>
            <a:spLocks noGrp="1"/>
          </p:cNvSpPr>
          <p:nvPr>
            <p:ph type="body" sz="quarter" idx="17"/>
          </p:nvPr>
        </p:nvSpPr>
        <p:spPr>
          <a:xfrm>
            <a:off x="688975" y="4361180"/>
            <a:ext cx="3877945" cy="347980"/>
          </a:xfrm>
        </p:spPr>
        <p:txBody>
          <a:bodyPr/>
          <a:lstStyle/>
          <a:p>
            <a:r>
              <a:rPr lang="zh-CN" altLang="en-US" dirty="0">
                <a:latin typeface="Arial" panose="020B0604020202020204"/>
                <a:cs typeface="+mn-ea"/>
                <a:sym typeface="+mn-ea"/>
              </a:rPr>
              <a:t>组内成员</a:t>
            </a:r>
            <a:r>
              <a:rPr lang="zh-CN" altLang="en-US" dirty="0"/>
              <a:t>：武梦悦</a:t>
            </a:r>
            <a:r>
              <a:rPr lang="en-US" altLang="zh-CN" dirty="0"/>
              <a:t>   </a:t>
            </a:r>
            <a:r>
              <a:rPr lang="zh-CN" altLang="en-US" dirty="0"/>
              <a:t>李钰媛</a:t>
            </a:r>
            <a:r>
              <a:rPr lang="en-US" altLang="zh-CN" dirty="0"/>
              <a:t>   </a:t>
            </a:r>
            <a:r>
              <a:rPr lang="zh-CN" altLang="en-US" dirty="0"/>
              <a:t>张雯清</a:t>
            </a:r>
            <a:endParaRPr lang="zh-CN" altLang="en-US" dirty="0"/>
          </a:p>
          <a:p>
            <a:endParaRPr lang="zh-CN" altLang="en-US" dirty="0"/>
          </a:p>
          <a:p>
            <a:endParaRPr lang="zh-CN" altLang="en-US" dirty="0"/>
          </a:p>
        </p:txBody>
      </p:sp>
      <p:sp>
        <p:nvSpPr>
          <p:cNvPr id="4" name="文本占位符 3"/>
          <p:cNvSpPr>
            <a:spLocks noGrp="1"/>
          </p:cNvSpPr>
          <p:nvPr>
            <p:ph type="body" sz="quarter" idx="19"/>
          </p:nvPr>
        </p:nvSpPr>
        <p:spPr/>
        <p:txBody>
          <a:bodyPr/>
          <a:lstStyle/>
          <a:p>
            <a:r>
              <a:rPr lang="zh-CN" altLang="zh-CN" dirty="0"/>
              <a:t>汇报日期：</a:t>
            </a:r>
            <a:r>
              <a:rPr lang="en-US" altLang="zh-CN" dirty="0"/>
              <a:t>2024/03/22</a:t>
            </a:r>
            <a:endParaRPr dirty="0"/>
          </a:p>
        </p:txBody>
      </p:sp>
      <p:sp>
        <p:nvSpPr>
          <p:cNvPr id="11" name="矩形 10"/>
          <p:cNvSpPr/>
          <p:nvPr/>
        </p:nvSpPr>
        <p:spPr>
          <a:xfrm>
            <a:off x="667504" y="4972417"/>
            <a:ext cx="3680976" cy="40011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i="0" u="none" strike="noStrike" kern="1200" cap="none" spc="0" normalizeH="0" baseline="0" noProof="0" dirty="0">
              <a:ln>
                <a:noFill/>
              </a:ln>
              <a:solidFill>
                <a:srgbClr val="666666"/>
              </a:solidFill>
              <a:effectLst/>
              <a:uLnTx/>
              <a:uFillTx/>
              <a:latin typeface="Arial" panose="020B0604020202020204"/>
              <a:cs typeface="+mn-ea"/>
            </a:endParaRPr>
          </a:p>
        </p:txBody>
      </p:sp>
    </p:spTree>
  </p:cSld>
  <p:clrMapOvr>
    <a:masterClrMapping/>
  </p:clrMapOvr>
</p:sld>
</file>

<file path=ppt/tags/tag1.xml><?xml version="1.0" encoding="utf-8"?>
<p:tagLst xmlns:p="http://schemas.openxmlformats.org/presentationml/2006/main">
  <p:tag name="MH" val="20160830110855"/>
  <p:tag name="MH_LIBRARY" val="CONTENTS"/>
  <p:tag name="MH_TYPE" val="OTHERS"/>
  <p:tag name="ID" val="545820"/>
</p:tagLst>
</file>

<file path=ppt/tags/tag2.xml><?xml version="1.0" encoding="utf-8"?>
<p:tagLst xmlns:p="http://schemas.openxmlformats.org/presentationml/2006/main">
  <p:tag name="MH" val="20160830110855"/>
  <p:tag name="MH_LIBRARY" val="CONTENTS"/>
  <p:tag name="MH_TYPE" val="OTHERS"/>
  <p:tag name="ID" val="545820"/>
</p:tagLst>
</file>

<file path=ppt/tags/tag3.xml><?xml version="1.0" encoding="utf-8"?>
<p:tagLst xmlns:p="http://schemas.openxmlformats.org/presentationml/2006/main">
  <p:tag name="MH" val="20160830110855"/>
  <p:tag name="MH_LIBRARY" val="CONTENTS"/>
  <p:tag name="MH_TYPE" val="OTHERS"/>
  <p:tag name="ID" val="545820"/>
</p:tagLst>
</file>

<file path=ppt/tags/tag4.xml><?xml version="1.0" encoding="utf-8"?>
<p:tagLst xmlns:p="http://schemas.openxmlformats.org/presentationml/2006/main">
  <p:tag name="MH" val="20160830110855"/>
  <p:tag name="MH_LIBRARY" val="CONTENTS"/>
  <p:tag name="MH_TYPE" val="OTHERS"/>
  <p:tag name="ID" val="545820"/>
</p:tagLst>
</file>

<file path=ppt/tags/tag5.xml><?xml version="1.0" encoding="utf-8"?>
<p:tagLst xmlns:p="http://schemas.openxmlformats.org/presentationml/2006/main">
  <p:tag name="MH" val="20160830110855"/>
  <p:tag name="MH_LIBRARY" val="CONTENTS"/>
  <p:tag name="MH_TYPE" val="OTHERS"/>
  <p:tag name="ID" val="545820"/>
</p:tagLst>
</file>

<file path=ppt/tags/tag6.xml><?xml version="1.0" encoding="utf-8"?>
<p:tagLst xmlns:p="http://schemas.openxmlformats.org/presentationml/2006/main">
  <p:tag name="MH" val="20160830110855"/>
  <p:tag name="MH_LIBRARY" val="CONTENTS"/>
  <p:tag name="MH_TYPE" val="OTHERS"/>
  <p:tag name="ID" val="545820"/>
</p:tagLst>
</file>

<file path=ppt/tags/tag7.xml><?xml version="1.0" encoding="utf-8"?>
<p:tagLst xmlns:p="http://schemas.openxmlformats.org/presentationml/2006/main">
  <p:tag name="MH" val="20160830110855"/>
  <p:tag name="MH_LIBRARY" val="CONTENTS"/>
  <p:tag name="MH_TYPE" val="OTHERS"/>
  <p:tag name="ID" val="545820"/>
</p:tagLst>
</file>

<file path=ppt/tags/tag8.xml><?xml version="1.0" encoding="utf-8"?>
<p:tagLst xmlns:p="http://schemas.openxmlformats.org/presentationml/2006/main">
  <p:tag name="MH" val="20160830110855"/>
  <p:tag name="MH_LIBRARY" val="CONTENTS"/>
  <p:tag name="MH_TYPE" val="OTHERS"/>
  <p:tag name="ID" val="545820"/>
</p:tagLst>
</file>

<file path=ppt/tags/tag9.xml><?xml version="1.0" encoding="utf-8"?>
<p:tagLst xmlns:p="http://schemas.openxmlformats.org/presentationml/2006/main">
  <p:tag name="MH" val="20160830110855"/>
  <p:tag name="MH_LIBRARY" val="CONTENTS"/>
  <p:tag name="MH_TYPE" val="OTHERS"/>
  <p:tag name="ID" val="545820"/>
</p:tagLst>
</file>

<file path=ppt/tags/tag10.xml><?xml version="1.0" encoding="utf-8"?>
<p:tagLst xmlns:p="http://schemas.openxmlformats.org/presentationml/2006/main">
  <p:tag name="MH" val="20160830110855"/>
  <p:tag name="MH_LIBRARY" val="CONTENTS"/>
  <p:tag name="MH_TYPE" val="OTHERS"/>
  <p:tag name="ID" val="545820"/>
</p:tagLst>
</file>

<file path=ppt/tags/tag11.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12.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13.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14.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15.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16.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17.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18.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19.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0.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1.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2.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3.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4.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5.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6.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7.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8.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29.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0.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1.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2.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3.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4.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5.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6.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7.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8.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39.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0.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1.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2.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3.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4.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5.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6.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7.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8.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49.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0.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1.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2.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3.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4.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5.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6.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7.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8.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59.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60.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61.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62.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63.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64.xml><?xml version="1.0" encoding="utf-8"?>
<p:tagLst xmlns:p="http://schemas.openxmlformats.org/presentationml/2006/main">
  <p:tag name="KSO_WM_DIAGRAM_VIRTUALLY_FRAME" val="{&quot;height&quot;:430.1552755905512,&quot;left&quot;:459.4529921259842,&quot;top&quot;:56.96779527559055,&quot;width&quot;:407.07677165354346}"/>
</p:tagLst>
</file>

<file path=ppt/tags/tag65.xml><?xml version="1.0" encoding="utf-8"?>
<p:tagLst xmlns:p="http://schemas.openxmlformats.org/presentationml/2006/main">
  <p:tag name="KSO_WM_DIAGRAM_VIRTUALLY_FRAME" val="{&quot;height&quot;:426.25,&quot;left&quot;:128.98511811023621,&quot;top&quot;:92,&quot;width&quot;:731.0148818897638}"/>
</p:tagLst>
</file>

<file path=ppt/tags/tag66.xml><?xml version="1.0" encoding="utf-8"?>
<p:tagLst xmlns:p="http://schemas.openxmlformats.org/presentationml/2006/main">
  <p:tag name="KSO_WM_DIAGRAM_VIRTUALLY_FRAME" val="{&quot;height&quot;:426.25,&quot;left&quot;:128.98511811023621,&quot;top&quot;:92,&quot;width&quot;:731.0148818897638}"/>
</p:tagLst>
</file>

<file path=ppt/tags/tag67.xml><?xml version="1.0" encoding="utf-8"?>
<p:tagLst xmlns:p="http://schemas.openxmlformats.org/presentationml/2006/main">
  <p:tag name="KSO_WM_DIAGRAM_VIRTUALLY_FRAME" val="{&quot;height&quot;:426.25,&quot;left&quot;:128.98511811023621,&quot;top&quot;:92,&quot;width&quot;:731.0148818897638}"/>
</p:tagLst>
</file>

<file path=ppt/tags/tag68.xml><?xml version="1.0" encoding="utf-8"?>
<p:tagLst xmlns:p="http://schemas.openxmlformats.org/presentationml/2006/main">
  <p:tag name="KSO_WM_DIAGRAM_VIRTUALLY_FRAME" val="{&quot;height&quot;:426.25,&quot;left&quot;:128.98511811023621,&quot;top&quot;:92,&quot;width&quot;:731.0148818897638}"/>
</p:tagLst>
</file>

<file path=ppt/tags/tag69.xml><?xml version="1.0" encoding="utf-8"?>
<p:tagLst xmlns:p="http://schemas.openxmlformats.org/presentationml/2006/main">
  <p:tag name="KSO_WM_DIAGRAM_VIRTUALLY_FRAME" val="{&quot;height&quot;:426.25,&quot;left&quot;:128.98511811023621,&quot;top&quot;:92,&quot;width&quot;:731.0148818897638}"/>
</p:tagLst>
</file>

<file path=ppt/tags/tag70.xml><?xml version="1.0" encoding="utf-8"?>
<p:tagLst xmlns:p="http://schemas.openxmlformats.org/presentationml/2006/main">
  <p:tag name="KSO_WM_DIAGRAM_VIRTUALLY_FRAME" val="{&quot;height&quot;:426.25,&quot;left&quot;:128.98511811023621,&quot;top&quot;:92,&quot;width&quot;:731.0148818897638}"/>
</p:tagLst>
</file>

<file path=ppt/tags/tag71.xml><?xml version="1.0" encoding="utf-8"?>
<p:tagLst xmlns:p="http://schemas.openxmlformats.org/presentationml/2006/main">
  <p:tag name="commondata" val="eyJoZGlkIjoiMjQxNDlhZDM0YTU5YTI1MTY4Y2ZiY2QyOGM1MTY4Nz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标准排版">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2295</Words>
  <Application>WPS 演示</Application>
  <PresentationFormat>宽屏</PresentationFormat>
  <Paragraphs>175</Paragraphs>
  <Slides>20</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宋体</vt:lpstr>
      <vt:lpstr>Wingdings</vt:lpstr>
      <vt:lpstr>Arial</vt:lpstr>
      <vt:lpstr>微软雅黑</vt:lpstr>
      <vt:lpstr>Calibri</vt:lpstr>
      <vt:lpstr>Arial Unicode MS</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林 佩弦</dc:creator>
  <cp:lastModifiedBy>毛毛毛怼怼</cp:lastModifiedBy>
  <cp:revision>10</cp:revision>
  <dcterms:created xsi:type="dcterms:W3CDTF">2019-12-06T03:38:00Z</dcterms:created>
  <dcterms:modified xsi:type="dcterms:W3CDTF">2024-03-22T04:26:33Z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8B53DC1288DA44C486B209A7CFEE2F3D_13</vt:lpwstr>
  </property>
  <property fmtid="{D5CDD505-2E9C-101B-9397-08002B2CF9AE}" pid="3" name="KSOProductBuildVer">
    <vt:lpwstr>2052-12.1.0.16250</vt:lpwstr>
  </property>
</Properties>
</file>