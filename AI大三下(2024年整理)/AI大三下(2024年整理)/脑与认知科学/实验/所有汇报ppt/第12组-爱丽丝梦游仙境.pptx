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ebp" ContentType="image/webp"/>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ink/ink1.xml" ContentType="application/inkml+xml"/>
  <Override PartName="/ppt/ink/ink2.xml" ContentType="application/inkml+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8" r:id="rId4"/>
  </p:sldMasterIdLst>
  <p:notesMasterIdLst>
    <p:notesMasterId r:id="rId29"/>
  </p:notesMasterIdLst>
  <p:handoutMasterIdLst>
    <p:handoutMasterId r:id="rId30"/>
  </p:handoutMasterIdLst>
  <p:sldIdLst>
    <p:sldId id="256" r:id="rId5"/>
    <p:sldId id="262" r:id="rId6"/>
    <p:sldId id="261" r:id="rId7"/>
    <p:sldId id="901" r:id="rId8"/>
    <p:sldId id="902" r:id="rId9"/>
    <p:sldId id="260" r:id="rId10"/>
    <p:sldId id="905" r:id="rId11"/>
    <p:sldId id="268" r:id="rId12"/>
    <p:sldId id="904" r:id="rId13"/>
    <p:sldId id="903" r:id="rId14"/>
    <p:sldId id="909" r:id="rId15"/>
    <p:sldId id="910" r:id="rId16"/>
    <p:sldId id="269" r:id="rId17"/>
    <p:sldId id="906" r:id="rId18"/>
    <p:sldId id="907" r:id="rId19"/>
    <p:sldId id="913" r:id="rId20"/>
    <p:sldId id="270" r:id="rId21"/>
    <p:sldId id="257" r:id="rId22"/>
    <p:sldId id="908" r:id="rId23"/>
    <p:sldId id="914" r:id="rId24"/>
    <p:sldId id="259" r:id="rId25"/>
    <p:sldId id="915" r:id="rId26"/>
    <p:sldId id="917" r:id="rId27"/>
    <p:sldId id="918" r:id="rId28"/>
  </p:sldIdLst>
  <p:sldSz cx="12192000" cy="6858000"/>
  <p:notesSz cx="6858000" cy="9144000"/>
  <p:defaultTextStyle>
    <a:defPPr rtl="0">
      <a:defRPr lang="zh-cn"/>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DE38FE80-F6A8-46A6-8094-B4F29ECF74D9}">
          <p14:sldIdLst>
            <p14:sldId id="256"/>
            <p14:sldId id="262"/>
            <p14:sldId id="261"/>
            <p14:sldId id="901"/>
            <p14:sldId id="902"/>
            <p14:sldId id="260"/>
            <p14:sldId id="905"/>
            <p14:sldId id="268"/>
            <p14:sldId id="904"/>
            <p14:sldId id="903"/>
            <p14:sldId id="909"/>
            <p14:sldId id="910"/>
            <p14:sldId id="269"/>
            <p14:sldId id="906"/>
            <p14:sldId id="907"/>
            <p14:sldId id="913"/>
            <p14:sldId id="270"/>
            <p14:sldId id="257"/>
            <p14:sldId id="908"/>
            <p14:sldId id="914"/>
            <p14:sldId id="259"/>
            <p14:sldId id="915"/>
            <p14:sldId id="917"/>
            <p14:sldId id="918"/>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hen 陈" initials="c陈" lastIdx="1" clrIdx="0">
    <p:extLst>
      <p:ext uri="{19B8F6BF-5375-455C-9EA6-DF929625EA0E}">
        <p15:presenceInfo xmlns:p15="http://schemas.microsoft.com/office/powerpoint/2012/main" userId="806cd679a7509b98"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B946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05" autoAdjust="0"/>
  </p:normalViewPr>
  <p:slideViewPr>
    <p:cSldViewPr snapToGrid="0">
      <p:cViewPr varScale="1">
        <p:scale>
          <a:sx n="71" d="100"/>
          <a:sy n="71" d="100"/>
        </p:scale>
        <p:origin x="444" y="44"/>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4" d="100"/>
          <a:sy n="84" d="100"/>
        </p:scale>
        <p:origin x="3192" y="9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handoutMaster" Target="handoutMasters/handoutMaster1.xml"/><Relationship Id="rId35" Type="http://schemas.openxmlformats.org/officeDocument/2006/relationships/tableStyles" Target="tableStyles.xml"/><Relationship Id="rId8" Type="http://schemas.openxmlformats.org/officeDocument/2006/relationships/slide" Target="slides/slide4.xml"/></Relationships>
</file>

<file path=ppt/diagrams/_rels/drawing1.xml.rels><?xml version="1.0" encoding="UTF-8" standalone="yes"?>
<Relationships xmlns="http://schemas.openxmlformats.org/package/2006/relationships"><Relationship Id="rId1" Type="http://schemas.openxmlformats.org/officeDocument/2006/relationships/image" Target="../media/image1.jpeg"/></Relationships>
</file>

<file path=ppt/diagrams/_rels/drawing2.xml.rels><?xml version="1.0" encoding="UTF-8" standalone="yes"?>
<Relationships xmlns="http://schemas.openxmlformats.org/package/2006/relationships"><Relationship Id="rId1" Type="http://schemas.openxmlformats.org/officeDocument/2006/relationships/image" Target="../media/image1.jpe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3C5B8D2-1E6D-4BCA-9E4B-8A99C8D7BC4A}" type="doc">
      <dgm:prSet loTypeId="urn:microsoft.com/office/officeart/2008/layout/VerticalAccentList" loCatId="list" qsTypeId="urn:microsoft.com/office/officeart/2005/8/quickstyle/simple5" qsCatId="simple" csTypeId="urn:microsoft.com/office/officeart/2005/8/colors/colorful1" csCatId="colorful" phldr="1"/>
      <dgm:spPr/>
      <dgm:t>
        <a:bodyPr rtlCol="0"/>
        <a:lstStyle/>
        <a:p>
          <a:pPr rtl="0"/>
          <a:endParaRPr lang="en-US"/>
        </a:p>
      </dgm:t>
    </dgm:pt>
    <dgm:pt modelId="{3B990DCB-AF23-4094-864B-C8B99FA30370}">
      <dgm:prSet phldrT="[Text]"/>
      <dgm:spPr/>
      <dgm:t>
        <a:bodyPr rtlCol="0"/>
        <a:lstStyle/>
        <a:p>
          <a:pPr rtl="0"/>
          <a:r>
            <a:rPr lang="en-US" altLang="zh-CN" baseline="0" noProof="1">
              <a:latin typeface="Microsoft YaHei UI" panose="020B0503020204020204" pitchFamily="34" charset="-122"/>
              <a:ea typeface="Microsoft YaHei UI" panose="020B0503020204020204" pitchFamily="34" charset="-122"/>
            </a:rPr>
            <a:t>Q1</a:t>
          </a:r>
          <a:endParaRPr lang="zh-CN" altLang="en-US" baseline="0" noProof="1">
            <a:latin typeface="Microsoft YaHei UI" panose="020B0503020204020204" pitchFamily="34" charset="-122"/>
            <a:ea typeface="Microsoft YaHei UI" panose="020B0503020204020204" pitchFamily="34" charset="-122"/>
          </a:endParaRPr>
        </a:p>
      </dgm:t>
    </dgm:pt>
    <dgm:pt modelId="{9045AE91-C8DE-42D1-9697-92115E53B6EE}" type="parTrans" cxnId="{289A7ABA-98F5-4FB1-939B-2977E2B9EB8F}">
      <dgm:prSet/>
      <dgm:spPr/>
      <dgm:t>
        <a:bodyPr rtlCol="0"/>
        <a:lstStyle/>
        <a:p>
          <a:pPr rtl="0"/>
          <a:endParaRPr lang="zh-CN" altLang="en-US" baseline="0" noProof="1">
            <a:latin typeface="Microsoft YaHei UI" panose="020B0503020204020204" pitchFamily="34" charset="-122"/>
            <a:ea typeface="Microsoft YaHei UI" panose="020B0503020204020204" pitchFamily="34" charset="-122"/>
          </a:endParaRPr>
        </a:p>
      </dgm:t>
    </dgm:pt>
    <dgm:pt modelId="{8F93B7AA-ADE0-44B8-AFDE-9A1375C16706}" type="sibTrans" cxnId="{289A7ABA-98F5-4FB1-939B-2977E2B9EB8F}">
      <dgm:prSet/>
      <dgm:spPr/>
      <dgm:t>
        <a:bodyPr rtlCol="0"/>
        <a:lstStyle/>
        <a:p>
          <a:pPr rtl="0"/>
          <a:endParaRPr lang="zh-CN" altLang="en-US" baseline="0" noProof="1">
            <a:latin typeface="Microsoft YaHei UI" panose="020B0503020204020204" pitchFamily="34" charset="-122"/>
            <a:ea typeface="Microsoft YaHei UI" panose="020B0503020204020204" pitchFamily="34" charset="-122"/>
          </a:endParaRPr>
        </a:p>
      </dgm:t>
    </dgm:pt>
    <dgm:pt modelId="{7DEF99AD-EC88-4718-B8D7-F22561235CEC}">
      <dgm:prSet phldrT="[Text]" custT="1"/>
      <dgm:spPr/>
      <dgm:t>
        <a:bodyPr rtlCol="0"/>
        <a:lstStyle/>
        <a:p>
          <a:pPr rtl="0"/>
          <a:endParaRPr lang="en-US" altLang="en-US" sz="1600" b="1" baseline="0" noProof="1">
            <a:latin typeface="Microsoft YaHei UI" panose="020B0503020204020204" pitchFamily="34" charset="-122"/>
            <a:ea typeface="Microsoft YaHei UI" panose="020B0503020204020204" pitchFamily="34" charset="-122"/>
          </a:endParaRPr>
        </a:p>
        <a:p>
          <a:pPr rtl="0"/>
          <a:r>
            <a:rPr lang="en-US" altLang="en-US" sz="1800" b="1" baseline="0" noProof="1">
              <a:latin typeface="Microsoft YaHei UI" panose="020B0503020204020204" pitchFamily="34" charset="-122"/>
              <a:ea typeface="Microsoft YaHei UI" panose="020B0503020204020204" pitchFamily="34" charset="-122"/>
            </a:rPr>
            <a:t>1</a:t>
          </a:r>
          <a:r>
            <a:rPr lang="zh-CN" altLang="en-US" sz="1800" b="1" baseline="0" noProof="1">
              <a:latin typeface="Microsoft YaHei UI" panose="020B0503020204020204" pitchFamily="34" charset="-122"/>
              <a:ea typeface="Microsoft YaHei UI" panose="020B0503020204020204" pitchFamily="34" charset="-122"/>
            </a:rPr>
            <a:t>、</a:t>
          </a:r>
          <a:r>
            <a:rPr lang="en-US" altLang="en-US" sz="1800" b="1" baseline="0" noProof="1">
              <a:latin typeface="Microsoft YaHei UI" panose="020B0503020204020204" pitchFamily="34" charset="-122"/>
              <a:ea typeface="Microsoft YaHei UI" panose="020B0503020204020204" pitchFamily="34" charset="-122"/>
            </a:rPr>
            <a:t>AIWS</a:t>
          </a:r>
          <a:r>
            <a:rPr lang="zh-CN" altLang="en-US" sz="1800" b="1" baseline="0" noProof="1">
              <a:latin typeface="Microsoft YaHei UI" panose="020B0503020204020204" pitchFamily="34" charset="-122"/>
              <a:ea typeface="Microsoft YaHei UI" panose="020B0503020204020204" pitchFamily="34" charset="-122"/>
            </a:rPr>
            <a:t>的多发人群是：（</a:t>
          </a:r>
          <a:r>
            <a:rPr lang="en-US" altLang="zh-CN" sz="1800" b="1" baseline="0" noProof="1">
              <a:latin typeface="Microsoft YaHei UI" panose="020B0503020204020204" pitchFamily="34" charset="-122"/>
              <a:ea typeface="Microsoft YaHei UI" panose="020B0503020204020204" pitchFamily="34" charset="-122"/>
            </a:rPr>
            <a:t>	 	</a:t>
          </a:r>
          <a:r>
            <a:rPr lang="zh-CN" altLang="en-US" sz="1800" b="1" baseline="0" noProof="1">
              <a:latin typeface="Microsoft YaHei UI" panose="020B0503020204020204" pitchFamily="34" charset="-122"/>
              <a:ea typeface="Microsoft YaHei UI" panose="020B0503020204020204" pitchFamily="34" charset="-122"/>
            </a:rPr>
            <a:t>）</a:t>
          </a:r>
        </a:p>
      </dgm:t>
    </dgm:pt>
    <dgm:pt modelId="{E16E29D3-9570-412D-93B6-B4CE77D1B6DD}" type="parTrans" cxnId="{46DBFC28-5C33-4B88-8831-68037F695A48}">
      <dgm:prSet/>
      <dgm:spPr/>
      <dgm:t>
        <a:bodyPr rtlCol="0"/>
        <a:lstStyle/>
        <a:p>
          <a:pPr rtl="0"/>
          <a:endParaRPr lang="zh-CN" altLang="en-US" baseline="0" noProof="1">
            <a:latin typeface="Microsoft YaHei UI" panose="020B0503020204020204" pitchFamily="34" charset="-122"/>
            <a:ea typeface="Microsoft YaHei UI" panose="020B0503020204020204" pitchFamily="34" charset="-122"/>
          </a:endParaRPr>
        </a:p>
      </dgm:t>
    </dgm:pt>
    <dgm:pt modelId="{456EA687-CA8C-4F68-B168-4C2E87ACC68B}" type="sibTrans" cxnId="{46DBFC28-5C33-4B88-8831-68037F695A48}">
      <dgm:prSet/>
      <dgm:spPr/>
      <dgm:t>
        <a:bodyPr rtlCol="0"/>
        <a:lstStyle/>
        <a:p>
          <a:pPr rtl="0"/>
          <a:endParaRPr lang="zh-CN" altLang="en-US" baseline="0" noProof="1">
            <a:latin typeface="Microsoft YaHei UI" panose="020B0503020204020204" pitchFamily="34" charset="-122"/>
            <a:ea typeface="Microsoft YaHei UI" panose="020B0503020204020204" pitchFamily="34" charset="-122"/>
          </a:endParaRPr>
        </a:p>
      </dgm:t>
    </dgm:pt>
    <dgm:pt modelId="{240AA45F-7625-47CB-82DB-58CF98B59095}">
      <dgm:prSet phldrT="[Text]"/>
      <dgm:spPr/>
      <dgm:t>
        <a:bodyPr rtlCol="0"/>
        <a:lstStyle/>
        <a:p>
          <a:pPr rtl="0"/>
          <a:r>
            <a:rPr lang="en-US" altLang="zh-CN" baseline="0" noProof="1">
              <a:latin typeface="Microsoft YaHei UI" panose="020B0503020204020204" pitchFamily="34" charset="-122"/>
              <a:ea typeface="Microsoft YaHei UI" panose="020B0503020204020204" pitchFamily="34" charset="-122"/>
            </a:rPr>
            <a:t>Q2</a:t>
          </a:r>
          <a:endParaRPr lang="zh-CN" altLang="en-US" baseline="0" noProof="1">
            <a:latin typeface="Microsoft YaHei UI" panose="020B0503020204020204" pitchFamily="34" charset="-122"/>
            <a:ea typeface="Microsoft YaHei UI" panose="020B0503020204020204" pitchFamily="34" charset="-122"/>
          </a:endParaRPr>
        </a:p>
      </dgm:t>
    </dgm:pt>
    <dgm:pt modelId="{648CE750-928A-4617-818A-2C5528133922}" type="parTrans" cxnId="{159602F2-C521-4E1D-AE9F-D54CDD414A04}">
      <dgm:prSet/>
      <dgm:spPr/>
      <dgm:t>
        <a:bodyPr rtlCol="0"/>
        <a:lstStyle/>
        <a:p>
          <a:pPr rtl="0"/>
          <a:endParaRPr lang="zh-CN" altLang="en-US" baseline="0" noProof="1">
            <a:latin typeface="Microsoft YaHei UI" panose="020B0503020204020204" pitchFamily="34" charset="-122"/>
            <a:ea typeface="Microsoft YaHei UI" panose="020B0503020204020204" pitchFamily="34" charset="-122"/>
          </a:endParaRPr>
        </a:p>
      </dgm:t>
    </dgm:pt>
    <dgm:pt modelId="{A5F62957-BF38-47A2-B1D2-0D9C89C422D5}" type="sibTrans" cxnId="{159602F2-C521-4E1D-AE9F-D54CDD414A04}">
      <dgm:prSet/>
      <dgm:spPr/>
      <dgm:t>
        <a:bodyPr rtlCol="0"/>
        <a:lstStyle/>
        <a:p>
          <a:pPr rtl="0"/>
          <a:endParaRPr lang="zh-CN" altLang="en-US" baseline="0" noProof="1">
            <a:latin typeface="Microsoft YaHei UI" panose="020B0503020204020204" pitchFamily="34" charset="-122"/>
            <a:ea typeface="Microsoft YaHei UI" panose="020B0503020204020204" pitchFamily="34" charset="-122"/>
          </a:endParaRPr>
        </a:p>
      </dgm:t>
    </dgm:pt>
    <dgm:pt modelId="{27B4E690-4D0F-4D7A-BF6F-F3DD955F4988}">
      <dgm:prSet phldrT="[Text]"/>
      <dgm:spPr/>
      <dgm:t>
        <a:bodyPr rtlCol="0"/>
        <a:lstStyle/>
        <a:p>
          <a:pPr rtl="0"/>
          <a:r>
            <a:rPr lang="en-US" altLang="zh-CN" b="1" baseline="0" noProof="1">
              <a:latin typeface="Microsoft YaHei UI" panose="020B0503020204020204" pitchFamily="34" charset="-122"/>
              <a:ea typeface="Microsoft YaHei UI" panose="020B0503020204020204" pitchFamily="34" charset="-122"/>
            </a:rPr>
            <a:t>2</a:t>
          </a:r>
          <a:r>
            <a:rPr lang="zh-CN" altLang="en-US" b="1" baseline="0" noProof="1">
              <a:latin typeface="Microsoft YaHei UI" panose="020B0503020204020204" pitchFamily="34" charset="-122"/>
              <a:ea typeface="Microsoft YaHei UI" panose="020B0503020204020204" pitchFamily="34" charset="-122"/>
            </a:rPr>
            <a:t>、下列哪一项不是目前公认的</a:t>
          </a:r>
          <a:r>
            <a:rPr lang="en-US" altLang="zh-CN" b="1" baseline="0" noProof="1">
              <a:latin typeface="Microsoft YaHei UI" panose="020B0503020204020204" pitchFamily="34" charset="-122"/>
              <a:ea typeface="Microsoft YaHei UI" panose="020B0503020204020204" pitchFamily="34" charset="-122"/>
            </a:rPr>
            <a:t>AIWS</a:t>
          </a:r>
          <a:r>
            <a:rPr lang="zh-CN" altLang="en-US" b="1" baseline="0" noProof="1">
              <a:latin typeface="Microsoft YaHei UI" panose="020B0503020204020204" pitchFamily="34" charset="-122"/>
              <a:ea typeface="Microsoft YaHei UI" panose="020B0503020204020204" pitchFamily="34" charset="-122"/>
            </a:rPr>
            <a:t>病因：（</a:t>
          </a:r>
          <a:r>
            <a:rPr lang="en-US" altLang="zh-CN" b="1" baseline="0" noProof="1">
              <a:latin typeface="Microsoft YaHei UI" panose="020B0503020204020204" pitchFamily="34" charset="-122"/>
              <a:ea typeface="Microsoft YaHei UI" panose="020B0503020204020204" pitchFamily="34" charset="-122"/>
            </a:rPr>
            <a:t>	        </a:t>
          </a:r>
          <a:r>
            <a:rPr lang="zh-CN" altLang="en-US" b="1" baseline="0" noProof="1">
              <a:latin typeface="Microsoft YaHei UI" panose="020B0503020204020204" pitchFamily="34" charset="-122"/>
              <a:ea typeface="Microsoft YaHei UI" panose="020B0503020204020204" pitchFamily="34" charset="-122"/>
            </a:rPr>
            <a:t>）</a:t>
          </a:r>
          <a:endParaRPr lang="en-US" altLang="zh-CN" b="1" baseline="0" noProof="1">
            <a:latin typeface="Microsoft YaHei UI" panose="020B0503020204020204" pitchFamily="34" charset="-122"/>
            <a:ea typeface="Microsoft YaHei UI" panose="020B0503020204020204" pitchFamily="34" charset="-122"/>
          </a:endParaRPr>
        </a:p>
        <a:p>
          <a:pPr rtl="0"/>
          <a:r>
            <a:rPr lang="en-US" altLang="zh-CN" b="1" baseline="0" noProof="1">
              <a:latin typeface="Microsoft YaHei UI" panose="020B0503020204020204" pitchFamily="34" charset="-122"/>
              <a:ea typeface="Microsoft YaHei UI" panose="020B0503020204020204" pitchFamily="34" charset="-122"/>
            </a:rPr>
            <a:t>A.EB</a:t>
          </a:r>
          <a:r>
            <a:rPr lang="zh-CN" altLang="en-US" b="1" baseline="0" noProof="1">
              <a:latin typeface="Microsoft YaHei UI" panose="020B0503020204020204" pitchFamily="34" charset="-122"/>
              <a:ea typeface="Microsoft YaHei UI" panose="020B0503020204020204" pitchFamily="34" charset="-122"/>
            </a:rPr>
            <a:t>病毒  </a:t>
          </a:r>
          <a:r>
            <a:rPr lang="en-US" altLang="zh-CN" b="1" baseline="0" noProof="1">
              <a:latin typeface="Microsoft YaHei UI" panose="020B0503020204020204" pitchFamily="34" charset="-122"/>
              <a:ea typeface="Microsoft YaHei UI" panose="020B0503020204020204" pitchFamily="34" charset="-122"/>
            </a:rPr>
            <a:t>B.</a:t>
          </a:r>
          <a:r>
            <a:rPr lang="zh-CN" altLang="en-US" b="1" baseline="0" noProof="1">
              <a:latin typeface="Microsoft YaHei UI" panose="020B0503020204020204" pitchFamily="34" charset="-122"/>
              <a:ea typeface="Microsoft YaHei UI" panose="020B0503020204020204" pitchFamily="34" charset="-122"/>
            </a:rPr>
            <a:t>莱姆病  </a:t>
          </a:r>
          <a:r>
            <a:rPr lang="en-US" altLang="zh-CN" b="1" baseline="0" noProof="1">
              <a:latin typeface="Microsoft YaHei UI" panose="020B0503020204020204" pitchFamily="34" charset="-122"/>
              <a:ea typeface="Microsoft YaHei UI" panose="020B0503020204020204" pitchFamily="34" charset="-122"/>
            </a:rPr>
            <a:t>C.</a:t>
          </a:r>
          <a:r>
            <a:rPr lang="zh-CN" altLang="en-US" b="1" baseline="0" noProof="1">
              <a:latin typeface="Microsoft YaHei UI" panose="020B0503020204020204" pitchFamily="34" charset="-122"/>
              <a:ea typeface="Microsoft YaHei UI" panose="020B0503020204020204" pitchFamily="34" charset="-122"/>
            </a:rPr>
            <a:t>遗传性偏头痛  </a:t>
          </a:r>
          <a:r>
            <a:rPr lang="en-US" altLang="zh-CN" b="1" baseline="0" noProof="1">
              <a:latin typeface="Microsoft YaHei UI" panose="020B0503020204020204" pitchFamily="34" charset="-122"/>
              <a:ea typeface="Microsoft YaHei UI" panose="020B0503020204020204" pitchFamily="34" charset="-122"/>
            </a:rPr>
            <a:t>D.</a:t>
          </a:r>
          <a:r>
            <a:rPr lang="zh-CN" altLang="en-US" b="1" baseline="0" noProof="1">
              <a:latin typeface="Microsoft YaHei UI" panose="020B0503020204020204" pitchFamily="34" charset="-122"/>
              <a:ea typeface="Microsoft YaHei UI" panose="020B0503020204020204" pitchFamily="34" charset="-122"/>
            </a:rPr>
            <a:t>肺炎</a:t>
          </a:r>
        </a:p>
      </dgm:t>
    </dgm:pt>
    <dgm:pt modelId="{90D197D3-3303-4C80-A092-3B7BDF04FBF7}" type="parTrans" cxnId="{62126DBA-440F-4890-99E9-D0197B1F8AC3}">
      <dgm:prSet/>
      <dgm:spPr/>
      <dgm:t>
        <a:bodyPr rtlCol="0"/>
        <a:lstStyle/>
        <a:p>
          <a:pPr rtl="0"/>
          <a:endParaRPr lang="zh-CN" altLang="en-US" baseline="0" noProof="1">
            <a:latin typeface="Microsoft YaHei UI" panose="020B0503020204020204" pitchFamily="34" charset="-122"/>
            <a:ea typeface="Microsoft YaHei UI" panose="020B0503020204020204" pitchFamily="34" charset="-122"/>
          </a:endParaRPr>
        </a:p>
      </dgm:t>
    </dgm:pt>
    <dgm:pt modelId="{9A9FC636-BF64-4AA3-9111-3312D89D6371}" type="sibTrans" cxnId="{62126DBA-440F-4890-99E9-D0197B1F8AC3}">
      <dgm:prSet/>
      <dgm:spPr/>
      <dgm:t>
        <a:bodyPr rtlCol="0"/>
        <a:lstStyle/>
        <a:p>
          <a:pPr rtl="0"/>
          <a:endParaRPr lang="zh-CN" altLang="en-US" baseline="0" noProof="1">
            <a:latin typeface="Microsoft YaHei UI" panose="020B0503020204020204" pitchFamily="34" charset="-122"/>
            <a:ea typeface="Microsoft YaHei UI" panose="020B0503020204020204" pitchFamily="34" charset="-122"/>
          </a:endParaRPr>
        </a:p>
      </dgm:t>
    </dgm:pt>
    <dgm:pt modelId="{E1AD1DBC-9B34-4672-B365-6C5C7E96A5E5}">
      <dgm:prSet phldrT="[Text]"/>
      <dgm:spPr/>
      <dgm:t>
        <a:bodyPr rtlCol="0"/>
        <a:lstStyle/>
        <a:p>
          <a:pPr rtl="0"/>
          <a:r>
            <a:rPr lang="en-US" altLang="zh-CN" baseline="0" noProof="1">
              <a:latin typeface="Microsoft YaHei UI" panose="020B0503020204020204" pitchFamily="34" charset="-122"/>
              <a:ea typeface="Microsoft YaHei UI" panose="020B0503020204020204" pitchFamily="34" charset="-122"/>
            </a:rPr>
            <a:t>Q3</a:t>
          </a:r>
          <a:endParaRPr lang="zh-CN" altLang="en-US" baseline="0" noProof="1">
            <a:latin typeface="Microsoft YaHei UI" panose="020B0503020204020204" pitchFamily="34" charset="-122"/>
            <a:ea typeface="Microsoft YaHei UI" panose="020B0503020204020204" pitchFamily="34" charset="-122"/>
          </a:endParaRPr>
        </a:p>
      </dgm:t>
    </dgm:pt>
    <dgm:pt modelId="{8C5C062E-BB4A-4159-9D81-9F19138DAF56}" type="parTrans" cxnId="{4E210A80-A0A8-4FC3-BB39-ADD0CB874D63}">
      <dgm:prSet/>
      <dgm:spPr/>
      <dgm:t>
        <a:bodyPr rtlCol="0"/>
        <a:lstStyle/>
        <a:p>
          <a:pPr rtl="0"/>
          <a:endParaRPr lang="zh-CN" altLang="en-US" baseline="0" noProof="1">
            <a:latin typeface="Microsoft YaHei UI" panose="020B0503020204020204" pitchFamily="34" charset="-122"/>
            <a:ea typeface="Microsoft YaHei UI" panose="020B0503020204020204" pitchFamily="34" charset="-122"/>
          </a:endParaRPr>
        </a:p>
      </dgm:t>
    </dgm:pt>
    <dgm:pt modelId="{1A79B38F-A3E5-4698-99B4-A0F5A3E8CD65}" type="sibTrans" cxnId="{4E210A80-A0A8-4FC3-BB39-ADD0CB874D63}">
      <dgm:prSet/>
      <dgm:spPr/>
      <dgm:t>
        <a:bodyPr rtlCol="0"/>
        <a:lstStyle/>
        <a:p>
          <a:pPr rtl="0"/>
          <a:endParaRPr lang="zh-CN" altLang="en-US" baseline="0" noProof="1">
            <a:latin typeface="Microsoft YaHei UI" panose="020B0503020204020204" pitchFamily="34" charset="-122"/>
            <a:ea typeface="Microsoft YaHei UI" panose="020B0503020204020204" pitchFamily="34" charset="-122"/>
          </a:endParaRPr>
        </a:p>
      </dgm:t>
    </dgm:pt>
    <dgm:pt modelId="{1D280956-61F1-44EA-89DD-47917582B346}">
      <dgm:prSet phldrT="[Text]"/>
      <dgm:spPr/>
      <dgm:t>
        <a:bodyPr rtlCol="0"/>
        <a:lstStyle/>
        <a:p>
          <a:pPr rtl="0"/>
          <a:r>
            <a:rPr lang="en-US" altLang="zh-CN" b="1" baseline="0" noProof="1">
              <a:latin typeface="Microsoft YaHei UI" panose="020B0503020204020204" pitchFamily="34" charset="-122"/>
              <a:ea typeface="Microsoft YaHei UI" panose="020B0503020204020204" pitchFamily="34" charset="-122"/>
            </a:rPr>
            <a:t>3</a:t>
          </a:r>
          <a:r>
            <a:rPr lang="zh-CN" altLang="en-US" b="1" baseline="0" noProof="1">
              <a:latin typeface="Microsoft YaHei UI" panose="020B0503020204020204" pitchFamily="34" charset="-122"/>
              <a:ea typeface="Microsoft YaHei UI" panose="020B0503020204020204" pitchFamily="34" charset="-122"/>
            </a:rPr>
            <a:t>、属于</a:t>
          </a:r>
          <a:r>
            <a:rPr lang="en-US" altLang="zh-CN" b="1" baseline="0" noProof="1">
              <a:latin typeface="Microsoft YaHei UI" panose="020B0503020204020204" pitchFamily="34" charset="-122"/>
              <a:ea typeface="Microsoft YaHei UI" panose="020B0503020204020204" pitchFamily="34" charset="-122"/>
            </a:rPr>
            <a:t>B</a:t>
          </a:r>
          <a:r>
            <a:rPr lang="zh-CN" altLang="en-US" b="1" baseline="0" noProof="1">
              <a:latin typeface="Microsoft YaHei UI" panose="020B0503020204020204" pitchFamily="34" charset="-122"/>
              <a:ea typeface="Microsoft YaHei UI" panose="020B0503020204020204" pitchFamily="34" charset="-122"/>
            </a:rPr>
            <a:t>型</a:t>
          </a:r>
          <a:r>
            <a:rPr lang="en-US" altLang="zh-CN" b="1" baseline="0" noProof="1">
              <a:latin typeface="Microsoft YaHei UI" panose="020B0503020204020204" pitchFamily="34" charset="-122"/>
              <a:ea typeface="Microsoft YaHei UI" panose="020B0503020204020204" pitchFamily="34" charset="-122"/>
            </a:rPr>
            <a:t>AIWS</a:t>
          </a:r>
          <a:r>
            <a:rPr lang="zh-CN" altLang="en-US" b="1" baseline="0" noProof="1">
              <a:latin typeface="Microsoft YaHei UI" panose="020B0503020204020204" pitchFamily="34" charset="-122"/>
              <a:ea typeface="Microsoft YaHei UI" panose="020B0503020204020204" pitchFamily="34" charset="-122"/>
            </a:rPr>
            <a:t>症状的是：（</a:t>
          </a:r>
          <a:r>
            <a:rPr lang="en-US" altLang="zh-CN" b="1" baseline="0" noProof="1">
              <a:latin typeface="Microsoft YaHei UI" panose="020B0503020204020204" pitchFamily="34" charset="-122"/>
              <a:ea typeface="Microsoft YaHei UI" panose="020B0503020204020204" pitchFamily="34" charset="-122"/>
            </a:rPr>
            <a:t>	</a:t>
          </a:r>
          <a:r>
            <a:rPr lang="zh-CN" altLang="en-US" b="1" baseline="0" noProof="1">
              <a:latin typeface="Microsoft YaHei UI" panose="020B0503020204020204" pitchFamily="34" charset="-122"/>
              <a:ea typeface="Microsoft YaHei UI" panose="020B0503020204020204" pitchFamily="34" charset="-122"/>
            </a:rPr>
            <a:t>）</a:t>
          </a:r>
          <a:endParaRPr lang="en-US" altLang="zh-CN" b="1" baseline="0" noProof="1">
            <a:latin typeface="Microsoft YaHei UI" panose="020B0503020204020204" pitchFamily="34" charset="-122"/>
            <a:ea typeface="Microsoft YaHei UI" panose="020B0503020204020204" pitchFamily="34" charset="-122"/>
          </a:endParaRPr>
        </a:p>
        <a:p>
          <a:pPr rtl="0"/>
          <a:r>
            <a:rPr lang="en-US" altLang="zh-CN" b="1" baseline="0" noProof="1">
              <a:latin typeface="Microsoft YaHei UI" panose="020B0503020204020204" pitchFamily="34" charset="-122"/>
              <a:ea typeface="Microsoft YaHei UI" panose="020B0503020204020204" pitchFamily="34" charset="-122"/>
            </a:rPr>
            <a:t>A.</a:t>
          </a:r>
          <a:r>
            <a:rPr lang="zh-CN" altLang="en-US" b="1" baseline="0" noProof="1">
              <a:latin typeface="Microsoft YaHei UI" panose="020B0503020204020204" pitchFamily="34" charset="-122"/>
              <a:ea typeface="Microsoft YaHei UI" panose="020B0503020204020204" pitchFamily="34" charset="-122"/>
            </a:rPr>
            <a:t>身心二元性  </a:t>
          </a:r>
          <a:r>
            <a:rPr lang="en-US" altLang="zh-CN" b="1" baseline="0" noProof="1">
              <a:latin typeface="Microsoft YaHei UI" panose="020B0503020204020204" pitchFamily="34" charset="-122"/>
              <a:ea typeface="Microsoft YaHei UI" panose="020B0503020204020204" pitchFamily="34" charset="-122"/>
            </a:rPr>
            <a:t>B.</a:t>
          </a:r>
          <a:r>
            <a:rPr lang="zh-CN" altLang="en-US" b="1" baseline="0" noProof="1">
              <a:latin typeface="Microsoft YaHei UI" panose="020B0503020204020204" pitchFamily="34" charset="-122"/>
              <a:ea typeface="Microsoft YaHei UI" panose="020B0503020204020204" pitchFamily="34" charset="-122"/>
            </a:rPr>
            <a:t>小人国主义  </a:t>
          </a:r>
          <a:r>
            <a:rPr lang="en-US" altLang="zh-CN" b="1" baseline="0" noProof="1">
              <a:latin typeface="Microsoft YaHei UI" panose="020B0503020204020204" pitchFamily="34" charset="-122"/>
              <a:ea typeface="Microsoft YaHei UI" panose="020B0503020204020204" pitchFamily="34" charset="-122"/>
            </a:rPr>
            <a:t>C.</a:t>
          </a:r>
          <a:r>
            <a:rPr lang="zh-CN" altLang="en-US" b="1" baseline="0" noProof="1">
              <a:latin typeface="Microsoft YaHei UI" panose="020B0503020204020204" pitchFamily="34" charset="-122"/>
              <a:ea typeface="Microsoft YaHei UI" panose="020B0503020204020204" pitchFamily="34" charset="-122"/>
            </a:rPr>
            <a:t>焦虑  </a:t>
          </a:r>
          <a:r>
            <a:rPr lang="en-US" altLang="zh-CN" b="1" baseline="0" noProof="1">
              <a:latin typeface="Microsoft YaHei UI" panose="020B0503020204020204" pitchFamily="34" charset="-122"/>
              <a:ea typeface="Microsoft YaHei UI" panose="020B0503020204020204" pitchFamily="34" charset="-122"/>
            </a:rPr>
            <a:t>D.</a:t>
          </a:r>
          <a:r>
            <a:rPr lang="zh-CN" altLang="en-US" b="1" baseline="0" noProof="1">
              <a:latin typeface="Microsoft YaHei UI" panose="020B0503020204020204" pitchFamily="34" charset="-122"/>
              <a:ea typeface="Microsoft YaHei UI" panose="020B0503020204020204" pitchFamily="34" charset="-122"/>
            </a:rPr>
            <a:t>抑郁</a:t>
          </a:r>
        </a:p>
      </dgm:t>
    </dgm:pt>
    <dgm:pt modelId="{F5F29254-C816-4B3B-A23C-846A234C8557}" type="parTrans" cxnId="{8DAC0267-44CD-4D02-88C9-B2F8A13C158E}">
      <dgm:prSet/>
      <dgm:spPr/>
      <dgm:t>
        <a:bodyPr rtlCol="0"/>
        <a:lstStyle/>
        <a:p>
          <a:pPr rtl="0"/>
          <a:endParaRPr lang="zh-CN" altLang="en-US" baseline="0" noProof="1">
            <a:latin typeface="Microsoft YaHei UI" panose="020B0503020204020204" pitchFamily="34" charset="-122"/>
            <a:ea typeface="Microsoft YaHei UI" panose="020B0503020204020204" pitchFamily="34" charset="-122"/>
          </a:endParaRPr>
        </a:p>
      </dgm:t>
    </dgm:pt>
    <dgm:pt modelId="{EC76378A-9F1D-482E-AF47-2DD7D70945B6}" type="sibTrans" cxnId="{8DAC0267-44CD-4D02-88C9-B2F8A13C158E}">
      <dgm:prSet/>
      <dgm:spPr/>
      <dgm:t>
        <a:bodyPr rtlCol="0"/>
        <a:lstStyle/>
        <a:p>
          <a:pPr rtl="0"/>
          <a:endParaRPr lang="zh-CN" altLang="en-US" baseline="0" noProof="1">
            <a:latin typeface="Microsoft YaHei UI" panose="020B0503020204020204" pitchFamily="34" charset="-122"/>
            <a:ea typeface="Microsoft YaHei UI" panose="020B0503020204020204" pitchFamily="34" charset="-122"/>
          </a:endParaRPr>
        </a:p>
      </dgm:t>
    </dgm:pt>
    <dgm:pt modelId="{9F6BB197-5CD1-428E-B4C7-D8F6D61E4B1D}">
      <dgm:prSet custT="1"/>
      <dgm:spPr/>
      <dgm:t>
        <a:bodyPr/>
        <a:lstStyle/>
        <a:p>
          <a:pPr rtl="0"/>
          <a:r>
            <a:rPr lang="en-US" altLang="en-US" sz="1800" b="1" baseline="0" noProof="1">
              <a:latin typeface="Microsoft YaHei UI" panose="020B0503020204020204" pitchFamily="34" charset="-122"/>
              <a:ea typeface="Microsoft YaHei UI" panose="020B0503020204020204" pitchFamily="34" charset="-122"/>
            </a:rPr>
            <a:t>A.</a:t>
          </a:r>
          <a:r>
            <a:rPr lang="zh-CN" altLang="en-US" sz="1800" b="1" baseline="0" noProof="1">
              <a:latin typeface="Microsoft YaHei UI" panose="020B0503020204020204" pitchFamily="34" charset="-122"/>
              <a:ea typeface="Microsoft YaHei UI" panose="020B0503020204020204" pitchFamily="34" charset="-122"/>
            </a:rPr>
            <a:t>青少年   </a:t>
          </a:r>
          <a:r>
            <a:rPr lang="en-US" altLang="en-US" sz="1800" b="1" baseline="0" noProof="1">
              <a:latin typeface="Microsoft YaHei UI" panose="020B0503020204020204" pitchFamily="34" charset="-122"/>
              <a:ea typeface="Microsoft YaHei UI" panose="020B0503020204020204" pitchFamily="34" charset="-122"/>
            </a:rPr>
            <a:t>B.</a:t>
          </a:r>
          <a:r>
            <a:rPr lang="zh-CN" altLang="en-US" sz="1800" b="1" baseline="0" noProof="1">
              <a:latin typeface="Microsoft YaHei UI" panose="020B0503020204020204" pitchFamily="34" charset="-122"/>
              <a:ea typeface="Microsoft YaHei UI" panose="020B0503020204020204" pitchFamily="34" charset="-122"/>
            </a:rPr>
            <a:t>壮年   </a:t>
          </a:r>
          <a:r>
            <a:rPr lang="en-US" altLang="en-US" sz="1800" b="1" baseline="0" noProof="1">
              <a:latin typeface="Microsoft YaHei UI" panose="020B0503020204020204" pitchFamily="34" charset="-122"/>
              <a:ea typeface="Microsoft YaHei UI" panose="020B0503020204020204" pitchFamily="34" charset="-122"/>
            </a:rPr>
            <a:t>C.</a:t>
          </a:r>
          <a:r>
            <a:rPr lang="zh-CN" altLang="en-US" sz="1800" b="1" baseline="0" noProof="1">
              <a:latin typeface="Microsoft YaHei UI" panose="020B0503020204020204" pitchFamily="34" charset="-122"/>
              <a:ea typeface="Microsoft YaHei UI" panose="020B0503020204020204" pitchFamily="34" charset="-122"/>
            </a:rPr>
            <a:t>老年   </a:t>
          </a:r>
          <a:r>
            <a:rPr lang="en-US" altLang="en-US" sz="1800" b="1" baseline="0" noProof="1">
              <a:latin typeface="Microsoft YaHei UI" panose="020B0503020204020204" pitchFamily="34" charset="-122"/>
              <a:ea typeface="Microsoft YaHei UI" panose="020B0503020204020204" pitchFamily="34" charset="-122"/>
            </a:rPr>
            <a:t>D.</a:t>
          </a:r>
          <a:r>
            <a:rPr lang="zh-CN" altLang="en-US" sz="1800" b="1" baseline="0" noProof="1">
              <a:latin typeface="Microsoft YaHei UI" panose="020B0503020204020204" pitchFamily="34" charset="-122"/>
              <a:ea typeface="Microsoft YaHei UI" panose="020B0503020204020204" pitchFamily="34" charset="-122"/>
            </a:rPr>
            <a:t>儿童</a:t>
          </a:r>
        </a:p>
      </dgm:t>
    </dgm:pt>
    <dgm:pt modelId="{B8CAB4A8-4B7C-4C89-9865-C10BA00C15A1}" type="parTrans" cxnId="{EE0CE7BD-355C-44E0-AC1D-53883A4DB980}">
      <dgm:prSet/>
      <dgm:spPr/>
      <dgm:t>
        <a:bodyPr/>
        <a:lstStyle/>
        <a:p>
          <a:endParaRPr lang="zh-CN" altLang="en-US"/>
        </a:p>
      </dgm:t>
    </dgm:pt>
    <dgm:pt modelId="{A71434CE-D90D-4602-8AF1-9FBD4530FDBB}" type="sibTrans" cxnId="{EE0CE7BD-355C-44E0-AC1D-53883A4DB980}">
      <dgm:prSet/>
      <dgm:spPr/>
      <dgm:t>
        <a:bodyPr/>
        <a:lstStyle/>
        <a:p>
          <a:endParaRPr lang="zh-CN" altLang="en-US"/>
        </a:p>
      </dgm:t>
    </dgm:pt>
    <dgm:pt modelId="{69666047-86C3-457C-B076-A4CE1EF58786}">
      <dgm:prSet custT="1"/>
      <dgm:spPr/>
      <dgm:t>
        <a:bodyPr/>
        <a:lstStyle/>
        <a:p>
          <a:pPr rtl="0"/>
          <a:endParaRPr lang="zh-CN" altLang="en-US" sz="1000" b="1" baseline="0" noProof="1">
            <a:latin typeface="Microsoft YaHei UI" panose="020B0503020204020204" pitchFamily="34" charset="-122"/>
            <a:ea typeface="Microsoft YaHei UI" panose="020B0503020204020204" pitchFamily="34" charset="-122"/>
          </a:endParaRPr>
        </a:p>
      </dgm:t>
    </dgm:pt>
    <dgm:pt modelId="{EBA5250C-39D9-443A-A3B3-44E695ED2BAC}" type="parTrans" cxnId="{02BE84EF-A022-4FAC-9F1A-8264FD517F9F}">
      <dgm:prSet/>
      <dgm:spPr/>
      <dgm:t>
        <a:bodyPr/>
        <a:lstStyle/>
        <a:p>
          <a:endParaRPr lang="zh-CN" altLang="en-US"/>
        </a:p>
      </dgm:t>
    </dgm:pt>
    <dgm:pt modelId="{E4D2177F-6071-430D-BD63-F266B492743F}" type="sibTrans" cxnId="{02BE84EF-A022-4FAC-9F1A-8264FD517F9F}">
      <dgm:prSet/>
      <dgm:spPr/>
      <dgm:t>
        <a:bodyPr/>
        <a:lstStyle/>
        <a:p>
          <a:endParaRPr lang="zh-CN" altLang="en-US"/>
        </a:p>
      </dgm:t>
    </dgm:pt>
    <dgm:pt modelId="{AD265B07-23FB-4DFC-8F3D-B0DCAD6DF87E}" type="pres">
      <dgm:prSet presAssocID="{D3C5B8D2-1E6D-4BCA-9E4B-8A99C8D7BC4A}" presName="Name0" presStyleCnt="0">
        <dgm:presLayoutVars>
          <dgm:chMax/>
          <dgm:chPref/>
          <dgm:dir/>
        </dgm:presLayoutVars>
      </dgm:prSet>
      <dgm:spPr/>
    </dgm:pt>
    <dgm:pt modelId="{0E7F93D0-E3D1-48EE-9797-63EC830CCA06}" type="pres">
      <dgm:prSet presAssocID="{3B990DCB-AF23-4094-864B-C8B99FA30370}" presName="parenttextcomposite" presStyleCnt="0"/>
      <dgm:spPr/>
    </dgm:pt>
    <dgm:pt modelId="{1828D533-56A7-44F9-AB5F-B12D35D0CCA4}" type="pres">
      <dgm:prSet presAssocID="{3B990DCB-AF23-4094-864B-C8B99FA30370}" presName="parenttext" presStyleLbl="revTx" presStyleIdx="0" presStyleCnt="3">
        <dgm:presLayoutVars>
          <dgm:chMax/>
          <dgm:chPref val="2"/>
          <dgm:bulletEnabled val="1"/>
        </dgm:presLayoutVars>
      </dgm:prSet>
      <dgm:spPr/>
    </dgm:pt>
    <dgm:pt modelId="{2A167B03-FCF6-480B-BD04-B18E95132E7F}" type="pres">
      <dgm:prSet presAssocID="{3B990DCB-AF23-4094-864B-C8B99FA30370}" presName="composite" presStyleCnt="0"/>
      <dgm:spPr/>
    </dgm:pt>
    <dgm:pt modelId="{B5E09CC3-072D-40C5-93CB-3CB61546DAC3}" type="pres">
      <dgm:prSet presAssocID="{3B990DCB-AF23-4094-864B-C8B99FA30370}" presName="chevron1" presStyleLbl="alignNode1" presStyleIdx="0" presStyleCnt="21"/>
      <dgm:spPr/>
    </dgm:pt>
    <dgm:pt modelId="{7E5B5F30-562C-45F5-947C-105C96262837}" type="pres">
      <dgm:prSet presAssocID="{3B990DCB-AF23-4094-864B-C8B99FA30370}" presName="chevron2" presStyleLbl="alignNode1" presStyleIdx="1" presStyleCnt="21"/>
      <dgm:spPr/>
    </dgm:pt>
    <dgm:pt modelId="{BA96BDD2-A6C8-4432-8E71-D4E67320B8FF}" type="pres">
      <dgm:prSet presAssocID="{3B990DCB-AF23-4094-864B-C8B99FA30370}" presName="chevron3" presStyleLbl="alignNode1" presStyleIdx="2" presStyleCnt="21"/>
      <dgm:spPr/>
    </dgm:pt>
    <dgm:pt modelId="{2AAF1885-F2C6-4C50-A304-71F970C85713}" type="pres">
      <dgm:prSet presAssocID="{3B990DCB-AF23-4094-864B-C8B99FA30370}" presName="chevron4" presStyleLbl="alignNode1" presStyleIdx="3" presStyleCnt="21"/>
      <dgm:spPr/>
    </dgm:pt>
    <dgm:pt modelId="{1C9109EC-43D0-4356-8840-1C174E169D4F}" type="pres">
      <dgm:prSet presAssocID="{3B990DCB-AF23-4094-864B-C8B99FA30370}" presName="chevron5" presStyleLbl="alignNode1" presStyleIdx="4" presStyleCnt="21"/>
      <dgm:spPr/>
    </dgm:pt>
    <dgm:pt modelId="{F580C234-F277-4109-8F54-CBF87BE4B61B}" type="pres">
      <dgm:prSet presAssocID="{3B990DCB-AF23-4094-864B-C8B99FA30370}" presName="chevron6" presStyleLbl="alignNode1" presStyleIdx="5" presStyleCnt="21"/>
      <dgm:spPr/>
    </dgm:pt>
    <dgm:pt modelId="{C2DC7889-4537-4EA1-8B7E-3B1E25B6DE4C}" type="pres">
      <dgm:prSet presAssocID="{3B990DCB-AF23-4094-864B-C8B99FA30370}" presName="chevron7" presStyleLbl="alignNode1" presStyleIdx="6" presStyleCnt="21"/>
      <dgm:spPr/>
    </dgm:pt>
    <dgm:pt modelId="{B46F8A2D-B8E9-481F-97F6-8D8A2A54017A}" type="pres">
      <dgm:prSet presAssocID="{3B990DCB-AF23-4094-864B-C8B99FA30370}" presName="childtext" presStyleLbl="solidFgAcc1" presStyleIdx="0" presStyleCnt="3">
        <dgm:presLayoutVars>
          <dgm:chMax/>
          <dgm:chPref val="0"/>
          <dgm:bulletEnabled val="1"/>
        </dgm:presLayoutVars>
      </dgm:prSet>
      <dgm:spPr/>
    </dgm:pt>
    <dgm:pt modelId="{261D04E4-2B56-456D-ABEC-1649C35A46F4}" type="pres">
      <dgm:prSet presAssocID="{8F93B7AA-ADE0-44B8-AFDE-9A1375C16706}" presName="sibTrans" presStyleCnt="0"/>
      <dgm:spPr/>
    </dgm:pt>
    <dgm:pt modelId="{3CFDAEF9-1DF0-4C50-912D-A5CCDA52F9EA}" type="pres">
      <dgm:prSet presAssocID="{240AA45F-7625-47CB-82DB-58CF98B59095}" presName="parenttextcomposite" presStyleCnt="0"/>
      <dgm:spPr/>
    </dgm:pt>
    <dgm:pt modelId="{A4E32358-9FAF-4554-AC0F-5ED0792D2EF5}" type="pres">
      <dgm:prSet presAssocID="{240AA45F-7625-47CB-82DB-58CF98B59095}" presName="parenttext" presStyleLbl="revTx" presStyleIdx="1" presStyleCnt="3">
        <dgm:presLayoutVars>
          <dgm:chMax/>
          <dgm:chPref val="2"/>
          <dgm:bulletEnabled val="1"/>
        </dgm:presLayoutVars>
      </dgm:prSet>
      <dgm:spPr/>
    </dgm:pt>
    <dgm:pt modelId="{D2BF8E40-6E6F-4455-8548-D54325D6BFF6}" type="pres">
      <dgm:prSet presAssocID="{240AA45F-7625-47CB-82DB-58CF98B59095}" presName="composite" presStyleCnt="0"/>
      <dgm:spPr/>
    </dgm:pt>
    <dgm:pt modelId="{694975F8-4C8F-474E-82FD-B2D3B38E3CE9}" type="pres">
      <dgm:prSet presAssocID="{240AA45F-7625-47CB-82DB-58CF98B59095}" presName="chevron1" presStyleLbl="alignNode1" presStyleIdx="7" presStyleCnt="21"/>
      <dgm:spPr/>
    </dgm:pt>
    <dgm:pt modelId="{3461506E-F2BB-405D-A55B-BEB6F1374518}" type="pres">
      <dgm:prSet presAssocID="{240AA45F-7625-47CB-82DB-58CF98B59095}" presName="chevron2" presStyleLbl="alignNode1" presStyleIdx="8" presStyleCnt="21"/>
      <dgm:spPr/>
    </dgm:pt>
    <dgm:pt modelId="{B43EA23D-813A-4C2D-A537-8243C507CEB5}" type="pres">
      <dgm:prSet presAssocID="{240AA45F-7625-47CB-82DB-58CF98B59095}" presName="chevron3" presStyleLbl="alignNode1" presStyleIdx="9" presStyleCnt="21"/>
      <dgm:spPr/>
    </dgm:pt>
    <dgm:pt modelId="{9B2EDFA1-E5EE-473E-86DC-A299D77CF06C}" type="pres">
      <dgm:prSet presAssocID="{240AA45F-7625-47CB-82DB-58CF98B59095}" presName="chevron4" presStyleLbl="alignNode1" presStyleIdx="10" presStyleCnt="21"/>
      <dgm:spPr/>
    </dgm:pt>
    <dgm:pt modelId="{99CDA10C-4B9C-4F99-9CE8-2F50B1F51829}" type="pres">
      <dgm:prSet presAssocID="{240AA45F-7625-47CB-82DB-58CF98B59095}" presName="chevron5" presStyleLbl="alignNode1" presStyleIdx="11" presStyleCnt="21"/>
      <dgm:spPr/>
    </dgm:pt>
    <dgm:pt modelId="{A7A25454-564F-41D3-9BE8-A358F92A3958}" type="pres">
      <dgm:prSet presAssocID="{240AA45F-7625-47CB-82DB-58CF98B59095}" presName="chevron6" presStyleLbl="alignNode1" presStyleIdx="12" presStyleCnt="21"/>
      <dgm:spPr/>
    </dgm:pt>
    <dgm:pt modelId="{8F9A76A5-9999-4ECA-A9FA-4698A1E4CE80}" type="pres">
      <dgm:prSet presAssocID="{240AA45F-7625-47CB-82DB-58CF98B59095}" presName="chevron7" presStyleLbl="alignNode1" presStyleIdx="13" presStyleCnt="21"/>
      <dgm:spPr/>
    </dgm:pt>
    <dgm:pt modelId="{E32532E9-08CE-4B0A-BCE0-D0BA22A7E592}" type="pres">
      <dgm:prSet presAssocID="{240AA45F-7625-47CB-82DB-58CF98B59095}" presName="childtext" presStyleLbl="solidFgAcc1" presStyleIdx="1" presStyleCnt="3">
        <dgm:presLayoutVars>
          <dgm:chMax/>
          <dgm:chPref val="0"/>
          <dgm:bulletEnabled val="1"/>
        </dgm:presLayoutVars>
      </dgm:prSet>
      <dgm:spPr/>
    </dgm:pt>
    <dgm:pt modelId="{F8CD1F9F-F85D-4751-9FA4-FFFFD796FEA9}" type="pres">
      <dgm:prSet presAssocID="{A5F62957-BF38-47A2-B1D2-0D9C89C422D5}" presName="sibTrans" presStyleCnt="0"/>
      <dgm:spPr/>
    </dgm:pt>
    <dgm:pt modelId="{A47DC8D3-5244-4038-8723-9AED2D034015}" type="pres">
      <dgm:prSet presAssocID="{E1AD1DBC-9B34-4672-B365-6C5C7E96A5E5}" presName="parenttextcomposite" presStyleCnt="0"/>
      <dgm:spPr/>
    </dgm:pt>
    <dgm:pt modelId="{6942386B-9CB3-42BD-8359-D4983AE6BE94}" type="pres">
      <dgm:prSet presAssocID="{E1AD1DBC-9B34-4672-B365-6C5C7E96A5E5}" presName="parenttext" presStyleLbl="revTx" presStyleIdx="2" presStyleCnt="3">
        <dgm:presLayoutVars>
          <dgm:chMax/>
          <dgm:chPref val="2"/>
          <dgm:bulletEnabled val="1"/>
        </dgm:presLayoutVars>
      </dgm:prSet>
      <dgm:spPr/>
    </dgm:pt>
    <dgm:pt modelId="{7319F82F-7F09-4C2D-BBBD-4C83C12D619F}" type="pres">
      <dgm:prSet presAssocID="{E1AD1DBC-9B34-4672-B365-6C5C7E96A5E5}" presName="composite" presStyleCnt="0"/>
      <dgm:spPr/>
    </dgm:pt>
    <dgm:pt modelId="{F0B1E947-A6D5-46E6-8DF3-38B6CD902A99}" type="pres">
      <dgm:prSet presAssocID="{E1AD1DBC-9B34-4672-B365-6C5C7E96A5E5}" presName="chevron1" presStyleLbl="alignNode1" presStyleIdx="14" presStyleCnt="21"/>
      <dgm:spPr/>
    </dgm:pt>
    <dgm:pt modelId="{797D383C-06AE-488E-BDDF-404AF7FBEC48}" type="pres">
      <dgm:prSet presAssocID="{E1AD1DBC-9B34-4672-B365-6C5C7E96A5E5}" presName="chevron2" presStyleLbl="alignNode1" presStyleIdx="15" presStyleCnt="21"/>
      <dgm:spPr/>
    </dgm:pt>
    <dgm:pt modelId="{D991157B-C2C1-4888-B216-C7ADFB07A709}" type="pres">
      <dgm:prSet presAssocID="{E1AD1DBC-9B34-4672-B365-6C5C7E96A5E5}" presName="chevron3" presStyleLbl="alignNode1" presStyleIdx="16" presStyleCnt="21"/>
      <dgm:spPr/>
    </dgm:pt>
    <dgm:pt modelId="{E3334218-EB00-497D-B4E5-25842E5B4CD8}" type="pres">
      <dgm:prSet presAssocID="{E1AD1DBC-9B34-4672-B365-6C5C7E96A5E5}" presName="chevron4" presStyleLbl="alignNode1" presStyleIdx="17" presStyleCnt="21"/>
      <dgm:spPr/>
    </dgm:pt>
    <dgm:pt modelId="{20F9E2D2-B621-4521-9646-440AB7497F1F}" type="pres">
      <dgm:prSet presAssocID="{E1AD1DBC-9B34-4672-B365-6C5C7E96A5E5}" presName="chevron5" presStyleLbl="alignNode1" presStyleIdx="18" presStyleCnt="21"/>
      <dgm:spPr/>
    </dgm:pt>
    <dgm:pt modelId="{C8022930-DC19-4D8D-99CA-22B6F67B4F8C}" type="pres">
      <dgm:prSet presAssocID="{E1AD1DBC-9B34-4672-B365-6C5C7E96A5E5}" presName="chevron6" presStyleLbl="alignNode1" presStyleIdx="19" presStyleCnt="21"/>
      <dgm:spPr/>
    </dgm:pt>
    <dgm:pt modelId="{09D53426-11B8-4B93-9FA7-2E1EF814C7CC}" type="pres">
      <dgm:prSet presAssocID="{E1AD1DBC-9B34-4672-B365-6C5C7E96A5E5}" presName="chevron7" presStyleLbl="alignNode1" presStyleIdx="20" presStyleCnt="21"/>
      <dgm:spPr/>
    </dgm:pt>
    <dgm:pt modelId="{7D1CCBD6-3740-4106-ACAE-D6E331C7E2C9}" type="pres">
      <dgm:prSet presAssocID="{E1AD1DBC-9B34-4672-B365-6C5C7E96A5E5}" presName="childtext" presStyleLbl="solidFgAcc1" presStyleIdx="2" presStyleCnt="3">
        <dgm:presLayoutVars>
          <dgm:chMax/>
          <dgm:chPref val="0"/>
          <dgm:bulletEnabled val="1"/>
        </dgm:presLayoutVars>
      </dgm:prSet>
      <dgm:spPr/>
    </dgm:pt>
  </dgm:ptLst>
  <dgm:cxnLst>
    <dgm:cxn modelId="{C91E9719-EEBE-4C09-9897-A6F2B35AE2A0}" type="presOf" srcId="{69666047-86C3-457C-B076-A4CE1EF58786}" destId="{B46F8A2D-B8E9-481F-97F6-8D8A2A54017A}" srcOrd="0" destOrd="2" presId="urn:microsoft.com/office/officeart/2008/layout/VerticalAccentList"/>
    <dgm:cxn modelId="{D4C18627-C853-42E4-BB13-64F93E9AFD1B}" type="presOf" srcId="{E1AD1DBC-9B34-4672-B365-6C5C7E96A5E5}" destId="{6942386B-9CB3-42BD-8359-D4983AE6BE94}" srcOrd="0" destOrd="0" presId="urn:microsoft.com/office/officeart/2008/layout/VerticalAccentList"/>
    <dgm:cxn modelId="{46DBFC28-5C33-4B88-8831-68037F695A48}" srcId="{3B990DCB-AF23-4094-864B-C8B99FA30370}" destId="{7DEF99AD-EC88-4718-B8D7-F22561235CEC}" srcOrd="0" destOrd="0" parTransId="{E16E29D3-9570-412D-93B6-B4CE77D1B6DD}" sibTransId="{456EA687-CA8C-4F68-B168-4C2E87ACC68B}"/>
    <dgm:cxn modelId="{995D1263-82A1-4414-AB1E-F0A0FDF8A204}" type="presOf" srcId="{9F6BB197-5CD1-428E-B4C7-D8F6D61E4B1D}" destId="{B46F8A2D-B8E9-481F-97F6-8D8A2A54017A}" srcOrd="0" destOrd="1" presId="urn:microsoft.com/office/officeart/2008/layout/VerticalAccentList"/>
    <dgm:cxn modelId="{8DAC0267-44CD-4D02-88C9-B2F8A13C158E}" srcId="{E1AD1DBC-9B34-4672-B365-6C5C7E96A5E5}" destId="{1D280956-61F1-44EA-89DD-47917582B346}" srcOrd="0" destOrd="0" parTransId="{F5F29254-C816-4B3B-A23C-846A234C8557}" sibTransId="{EC76378A-9F1D-482E-AF47-2DD7D70945B6}"/>
    <dgm:cxn modelId="{CB3A7C69-958C-4843-B7ED-83515A10A28C}" type="presOf" srcId="{27B4E690-4D0F-4D7A-BF6F-F3DD955F4988}" destId="{E32532E9-08CE-4B0A-BCE0-D0BA22A7E592}" srcOrd="0" destOrd="0" presId="urn:microsoft.com/office/officeart/2008/layout/VerticalAccentList"/>
    <dgm:cxn modelId="{CF311F6B-D75F-4E52-B24C-88CD9CE8788A}" type="presOf" srcId="{7DEF99AD-EC88-4718-B8D7-F22561235CEC}" destId="{B46F8A2D-B8E9-481F-97F6-8D8A2A54017A}" srcOrd="0" destOrd="0" presId="urn:microsoft.com/office/officeart/2008/layout/VerticalAccentList"/>
    <dgm:cxn modelId="{465DA86F-848F-4676-83D7-EF70E10772A2}" type="presOf" srcId="{240AA45F-7625-47CB-82DB-58CF98B59095}" destId="{A4E32358-9FAF-4554-AC0F-5ED0792D2EF5}" srcOrd="0" destOrd="0" presId="urn:microsoft.com/office/officeart/2008/layout/VerticalAccentList"/>
    <dgm:cxn modelId="{4E210A80-A0A8-4FC3-BB39-ADD0CB874D63}" srcId="{D3C5B8D2-1E6D-4BCA-9E4B-8A99C8D7BC4A}" destId="{E1AD1DBC-9B34-4672-B365-6C5C7E96A5E5}" srcOrd="2" destOrd="0" parTransId="{8C5C062E-BB4A-4159-9D81-9F19138DAF56}" sibTransId="{1A79B38F-A3E5-4698-99B4-A0F5A3E8CD65}"/>
    <dgm:cxn modelId="{19E96E93-9340-4B6D-9D0A-4E9BB27463D5}" type="presOf" srcId="{3B990DCB-AF23-4094-864B-C8B99FA30370}" destId="{1828D533-56A7-44F9-AB5F-B12D35D0CCA4}" srcOrd="0" destOrd="0" presId="urn:microsoft.com/office/officeart/2008/layout/VerticalAccentList"/>
    <dgm:cxn modelId="{CD70DE96-621F-451D-BE37-1E475264DF76}" type="presOf" srcId="{D3C5B8D2-1E6D-4BCA-9E4B-8A99C8D7BC4A}" destId="{AD265B07-23FB-4DFC-8F3D-B0DCAD6DF87E}" srcOrd="0" destOrd="0" presId="urn:microsoft.com/office/officeart/2008/layout/VerticalAccentList"/>
    <dgm:cxn modelId="{62126DBA-440F-4890-99E9-D0197B1F8AC3}" srcId="{240AA45F-7625-47CB-82DB-58CF98B59095}" destId="{27B4E690-4D0F-4D7A-BF6F-F3DD955F4988}" srcOrd="0" destOrd="0" parTransId="{90D197D3-3303-4C80-A092-3B7BDF04FBF7}" sibTransId="{9A9FC636-BF64-4AA3-9111-3312D89D6371}"/>
    <dgm:cxn modelId="{289A7ABA-98F5-4FB1-939B-2977E2B9EB8F}" srcId="{D3C5B8D2-1E6D-4BCA-9E4B-8A99C8D7BC4A}" destId="{3B990DCB-AF23-4094-864B-C8B99FA30370}" srcOrd="0" destOrd="0" parTransId="{9045AE91-C8DE-42D1-9697-92115E53B6EE}" sibTransId="{8F93B7AA-ADE0-44B8-AFDE-9A1375C16706}"/>
    <dgm:cxn modelId="{EE0CE7BD-355C-44E0-AC1D-53883A4DB980}" srcId="{3B990DCB-AF23-4094-864B-C8B99FA30370}" destId="{9F6BB197-5CD1-428E-B4C7-D8F6D61E4B1D}" srcOrd="1" destOrd="0" parTransId="{B8CAB4A8-4B7C-4C89-9865-C10BA00C15A1}" sibTransId="{A71434CE-D90D-4602-8AF1-9FBD4530FDBB}"/>
    <dgm:cxn modelId="{0483E1C3-6C70-412E-AAC3-B46CFF6C18D1}" type="presOf" srcId="{1D280956-61F1-44EA-89DD-47917582B346}" destId="{7D1CCBD6-3740-4106-ACAE-D6E331C7E2C9}" srcOrd="0" destOrd="0" presId="urn:microsoft.com/office/officeart/2008/layout/VerticalAccentList"/>
    <dgm:cxn modelId="{02BE84EF-A022-4FAC-9F1A-8264FD517F9F}" srcId="{3B990DCB-AF23-4094-864B-C8B99FA30370}" destId="{69666047-86C3-457C-B076-A4CE1EF58786}" srcOrd="2" destOrd="0" parTransId="{EBA5250C-39D9-443A-A3B3-44E695ED2BAC}" sibTransId="{E4D2177F-6071-430D-BD63-F266B492743F}"/>
    <dgm:cxn modelId="{159602F2-C521-4E1D-AE9F-D54CDD414A04}" srcId="{D3C5B8D2-1E6D-4BCA-9E4B-8A99C8D7BC4A}" destId="{240AA45F-7625-47CB-82DB-58CF98B59095}" srcOrd="1" destOrd="0" parTransId="{648CE750-928A-4617-818A-2C5528133922}" sibTransId="{A5F62957-BF38-47A2-B1D2-0D9C89C422D5}"/>
    <dgm:cxn modelId="{CEA96C6C-921E-4869-AF30-AC40641973C5}" type="presParOf" srcId="{AD265B07-23FB-4DFC-8F3D-B0DCAD6DF87E}" destId="{0E7F93D0-E3D1-48EE-9797-63EC830CCA06}" srcOrd="0" destOrd="0" presId="urn:microsoft.com/office/officeart/2008/layout/VerticalAccentList"/>
    <dgm:cxn modelId="{7AE7B410-5C42-4345-844B-3DB5BFA6EC00}" type="presParOf" srcId="{0E7F93D0-E3D1-48EE-9797-63EC830CCA06}" destId="{1828D533-56A7-44F9-AB5F-B12D35D0CCA4}" srcOrd="0" destOrd="0" presId="urn:microsoft.com/office/officeart/2008/layout/VerticalAccentList"/>
    <dgm:cxn modelId="{442B12D3-4930-4566-B61B-CD0BC84B0DEC}" type="presParOf" srcId="{AD265B07-23FB-4DFC-8F3D-B0DCAD6DF87E}" destId="{2A167B03-FCF6-480B-BD04-B18E95132E7F}" srcOrd="1" destOrd="0" presId="urn:microsoft.com/office/officeart/2008/layout/VerticalAccentList"/>
    <dgm:cxn modelId="{1421EF44-19EF-4353-9F90-16364BEED672}" type="presParOf" srcId="{2A167B03-FCF6-480B-BD04-B18E95132E7F}" destId="{B5E09CC3-072D-40C5-93CB-3CB61546DAC3}" srcOrd="0" destOrd="0" presId="urn:microsoft.com/office/officeart/2008/layout/VerticalAccentList"/>
    <dgm:cxn modelId="{BBA2AB61-C560-41CC-BA81-22F458E4B866}" type="presParOf" srcId="{2A167B03-FCF6-480B-BD04-B18E95132E7F}" destId="{7E5B5F30-562C-45F5-947C-105C96262837}" srcOrd="1" destOrd="0" presId="urn:microsoft.com/office/officeart/2008/layout/VerticalAccentList"/>
    <dgm:cxn modelId="{9EA84444-16FB-438D-A9EF-469EA6C26985}" type="presParOf" srcId="{2A167B03-FCF6-480B-BD04-B18E95132E7F}" destId="{BA96BDD2-A6C8-4432-8E71-D4E67320B8FF}" srcOrd="2" destOrd="0" presId="urn:microsoft.com/office/officeart/2008/layout/VerticalAccentList"/>
    <dgm:cxn modelId="{617F2C99-D54A-4E7A-A808-EDD59DF3FEFE}" type="presParOf" srcId="{2A167B03-FCF6-480B-BD04-B18E95132E7F}" destId="{2AAF1885-F2C6-4C50-A304-71F970C85713}" srcOrd="3" destOrd="0" presId="urn:microsoft.com/office/officeart/2008/layout/VerticalAccentList"/>
    <dgm:cxn modelId="{2B80935A-E43D-4116-87CE-50BE651BEF35}" type="presParOf" srcId="{2A167B03-FCF6-480B-BD04-B18E95132E7F}" destId="{1C9109EC-43D0-4356-8840-1C174E169D4F}" srcOrd="4" destOrd="0" presId="urn:microsoft.com/office/officeart/2008/layout/VerticalAccentList"/>
    <dgm:cxn modelId="{2E077FC3-3EF6-48E3-80AF-AE8ED36C8E72}" type="presParOf" srcId="{2A167B03-FCF6-480B-BD04-B18E95132E7F}" destId="{F580C234-F277-4109-8F54-CBF87BE4B61B}" srcOrd="5" destOrd="0" presId="urn:microsoft.com/office/officeart/2008/layout/VerticalAccentList"/>
    <dgm:cxn modelId="{255FEECD-7F3D-402F-93FC-1969E508A25B}" type="presParOf" srcId="{2A167B03-FCF6-480B-BD04-B18E95132E7F}" destId="{C2DC7889-4537-4EA1-8B7E-3B1E25B6DE4C}" srcOrd="6" destOrd="0" presId="urn:microsoft.com/office/officeart/2008/layout/VerticalAccentList"/>
    <dgm:cxn modelId="{12B83891-D4F8-4F22-B0BA-D67EF62D5F7A}" type="presParOf" srcId="{2A167B03-FCF6-480B-BD04-B18E95132E7F}" destId="{B46F8A2D-B8E9-481F-97F6-8D8A2A54017A}" srcOrd="7" destOrd="0" presId="urn:microsoft.com/office/officeart/2008/layout/VerticalAccentList"/>
    <dgm:cxn modelId="{4251ACE2-63BB-438D-82F7-5DD3B711FD88}" type="presParOf" srcId="{AD265B07-23FB-4DFC-8F3D-B0DCAD6DF87E}" destId="{261D04E4-2B56-456D-ABEC-1649C35A46F4}" srcOrd="2" destOrd="0" presId="urn:microsoft.com/office/officeart/2008/layout/VerticalAccentList"/>
    <dgm:cxn modelId="{295EBDB8-43DF-4576-A1B1-40ECB0B05A91}" type="presParOf" srcId="{AD265B07-23FB-4DFC-8F3D-B0DCAD6DF87E}" destId="{3CFDAEF9-1DF0-4C50-912D-A5CCDA52F9EA}" srcOrd="3" destOrd="0" presId="urn:microsoft.com/office/officeart/2008/layout/VerticalAccentList"/>
    <dgm:cxn modelId="{FA31AC89-74E7-48DE-944B-49C9DC0FD86A}" type="presParOf" srcId="{3CFDAEF9-1DF0-4C50-912D-A5CCDA52F9EA}" destId="{A4E32358-9FAF-4554-AC0F-5ED0792D2EF5}" srcOrd="0" destOrd="0" presId="urn:microsoft.com/office/officeart/2008/layout/VerticalAccentList"/>
    <dgm:cxn modelId="{921E02E9-07D4-4145-AA5E-A339EFA96F21}" type="presParOf" srcId="{AD265B07-23FB-4DFC-8F3D-B0DCAD6DF87E}" destId="{D2BF8E40-6E6F-4455-8548-D54325D6BFF6}" srcOrd="4" destOrd="0" presId="urn:microsoft.com/office/officeart/2008/layout/VerticalAccentList"/>
    <dgm:cxn modelId="{42E3A37F-FD57-4B4E-A061-B8F6ED5F569D}" type="presParOf" srcId="{D2BF8E40-6E6F-4455-8548-D54325D6BFF6}" destId="{694975F8-4C8F-474E-82FD-B2D3B38E3CE9}" srcOrd="0" destOrd="0" presId="urn:microsoft.com/office/officeart/2008/layout/VerticalAccentList"/>
    <dgm:cxn modelId="{45F9CEA7-377A-45FA-82A5-977E72E3621B}" type="presParOf" srcId="{D2BF8E40-6E6F-4455-8548-D54325D6BFF6}" destId="{3461506E-F2BB-405D-A55B-BEB6F1374518}" srcOrd="1" destOrd="0" presId="urn:microsoft.com/office/officeart/2008/layout/VerticalAccentList"/>
    <dgm:cxn modelId="{69AF3F4C-CE7A-4F22-A90A-91A961648B6A}" type="presParOf" srcId="{D2BF8E40-6E6F-4455-8548-D54325D6BFF6}" destId="{B43EA23D-813A-4C2D-A537-8243C507CEB5}" srcOrd="2" destOrd="0" presId="urn:microsoft.com/office/officeart/2008/layout/VerticalAccentList"/>
    <dgm:cxn modelId="{6E537D67-0C02-4E08-827A-AC136F2706A3}" type="presParOf" srcId="{D2BF8E40-6E6F-4455-8548-D54325D6BFF6}" destId="{9B2EDFA1-E5EE-473E-86DC-A299D77CF06C}" srcOrd="3" destOrd="0" presId="urn:microsoft.com/office/officeart/2008/layout/VerticalAccentList"/>
    <dgm:cxn modelId="{14DB3B8B-A9C8-46E5-9BB6-2B37145B8606}" type="presParOf" srcId="{D2BF8E40-6E6F-4455-8548-D54325D6BFF6}" destId="{99CDA10C-4B9C-4F99-9CE8-2F50B1F51829}" srcOrd="4" destOrd="0" presId="urn:microsoft.com/office/officeart/2008/layout/VerticalAccentList"/>
    <dgm:cxn modelId="{4F147F1A-5D72-4727-ABAC-3825E132F69B}" type="presParOf" srcId="{D2BF8E40-6E6F-4455-8548-D54325D6BFF6}" destId="{A7A25454-564F-41D3-9BE8-A358F92A3958}" srcOrd="5" destOrd="0" presId="urn:microsoft.com/office/officeart/2008/layout/VerticalAccentList"/>
    <dgm:cxn modelId="{628F3601-BD6A-43A2-8E6B-19291BFD7397}" type="presParOf" srcId="{D2BF8E40-6E6F-4455-8548-D54325D6BFF6}" destId="{8F9A76A5-9999-4ECA-A9FA-4698A1E4CE80}" srcOrd="6" destOrd="0" presId="urn:microsoft.com/office/officeart/2008/layout/VerticalAccentList"/>
    <dgm:cxn modelId="{D7B28BCF-2C63-4FE5-88C8-D687461DCF68}" type="presParOf" srcId="{D2BF8E40-6E6F-4455-8548-D54325D6BFF6}" destId="{E32532E9-08CE-4B0A-BCE0-D0BA22A7E592}" srcOrd="7" destOrd="0" presId="urn:microsoft.com/office/officeart/2008/layout/VerticalAccentList"/>
    <dgm:cxn modelId="{BEC1F587-7536-4910-BFBB-6046AF07536F}" type="presParOf" srcId="{AD265B07-23FB-4DFC-8F3D-B0DCAD6DF87E}" destId="{F8CD1F9F-F85D-4751-9FA4-FFFFD796FEA9}" srcOrd="5" destOrd="0" presId="urn:microsoft.com/office/officeart/2008/layout/VerticalAccentList"/>
    <dgm:cxn modelId="{830A8486-1199-423E-80A9-EC3DA5B14880}" type="presParOf" srcId="{AD265B07-23FB-4DFC-8F3D-B0DCAD6DF87E}" destId="{A47DC8D3-5244-4038-8723-9AED2D034015}" srcOrd="6" destOrd="0" presId="urn:microsoft.com/office/officeart/2008/layout/VerticalAccentList"/>
    <dgm:cxn modelId="{D5E07FC5-CB05-4BAA-820A-3EB7FA940DBD}" type="presParOf" srcId="{A47DC8D3-5244-4038-8723-9AED2D034015}" destId="{6942386B-9CB3-42BD-8359-D4983AE6BE94}" srcOrd="0" destOrd="0" presId="urn:microsoft.com/office/officeart/2008/layout/VerticalAccentList"/>
    <dgm:cxn modelId="{FEF1833E-5559-48FB-ADF8-A8BD714DA266}" type="presParOf" srcId="{AD265B07-23FB-4DFC-8F3D-B0DCAD6DF87E}" destId="{7319F82F-7F09-4C2D-BBBD-4C83C12D619F}" srcOrd="7" destOrd="0" presId="urn:microsoft.com/office/officeart/2008/layout/VerticalAccentList"/>
    <dgm:cxn modelId="{05D59DCF-19A7-4013-AAE2-B7C2A2693FD5}" type="presParOf" srcId="{7319F82F-7F09-4C2D-BBBD-4C83C12D619F}" destId="{F0B1E947-A6D5-46E6-8DF3-38B6CD902A99}" srcOrd="0" destOrd="0" presId="urn:microsoft.com/office/officeart/2008/layout/VerticalAccentList"/>
    <dgm:cxn modelId="{024D7A27-27F3-4248-8859-23E22FE1824B}" type="presParOf" srcId="{7319F82F-7F09-4C2D-BBBD-4C83C12D619F}" destId="{797D383C-06AE-488E-BDDF-404AF7FBEC48}" srcOrd="1" destOrd="0" presId="urn:microsoft.com/office/officeart/2008/layout/VerticalAccentList"/>
    <dgm:cxn modelId="{C4A87DB9-E6FF-4AE9-B769-5C6A43A21B46}" type="presParOf" srcId="{7319F82F-7F09-4C2D-BBBD-4C83C12D619F}" destId="{D991157B-C2C1-4888-B216-C7ADFB07A709}" srcOrd="2" destOrd="0" presId="urn:microsoft.com/office/officeart/2008/layout/VerticalAccentList"/>
    <dgm:cxn modelId="{C8EB533B-582E-4C9A-B633-672CAE33F66E}" type="presParOf" srcId="{7319F82F-7F09-4C2D-BBBD-4C83C12D619F}" destId="{E3334218-EB00-497D-B4E5-25842E5B4CD8}" srcOrd="3" destOrd="0" presId="urn:microsoft.com/office/officeart/2008/layout/VerticalAccentList"/>
    <dgm:cxn modelId="{5593D506-D420-414C-B5D9-F946EF50FB85}" type="presParOf" srcId="{7319F82F-7F09-4C2D-BBBD-4C83C12D619F}" destId="{20F9E2D2-B621-4521-9646-440AB7497F1F}" srcOrd="4" destOrd="0" presId="urn:microsoft.com/office/officeart/2008/layout/VerticalAccentList"/>
    <dgm:cxn modelId="{C78483BE-6702-4CF8-A7E1-7E8B391BEE0E}" type="presParOf" srcId="{7319F82F-7F09-4C2D-BBBD-4C83C12D619F}" destId="{C8022930-DC19-4D8D-99CA-22B6F67B4F8C}" srcOrd="5" destOrd="0" presId="urn:microsoft.com/office/officeart/2008/layout/VerticalAccentList"/>
    <dgm:cxn modelId="{906FC6EA-3E05-48A5-B66E-F94216491A69}" type="presParOf" srcId="{7319F82F-7F09-4C2D-BBBD-4C83C12D619F}" destId="{09D53426-11B8-4B93-9FA7-2E1EF814C7CC}" srcOrd="6" destOrd="0" presId="urn:microsoft.com/office/officeart/2008/layout/VerticalAccentList"/>
    <dgm:cxn modelId="{A3333421-55E5-4684-99D2-B93E32856F92}" type="presParOf" srcId="{7319F82F-7F09-4C2D-BBBD-4C83C12D619F}" destId="{7D1CCBD6-3740-4106-ACAE-D6E331C7E2C9}" srcOrd="7" destOrd="0" presId="urn:microsoft.com/office/officeart/2008/layout/VerticalAccent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3C5B8D2-1E6D-4BCA-9E4B-8A99C8D7BC4A}" type="doc">
      <dgm:prSet loTypeId="urn:microsoft.com/office/officeart/2008/layout/VerticalAccentList" loCatId="list" qsTypeId="urn:microsoft.com/office/officeart/2005/8/quickstyle/simple5" qsCatId="simple" csTypeId="urn:microsoft.com/office/officeart/2005/8/colors/colorful1" csCatId="colorful" phldr="1"/>
      <dgm:spPr/>
      <dgm:t>
        <a:bodyPr rtlCol="0"/>
        <a:lstStyle/>
        <a:p>
          <a:pPr rtl="0"/>
          <a:endParaRPr lang="en-US"/>
        </a:p>
      </dgm:t>
    </dgm:pt>
    <dgm:pt modelId="{3B990DCB-AF23-4094-864B-C8B99FA30370}">
      <dgm:prSet phldrT="[Text]"/>
      <dgm:spPr/>
      <dgm:t>
        <a:bodyPr rtlCol="0"/>
        <a:lstStyle/>
        <a:p>
          <a:pPr rtl="0"/>
          <a:r>
            <a:rPr lang="en-US" altLang="zh-CN" baseline="0" noProof="1">
              <a:latin typeface="Microsoft YaHei UI" panose="020B0503020204020204" pitchFamily="34" charset="-122"/>
              <a:ea typeface="Microsoft YaHei UI" panose="020B0503020204020204" pitchFamily="34" charset="-122"/>
            </a:rPr>
            <a:t>Q1</a:t>
          </a:r>
          <a:endParaRPr lang="zh-CN" altLang="en-US" baseline="0" noProof="1">
            <a:latin typeface="Microsoft YaHei UI" panose="020B0503020204020204" pitchFamily="34" charset="-122"/>
            <a:ea typeface="Microsoft YaHei UI" panose="020B0503020204020204" pitchFamily="34" charset="-122"/>
          </a:endParaRPr>
        </a:p>
      </dgm:t>
    </dgm:pt>
    <dgm:pt modelId="{9045AE91-C8DE-42D1-9697-92115E53B6EE}" type="parTrans" cxnId="{289A7ABA-98F5-4FB1-939B-2977E2B9EB8F}">
      <dgm:prSet/>
      <dgm:spPr/>
      <dgm:t>
        <a:bodyPr rtlCol="0"/>
        <a:lstStyle/>
        <a:p>
          <a:pPr rtl="0"/>
          <a:endParaRPr lang="zh-CN" altLang="en-US" baseline="0" noProof="1">
            <a:latin typeface="Microsoft YaHei UI" panose="020B0503020204020204" pitchFamily="34" charset="-122"/>
            <a:ea typeface="Microsoft YaHei UI" panose="020B0503020204020204" pitchFamily="34" charset="-122"/>
          </a:endParaRPr>
        </a:p>
      </dgm:t>
    </dgm:pt>
    <dgm:pt modelId="{8F93B7AA-ADE0-44B8-AFDE-9A1375C16706}" type="sibTrans" cxnId="{289A7ABA-98F5-4FB1-939B-2977E2B9EB8F}">
      <dgm:prSet/>
      <dgm:spPr/>
      <dgm:t>
        <a:bodyPr rtlCol="0"/>
        <a:lstStyle/>
        <a:p>
          <a:pPr rtl="0"/>
          <a:endParaRPr lang="zh-CN" altLang="en-US" baseline="0" noProof="1">
            <a:latin typeface="Microsoft YaHei UI" panose="020B0503020204020204" pitchFamily="34" charset="-122"/>
            <a:ea typeface="Microsoft YaHei UI" panose="020B0503020204020204" pitchFamily="34" charset="-122"/>
          </a:endParaRPr>
        </a:p>
      </dgm:t>
    </dgm:pt>
    <dgm:pt modelId="{7DEF99AD-EC88-4718-B8D7-F22561235CEC}">
      <dgm:prSet phldrT="[Text]" custT="1"/>
      <dgm:spPr/>
      <dgm:t>
        <a:bodyPr rtlCol="0"/>
        <a:lstStyle/>
        <a:p>
          <a:pPr rtl="0"/>
          <a:endParaRPr lang="en-US" altLang="en-US" sz="1600" b="1" baseline="0" noProof="1">
            <a:latin typeface="Microsoft YaHei UI" panose="020B0503020204020204" pitchFamily="34" charset="-122"/>
            <a:ea typeface="Microsoft YaHei UI" panose="020B0503020204020204" pitchFamily="34" charset="-122"/>
          </a:endParaRPr>
        </a:p>
        <a:p>
          <a:pPr rtl="0"/>
          <a:r>
            <a:rPr lang="en-US" altLang="en-US" sz="1800" b="1" baseline="0" noProof="1">
              <a:latin typeface="Microsoft YaHei UI" panose="020B0503020204020204" pitchFamily="34" charset="-122"/>
              <a:ea typeface="Microsoft YaHei UI" panose="020B0503020204020204" pitchFamily="34" charset="-122"/>
            </a:rPr>
            <a:t>1</a:t>
          </a:r>
          <a:r>
            <a:rPr lang="zh-CN" altLang="en-US" sz="1800" b="1" baseline="0" noProof="1">
              <a:latin typeface="Microsoft YaHei UI" panose="020B0503020204020204" pitchFamily="34" charset="-122"/>
              <a:ea typeface="Microsoft YaHei UI" panose="020B0503020204020204" pitchFamily="34" charset="-122"/>
            </a:rPr>
            <a:t>、</a:t>
          </a:r>
          <a:r>
            <a:rPr lang="en-US" altLang="en-US" sz="1800" b="1" baseline="0" noProof="1">
              <a:latin typeface="Microsoft YaHei UI" panose="020B0503020204020204" pitchFamily="34" charset="-122"/>
              <a:ea typeface="Microsoft YaHei UI" panose="020B0503020204020204" pitchFamily="34" charset="-122"/>
            </a:rPr>
            <a:t>AIWS</a:t>
          </a:r>
          <a:r>
            <a:rPr lang="zh-CN" altLang="en-US" sz="1800" b="1" baseline="0" noProof="1">
              <a:latin typeface="Microsoft YaHei UI" panose="020B0503020204020204" pitchFamily="34" charset="-122"/>
              <a:ea typeface="Microsoft YaHei UI" panose="020B0503020204020204" pitchFamily="34" charset="-122"/>
            </a:rPr>
            <a:t>的多发人群是：（  </a:t>
          </a:r>
          <a:r>
            <a:rPr lang="en-US" altLang="zh-CN" sz="1800" b="1" baseline="0" noProof="1">
              <a:latin typeface="Microsoft YaHei UI" panose="020B0503020204020204" pitchFamily="34" charset="-122"/>
              <a:ea typeface="Microsoft YaHei UI" panose="020B0503020204020204" pitchFamily="34" charset="-122"/>
            </a:rPr>
            <a:t>D  </a:t>
          </a:r>
          <a:r>
            <a:rPr lang="zh-CN" altLang="en-US" sz="1800" b="1" baseline="0" noProof="1">
              <a:latin typeface="Microsoft YaHei UI" panose="020B0503020204020204" pitchFamily="34" charset="-122"/>
              <a:ea typeface="Microsoft YaHei UI" panose="020B0503020204020204" pitchFamily="34" charset="-122"/>
            </a:rPr>
            <a:t>）</a:t>
          </a:r>
        </a:p>
      </dgm:t>
    </dgm:pt>
    <dgm:pt modelId="{E16E29D3-9570-412D-93B6-B4CE77D1B6DD}" type="parTrans" cxnId="{46DBFC28-5C33-4B88-8831-68037F695A48}">
      <dgm:prSet/>
      <dgm:spPr/>
      <dgm:t>
        <a:bodyPr rtlCol="0"/>
        <a:lstStyle/>
        <a:p>
          <a:pPr rtl="0"/>
          <a:endParaRPr lang="zh-CN" altLang="en-US" baseline="0" noProof="1">
            <a:latin typeface="Microsoft YaHei UI" panose="020B0503020204020204" pitchFamily="34" charset="-122"/>
            <a:ea typeface="Microsoft YaHei UI" panose="020B0503020204020204" pitchFamily="34" charset="-122"/>
          </a:endParaRPr>
        </a:p>
      </dgm:t>
    </dgm:pt>
    <dgm:pt modelId="{456EA687-CA8C-4F68-B168-4C2E87ACC68B}" type="sibTrans" cxnId="{46DBFC28-5C33-4B88-8831-68037F695A48}">
      <dgm:prSet/>
      <dgm:spPr/>
      <dgm:t>
        <a:bodyPr rtlCol="0"/>
        <a:lstStyle/>
        <a:p>
          <a:pPr rtl="0"/>
          <a:endParaRPr lang="zh-CN" altLang="en-US" baseline="0" noProof="1">
            <a:latin typeface="Microsoft YaHei UI" panose="020B0503020204020204" pitchFamily="34" charset="-122"/>
            <a:ea typeface="Microsoft YaHei UI" panose="020B0503020204020204" pitchFamily="34" charset="-122"/>
          </a:endParaRPr>
        </a:p>
      </dgm:t>
    </dgm:pt>
    <dgm:pt modelId="{240AA45F-7625-47CB-82DB-58CF98B59095}">
      <dgm:prSet phldrT="[Text]"/>
      <dgm:spPr/>
      <dgm:t>
        <a:bodyPr rtlCol="0"/>
        <a:lstStyle/>
        <a:p>
          <a:pPr rtl="0"/>
          <a:r>
            <a:rPr lang="en-US" altLang="zh-CN" baseline="0" noProof="1">
              <a:latin typeface="Microsoft YaHei UI" panose="020B0503020204020204" pitchFamily="34" charset="-122"/>
              <a:ea typeface="Microsoft YaHei UI" panose="020B0503020204020204" pitchFamily="34" charset="-122"/>
            </a:rPr>
            <a:t>Q2</a:t>
          </a:r>
          <a:endParaRPr lang="zh-CN" altLang="en-US" baseline="0" noProof="1">
            <a:latin typeface="Microsoft YaHei UI" panose="020B0503020204020204" pitchFamily="34" charset="-122"/>
            <a:ea typeface="Microsoft YaHei UI" panose="020B0503020204020204" pitchFamily="34" charset="-122"/>
          </a:endParaRPr>
        </a:p>
      </dgm:t>
    </dgm:pt>
    <dgm:pt modelId="{648CE750-928A-4617-818A-2C5528133922}" type="parTrans" cxnId="{159602F2-C521-4E1D-AE9F-D54CDD414A04}">
      <dgm:prSet/>
      <dgm:spPr/>
      <dgm:t>
        <a:bodyPr rtlCol="0"/>
        <a:lstStyle/>
        <a:p>
          <a:pPr rtl="0"/>
          <a:endParaRPr lang="zh-CN" altLang="en-US" baseline="0" noProof="1">
            <a:latin typeface="Microsoft YaHei UI" panose="020B0503020204020204" pitchFamily="34" charset="-122"/>
            <a:ea typeface="Microsoft YaHei UI" panose="020B0503020204020204" pitchFamily="34" charset="-122"/>
          </a:endParaRPr>
        </a:p>
      </dgm:t>
    </dgm:pt>
    <dgm:pt modelId="{A5F62957-BF38-47A2-B1D2-0D9C89C422D5}" type="sibTrans" cxnId="{159602F2-C521-4E1D-AE9F-D54CDD414A04}">
      <dgm:prSet/>
      <dgm:spPr/>
      <dgm:t>
        <a:bodyPr rtlCol="0"/>
        <a:lstStyle/>
        <a:p>
          <a:pPr rtl="0"/>
          <a:endParaRPr lang="zh-CN" altLang="en-US" baseline="0" noProof="1">
            <a:latin typeface="Microsoft YaHei UI" panose="020B0503020204020204" pitchFamily="34" charset="-122"/>
            <a:ea typeface="Microsoft YaHei UI" panose="020B0503020204020204" pitchFamily="34" charset="-122"/>
          </a:endParaRPr>
        </a:p>
      </dgm:t>
    </dgm:pt>
    <dgm:pt modelId="{27B4E690-4D0F-4D7A-BF6F-F3DD955F4988}">
      <dgm:prSet phldrT="[Text]"/>
      <dgm:spPr/>
      <dgm:t>
        <a:bodyPr rtlCol="0"/>
        <a:lstStyle/>
        <a:p>
          <a:pPr rtl="0"/>
          <a:r>
            <a:rPr lang="en-US" altLang="zh-CN" b="1" baseline="0" noProof="1">
              <a:latin typeface="Microsoft YaHei UI" panose="020B0503020204020204" pitchFamily="34" charset="-122"/>
              <a:ea typeface="Microsoft YaHei UI" panose="020B0503020204020204" pitchFamily="34" charset="-122"/>
            </a:rPr>
            <a:t>2</a:t>
          </a:r>
          <a:r>
            <a:rPr lang="zh-CN" altLang="en-US" b="1" baseline="0" noProof="1">
              <a:latin typeface="Microsoft YaHei UI" panose="020B0503020204020204" pitchFamily="34" charset="-122"/>
              <a:ea typeface="Microsoft YaHei UI" panose="020B0503020204020204" pitchFamily="34" charset="-122"/>
            </a:rPr>
            <a:t>、下列哪一项不是目前公认的</a:t>
          </a:r>
          <a:r>
            <a:rPr lang="en-US" altLang="zh-CN" b="1" baseline="0" noProof="1">
              <a:latin typeface="Microsoft YaHei UI" panose="020B0503020204020204" pitchFamily="34" charset="-122"/>
              <a:ea typeface="Microsoft YaHei UI" panose="020B0503020204020204" pitchFamily="34" charset="-122"/>
            </a:rPr>
            <a:t>AIWS</a:t>
          </a:r>
          <a:r>
            <a:rPr lang="zh-CN" altLang="en-US" b="1" baseline="0" noProof="1">
              <a:latin typeface="Microsoft YaHei UI" panose="020B0503020204020204" pitchFamily="34" charset="-122"/>
              <a:ea typeface="Microsoft YaHei UI" panose="020B0503020204020204" pitchFamily="34" charset="-122"/>
            </a:rPr>
            <a:t>病因：（ </a:t>
          </a:r>
          <a:r>
            <a:rPr lang="en-US" altLang="zh-CN" b="1" baseline="0" noProof="1">
              <a:latin typeface="Microsoft YaHei UI" panose="020B0503020204020204" pitchFamily="34" charset="-122"/>
              <a:ea typeface="Microsoft YaHei UI" panose="020B0503020204020204" pitchFamily="34" charset="-122"/>
            </a:rPr>
            <a:t>D</a:t>
          </a:r>
          <a:r>
            <a:rPr lang="zh-CN" altLang="en-US" b="1" baseline="0" noProof="1">
              <a:latin typeface="Microsoft YaHei UI" panose="020B0503020204020204" pitchFamily="34" charset="-122"/>
              <a:ea typeface="Microsoft YaHei UI" panose="020B0503020204020204" pitchFamily="34" charset="-122"/>
            </a:rPr>
            <a:t>  ）</a:t>
          </a:r>
          <a:endParaRPr lang="en-US" altLang="zh-CN" b="1" baseline="0" noProof="1">
            <a:latin typeface="Microsoft YaHei UI" panose="020B0503020204020204" pitchFamily="34" charset="-122"/>
            <a:ea typeface="Microsoft YaHei UI" panose="020B0503020204020204" pitchFamily="34" charset="-122"/>
          </a:endParaRPr>
        </a:p>
        <a:p>
          <a:pPr rtl="0"/>
          <a:r>
            <a:rPr lang="en-US" altLang="zh-CN" b="1" baseline="0" noProof="1">
              <a:latin typeface="Microsoft YaHei UI" panose="020B0503020204020204" pitchFamily="34" charset="-122"/>
              <a:ea typeface="Microsoft YaHei UI" panose="020B0503020204020204" pitchFamily="34" charset="-122"/>
            </a:rPr>
            <a:t>A.EB</a:t>
          </a:r>
          <a:r>
            <a:rPr lang="zh-CN" altLang="en-US" b="1" baseline="0" noProof="1">
              <a:latin typeface="Microsoft YaHei UI" panose="020B0503020204020204" pitchFamily="34" charset="-122"/>
              <a:ea typeface="Microsoft YaHei UI" panose="020B0503020204020204" pitchFamily="34" charset="-122"/>
            </a:rPr>
            <a:t>病毒  </a:t>
          </a:r>
          <a:r>
            <a:rPr lang="en-US" altLang="zh-CN" b="1" baseline="0" noProof="1">
              <a:latin typeface="Microsoft YaHei UI" panose="020B0503020204020204" pitchFamily="34" charset="-122"/>
              <a:ea typeface="Microsoft YaHei UI" panose="020B0503020204020204" pitchFamily="34" charset="-122"/>
            </a:rPr>
            <a:t>B.</a:t>
          </a:r>
          <a:r>
            <a:rPr lang="zh-CN" altLang="en-US" b="1" baseline="0" noProof="1">
              <a:latin typeface="Microsoft YaHei UI" panose="020B0503020204020204" pitchFamily="34" charset="-122"/>
              <a:ea typeface="Microsoft YaHei UI" panose="020B0503020204020204" pitchFamily="34" charset="-122"/>
            </a:rPr>
            <a:t>莱姆病  </a:t>
          </a:r>
          <a:r>
            <a:rPr lang="en-US" altLang="zh-CN" b="1" baseline="0" noProof="1">
              <a:latin typeface="Microsoft YaHei UI" panose="020B0503020204020204" pitchFamily="34" charset="-122"/>
              <a:ea typeface="Microsoft YaHei UI" panose="020B0503020204020204" pitchFamily="34" charset="-122"/>
            </a:rPr>
            <a:t>C.</a:t>
          </a:r>
          <a:r>
            <a:rPr lang="zh-CN" altLang="en-US" b="1" baseline="0" noProof="1">
              <a:latin typeface="Microsoft YaHei UI" panose="020B0503020204020204" pitchFamily="34" charset="-122"/>
              <a:ea typeface="Microsoft YaHei UI" panose="020B0503020204020204" pitchFamily="34" charset="-122"/>
            </a:rPr>
            <a:t>遗传性偏头痛  </a:t>
          </a:r>
          <a:r>
            <a:rPr lang="en-US" altLang="zh-CN" b="1" baseline="0" noProof="1">
              <a:latin typeface="Microsoft YaHei UI" panose="020B0503020204020204" pitchFamily="34" charset="-122"/>
              <a:ea typeface="Microsoft YaHei UI" panose="020B0503020204020204" pitchFamily="34" charset="-122"/>
            </a:rPr>
            <a:t>D.</a:t>
          </a:r>
          <a:r>
            <a:rPr lang="zh-CN" altLang="en-US" b="1" baseline="0" noProof="1">
              <a:latin typeface="Microsoft YaHei UI" panose="020B0503020204020204" pitchFamily="34" charset="-122"/>
              <a:ea typeface="Microsoft YaHei UI" panose="020B0503020204020204" pitchFamily="34" charset="-122"/>
            </a:rPr>
            <a:t>肺炎</a:t>
          </a:r>
        </a:p>
      </dgm:t>
    </dgm:pt>
    <dgm:pt modelId="{90D197D3-3303-4C80-A092-3B7BDF04FBF7}" type="parTrans" cxnId="{62126DBA-440F-4890-99E9-D0197B1F8AC3}">
      <dgm:prSet/>
      <dgm:spPr/>
      <dgm:t>
        <a:bodyPr rtlCol="0"/>
        <a:lstStyle/>
        <a:p>
          <a:pPr rtl="0"/>
          <a:endParaRPr lang="zh-CN" altLang="en-US" baseline="0" noProof="1">
            <a:latin typeface="Microsoft YaHei UI" panose="020B0503020204020204" pitchFamily="34" charset="-122"/>
            <a:ea typeface="Microsoft YaHei UI" panose="020B0503020204020204" pitchFamily="34" charset="-122"/>
          </a:endParaRPr>
        </a:p>
      </dgm:t>
    </dgm:pt>
    <dgm:pt modelId="{9A9FC636-BF64-4AA3-9111-3312D89D6371}" type="sibTrans" cxnId="{62126DBA-440F-4890-99E9-D0197B1F8AC3}">
      <dgm:prSet/>
      <dgm:spPr/>
      <dgm:t>
        <a:bodyPr rtlCol="0"/>
        <a:lstStyle/>
        <a:p>
          <a:pPr rtl="0"/>
          <a:endParaRPr lang="zh-CN" altLang="en-US" baseline="0" noProof="1">
            <a:latin typeface="Microsoft YaHei UI" panose="020B0503020204020204" pitchFamily="34" charset="-122"/>
            <a:ea typeface="Microsoft YaHei UI" panose="020B0503020204020204" pitchFamily="34" charset="-122"/>
          </a:endParaRPr>
        </a:p>
      </dgm:t>
    </dgm:pt>
    <dgm:pt modelId="{E1AD1DBC-9B34-4672-B365-6C5C7E96A5E5}">
      <dgm:prSet phldrT="[Text]"/>
      <dgm:spPr/>
      <dgm:t>
        <a:bodyPr rtlCol="0"/>
        <a:lstStyle/>
        <a:p>
          <a:pPr rtl="0"/>
          <a:r>
            <a:rPr lang="en-US" altLang="zh-CN" baseline="0" noProof="1">
              <a:latin typeface="Microsoft YaHei UI" panose="020B0503020204020204" pitchFamily="34" charset="-122"/>
              <a:ea typeface="Microsoft YaHei UI" panose="020B0503020204020204" pitchFamily="34" charset="-122"/>
            </a:rPr>
            <a:t>Q3</a:t>
          </a:r>
          <a:endParaRPr lang="zh-CN" altLang="en-US" baseline="0" noProof="1">
            <a:latin typeface="Microsoft YaHei UI" panose="020B0503020204020204" pitchFamily="34" charset="-122"/>
            <a:ea typeface="Microsoft YaHei UI" panose="020B0503020204020204" pitchFamily="34" charset="-122"/>
          </a:endParaRPr>
        </a:p>
      </dgm:t>
    </dgm:pt>
    <dgm:pt modelId="{8C5C062E-BB4A-4159-9D81-9F19138DAF56}" type="parTrans" cxnId="{4E210A80-A0A8-4FC3-BB39-ADD0CB874D63}">
      <dgm:prSet/>
      <dgm:spPr/>
      <dgm:t>
        <a:bodyPr rtlCol="0"/>
        <a:lstStyle/>
        <a:p>
          <a:pPr rtl="0"/>
          <a:endParaRPr lang="zh-CN" altLang="en-US" baseline="0" noProof="1">
            <a:latin typeface="Microsoft YaHei UI" panose="020B0503020204020204" pitchFamily="34" charset="-122"/>
            <a:ea typeface="Microsoft YaHei UI" panose="020B0503020204020204" pitchFamily="34" charset="-122"/>
          </a:endParaRPr>
        </a:p>
      </dgm:t>
    </dgm:pt>
    <dgm:pt modelId="{1A79B38F-A3E5-4698-99B4-A0F5A3E8CD65}" type="sibTrans" cxnId="{4E210A80-A0A8-4FC3-BB39-ADD0CB874D63}">
      <dgm:prSet/>
      <dgm:spPr/>
      <dgm:t>
        <a:bodyPr rtlCol="0"/>
        <a:lstStyle/>
        <a:p>
          <a:pPr rtl="0"/>
          <a:endParaRPr lang="zh-CN" altLang="en-US" baseline="0" noProof="1">
            <a:latin typeface="Microsoft YaHei UI" panose="020B0503020204020204" pitchFamily="34" charset="-122"/>
            <a:ea typeface="Microsoft YaHei UI" panose="020B0503020204020204" pitchFamily="34" charset="-122"/>
          </a:endParaRPr>
        </a:p>
      </dgm:t>
    </dgm:pt>
    <dgm:pt modelId="{1D280956-61F1-44EA-89DD-47917582B346}">
      <dgm:prSet phldrT="[Text]"/>
      <dgm:spPr/>
      <dgm:t>
        <a:bodyPr rtlCol="0"/>
        <a:lstStyle/>
        <a:p>
          <a:pPr rtl="0"/>
          <a:r>
            <a:rPr lang="en-US" altLang="zh-CN" b="1" baseline="0" noProof="1">
              <a:latin typeface="Microsoft YaHei UI" panose="020B0503020204020204" pitchFamily="34" charset="-122"/>
              <a:ea typeface="Microsoft YaHei UI" panose="020B0503020204020204" pitchFamily="34" charset="-122"/>
            </a:rPr>
            <a:t>3</a:t>
          </a:r>
          <a:r>
            <a:rPr lang="zh-CN" altLang="en-US" b="1" baseline="0" noProof="1">
              <a:latin typeface="Microsoft YaHei UI" panose="020B0503020204020204" pitchFamily="34" charset="-122"/>
              <a:ea typeface="Microsoft YaHei UI" panose="020B0503020204020204" pitchFamily="34" charset="-122"/>
            </a:rPr>
            <a:t>、属于</a:t>
          </a:r>
          <a:r>
            <a:rPr lang="en-US" altLang="zh-CN" b="1" baseline="0" noProof="1">
              <a:latin typeface="Microsoft YaHei UI" panose="020B0503020204020204" pitchFamily="34" charset="-122"/>
              <a:ea typeface="Microsoft YaHei UI" panose="020B0503020204020204" pitchFamily="34" charset="-122"/>
            </a:rPr>
            <a:t>B</a:t>
          </a:r>
          <a:r>
            <a:rPr lang="zh-CN" altLang="en-US" b="1" baseline="0" noProof="1">
              <a:latin typeface="Microsoft YaHei UI" panose="020B0503020204020204" pitchFamily="34" charset="-122"/>
              <a:ea typeface="Microsoft YaHei UI" panose="020B0503020204020204" pitchFamily="34" charset="-122"/>
            </a:rPr>
            <a:t>型</a:t>
          </a:r>
          <a:r>
            <a:rPr lang="en-US" altLang="zh-CN" b="1" baseline="0" noProof="1">
              <a:latin typeface="Microsoft YaHei UI" panose="020B0503020204020204" pitchFamily="34" charset="-122"/>
              <a:ea typeface="Microsoft YaHei UI" panose="020B0503020204020204" pitchFamily="34" charset="-122"/>
            </a:rPr>
            <a:t>AIWS</a:t>
          </a:r>
          <a:r>
            <a:rPr lang="zh-CN" altLang="en-US" b="1" baseline="0" noProof="1">
              <a:latin typeface="Microsoft YaHei UI" panose="020B0503020204020204" pitchFamily="34" charset="-122"/>
              <a:ea typeface="Microsoft YaHei UI" panose="020B0503020204020204" pitchFamily="34" charset="-122"/>
            </a:rPr>
            <a:t>症状的是：（  </a:t>
          </a:r>
          <a:r>
            <a:rPr lang="en-US" altLang="zh-CN" b="1" baseline="0" noProof="1">
              <a:latin typeface="Microsoft YaHei UI" panose="020B0503020204020204" pitchFamily="34" charset="-122"/>
              <a:ea typeface="Microsoft YaHei UI" panose="020B0503020204020204" pitchFamily="34" charset="-122"/>
            </a:rPr>
            <a:t>B</a:t>
          </a:r>
          <a:r>
            <a:rPr lang="zh-CN" altLang="en-US" b="1" baseline="0" noProof="1">
              <a:latin typeface="Microsoft YaHei UI" panose="020B0503020204020204" pitchFamily="34" charset="-122"/>
              <a:ea typeface="Microsoft YaHei UI" panose="020B0503020204020204" pitchFamily="34" charset="-122"/>
            </a:rPr>
            <a:t>  ）</a:t>
          </a:r>
          <a:endParaRPr lang="en-US" altLang="zh-CN" b="1" baseline="0" noProof="1">
            <a:latin typeface="Microsoft YaHei UI" panose="020B0503020204020204" pitchFamily="34" charset="-122"/>
            <a:ea typeface="Microsoft YaHei UI" panose="020B0503020204020204" pitchFamily="34" charset="-122"/>
          </a:endParaRPr>
        </a:p>
        <a:p>
          <a:pPr rtl="0"/>
          <a:r>
            <a:rPr lang="en-US" altLang="zh-CN" b="1" baseline="0" noProof="1">
              <a:latin typeface="Microsoft YaHei UI" panose="020B0503020204020204" pitchFamily="34" charset="-122"/>
              <a:ea typeface="Microsoft YaHei UI" panose="020B0503020204020204" pitchFamily="34" charset="-122"/>
            </a:rPr>
            <a:t>A.</a:t>
          </a:r>
          <a:r>
            <a:rPr lang="zh-CN" altLang="en-US" b="1" baseline="0" noProof="1">
              <a:latin typeface="Microsoft YaHei UI" panose="020B0503020204020204" pitchFamily="34" charset="-122"/>
              <a:ea typeface="Microsoft YaHei UI" panose="020B0503020204020204" pitchFamily="34" charset="-122"/>
            </a:rPr>
            <a:t>身心二元性  </a:t>
          </a:r>
          <a:r>
            <a:rPr lang="en-US" altLang="zh-CN" b="1" baseline="0" noProof="1">
              <a:latin typeface="Microsoft YaHei UI" panose="020B0503020204020204" pitchFamily="34" charset="-122"/>
              <a:ea typeface="Microsoft YaHei UI" panose="020B0503020204020204" pitchFamily="34" charset="-122"/>
            </a:rPr>
            <a:t>B.</a:t>
          </a:r>
          <a:r>
            <a:rPr lang="zh-CN" altLang="en-US" b="1" baseline="0" noProof="1">
              <a:latin typeface="Microsoft YaHei UI" panose="020B0503020204020204" pitchFamily="34" charset="-122"/>
              <a:ea typeface="Microsoft YaHei UI" panose="020B0503020204020204" pitchFamily="34" charset="-122"/>
            </a:rPr>
            <a:t>小人国主义  </a:t>
          </a:r>
          <a:r>
            <a:rPr lang="en-US" altLang="zh-CN" b="1" baseline="0" noProof="1">
              <a:latin typeface="Microsoft YaHei UI" panose="020B0503020204020204" pitchFamily="34" charset="-122"/>
              <a:ea typeface="Microsoft YaHei UI" panose="020B0503020204020204" pitchFamily="34" charset="-122"/>
            </a:rPr>
            <a:t>C.</a:t>
          </a:r>
          <a:r>
            <a:rPr lang="zh-CN" altLang="en-US" b="1" baseline="0" noProof="1">
              <a:latin typeface="Microsoft YaHei UI" panose="020B0503020204020204" pitchFamily="34" charset="-122"/>
              <a:ea typeface="Microsoft YaHei UI" panose="020B0503020204020204" pitchFamily="34" charset="-122"/>
            </a:rPr>
            <a:t>焦虑  </a:t>
          </a:r>
          <a:r>
            <a:rPr lang="en-US" altLang="zh-CN" b="1" baseline="0" noProof="1">
              <a:latin typeface="Microsoft YaHei UI" panose="020B0503020204020204" pitchFamily="34" charset="-122"/>
              <a:ea typeface="Microsoft YaHei UI" panose="020B0503020204020204" pitchFamily="34" charset="-122"/>
            </a:rPr>
            <a:t>D.</a:t>
          </a:r>
          <a:r>
            <a:rPr lang="zh-CN" altLang="en-US" b="1" baseline="0" noProof="1">
              <a:latin typeface="Microsoft YaHei UI" panose="020B0503020204020204" pitchFamily="34" charset="-122"/>
              <a:ea typeface="Microsoft YaHei UI" panose="020B0503020204020204" pitchFamily="34" charset="-122"/>
            </a:rPr>
            <a:t>抑郁</a:t>
          </a:r>
        </a:p>
      </dgm:t>
    </dgm:pt>
    <dgm:pt modelId="{F5F29254-C816-4B3B-A23C-846A234C8557}" type="parTrans" cxnId="{8DAC0267-44CD-4D02-88C9-B2F8A13C158E}">
      <dgm:prSet/>
      <dgm:spPr/>
      <dgm:t>
        <a:bodyPr rtlCol="0"/>
        <a:lstStyle/>
        <a:p>
          <a:pPr rtl="0"/>
          <a:endParaRPr lang="zh-CN" altLang="en-US" baseline="0" noProof="1">
            <a:latin typeface="Microsoft YaHei UI" panose="020B0503020204020204" pitchFamily="34" charset="-122"/>
            <a:ea typeface="Microsoft YaHei UI" panose="020B0503020204020204" pitchFamily="34" charset="-122"/>
          </a:endParaRPr>
        </a:p>
      </dgm:t>
    </dgm:pt>
    <dgm:pt modelId="{EC76378A-9F1D-482E-AF47-2DD7D70945B6}" type="sibTrans" cxnId="{8DAC0267-44CD-4D02-88C9-B2F8A13C158E}">
      <dgm:prSet/>
      <dgm:spPr/>
      <dgm:t>
        <a:bodyPr rtlCol="0"/>
        <a:lstStyle/>
        <a:p>
          <a:pPr rtl="0"/>
          <a:endParaRPr lang="zh-CN" altLang="en-US" baseline="0" noProof="1">
            <a:latin typeface="Microsoft YaHei UI" panose="020B0503020204020204" pitchFamily="34" charset="-122"/>
            <a:ea typeface="Microsoft YaHei UI" panose="020B0503020204020204" pitchFamily="34" charset="-122"/>
          </a:endParaRPr>
        </a:p>
      </dgm:t>
    </dgm:pt>
    <dgm:pt modelId="{9F6BB197-5CD1-428E-B4C7-D8F6D61E4B1D}">
      <dgm:prSet custT="1"/>
      <dgm:spPr/>
      <dgm:t>
        <a:bodyPr/>
        <a:lstStyle/>
        <a:p>
          <a:pPr rtl="0"/>
          <a:r>
            <a:rPr lang="en-US" altLang="en-US" sz="1800" b="1" baseline="0" noProof="1">
              <a:latin typeface="Microsoft YaHei UI" panose="020B0503020204020204" pitchFamily="34" charset="-122"/>
              <a:ea typeface="Microsoft YaHei UI" panose="020B0503020204020204" pitchFamily="34" charset="-122"/>
            </a:rPr>
            <a:t>A.</a:t>
          </a:r>
          <a:r>
            <a:rPr lang="zh-CN" altLang="en-US" sz="1800" b="1" baseline="0" noProof="1">
              <a:latin typeface="Microsoft YaHei UI" panose="020B0503020204020204" pitchFamily="34" charset="-122"/>
              <a:ea typeface="Microsoft YaHei UI" panose="020B0503020204020204" pitchFamily="34" charset="-122"/>
            </a:rPr>
            <a:t>青少年   </a:t>
          </a:r>
          <a:r>
            <a:rPr lang="en-US" altLang="en-US" sz="1800" b="1" baseline="0" noProof="1">
              <a:latin typeface="Microsoft YaHei UI" panose="020B0503020204020204" pitchFamily="34" charset="-122"/>
              <a:ea typeface="Microsoft YaHei UI" panose="020B0503020204020204" pitchFamily="34" charset="-122"/>
            </a:rPr>
            <a:t>B.</a:t>
          </a:r>
          <a:r>
            <a:rPr lang="zh-CN" altLang="en-US" sz="1800" b="1" baseline="0" noProof="1">
              <a:latin typeface="Microsoft YaHei UI" panose="020B0503020204020204" pitchFamily="34" charset="-122"/>
              <a:ea typeface="Microsoft YaHei UI" panose="020B0503020204020204" pitchFamily="34" charset="-122"/>
            </a:rPr>
            <a:t>壮年   </a:t>
          </a:r>
          <a:r>
            <a:rPr lang="en-US" altLang="en-US" sz="1800" b="1" baseline="0" noProof="1">
              <a:latin typeface="Microsoft YaHei UI" panose="020B0503020204020204" pitchFamily="34" charset="-122"/>
              <a:ea typeface="Microsoft YaHei UI" panose="020B0503020204020204" pitchFamily="34" charset="-122"/>
            </a:rPr>
            <a:t>C.</a:t>
          </a:r>
          <a:r>
            <a:rPr lang="zh-CN" altLang="en-US" sz="1800" b="1" baseline="0" noProof="1">
              <a:latin typeface="Microsoft YaHei UI" panose="020B0503020204020204" pitchFamily="34" charset="-122"/>
              <a:ea typeface="Microsoft YaHei UI" panose="020B0503020204020204" pitchFamily="34" charset="-122"/>
            </a:rPr>
            <a:t>老年   </a:t>
          </a:r>
          <a:r>
            <a:rPr lang="en-US" altLang="en-US" sz="1800" b="1" baseline="0" noProof="1">
              <a:latin typeface="Microsoft YaHei UI" panose="020B0503020204020204" pitchFamily="34" charset="-122"/>
              <a:ea typeface="Microsoft YaHei UI" panose="020B0503020204020204" pitchFamily="34" charset="-122"/>
            </a:rPr>
            <a:t>D.</a:t>
          </a:r>
          <a:r>
            <a:rPr lang="zh-CN" altLang="en-US" sz="1800" b="1" baseline="0" noProof="1">
              <a:latin typeface="Microsoft YaHei UI" panose="020B0503020204020204" pitchFamily="34" charset="-122"/>
              <a:ea typeface="Microsoft YaHei UI" panose="020B0503020204020204" pitchFamily="34" charset="-122"/>
            </a:rPr>
            <a:t>儿童</a:t>
          </a:r>
        </a:p>
      </dgm:t>
    </dgm:pt>
    <dgm:pt modelId="{B8CAB4A8-4B7C-4C89-9865-C10BA00C15A1}" type="parTrans" cxnId="{EE0CE7BD-355C-44E0-AC1D-53883A4DB980}">
      <dgm:prSet/>
      <dgm:spPr/>
      <dgm:t>
        <a:bodyPr/>
        <a:lstStyle/>
        <a:p>
          <a:endParaRPr lang="zh-CN" altLang="en-US"/>
        </a:p>
      </dgm:t>
    </dgm:pt>
    <dgm:pt modelId="{A71434CE-D90D-4602-8AF1-9FBD4530FDBB}" type="sibTrans" cxnId="{EE0CE7BD-355C-44E0-AC1D-53883A4DB980}">
      <dgm:prSet/>
      <dgm:spPr/>
      <dgm:t>
        <a:bodyPr/>
        <a:lstStyle/>
        <a:p>
          <a:endParaRPr lang="zh-CN" altLang="en-US"/>
        </a:p>
      </dgm:t>
    </dgm:pt>
    <dgm:pt modelId="{69666047-86C3-457C-B076-A4CE1EF58786}">
      <dgm:prSet custT="1"/>
      <dgm:spPr/>
      <dgm:t>
        <a:bodyPr/>
        <a:lstStyle/>
        <a:p>
          <a:pPr rtl="0"/>
          <a:endParaRPr lang="zh-CN" altLang="en-US" sz="1000" b="1" baseline="0" noProof="1">
            <a:latin typeface="Microsoft YaHei UI" panose="020B0503020204020204" pitchFamily="34" charset="-122"/>
            <a:ea typeface="Microsoft YaHei UI" panose="020B0503020204020204" pitchFamily="34" charset="-122"/>
          </a:endParaRPr>
        </a:p>
      </dgm:t>
    </dgm:pt>
    <dgm:pt modelId="{EBA5250C-39D9-443A-A3B3-44E695ED2BAC}" type="parTrans" cxnId="{02BE84EF-A022-4FAC-9F1A-8264FD517F9F}">
      <dgm:prSet/>
      <dgm:spPr/>
      <dgm:t>
        <a:bodyPr/>
        <a:lstStyle/>
        <a:p>
          <a:endParaRPr lang="zh-CN" altLang="en-US"/>
        </a:p>
      </dgm:t>
    </dgm:pt>
    <dgm:pt modelId="{E4D2177F-6071-430D-BD63-F266B492743F}" type="sibTrans" cxnId="{02BE84EF-A022-4FAC-9F1A-8264FD517F9F}">
      <dgm:prSet/>
      <dgm:spPr/>
      <dgm:t>
        <a:bodyPr/>
        <a:lstStyle/>
        <a:p>
          <a:endParaRPr lang="zh-CN" altLang="en-US"/>
        </a:p>
      </dgm:t>
    </dgm:pt>
    <dgm:pt modelId="{AD265B07-23FB-4DFC-8F3D-B0DCAD6DF87E}" type="pres">
      <dgm:prSet presAssocID="{D3C5B8D2-1E6D-4BCA-9E4B-8A99C8D7BC4A}" presName="Name0" presStyleCnt="0">
        <dgm:presLayoutVars>
          <dgm:chMax/>
          <dgm:chPref/>
          <dgm:dir/>
        </dgm:presLayoutVars>
      </dgm:prSet>
      <dgm:spPr/>
    </dgm:pt>
    <dgm:pt modelId="{0E7F93D0-E3D1-48EE-9797-63EC830CCA06}" type="pres">
      <dgm:prSet presAssocID="{3B990DCB-AF23-4094-864B-C8B99FA30370}" presName="parenttextcomposite" presStyleCnt="0"/>
      <dgm:spPr/>
    </dgm:pt>
    <dgm:pt modelId="{1828D533-56A7-44F9-AB5F-B12D35D0CCA4}" type="pres">
      <dgm:prSet presAssocID="{3B990DCB-AF23-4094-864B-C8B99FA30370}" presName="parenttext" presStyleLbl="revTx" presStyleIdx="0" presStyleCnt="3">
        <dgm:presLayoutVars>
          <dgm:chMax/>
          <dgm:chPref val="2"/>
          <dgm:bulletEnabled val="1"/>
        </dgm:presLayoutVars>
      </dgm:prSet>
      <dgm:spPr/>
    </dgm:pt>
    <dgm:pt modelId="{2A167B03-FCF6-480B-BD04-B18E95132E7F}" type="pres">
      <dgm:prSet presAssocID="{3B990DCB-AF23-4094-864B-C8B99FA30370}" presName="composite" presStyleCnt="0"/>
      <dgm:spPr/>
    </dgm:pt>
    <dgm:pt modelId="{B5E09CC3-072D-40C5-93CB-3CB61546DAC3}" type="pres">
      <dgm:prSet presAssocID="{3B990DCB-AF23-4094-864B-C8B99FA30370}" presName="chevron1" presStyleLbl="alignNode1" presStyleIdx="0" presStyleCnt="21"/>
      <dgm:spPr/>
    </dgm:pt>
    <dgm:pt modelId="{7E5B5F30-562C-45F5-947C-105C96262837}" type="pres">
      <dgm:prSet presAssocID="{3B990DCB-AF23-4094-864B-C8B99FA30370}" presName="chevron2" presStyleLbl="alignNode1" presStyleIdx="1" presStyleCnt="21"/>
      <dgm:spPr/>
    </dgm:pt>
    <dgm:pt modelId="{BA96BDD2-A6C8-4432-8E71-D4E67320B8FF}" type="pres">
      <dgm:prSet presAssocID="{3B990DCB-AF23-4094-864B-C8B99FA30370}" presName="chevron3" presStyleLbl="alignNode1" presStyleIdx="2" presStyleCnt="21"/>
      <dgm:spPr/>
    </dgm:pt>
    <dgm:pt modelId="{2AAF1885-F2C6-4C50-A304-71F970C85713}" type="pres">
      <dgm:prSet presAssocID="{3B990DCB-AF23-4094-864B-C8B99FA30370}" presName="chevron4" presStyleLbl="alignNode1" presStyleIdx="3" presStyleCnt="21"/>
      <dgm:spPr/>
    </dgm:pt>
    <dgm:pt modelId="{1C9109EC-43D0-4356-8840-1C174E169D4F}" type="pres">
      <dgm:prSet presAssocID="{3B990DCB-AF23-4094-864B-C8B99FA30370}" presName="chevron5" presStyleLbl="alignNode1" presStyleIdx="4" presStyleCnt="21"/>
      <dgm:spPr/>
    </dgm:pt>
    <dgm:pt modelId="{F580C234-F277-4109-8F54-CBF87BE4B61B}" type="pres">
      <dgm:prSet presAssocID="{3B990DCB-AF23-4094-864B-C8B99FA30370}" presName="chevron6" presStyleLbl="alignNode1" presStyleIdx="5" presStyleCnt="21"/>
      <dgm:spPr/>
    </dgm:pt>
    <dgm:pt modelId="{C2DC7889-4537-4EA1-8B7E-3B1E25B6DE4C}" type="pres">
      <dgm:prSet presAssocID="{3B990DCB-AF23-4094-864B-C8B99FA30370}" presName="chevron7" presStyleLbl="alignNode1" presStyleIdx="6" presStyleCnt="21"/>
      <dgm:spPr/>
    </dgm:pt>
    <dgm:pt modelId="{B46F8A2D-B8E9-481F-97F6-8D8A2A54017A}" type="pres">
      <dgm:prSet presAssocID="{3B990DCB-AF23-4094-864B-C8B99FA30370}" presName="childtext" presStyleLbl="solidFgAcc1" presStyleIdx="0" presStyleCnt="3">
        <dgm:presLayoutVars>
          <dgm:chMax/>
          <dgm:chPref val="0"/>
          <dgm:bulletEnabled val="1"/>
        </dgm:presLayoutVars>
      </dgm:prSet>
      <dgm:spPr/>
    </dgm:pt>
    <dgm:pt modelId="{261D04E4-2B56-456D-ABEC-1649C35A46F4}" type="pres">
      <dgm:prSet presAssocID="{8F93B7AA-ADE0-44B8-AFDE-9A1375C16706}" presName="sibTrans" presStyleCnt="0"/>
      <dgm:spPr/>
    </dgm:pt>
    <dgm:pt modelId="{3CFDAEF9-1DF0-4C50-912D-A5CCDA52F9EA}" type="pres">
      <dgm:prSet presAssocID="{240AA45F-7625-47CB-82DB-58CF98B59095}" presName="parenttextcomposite" presStyleCnt="0"/>
      <dgm:spPr/>
    </dgm:pt>
    <dgm:pt modelId="{A4E32358-9FAF-4554-AC0F-5ED0792D2EF5}" type="pres">
      <dgm:prSet presAssocID="{240AA45F-7625-47CB-82DB-58CF98B59095}" presName="parenttext" presStyleLbl="revTx" presStyleIdx="1" presStyleCnt="3">
        <dgm:presLayoutVars>
          <dgm:chMax/>
          <dgm:chPref val="2"/>
          <dgm:bulletEnabled val="1"/>
        </dgm:presLayoutVars>
      </dgm:prSet>
      <dgm:spPr/>
    </dgm:pt>
    <dgm:pt modelId="{D2BF8E40-6E6F-4455-8548-D54325D6BFF6}" type="pres">
      <dgm:prSet presAssocID="{240AA45F-7625-47CB-82DB-58CF98B59095}" presName="composite" presStyleCnt="0"/>
      <dgm:spPr/>
    </dgm:pt>
    <dgm:pt modelId="{694975F8-4C8F-474E-82FD-B2D3B38E3CE9}" type="pres">
      <dgm:prSet presAssocID="{240AA45F-7625-47CB-82DB-58CF98B59095}" presName="chevron1" presStyleLbl="alignNode1" presStyleIdx="7" presStyleCnt="21"/>
      <dgm:spPr/>
    </dgm:pt>
    <dgm:pt modelId="{3461506E-F2BB-405D-A55B-BEB6F1374518}" type="pres">
      <dgm:prSet presAssocID="{240AA45F-7625-47CB-82DB-58CF98B59095}" presName="chevron2" presStyleLbl="alignNode1" presStyleIdx="8" presStyleCnt="21"/>
      <dgm:spPr/>
    </dgm:pt>
    <dgm:pt modelId="{B43EA23D-813A-4C2D-A537-8243C507CEB5}" type="pres">
      <dgm:prSet presAssocID="{240AA45F-7625-47CB-82DB-58CF98B59095}" presName="chevron3" presStyleLbl="alignNode1" presStyleIdx="9" presStyleCnt="21"/>
      <dgm:spPr/>
    </dgm:pt>
    <dgm:pt modelId="{9B2EDFA1-E5EE-473E-86DC-A299D77CF06C}" type="pres">
      <dgm:prSet presAssocID="{240AA45F-7625-47CB-82DB-58CF98B59095}" presName="chevron4" presStyleLbl="alignNode1" presStyleIdx="10" presStyleCnt="21"/>
      <dgm:spPr/>
    </dgm:pt>
    <dgm:pt modelId="{99CDA10C-4B9C-4F99-9CE8-2F50B1F51829}" type="pres">
      <dgm:prSet presAssocID="{240AA45F-7625-47CB-82DB-58CF98B59095}" presName="chevron5" presStyleLbl="alignNode1" presStyleIdx="11" presStyleCnt="21"/>
      <dgm:spPr/>
    </dgm:pt>
    <dgm:pt modelId="{A7A25454-564F-41D3-9BE8-A358F92A3958}" type="pres">
      <dgm:prSet presAssocID="{240AA45F-7625-47CB-82DB-58CF98B59095}" presName="chevron6" presStyleLbl="alignNode1" presStyleIdx="12" presStyleCnt="21"/>
      <dgm:spPr/>
    </dgm:pt>
    <dgm:pt modelId="{8F9A76A5-9999-4ECA-A9FA-4698A1E4CE80}" type="pres">
      <dgm:prSet presAssocID="{240AA45F-7625-47CB-82DB-58CF98B59095}" presName="chevron7" presStyleLbl="alignNode1" presStyleIdx="13" presStyleCnt="21"/>
      <dgm:spPr/>
    </dgm:pt>
    <dgm:pt modelId="{E32532E9-08CE-4B0A-BCE0-D0BA22A7E592}" type="pres">
      <dgm:prSet presAssocID="{240AA45F-7625-47CB-82DB-58CF98B59095}" presName="childtext" presStyleLbl="solidFgAcc1" presStyleIdx="1" presStyleCnt="3">
        <dgm:presLayoutVars>
          <dgm:chMax/>
          <dgm:chPref val="0"/>
          <dgm:bulletEnabled val="1"/>
        </dgm:presLayoutVars>
      </dgm:prSet>
      <dgm:spPr/>
    </dgm:pt>
    <dgm:pt modelId="{F8CD1F9F-F85D-4751-9FA4-FFFFD796FEA9}" type="pres">
      <dgm:prSet presAssocID="{A5F62957-BF38-47A2-B1D2-0D9C89C422D5}" presName="sibTrans" presStyleCnt="0"/>
      <dgm:spPr/>
    </dgm:pt>
    <dgm:pt modelId="{A47DC8D3-5244-4038-8723-9AED2D034015}" type="pres">
      <dgm:prSet presAssocID="{E1AD1DBC-9B34-4672-B365-6C5C7E96A5E5}" presName="parenttextcomposite" presStyleCnt="0"/>
      <dgm:spPr/>
    </dgm:pt>
    <dgm:pt modelId="{6942386B-9CB3-42BD-8359-D4983AE6BE94}" type="pres">
      <dgm:prSet presAssocID="{E1AD1DBC-9B34-4672-B365-6C5C7E96A5E5}" presName="parenttext" presStyleLbl="revTx" presStyleIdx="2" presStyleCnt="3">
        <dgm:presLayoutVars>
          <dgm:chMax/>
          <dgm:chPref val="2"/>
          <dgm:bulletEnabled val="1"/>
        </dgm:presLayoutVars>
      </dgm:prSet>
      <dgm:spPr/>
    </dgm:pt>
    <dgm:pt modelId="{7319F82F-7F09-4C2D-BBBD-4C83C12D619F}" type="pres">
      <dgm:prSet presAssocID="{E1AD1DBC-9B34-4672-B365-6C5C7E96A5E5}" presName="composite" presStyleCnt="0"/>
      <dgm:spPr/>
    </dgm:pt>
    <dgm:pt modelId="{F0B1E947-A6D5-46E6-8DF3-38B6CD902A99}" type="pres">
      <dgm:prSet presAssocID="{E1AD1DBC-9B34-4672-B365-6C5C7E96A5E5}" presName="chevron1" presStyleLbl="alignNode1" presStyleIdx="14" presStyleCnt="21"/>
      <dgm:spPr/>
    </dgm:pt>
    <dgm:pt modelId="{797D383C-06AE-488E-BDDF-404AF7FBEC48}" type="pres">
      <dgm:prSet presAssocID="{E1AD1DBC-9B34-4672-B365-6C5C7E96A5E5}" presName="chevron2" presStyleLbl="alignNode1" presStyleIdx="15" presStyleCnt="21"/>
      <dgm:spPr/>
    </dgm:pt>
    <dgm:pt modelId="{D991157B-C2C1-4888-B216-C7ADFB07A709}" type="pres">
      <dgm:prSet presAssocID="{E1AD1DBC-9B34-4672-B365-6C5C7E96A5E5}" presName="chevron3" presStyleLbl="alignNode1" presStyleIdx="16" presStyleCnt="21"/>
      <dgm:spPr/>
    </dgm:pt>
    <dgm:pt modelId="{E3334218-EB00-497D-B4E5-25842E5B4CD8}" type="pres">
      <dgm:prSet presAssocID="{E1AD1DBC-9B34-4672-B365-6C5C7E96A5E5}" presName="chevron4" presStyleLbl="alignNode1" presStyleIdx="17" presStyleCnt="21"/>
      <dgm:spPr/>
    </dgm:pt>
    <dgm:pt modelId="{20F9E2D2-B621-4521-9646-440AB7497F1F}" type="pres">
      <dgm:prSet presAssocID="{E1AD1DBC-9B34-4672-B365-6C5C7E96A5E5}" presName="chevron5" presStyleLbl="alignNode1" presStyleIdx="18" presStyleCnt="21"/>
      <dgm:spPr/>
    </dgm:pt>
    <dgm:pt modelId="{C8022930-DC19-4D8D-99CA-22B6F67B4F8C}" type="pres">
      <dgm:prSet presAssocID="{E1AD1DBC-9B34-4672-B365-6C5C7E96A5E5}" presName="chevron6" presStyleLbl="alignNode1" presStyleIdx="19" presStyleCnt="21"/>
      <dgm:spPr/>
    </dgm:pt>
    <dgm:pt modelId="{09D53426-11B8-4B93-9FA7-2E1EF814C7CC}" type="pres">
      <dgm:prSet presAssocID="{E1AD1DBC-9B34-4672-B365-6C5C7E96A5E5}" presName="chevron7" presStyleLbl="alignNode1" presStyleIdx="20" presStyleCnt="21"/>
      <dgm:spPr/>
    </dgm:pt>
    <dgm:pt modelId="{7D1CCBD6-3740-4106-ACAE-D6E331C7E2C9}" type="pres">
      <dgm:prSet presAssocID="{E1AD1DBC-9B34-4672-B365-6C5C7E96A5E5}" presName="childtext" presStyleLbl="solidFgAcc1" presStyleIdx="2" presStyleCnt="3">
        <dgm:presLayoutVars>
          <dgm:chMax/>
          <dgm:chPref val="0"/>
          <dgm:bulletEnabled val="1"/>
        </dgm:presLayoutVars>
      </dgm:prSet>
      <dgm:spPr/>
    </dgm:pt>
  </dgm:ptLst>
  <dgm:cxnLst>
    <dgm:cxn modelId="{C91E9719-EEBE-4C09-9897-A6F2B35AE2A0}" type="presOf" srcId="{69666047-86C3-457C-B076-A4CE1EF58786}" destId="{B46F8A2D-B8E9-481F-97F6-8D8A2A54017A}" srcOrd="0" destOrd="2" presId="urn:microsoft.com/office/officeart/2008/layout/VerticalAccentList"/>
    <dgm:cxn modelId="{D4C18627-C853-42E4-BB13-64F93E9AFD1B}" type="presOf" srcId="{E1AD1DBC-9B34-4672-B365-6C5C7E96A5E5}" destId="{6942386B-9CB3-42BD-8359-D4983AE6BE94}" srcOrd="0" destOrd="0" presId="urn:microsoft.com/office/officeart/2008/layout/VerticalAccentList"/>
    <dgm:cxn modelId="{46DBFC28-5C33-4B88-8831-68037F695A48}" srcId="{3B990DCB-AF23-4094-864B-C8B99FA30370}" destId="{7DEF99AD-EC88-4718-B8D7-F22561235CEC}" srcOrd="0" destOrd="0" parTransId="{E16E29D3-9570-412D-93B6-B4CE77D1B6DD}" sibTransId="{456EA687-CA8C-4F68-B168-4C2E87ACC68B}"/>
    <dgm:cxn modelId="{995D1263-82A1-4414-AB1E-F0A0FDF8A204}" type="presOf" srcId="{9F6BB197-5CD1-428E-B4C7-D8F6D61E4B1D}" destId="{B46F8A2D-B8E9-481F-97F6-8D8A2A54017A}" srcOrd="0" destOrd="1" presId="urn:microsoft.com/office/officeart/2008/layout/VerticalAccentList"/>
    <dgm:cxn modelId="{8DAC0267-44CD-4D02-88C9-B2F8A13C158E}" srcId="{E1AD1DBC-9B34-4672-B365-6C5C7E96A5E5}" destId="{1D280956-61F1-44EA-89DD-47917582B346}" srcOrd="0" destOrd="0" parTransId="{F5F29254-C816-4B3B-A23C-846A234C8557}" sibTransId="{EC76378A-9F1D-482E-AF47-2DD7D70945B6}"/>
    <dgm:cxn modelId="{CB3A7C69-958C-4843-B7ED-83515A10A28C}" type="presOf" srcId="{27B4E690-4D0F-4D7A-BF6F-F3DD955F4988}" destId="{E32532E9-08CE-4B0A-BCE0-D0BA22A7E592}" srcOrd="0" destOrd="0" presId="urn:microsoft.com/office/officeart/2008/layout/VerticalAccentList"/>
    <dgm:cxn modelId="{CF311F6B-D75F-4E52-B24C-88CD9CE8788A}" type="presOf" srcId="{7DEF99AD-EC88-4718-B8D7-F22561235CEC}" destId="{B46F8A2D-B8E9-481F-97F6-8D8A2A54017A}" srcOrd="0" destOrd="0" presId="urn:microsoft.com/office/officeart/2008/layout/VerticalAccentList"/>
    <dgm:cxn modelId="{465DA86F-848F-4676-83D7-EF70E10772A2}" type="presOf" srcId="{240AA45F-7625-47CB-82DB-58CF98B59095}" destId="{A4E32358-9FAF-4554-AC0F-5ED0792D2EF5}" srcOrd="0" destOrd="0" presId="urn:microsoft.com/office/officeart/2008/layout/VerticalAccentList"/>
    <dgm:cxn modelId="{4E210A80-A0A8-4FC3-BB39-ADD0CB874D63}" srcId="{D3C5B8D2-1E6D-4BCA-9E4B-8A99C8D7BC4A}" destId="{E1AD1DBC-9B34-4672-B365-6C5C7E96A5E5}" srcOrd="2" destOrd="0" parTransId="{8C5C062E-BB4A-4159-9D81-9F19138DAF56}" sibTransId="{1A79B38F-A3E5-4698-99B4-A0F5A3E8CD65}"/>
    <dgm:cxn modelId="{19E96E93-9340-4B6D-9D0A-4E9BB27463D5}" type="presOf" srcId="{3B990DCB-AF23-4094-864B-C8B99FA30370}" destId="{1828D533-56A7-44F9-AB5F-B12D35D0CCA4}" srcOrd="0" destOrd="0" presId="urn:microsoft.com/office/officeart/2008/layout/VerticalAccentList"/>
    <dgm:cxn modelId="{CD70DE96-621F-451D-BE37-1E475264DF76}" type="presOf" srcId="{D3C5B8D2-1E6D-4BCA-9E4B-8A99C8D7BC4A}" destId="{AD265B07-23FB-4DFC-8F3D-B0DCAD6DF87E}" srcOrd="0" destOrd="0" presId="urn:microsoft.com/office/officeart/2008/layout/VerticalAccentList"/>
    <dgm:cxn modelId="{62126DBA-440F-4890-99E9-D0197B1F8AC3}" srcId="{240AA45F-7625-47CB-82DB-58CF98B59095}" destId="{27B4E690-4D0F-4D7A-BF6F-F3DD955F4988}" srcOrd="0" destOrd="0" parTransId="{90D197D3-3303-4C80-A092-3B7BDF04FBF7}" sibTransId="{9A9FC636-BF64-4AA3-9111-3312D89D6371}"/>
    <dgm:cxn modelId="{289A7ABA-98F5-4FB1-939B-2977E2B9EB8F}" srcId="{D3C5B8D2-1E6D-4BCA-9E4B-8A99C8D7BC4A}" destId="{3B990DCB-AF23-4094-864B-C8B99FA30370}" srcOrd="0" destOrd="0" parTransId="{9045AE91-C8DE-42D1-9697-92115E53B6EE}" sibTransId="{8F93B7AA-ADE0-44B8-AFDE-9A1375C16706}"/>
    <dgm:cxn modelId="{EE0CE7BD-355C-44E0-AC1D-53883A4DB980}" srcId="{3B990DCB-AF23-4094-864B-C8B99FA30370}" destId="{9F6BB197-5CD1-428E-B4C7-D8F6D61E4B1D}" srcOrd="1" destOrd="0" parTransId="{B8CAB4A8-4B7C-4C89-9865-C10BA00C15A1}" sibTransId="{A71434CE-D90D-4602-8AF1-9FBD4530FDBB}"/>
    <dgm:cxn modelId="{0483E1C3-6C70-412E-AAC3-B46CFF6C18D1}" type="presOf" srcId="{1D280956-61F1-44EA-89DD-47917582B346}" destId="{7D1CCBD6-3740-4106-ACAE-D6E331C7E2C9}" srcOrd="0" destOrd="0" presId="urn:microsoft.com/office/officeart/2008/layout/VerticalAccentList"/>
    <dgm:cxn modelId="{02BE84EF-A022-4FAC-9F1A-8264FD517F9F}" srcId="{3B990DCB-AF23-4094-864B-C8B99FA30370}" destId="{69666047-86C3-457C-B076-A4CE1EF58786}" srcOrd="2" destOrd="0" parTransId="{EBA5250C-39D9-443A-A3B3-44E695ED2BAC}" sibTransId="{E4D2177F-6071-430D-BD63-F266B492743F}"/>
    <dgm:cxn modelId="{159602F2-C521-4E1D-AE9F-D54CDD414A04}" srcId="{D3C5B8D2-1E6D-4BCA-9E4B-8A99C8D7BC4A}" destId="{240AA45F-7625-47CB-82DB-58CF98B59095}" srcOrd="1" destOrd="0" parTransId="{648CE750-928A-4617-818A-2C5528133922}" sibTransId="{A5F62957-BF38-47A2-B1D2-0D9C89C422D5}"/>
    <dgm:cxn modelId="{CEA96C6C-921E-4869-AF30-AC40641973C5}" type="presParOf" srcId="{AD265B07-23FB-4DFC-8F3D-B0DCAD6DF87E}" destId="{0E7F93D0-E3D1-48EE-9797-63EC830CCA06}" srcOrd="0" destOrd="0" presId="urn:microsoft.com/office/officeart/2008/layout/VerticalAccentList"/>
    <dgm:cxn modelId="{7AE7B410-5C42-4345-844B-3DB5BFA6EC00}" type="presParOf" srcId="{0E7F93D0-E3D1-48EE-9797-63EC830CCA06}" destId="{1828D533-56A7-44F9-AB5F-B12D35D0CCA4}" srcOrd="0" destOrd="0" presId="urn:microsoft.com/office/officeart/2008/layout/VerticalAccentList"/>
    <dgm:cxn modelId="{442B12D3-4930-4566-B61B-CD0BC84B0DEC}" type="presParOf" srcId="{AD265B07-23FB-4DFC-8F3D-B0DCAD6DF87E}" destId="{2A167B03-FCF6-480B-BD04-B18E95132E7F}" srcOrd="1" destOrd="0" presId="urn:microsoft.com/office/officeart/2008/layout/VerticalAccentList"/>
    <dgm:cxn modelId="{1421EF44-19EF-4353-9F90-16364BEED672}" type="presParOf" srcId="{2A167B03-FCF6-480B-BD04-B18E95132E7F}" destId="{B5E09CC3-072D-40C5-93CB-3CB61546DAC3}" srcOrd="0" destOrd="0" presId="urn:microsoft.com/office/officeart/2008/layout/VerticalAccentList"/>
    <dgm:cxn modelId="{BBA2AB61-C560-41CC-BA81-22F458E4B866}" type="presParOf" srcId="{2A167B03-FCF6-480B-BD04-B18E95132E7F}" destId="{7E5B5F30-562C-45F5-947C-105C96262837}" srcOrd="1" destOrd="0" presId="urn:microsoft.com/office/officeart/2008/layout/VerticalAccentList"/>
    <dgm:cxn modelId="{9EA84444-16FB-438D-A9EF-469EA6C26985}" type="presParOf" srcId="{2A167B03-FCF6-480B-BD04-B18E95132E7F}" destId="{BA96BDD2-A6C8-4432-8E71-D4E67320B8FF}" srcOrd="2" destOrd="0" presId="urn:microsoft.com/office/officeart/2008/layout/VerticalAccentList"/>
    <dgm:cxn modelId="{617F2C99-D54A-4E7A-A808-EDD59DF3FEFE}" type="presParOf" srcId="{2A167B03-FCF6-480B-BD04-B18E95132E7F}" destId="{2AAF1885-F2C6-4C50-A304-71F970C85713}" srcOrd="3" destOrd="0" presId="urn:microsoft.com/office/officeart/2008/layout/VerticalAccentList"/>
    <dgm:cxn modelId="{2B80935A-E43D-4116-87CE-50BE651BEF35}" type="presParOf" srcId="{2A167B03-FCF6-480B-BD04-B18E95132E7F}" destId="{1C9109EC-43D0-4356-8840-1C174E169D4F}" srcOrd="4" destOrd="0" presId="urn:microsoft.com/office/officeart/2008/layout/VerticalAccentList"/>
    <dgm:cxn modelId="{2E077FC3-3EF6-48E3-80AF-AE8ED36C8E72}" type="presParOf" srcId="{2A167B03-FCF6-480B-BD04-B18E95132E7F}" destId="{F580C234-F277-4109-8F54-CBF87BE4B61B}" srcOrd="5" destOrd="0" presId="urn:microsoft.com/office/officeart/2008/layout/VerticalAccentList"/>
    <dgm:cxn modelId="{255FEECD-7F3D-402F-93FC-1969E508A25B}" type="presParOf" srcId="{2A167B03-FCF6-480B-BD04-B18E95132E7F}" destId="{C2DC7889-4537-4EA1-8B7E-3B1E25B6DE4C}" srcOrd="6" destOrd="0" presId="urn:microsoft.com/office/officeart/2008/layout/VerticalAccentList"/>
    <dgm:cxn modelId="{12B83891-D4F8-4F22-B0BA-D67EF62D5F7A}" type="presParOf" srcId="{2A167B03-FCF6-480B-BD04-B18E95132E7F}" destId="{B46F8A2D-B8E9-481F-97F6-8D8A2A54017A}" srcOrd="7" destOrd="0" presId="urn:microsoft.com/office/officeart/2008/layout/VerticalAccentList"/>
    <dgm:cxn modelId="{4251ACE2-63BB-438D-82F7-5DD3B711FD88}" type="presParOf" srcId="{AD265B07-23FB-4DFC-8F3D-B0DCAD6DF87E}" destId="{261D04E4-2B56-456D-ABEC-1649C35A46F4}" srcOrd="2" destOrd="0" presId="urn:microsoft.com/office/officeart/2008/layout/VerticalAccentList"/>
    <dgm:cxn modelId="{295EBDB8-43DF-4576-A1B1-40ECB0B05A91}" type="presParOf" srcId="{AD265B07-23FB-4DFC-8F3D-B0DCAD6DF87E}" destId="{3CFDAEF9-1DF0-4C50-912D-A5CCDA52F9EA}" srcOrd="3" destOrd="0" presId="urn:microsoft.com/office/officeart/2008/layout/VerticalAccentList"/>
    <dgm:cxn modelId="{FA31AC89-74E7-48DE-944B-49C9DC0FD86A}" type="presParOf" srcId="{3CFDAEF9-1DF0-4C50-912D-A5CCDA52F9EA}" destId="{A4E32358-9FAF-4554-AC0F-5ED0792D2EF5}" srcOrd="0" destOrd="0" presId="urn:microsoft.com/office/officeart/2008/layout/VerticalAccentList"/>
    <dgm:cxn modelId="{921E02E9-07D4-4145-AA5E-A339EFA96F21}" type="presParOf" srcId="{AD265B07-23FB-4DFC-8F3D-B0DCAD6DF87E}" destId="{D2BF8E40-6E6F-4455-8548-D54325D6BFF6}" srcOrd="4" destOrd="0" presId="urn:microsoft.com/office/officeart/2008/layout/VerticalAccentList"/>
    <dgm:cxn modelId="{42E3A37F-FD57-4B4E-A061-B8F6ED5F569D}" type="presParOf" srcId="{D2BF8E40-6E6F-4455-8548-D54325D6BFF6}" destId="{694975F8-4C8F-474E-82FD-B2D3B38E3CE9}" srcOrd="0" destOrd="0" presId="urn:microsoft.com/office/officeart/2008/layout/VerticalAccentList"/>
    <dgm:cxn modelId="{45F9CEA7-377A-45FA-82A5-977E72E3621B}" type="presParOf" srcId="{D2BF8E40-6E6F-4455-8548-D54325D6BFF6}" destId="{3461506E-F2BB-405D-A55B-BEB6F1374518}" srcOrd="1" destOrd="0" presId="urn:microsoft.com/office/officeart/2008/layout/VerticalAccentList"/>
    <dgm:cxn modelId="{69AF3F4C-CE7A-4F22-A90A-91A961648B6A}" type="presParOf" srcId="{D2BF8E40-6E6F-4455-8548-D54325D6BFF6}" destId="{B43EA23D-813A-4C2D-A537-8243C507CEB5}" srcOrd="2" destOrd="0" presId="urn:microsoft.com/office/officeart/2008/layout/VerticalAccentList"/>
    <dgm:cxn modelId="{6E537D67-0C02-4E08-827A-AC136F2706A3}" type="presParOf" srcId="{D2BF8E40-6E6F-4455-8548-D54325D6BFF6}" destId="{9B2EDFA1-E5EE-473E-86DC-A299D77CF06C}" srcOrd="3" destOrd="0" presId="urn:microsoft.com/office/officeart/2008/layout/VerticalAccentList"/>
    <dgm:cxn modelId="{14DB3B8B-A9C8-46E5-9BB6-2B37145B8606}" type="presParOf" srcId="{D2BF8E40-6E6F-4455-8548-D54325D6BFF6}" destId="{99CDA10C-4B9C-4F99-9CE8-2F50B1F51829}" srcOrd="4" destOrd="0" presId="urn:microsoft.com/office/officeart/2008/layout/VerticalAccentList"/>
    <dgm:cxn modelId="{4F147F1A-5D72-4727-ABAC-3825E132F69B}" type="presParOf" srcId="{D2BF8E40-6E6F-4455-8548-D54325D6BFF6}" destId="{A7A25454-564F-41D3-9BE8-A358F92A3958}" srcOrd="5" destOrd="0" presId="urn:microsoft.com/office/officeart/2008/layout/VerticalAccentList"/>
    <dgm:cxn modelId="{628F3601-BD6A-43A2-8E6B-19291BFD7397}" type="presParOf" srcId="{D2BF8E40-6E6F-4455-8548-D54325D6BFF6}" destId="{8F9A76A5-9999-4ECA-A9FA-4698A1E4CE80}" srcOrd="6" destOrd="0" presId="urn:microsoft.com/office/officeart/2008/layout/VerticalAccentList"/>
    <dgm:cxn modelId="{D7B28BCF-2C63-4FE5-88C8-D687461DCF68}" type="presParOf" srcId="{D2BF8E40-6E6F-4455-8548-D54325D6BFF6}" destId="{E32532E9-08CE-4B0A-BCE0-D0BA22A7E592}" srcOrd="7" destOrd="0" presId="urn:microsoft.com/office/officeart/2008/layout/VerticalAccentList"/>
    <dgm:cxn modelId="{BEC1F587-7536-4910-BFBB-6046AF07536F}" type="presParOf" srcId="{AD265B07-23FB-4DFC-8F3D-B0DCAD6DF87E}" destId="{F8CD1F9F-F85D-4751-9FA4-FFFFD796FEA9}" srcOrd="5" destOrd="0" presId="urn:microsoft.com/office/officeart/2008/layout/VerticalAccentList"/>
    <dgm:cxn modelId="{830A8486-1199-423E-80A9-EC3DA5B14880}" type="presParOf" srcId="{AD265B07-23FB-4DFC-8F3D-B0DCAD6DF87E}" destId="{A47DC8D3-5244-4038-8723-9AED2D034015}" srcOrd="6" destOrd="0" presId="urn:microsoft.com/office/officeart/2008/layout/VerticalAccentList"/>
    <dgm:cxn modelId="{D5E07FC5-CB05-4BAA-820A-3EB7FA940DBD}" type="presParOf" srcId="{A47DC8D3-5244-4038-8723-9AED2D034015}" destId="{6942386B-9CB3-42BD-8359-D4983AE6BE94}" srcOrd="0" destOrd="0" presId="urn:microsoft.com/office/officeart/2008/layout/VerticalAccentList"/>
    <dgm:cxn modelId="{FEF1833E-5559-48FB-ADF8-A8BD714DA266}" type="presParOf" srcId="{AD265B07-23FB-4DFC-8F3D-B0DCAD6DF87E}" destId="{7319F82F-7F09-4C2D-BBBD-4C83C12D619F}" srcOrd="7" destOrd="0" presId="urn:microsoft.com/office/officeart/2008/layout/VerticalAccentList"/>
    <dgm:cxn modelId="{05D59DCF-19A7-4013-AAE2-B7C2A2693FD5}" type="presParOf" srcId="{7319F82F-7F09-4C2D-BBBD-4C83C12D619F}" destId="{F0B1E947-A6D5-46E6-8DF3-38B6CD902A99}" srcOrd="0" destOrd="0" presId="urn:microsoft.com/office/officeart/2008/layout/VerticalAccentList"/>
    <dgm:cxn modelId="{024D7A27-27F3-4248-8859-23E22FE1824B}" type="presParOf" srcId="{7319F82F-7F09-4C2D-BBBD-4C83C12D619F}" destId="{797D383C-06AE-488E-BDDF-404AF7FBEC48}" srcOrd="1" destOrd="0" presId="urn:microsoft.com/office/officeart/2008/layout/VerticalAccentList"/>
    <dgm:cxn modelId="{C4A87DB9-E6FF-4AE9-B769-5C6A43A21B46}" type="presParOf" srcId="{7319F82F-7F09-4C2D-BBBD-4C83C12D619F}" destId="{D991157B-C2C1-4888-B216-C7ADFB07A709}" srcOrd="2" destOrd="0" presId="urn:microsoft.com/office/officeart/2008/layout/VerticalAccentList"/>
    <dgm:cxn modelId="{C8EB533B-582E-4C9A-B633-672CAE33F66E}" type="presParOf" srcId="{7319F82F-7F09-4C2D-BBBD-4C83C12D619F}" destId="{E3334218-EB00-497D-B4E5-25842E5B4CD8}" srcOrd="3" destOrd="0" presId="urn:microsoft.com/office/officeart/2008/layout/VerticalAccentList"/>
    <dgm:cxn modelId="{5593D506-D420-414C-B5D9-F946EF50FB85}" type="presParOf" srcId="{7319F82F-7F09-4C2D-BBBD-4C83C12D619F}" destId="{20F9E2D2-B621-4521-9646-440AB7497F1F}" srcOrd="4" destOrd="0" presId="urn:microsoft.com/office/officeart/2008/layout/VerticalAccentList"/>
    <dgm:cxn modelId="{C78483BE-6702-4CF8-A7E1-7E8B391BEE0E}" type="presParOf" srcId="{7319F82F-7F09-4C2D-BBBD-4C83C12D619F}" destId="{C8022930-DC19-4D8D-99CA-22B6F67B4F8C}" srcOrd="5" destOrd="0" presId="urn:microsoft.com/office/officeart/2008/layout/VerticalAccentList"/>
    <dgm:cxn modelId="{906FC6EA-3E05-48A5-B66E-F94216491A69}" type="presParOf" srcId="{7319F82F-7F09-4C2D-BBBD-4C83C12D619F}" destId="{09D53426-11B8-4B93-9FA7-2E1EF814C7CC}" srcOrd="6" destOrd="0" presId="urn:microsoft.com/office/officeart/2008/layout/VerticalAccentList"/>
    <dgm:cxn modelId="{A3333421-55E5-4684-99D2-B93E32856F92}" type="presParOf" srcId="{7319F82F-7F09-4C2D-BBBD-4C83C12D619F}" destId="{7D1CCBD6-3740-4106-ACAE-D6E331C7E2C9}" srcOrd="7" destOrd="0" presId="urn:microsoft.com/office/officeart/2008/layout/VerticalAccent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28D533-56A7-44F9-AB5F-B12D35D0CCA4}">
      <dsp:nvSpPr>
        <dsp:cNvPr id="0" name=""/>
        <dsp:cNvSpPr/>
      </dsp:nvSpPr>
      <dsp:spPr>
        <a:xfrm>
          <a:off x="102074" y="392404"/>
          <a:ext cx="5912103" cy="5374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rtlCol="0" anchor="b" anchorCtr="0">
          <a:noAutofit/>
        </a:bodyPr>
        <a:lstStyle/>
        <a:p>
          <a:pPr marL="0" lvl="0" indent="0" algn="l" defTabSz="844550" rtl="0">
            <a:lnSpc>
              <a:spcPct val="90000"/>
            </a:lnSpc>
            <a:spcBef>
              <a:spcPct val="0"/>
            </a:spcBef>
            <a:spcAft>
              <a:spcPct val="35000"/>
            </a:spcAft>
            <a:buNone/>
          </a:pPr>
          <a:r>
            <a:rPr lang="en-US" altLang="zh-CN" sz="1900" kern="1200" baseline="0" noProof="1">
              <a:latin typeface="Microsoft YaHei UI" panose="020B0503020204020204" pitchFamily="34" charset="-122"/>
              <a:ea typeface="Microsoft YaHei UI" panose="020B0503020204020204" pitchFamily="34" charset="-122"/>
            </a:rPr>
            <a:t>Q1</a:t>
          </a:r>
          <a:endParaRPr lang="zh-CN" altLang="en-US" sz="1900" kern="1200" baseline="0" noProof="1">
            <a:latin typeface="Microsoft YaHei UI" panose="020B0503020204020204" pitchFamily="34" charset="-122"/>
            <a:ea typeface="Microsoft YaHei UI" panose="020B0503020204020204" pitchFamily="34" charset="-122"/>
          </a:endParaRPr>
        </a:p>
      </dsp:txBody>
      <dsp:txXfrm>
        <a:off x="102074" y="392404"/>
        <a:ext cx="5912103" cy="537463"/>
      </dsp:txXfrm>
    </dsp:sp>
    <dsp:sp modelId="{B5E09CC3-072D-40C5-93CB-3CB61546DAC3}">
      <dsp:nvSpPr>
        <dsp:cNvPr id="0" name=""/>
        <dsp:cNvSpPr/>
      </dsp:nvSpPr>
      <dsp:spPr>
        <a:xfrm>
          <a:off x="102074" y="929868"/>
          <a:ext cx="1383432" cy="1094833"/>
        </a:xfrm>
        <a:prstGeom prst="chevron">
          <a:avLst>
            <a:gd name="adj" fmla="val 70610"/>
          </a:avLst>
        </a:prstGeom>
        <a:blipFill>
          <a:blip xmlns:r="http://schemas.openxmlformats.org/officeDocument/2006/relationships" r:embed="rId1">
            <a:duotone>
              <a:schemeClr val="accent2">
                <a:hueOff val="0"/>
                <a:satOff val="0"/>
                <a:lumOff val="0"/>
                <a:alphaOff val="0"/>
                <a:shade val="74000"/>
                <a:satMod val="130000"/>
                <a:lumMod val="90000"/>
              </a:schemeClr>
              <a:schemeClr val="accent2">
                <a:hueOff val="0"/>
                <a:satOff val="0"/>
                <a:lumOff val="0"/>
                <a:alphaOff val="0"/>
                <a:tint val="94000"/>
                <a:satMod val="120000"/>
                <a:lumMod val="104000"/>
              </a:schemeClr>
            </a:duotone>
          </a:blip>
          <a:tile tx="0" ty="0" sx="100000" sy="100000" flip="none" algn="tl"/>
        </a:blipFill>
        <a:ln w="9525" cap="flat" cmpd="sng" algn="ctr">
          <a:solidFill>
            <a:schemeClr val="accent2">
              <a:hueOff val="0"/>
              <a:satOff val="0"/>
              <a:lumOff val="0"/>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sp>
    <dsp:sp modelId="{7E5B5F30-562C-45F5-947C-105C96262837}">
      <dsp:nvSpPr>
        <dsp:cNvPr id="0" name=""/>
        <dsp:cNvSpPr/>
      </dsp:nvSpPr>
      <dsp:spPr>
        <a:xfrm>
          <a:off x="933053" y="929868"/>
          <a:ext cx="1383432" cy="1094833"/>
        </a:xfrm>
        <a:prstGeom prst="chevron">
          <a:avLst>
            <a:gd name="adj" fmla="val 70610"/>
          </a:avLst>
        </a:prstGeom>
        <a:blipFill>
          <a:blip xmlns:r="http://schemas.openxmlformats.org/officeDocument/2006/relationships" r:embed="rId1">
            <a:duotone>
              <a:schemeClr val="accent3">
                <a:hueOff val="0"/>
                <a:satOff val="0"/>
                <a:lumOff val="0"/>
                <a:alphaOff val="0"/>
                <a:shade val="74000"/>
                <a:satMod val="130000"/>
                <a:lumMod val="90000"/>
              </a:schemeClr>
              <a:schemeClr val="accent3">
                <a:hueOff val="0"/>
                <a:satOff val="0"/>
                <a:lumOff val="0"/>
                <a:alphaOff val="0"/>
                <a:tint val="94000"/>
                <a:satMod val="120000"/>
                <a:lumMod val="104000"/>
              </a:schemeClr>
            </a:duotone>
          </a:blip>
          <a:tile tx="0" ty="0" sx="100000" sy="100000" flip="none" algn="tl"/>
        </a:blipFill>
        <a:ln w="9525" cap="flat" cmpd="sng" algn="ctr">
          <a:solidFill>
            <a:schemeClr val="accent3">
              <a:hueOff val="0"/>
              <a:satOff val="0"/>
              <a:lumOff val="0"/>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sp>
    <dsp:sp modelId="{BA96BDD2-A6C8-4432-8E71-D4E67320B8FF}">
      <dsp:nvSpPr>
        <dsp:cNvPr id="0" name=""/>
        <dsp:cNvSpPr/>
      </dsp:nvSpPr>
      <dsp:spPr>
        <a:xfrm>
          <a:off x="1764688" y="929868"/>
          <a:ext cx="1383432" cy="1094833"/>
        </a:xfrm>
        <a:prstGeom prst="chevron">
          <a:avLst>
            <a:gd name="adj" fmla="val 70610"/>
          </a:avLst>
        </a:prstGeom>
        <a:blipFill>
          <a:blip xmlns:r="http://schemas.openxmlformats.org/officeDocument/2006/relationships" r:embed="rId1">
            <a:duotone>
              <a:schemeClr val="accent4">
                <a:hueOff val="0"/>
                <a:satOff val="0"/>
                <a:lumOff val="0"/>
                <a:alphaOff val="0"/>
                <a:shade val="74000"/>
                <a:satMod val="130000"/>
                <a:lumMod val="90000"/>
              </a:schemeClr>
              <a:schemeClr val="accent4">
                <a:hueOff val="0"/>
                <a:satOff val="0"/>
                <a:lumOff val="0"/>
                <a:alphaOff val="0"/>
                <a:tint val="94000"/>
                <a:satMod val="120000"/>
                <a:lumMod val="104000"/>
              </a:schemeClr>
            </a:duotone>
          </a:blip>
          <a:tile tx="0" ty="0" sx="100000" sy="100000" flip="none" algn="tl"/>
        </a:blipFill>
        <a:ln w="9525" cap="flat" cmpd="sng" algn="ctr">
          <a:solidFill>
            <a:schemeClr val="accent4">
              <a:hueOff val="0"/>
              <a:satOff val="0"/>
              <a:lumOff val="0"/>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sp>
    <dsp:sp modelId="{2AAF1885-F2C6-4C50-A304-71F970C85713}">
      <dsp:nvSpPr>
        <dsp:cNvPr id="0" name=""/>
        <dsp:cNvSpPr/>
      </dsp:nvSpPr>
      <dsp:spPr>
        <a:xfrm>
          <a:off x="2595667" y="929868"/>
          <a:ext cx="1383432" cy="1094833"/>
        </a:xfrm>
        <a:prstGeom prst="chevron">
          <a:avLst>
            <a:gd name="adj" fmla="val 70610"/>
          </a:avLst>
        </a:prstGeom>
        <a:blipFill>
          <a:blip xmlns:r="http://schemas.openxmlformats.org/officeDocument/2006/relationships" r:embed="rId1">
            <a:duotone>
              <a:schemeClr val="accent5">
                <a:hueOff val="0"/>
                <a:satOff val="0"/>
                <a:lumOff val="0"/>
                <a:alphaOff val="0"/>
                <a:shade val="74000"/>
                <a:satMod val="130000"/>
                <a:lumMod val="90000"/>
              </a:schemeClr>
              <a:schemeClr val="accent5">
                <a:hueOff val="0"/>
                <a:satOff val="0"/>
                <a:lumOff val="0"/>
                <a:alphaOff val="0"/>
                <a:tint val="94000"/>
                <a:satMod val="120000"/>
                <a:lumMod val="104000"/>
              </a:schemeClr>
            </a:duotone>
          </a:blip>
          <a:tile tx="0" ty="0" sx="100000" sy="100000" flip="none" algn="tl"/>
        </a:blipFill>
        <a:ln w="9525" cap="flat" cmpd="sng" algn="ctr">
          <a:solidFill>
            <a:schemeClr val="accent5">
              <a:hueOff val="0"/>
              <a:satOff val="0"/>
              <a:lumOff val="0"/>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sp>
    <dsp:sp modelId="{1C9109EC-43D0-4356-8840-1C174E169D4F}">
      <dsp:nvSpPr>
        <dsp:cNvPr id="0" name=""/>
        <dsp:cNvSpPr/>
      </dsp:nvSpPr>
      <dsp:spPr>
        <a:xfrm>
          <a:off x="3427303" y="929868"/>
          <a:ext cx="1383432" cy="1094833"/>
        </a:xfrm>
        <a:prstGeom prst="chevron">
          <a:avLst>
            <a:gd name="adj" fmla="val 70610"/>
          </a:avLst>
        </a:prstGeom>
        <a:blipFill>
          <a:blip xmlns:r="http://schemas.openxmlformats.org/officeDocument/2006/relationships" r:embed="rId1">
            <a:duotone>
              <a:schemeClr val="accent6">
                <a:hueOff val="0"/>
                <a:satOff val="0"/>
                <a:lumOff val="0"/>
                <a:alphaOff val="0"/>
                <a:shade val="74000"/>
                <a:satMod val="130000"/>
                <a:lumMod val="90000"/>
              </a:schemeClr>
              <a:schemeClr val="accent6">
                <a:hueOff val="0"/>
                <a:satOff val="0"/>
                <a:lumOff val="0"/>
                <a:alphaOff val="0"/>
                <a:tint val="94000"/>
                <a:satMod val="120000"/>
                <a:lumMod val="104000"/>
              </a:schemeClr>
            </a:duotone>
          </a:blip>
          <a:tile tx="0" ty="0" sx="100000" sy="100000" flip="none" algn="tl"/>
        </a:blipFill>
        <a:ln w="9525" cap="flat" cmpd="sng" algn="ctr">
          <a:solidFill>
            <a:schemeClr val="accent6">
              <a:hueOff val="0"/>
              <a:satOff val="0"/>
              <a:lumOff val="0"/>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sp>
    <dsp:sp modelId="{F580C234-F277-4109-8F54-CBF87BE4B61B}">
      <dsp:nvSpPr>
        <dsp:cNvPr id="0" name=""/>
        <dsp:cNvSpPr/>
      </dsp:nvSpPr>
      <dsp:spPr>
        <a:xfrm>
          <a:off x="4258282" y="929868"/>
          <a:ext cx="1383432" cy="1094833"/>
        </a:xfrm>
        <a:prstGeom prst="chevron">
          <a:avLst>
            <a:gd name="adj" fmla="val 70610"/>
          </a:avLst>
        </a:prstGeom>
        <a:blipFill>
          <a:blip xmlns:r="http://schemas.openxmlformats.org/officeDocument/2006/relationships" r:embed="rId1">
            <a:duotone>
              <a:schemeClr val="accent2">
                <a:hueOff val="0"/>
                <a:satOff val="0"/>
                <a:lumOff val="0"/>
                <a:alphaOff val="0"/>
                <a:shade val="74000"/>
                <a:satMod val="130000"/>
                <a:lumMod val="90000"/>
              </a:schemeClr>
              <a:schemeClr val="accent2">
                <a:hueOff val="0"/>
                <a:satOff val="0"/>
                <a:lumOff val="0"/>
                <a:alphaOff val="0"/>
                <a:tint val="94000"/>
                <a:satMod val="120000"/>
                <a:lumMod val="104000"/>
              </a:schemeClr>
            </a:duotone>
          </a:blip>
          <a:tile tx="0" ty="0" sx="100000" sy="100000" flip="none" algn="tl"/>
        </a:blipFill>
        <a:ln w="9525" cap="flat" cmpd="sng" algn="ctr">
          <a:solidFill>
            <a:schemeClr val="accent2">
              <a:hueOff val="0"/>
              <a:satOff val="0"/>
              <a:lumOff val="0"/>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sp>
    <dsp:sp modelId="{C2DC7889-4537-4EA1-8B7E-3B1E25B6DE4C}">
      <dsp:nvSpPr>
        <dsp:cNvPr id="0" name=""/>
        <dsp:cNvSpPr/>
      </dsp:nvSpPr>
      <dsp:spPr>
        <a:xfrm>
          <a:off x="5089918" y="929868"/>
          <a:ext cx="1383432" cy="1094833"/>
        </a:xfrm>
        <a:prstGeom prst="chevron">
          <a:avLst>
            <a:gd name="adj" fmla="val 70610"/>
          </a:avLst>
        </a:prstGeom>
        <a:blipFill>
          <a:blip xmlns:r="http://schemas.openxmlformats.org/officeDocument/2006/relationships" r:embed="rId1">
            <a:duotone>
              <a:schemeClr val="accent3">
                <a:hueOff val="0"/>
                <a:satOff val="0"/>
                <a:lumOff val="0"/>
                <a:alphaOff val="0"/>
                <a:shade val="74000"/>
                <a:satMod val="130000"/>
                <a:lumMod val="90000"/>
              </a:schemeClr>
              <a:schemeClr val="accent3">
                <a:hueOff val="0"/>
                <a:satOff val="0"/>
                <a:lumOff val="0"/>
                <a:alphaOff val="0"/>
                <a:tint val="94000"/>
                <a:satMod val="120000"/>
                <a:lumMod val="104000"/>
              </a:schemeClr>
            </a:duotone>
          </a:blip>
          <a:tile tx="0" ty="0" sx="100000" sy="100000" flip="none" algn="tl"/>
        </a:blipFill>
        <a:ln w="9525" cap="flat" cmpd="sng" algn="ctr">
          <a:solidFill>
            <a:schemeClr val="accent3">
              <a:hueOff val="0"/>
              <a:satOff val="0"/>
              <a:lumOff val="0"/>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sp>
    <dsp:sp modelId="{B46F8A2D-B8E9-481F-97F6-8D8A2A54017A}">
      <dsp:nvSpPr>
        <dsp:cNvPr id="0" name=""/>
        <dsp:cNvSpPr/>
      </dsp:nvSpPr>
      <dsp:spPr>
        <a:xfrm>
          <a:off x="102074" y="1039352"/>
          <a:ext cx="5988960" cy="875867"/>
        </a:xfrm>
        <a:prstGeom prst="rect">
          <a:avLst/>
        </a:prstGeom>
        <a:solidFill>
          <a:schemeClr val="lt1">
            <a:hueOff val="0"/>
            <a:satOff val="0"/>
            <a:lumOff val="0"/>
            <a:alphaOff val="0"/>
          </a:schemeClr>
        </a:solidFill>
        <a:ln w="9525" cap="flat" cmpd="sng" algn="ctr">
          <a:solidFill>
            <a:schemeClr val="accent2">
              <a:hueOff val="0"/>
              <a:satOff val="0"/>
              <a:lumOff val="0"/>
              <a:alphaOff val="0"/>
            </a:schemeClr>
          </a:solidFill>
          <a:prstDash val="solid"/>
        </a:ln>
        <a:effectLst>
          <a:innerShdw blurRad="25400" dist="12700" dir="13500000">
            <a:srgbClr val="000000">
              <a:alpha val="45000"/>
            </a:srgbClr>
          </a:innerShdw>
        </a:effectLst>
      </dsp:spPr>
      <dsp:style>
        <a:lnRef idx="1">
          <a:scrgbClr r="0" g="0" b="0"/>
        </a:lnRef>
        <a:fillRef idx="1">
          <a:scrgbClr r="0" g="0" b="0"/>
        </a:fillRef>
        <a:effectRef idx="2">
          <a:scrgbClr r="0" g="0" b="0"/>
        </a:effectRef>
        <a:fontRef idx="minor"/>
      </dsp:style>
      <dsp:txBody>
        <a:bodyPr spcFirstLastPara="0" vert="horz" wrap="square" lIns="40640" tIns="40640" rIns="40640" bIns="40640" numCol="1" spcCol="1270" rtlCol="0" anchor="ctr" anchorCtr="0">
          <a:noAutofit/>
        </a:bodyPr>
        <a:lstStyle/>
        <a:p>
          <a:pPr marL="0" lvl="0" indent="0" algn="l" defTabSz="711200" rtl="0">
            <a:lnSpc>
              <a:spcPct val="90000"/>
            </a:lnSpc>
            <a:spcBef>
              <a:spcPct val="0"/>
            </a:spcBef>
            <a:spcAft>
              <a:spcPct val="35000"/>
            </a:spcAft>
            <a:buNone/>
          </a:pPr>
          <a:endParaRPr lang="en-US" altLang="en-US" sz="1600" b="1" kern="1200" baseline="0" noProof="1">
            <a:latin typeface="Microsoft YaHei UI" panose="020B0503020204020204" pitchFamily="34" charset="-122"/>
            <a:ea typeface="Microsoft YaHei UI" panose="020B0503020204020204" pitchFamily="34" charset="-122"/>
          </a:endParaRPr>
        </a:p>
        <a:p>
          <a:pPr marL="0" lvl="0" indent="0" algn="l" defTabSz="711200" rtl="0">
            <a:lnSpc>
              <a:spcPct val="90000"/>
            </a:lnSpc>
            <a:spcBef>
              <a:spcPct val="0"/>
            </a:spcBef>
            <a:spcAft>
              <a:spcPct val="35000"/>
            </a:spcAft>
            <a:buNone/>
          </a:pPr>
          <a:r>
            <a:rPr lang="en-US" altLang="en-US" sz="1800" b="1" kern="1200" baseline="0" noProof="1">
              <a:latin typeface="Microsoft YaHei UI" panose="020B0503020204020204" pitchFamily="34" charset="-122"/>
              <a:ea typeface="Microsoft YaHei UI" panose="020B0503020204020204" pitchFamily="34" charset="-122"/>
            </a:rPr>
            <a:t>1</a:t>
          </a:r>
          <a:r>
            <a:rPr lang="zh-CN" altLang="en-US" sz="1800" b="1" kern="1200" baseline="0" noProof="1">
              <a:latin typeface="Microsoft YaHei UI" panose="020B0503020204020204" pitchFamily="34" charset="-122"/>
              <a:ea typeface="Microsoft YaHei UI" panose="020B0503020204020204" pitchFamily="34" charset="-122"/>
            </a:rPr>
            <a:t>、</a:t>
          </a:r>
          <a:r>
            <a:rPr lang="en-US" altLang="en-US" sz="1800" b="1" kern="1200" baseline="0" noProof="1">
              <a:latin typeface="Microsoft YaHei UI" panose="020B0503020204020204" pitchFamily="34" charset="-122"/>
              <a:ea typeface="Microsoft YaHei UI" panose="020B0503020204020204" pitchFamily="34" charset="-122"/>
            </a:rPr>
            <a:t>AIWS</a:t>
          </a:r>
          <a:r>
            <a:rPr lang="zh-CN" altLang="en-US" sz="1800" b="1" kern="1200" baseline="0" noProof="1">
              <a:latin typeface="Microsoft YaHei UI" panose="020B0503020204020204" pitchFamily="34" charset="-122"/>
              <a:ea typeface="Microsoft YaHei UI" panose="020B0503020204020204" pitchFamily="34" charset="-122"/>
            </a:rPr>
            <a:t>的多发人群是：（</a:t>
          </a:r>
          <a:r>
            <a:rPr lang="en-US" altLang="zh-CN" sz="1800" b="1" kern="1200" baseline="0" noProof="1">
              <a:latin typeface="Microsoft YaHei UI" panose="020B0503020204020204" pitchFamily="34" charset="-122"/>
              <a:ea typeface="Microsoft YaHei UI" panose="020B0503020204020204" pitchFamily="34" charset="-122"/>
            </a:rPr>
            <a:t>	 	</a:t>
          </a:r>
          <a:r>
            <a:rPr lang="zh-CN" altLang="en-US" sz="1800" b="1" kern="1200" baseline="0" noProof="1">
              <a:latin typeface="Microsoft YaHei UI" panose="020B0503020204020204" pitchFamily="34" charset="-122"/>
              <a:ea typeface="Microsoft YaHei UI" panose="020B0503020204020204" pitchFamily="34" charset="-122"/>
            </a:rPr>
            <a:t>）</a:t>
          </a:r>
        </a:p>
        <a:p>
          <a:pPr marL="0" lvl="0" indent="0" algn="l" defTabSz="800100" rtl="0">
            <a:lnSpc>
              <a:spcPct val="90000"/>
            </a:lnSpc>
            <a:spcBef>
              <a:spcPct val="0"/>
            </a:spcBef>
            <a:spcAft>
              <a:spcPct val="35000"/>
            </a:spcAft>
            <a:buNone/>
          </a:pPr>
          <a:r>
            <a:rPr lang="en-US" altLang="en-US" sz="1800" b="1" kern="1200" baseline="0" noProof="1">
              <a:latin typeface="Microsoft YaHei UI" panose="020B0503020204020204" pitchFamily="34" charset="-122"/>
              <a:ea typeface="Microsoft YaHei UI" panose="020B0503020204020204" pitchFamily="34" charset="-122"/>
            </a:rPr>
            <a:t>A.</a:t>
          </a:r>
          <a:r>
            <a:rPr lang="zh-CN" altLang="en-US" sz="1800" b="1" kern="1200" baseline="0" noProof="1">
              <a:latin typeface="Microsoft YaHei UI" panose="020B0503020204020204" pitchFamily="34" charset="-122"/>
              <a:ea typeface="Microsoft YaHei UI" panose="020B0503020204020204" pitchFamily="34" charset="-122"/>
            </a:rPr>
            <a:t>青少年   </a:t>
          </a:r>
          <a:r>
            <a:rPr lang="en-US" altLang="en-US" sz="1800" b="1" kern="1200" baseline="0" noProof="1">
              <a:latin typeface="Microsoft YaHei UI" panose="020B0503020204020204" pitchFamily="34" charset="-122"/>
              <a:ea typeface="Microsoft YaHei UI" panose="020B0503020204020204" pitchFamily="34" charset="-122"/>
            </a:rPr>
            <a:t>B.</a:t>
          </a:r>
          <a:r>
            <a:rPr lang="zh-CN" altLang="en-US" sz="1800" b="1" kern="1200" baseline="0" noProof="1">
              <a:latin typeface="Microsoft YaHei UI" panose="020B0503020204020204" pitchFamily="34" charset="-122"/>
              <a:ea typeface="Microsoft YaHei UI" panose="020B0503020204020204" pitchFamily="34" charset="-122"/>
            </a:rPr>
            <a:t>壮年   </a:t>
          </a:r>
          <a:r>
            <a:rPr lang="en-US" altLang="en-US" sz="1800" b="1" kern="1200" baseline="0" noProof="1">
              <a:latin typeface="Microsoft YaHei UI" panose="020B0503020204020204" pitchFamily="34" charset="-122"/>
              <a:ea typeface="Microsoft YaHei UI" panose="020B0503020204020204" pitchFamily="34" charset="-122"/>
            </a:rPr>
            <a:t>C.</a:t>
          </a:r>
          <a:r>
            <a:rPr lang="zh-CN" altLang="en-US" sz="1800" b="1" kern="1200" baseline="0" noProof="1">
              <a:latin typeface="Microsoft YaHei UI" panose="020B0503020204020204" pitchFamily="34" charset="-122"/>
              <a:ea typeface="Microsoft YaHei UI" panose="020B0503020204020204" pitchFamily="34" charset="-122"/>
            </a:rPr>
            <a:t>老年   </a:t>
          </a:r>
          <a:r>
            <a:rPr lang="en-US" altLang="en-US" sz="1800" b="1" kern="1200" baseline="0" noProof="1">
              <a:latin typeface="Microsoft YaHei UI" panose="020B0503020204020204" pitchFamily="34" charset="-122"/>
              <a:ea typeface="Microsoft YaHei UI" panose="020B0503020204020204" pitchFamily="34" charset="-122"/>
            </a:rPr>
            <a:t>D.</a:t>
          </a:r>
          <a:r>
            <a:rPr lang="zh-CN" altLang="en-US" sz="1800" b="1" kern="1200" baseline="0" noProof="1">
              <a:latin typeface="Microsoft YaHei UI" panose="020B0503020204020204" pitchFamily="34" charset="-122"/>
              <a:ea typeface="Microsoft YaHei UI" panose="020B0503020204020204" pitchFamily="34" charset="-122"/>
            </a:rPr>
            <a:t>儿童</a:t>
          </a:r>
        </a:p>
        <a:p>
          <a:pPr marL="0" lvl="0" indent="0" algn="l" defTabSz="444500" rtl="0">
            <a:lnSpc>
              <a:spcPct val="90000"/>
            </a:lnSpc>
            <a:spcBef>
              <a:spcPct val="0"/>
            </a:spcBef>
            <a:spcAft>
              <a:spcPct val="35000"/>
            </a:spcAft>
            <a:buNone/>
          </a:pPr>
          <a:endParaRPr lang="zh-CN" altLang="en-US" sz="1000" b="1" kern="1200" baseline="0" noProof="1">
            <a:latin typeface="Microsoft YaHei UI" panose="020B0503020204020204" pitchFamily="34" charset="-122"/>
            <a:ea typeface="Microsoft YaHei UI" panose="020B0503020204020204" pitchFamily="34" charset="-122"/>
          </a:endParaRPr>
        </a:p>
      </dsp:txBody>
      <dsp:txXfrm>
        <a:off x="102074" y="1039352"/>
        <a:ext cx="5988960" cy="875867"/>
      </dsp:txXfrm>
    </dsp:sp>
    <dsp:sp modelId="{A4E32358-9FAF-4554-AC0F-5ED0792D2EF5}">
      <dsp:nvSpPr>
        <dsp:cNvPr id="0" name=""/>
        <dsp:cNvSpPr/>
      </dsp:nvSpPr>
      <dsp:spPr>
        <a:xfrm>
          <a:off x="102074" y="2142951"/>
          <a:ext cx="5912103" cy="5374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rtlCol="0" anchor="b" anchorCtr="0">
          <a:noAutofit/>
        </a:bodyPr>
        <a:lstStyle/>
        <a:p>
          <a:pPr marL="0" lvl="0" indent="0" algn="l" defTabSz="844550" rtl="0">
            <a:lnSpc>
              <a:spcPct val="90000"/>
            </a:lnSpc>
            <a:spcBef>
              <a:spcPct val="0"/>
            </a:spcBef>
            <a:spcAft>
              <a:spcPct val="35000"/>
            </a:spcAft>
            <a:buNone/>
          </a:pPr>
          <a:r>
            <a:rPr lang="en-US" altLang="zh-CN" sz="1900" kern="1200" baseline="0" noProof="1">
              <a:latin typeface="Microsoft YaHei UI" panose="020B0503020204020204" pitchFamily="34" charset="-122"/>
              <a:ea typeface="Microsoft YaHei UI" panose="020B0503020204020204" pitchFamily="34" charset="-122"/>
            </a:rPr>
            <a:t>Q2</a:t>
          </a:r>
          <a:endParaRPr lang="zh-CN" altLang="en-US" sz="1900" kern="1200" baseline="0" noProof="1">
            <a:latin typeface="Microsoft YaHei UI" panose="020B0503020204020204" pitchFamily="34" charset="-122"/>
            <a:ea typeface="Microsoft YaHei UI" panose="020B0503020204020204" pitchFamily="34" charset="-122"/>
          </a:endParaRPr>
        </a:p>
      </dsp:txBody>
      <dsp:txXfrm>
        <a:off x="102074" y="2142951"/>
        <a:ext cx="5912103" cy="537463"/>
      </dsp:txXfrm>
    </dsp:sp>
    <dsp:sp modelId="{694975F8-4C8F-474E-82FD-B2D3B38E3CE9}">
      <dsp:nvSpPr>
        <dsp:cNvPr id="0" name=""/>
        <dsp:cNvSpPr/>
      </dsp:nvSpPr>
      <dsp:spPr>
        <a:xfrm>
          <a:off x="102074" y="2680414"/>
          <a:ext cx="1383432" cy="1094833"/>
        </a:xfrm>
        <a:prstGeom prst="chevron">
          <a:avLst>
            <a:gd name="adj" fmla="val 70610"/>
          </a:avLst>
        </a:prstGeom>
        <a:blipFill>
          <a:blip xmlns:r="http://schemas.openxmlformats.org/officeDocument/2006/relationships" r:embed="rId1">
            <a:duotone>
              <a:schemeClr val="accent4">
                <a:hueOff val="0"/>
                <a:satOff val="0"/>
                <a:lumOff val="0"/>
                <a:alphaOff val="0"/>
                <a:shade val="74000"/>
                <a:satMod val="130000"/>
                <a:lumMod val="90000"/>
              </a:schemeClr>
              <a:schemeClr val="accent4">
                <a:hueOff val="0"/>
                <a:satOff val="0"/>
                <a:lumOff val="0"/>
                <a:alphaOff val="0"/>
                <a:tint val="94000"/>
                <a:satMod val="120000"/>
                <a:lumMod val="104000"/>
              </a:schemeClr>
            </a:duotone>
          </a:blip>
          <a:tile tx="0" ty="0" sx="100000" sy="100000" flip="none" algn="tl"/>
        </a:blipFill>
        <a:ln w="9525" cap="flat" cmpd="sng" algn="ctr">
          <a:solidFill>
            <a:schemeClr val="accent4">
              <a:hueOff val="0"/>
              <a:satOff val="0"/>
              <a:lumOff val="0"/>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sp>
    <dsp:sp modelId="{3461506E-F2BB-405D-A55B-BEB6F1374518}">
      <dsp:nvSpPr>
        <dsp:cNvPr id="0" name=""/>
        <dsp:cNvSpPr/>
      </dsp:nvSpPr>
      <dsp:spPr>
        <a:xfrm>
          <a:off x="933053" y="2680414"/>
          <a:ext cx="1383432" cy="1094833"/>
        </a:xfrm>
        <a:prstGeom prst="chevron">
          <a:avLst>
            <a:gd name="adj" fmla="val 70610"/>
          </a:avLst>
        </a:prstGeom>
        <a:blipFill>
          <a:blip xmlns:r="http://schemas.openxmlformats.org/officeDocument/2006/relationships" r:embed="rId1">
            <a:duotone>
              <a:schemeClr val="accent5">
                <a:hueOff val="0"/>
                <a:satOff val="0"/>
                <a:lumOff val="0"/>
                <a:alphaOff val="0"/>
                <a:shade val="74000"/>
                <a:satMod val="130000"/>
                <a:lumMod val="90000"/>
              </a:schemeClr>
              <a:schemeClr val="accent5">
                <a:hueOff val="0"/>
                <a:satOff val="0"/>
                <a:lumOff val="0"/>
                <a:alphaOff val="0"/>
                <a:tint val="94000"/>
                <a:satMod val="120000"/>
                <a:lumMod val="104000"/>
              </a:schemeClr>
            </a:duotone>
          </a:blip>
          <a:tile tx="0" ty="0" sx="100000" sy="100000" flip="none" algn="tl"/>
        </a:blipFill>
        <a:ln w="9525" cap="flat" cmpd="sng" algn="ctr">
          <a:solidFill>
            <a:schemeClr val="accent5">
              <a:hueOff val="0"/>
              <a:satOff val="0"/>
              <a:lumOff val="0"/>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sp>
    <dsp:sp modelId="{B43EA23D-813A-4C2D-A537-8243C507CEB5}">
      <dsp:nvSpPr>
        <dsp:cNvPr id="0" name=""/>
        <dsp:cNvSpPr/>
      </dsp:nvSpPr>
      <dsp:spPr>
        <a:xfrm>
          <a:off x="1764688" y="2680414"/>
          <a:ext cx="1383432" cy="1094833"/>
        </a:xfrm>
        <a:prstGeom prst="chevron">
          <a:avLst>
            <a:gd name="adj" fmla="val 70610"/>
          </a:avLst>
        </a:prstGeom>
        <a:blipFill>
          <a:blip xmlns:r="http://schemas.openxmlformats.org/officeDocument/2006/relationships" r:embed="rId1">
            <a:duotone>
              <a:schemeClr val="accent6">
                <a:hueOff val="0"/>
                <a:satOff val="0"/>
                <a:lumOff val="0"/>
                <a:alphaOff val="0"/>
                <a:shade val="74000"/>
                <a:satMod val="130000"/>
                <a:lumMod val="90000"/>
              </a:schemeClr>
              <a:schemeClr val="accent6">
                <a:hueOff val="0"/>
                <a:satOff val="0"/>
                <a:lumOff val="0"/>
                <a:alphaOff val="0"/>
                <a:tint val="94000"/>
                <a:satMod val="120000"/>
                <a:lumMod val="104000"/>
              </a:schemeClr>
            </a:duotone>
          </a:blip>
          <a:tile tx="0" ty="0" sx="100000" sy="100000" flip="none" algn="tl"/>
        </a:blipFill>
        <a:ln w="9525" cap="flat" cmpd="sng" algn="ctr">
          <a:solidFill>
            <a:schemeClr val="accent6">
              <a:hueOff val="0"/>
              <a:satOff val="0"/>
              <a:lumOff val="0"/>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sp>
    <dsp:sp modelId="{9B2EDFA1-E5EE-473E-86DC-A299D77CF06C}">
      <dsp:nvSpPr>
        <dsp:cNvPr id="0" name=""/>
        <dsp:cNvSpPr/>
      </dsp:nvSpPr>
      <dsp:spPr>
        <a:xfrm>
          <a:off x="2595667" y="2680414"/>
          <a:ext cx="1383432" cy="1094833"/>
        </a:xfrm>
        <a:prstGeom prst="chevron">
          <a:avLst>
            <a:gd name="adj" fmla="val 70610"/>
          </a:avLst>
        </a:prstGeom>
        <a:blipFill>
          <a:blip xmlns:r="http://schemas.openxmlformats.org/officeDocument/2006/relationships" r:embed="rId1">
            <a:duotone>
              <a:schemeClr val="accent2">
                <a:hueOff val="0"/>
                <a:satOff val="0"/>
                <a:lumOff val="0"/>
                <a:alphaOff val="0"/>
                <a:shade val="74000"/>
                <a:satMod val="130000"/>
                <a:lumMod val="90000"/>
              </a:schemeClr>
              <a:schemeClr val="accent2">
                <a:hueOff val="0"/>
                <a:satOff val="0"/>
                <a:lumOff val="0"/>
                <a:alphaOff val="0"/>
                <a:tint val="94000"/>
                <a:satMod val="120000"/>
                <a:lumMod val="104000"/>
              </a:schemeClr>
            </a:duotone>
          </a:blip>
          <a:tile tx="0" ty="0" sx="100000" sy="100000" flip="none" algn="tl"/>
        </a:blipFill>
        <a:ln w="9525" cap="flat" cmpd="sng" algn="ctr">
          <a:solidFill>
            <a:schemeClr val="accent2">
              <a:hueOff val="0"/>
              <a:satOff val="0"/>
              <a:lumOff val="0"/>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sp>
    <dsp:sp modelId="{99CDA10C-4B9C-4F99-9CE8-2F50B1F51829}">
      <dsp:nvSpPr>
        <dsp:cNvPr id="0" name=""/>
        <dsp:cNvSpPr/>
      </dsp:nvSpPr>
      <dsp:spPr>
        <a:xfrm>
          <a:off x="3427303" y="2680414"/>
          <a:ext cx="1383432" cy="1094833"/>
        </a:xfrm>
        <a:prstGeom prst="chevron">
          <a:avLst>
            <a:gd name="adj" fmla="val 70610"/>
          </a:avLst>
        </a:prstGeom>
        <a:blipFill>
          <a:blip xmlns:r="http://schemas.openxmlformats.org/officeDocument/2006/relationships" r:embed="rId1">
            <a:duotone>
              <a:schemeClr val="accent3">
                <a:hueOff val="0"/>
                <a:satOff val="0"/>
                <a:lumOff val="0"/>
                <a:alphaOff val="0"/>
                <a:shade val="74000"/>
                <a:satMod val="130000"/>
                <a:lumMod val="90000"/>
              </a:schemeClr>
              <a:schemeClr val="accent3">
                <a:hueOff val="0"/>
                <a:satOff val="0"/>
                <a:lumOff val="0"/>
                <a:alphaOff val="0"/>
                <a:tint val="94000"/>
                <a:satMod val="120000"/>
                <a:lumMod val="104000"/>
              </a:schemeClr>
            </a:duotone>
          </a:blip>
          <a:tile tx="0" ty="0" sx="100000" sy="100000" flip="none" algn="tl"/>
        </a:blipFill>
        <a:ln w="9525" cap="flat" cmpd="sng" algn="ctr">
          <a:solidFill>
            <a:schemeClr val="accent3">
              <a:hueOff val="0"/>
              <a:satOff val="0"/>
              <a:lumOff val="0"/>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sp>
    <dsp:sp modelId="{A7A25454-564F-41D3-9BE8-A358F92A3958}">
      <dsp:nvSpPr>
        <dsp:cNvPr id="0" name=""/>
        <dsp:cNvSpPr/>
      </dsp:nvSpPr>
      <dsp:spPr>
        <a:xfrm>
          <a:off x="4258282" y="2680414"/>
          <a:ext cx="1383432" cy="1094833"/>
        </a:xfrm>
        <a:prstGeom prst="chevron">
          <a:avLst>
            <a:gd name="adj" fmla="val 70610"/>
          </a:avLst>
        </a:prstGeom>
        <a:blipFill>
          <a:blip xmlns:r="http://schemas.openxmlformats.org/officeDocument/2006/relationships" r:embed="rId1">
            <a:duotone>
              <a:schemeClr val="accent4">
                <a:hueOff val="0"/>
                <a:satOff val="0"/>
                <a:lumOff val="0"/>
                <a:alphaOff val="0"/>
                <a:shade val="74000"/>
                <a:satMod val="130000"/>
                <a:lumMod val="90000"/>
              </a:schemeClr>
              <a:schemeClr val="accent4">
                <a:hueOff val="0"/>
                <a:satOff val="0"/>
                <a:lumOff val="0"/>
                <a:alphaOff val="0"/>
                <a:tint val="94000"/>
                <a:satMod val="120000"/>
                <a:lumMod val="104000"/>
              </a:schemeClr>
            </a:duotone>
          </a:blip>
          <a:tile tx="0" ty="0" sx="100000" sy="100000" flip="none" algn="tl"/>
        </a:blipFill>
        <a:ln w="9525" cap="flat" cmpd="sng" algn="ctr">
          <a:solidFill>
            <a:schemeClr val="accent4">
              <a:hueOff val="0"/>
              <a:satOff val="0"/>
              <a:lumOff val="0"/>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sp>
    <dsp:sp modelId="{8F9A76A5-9999-4ECA-A9FA-4698A1E4CE80}">
      <dsp:nvSpPr>
        <dsp:cNvPr id="0" name=""/>
        <dsp:cNvSpPr/>
      </dsp:nvSpPr>
      <dsp:spPr>
        <a:xfrm>
          <a:off x="5089918" y="2680414"/>
          <a:ext cx="1383432" cy="1094833"/>
        </a:xfrm>
        <a:prstGeom prst="chevron">
          <a:avLst>
            <a:gd name="adj" fmla="val 70610"/>
          </a:avLst>
        </a:prstGeom>
        <a:blipFill>
          <a:blip xmlns:r="http://schemas.openxmlformats.org/officeDocument/2006/relationships" r:embed="rId1">
            <a:duotone>
              <a:schemeClr val="accent5">
                <a:hueOff val="0"/>
                <a:satOff val="0"/>
                <a:lumOff val="0"/>
                <a:alphaOff val="0"/>
                <a:shade val="74000"/>
                <a:satMod val="130000"/>
                <a:lumMod val="90000"/>
              </a:schemeClr>
              <a:schemeClr val="accent5">
                <a:hueOff val="0"/>
                <a:satOff val="0"/>
                <a:lumOff val="0"/>
                <a:alphaOff val="0"/>
                <a:tint val="94000"/>
                <a:satMod val="120000"/>
                <a:lumMod val="104000"/>
              </a:schemeClr>
            </a:duotone>
          </a:blip>
          <a:tile tx="0" ty="0" sx="100000" sy="100000" flip="none" algn="tl"/>
        </a:blipFill>
        <a:ln w="9525" cap="flat" cmpd="sng" algn="ctr">
          <a:solidFill>
            <a:schemeClr val="accent5">
              <a:hueOff val="0"/>
              <a:satOff val="0"/>
              <a:lumOff val="0"/>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sp>
    <dsp:sp modelId="{E32532E9-08CE-4B0A-BCE0-D0BA22A7E592}">
      <dsp:nvSpPr>
        <dsp:cNvPr id="0" name=""/>
        <dsp:cNvSpPr/>
      </dsp:nvSpPr>
      <dsp:spPr>
        <a:xfrm>
          <a:off x="102074" y="2789898"/>
          <a:ext cx="5988960" cy="875867"/>
        </a:xfrm>
        <a:prstGeom prst="rect">
          <a:avLst/>
        </a:prstGeom>
        <a:solidFill>
          <a:schemeClr val="lt1">
            <a:hueOff val="0"/>
            <a:satOff val="0"/>
            <a:lumOff val="0"/>
            <a:alphaOff val="0"/>
          </a:schemeClr>
        </a:solidFill>
        <a:ln w="9525" cap="flat" cmpd="sng" algn="ctr">
          <a:solidFill>
            <a:schemeClr val="accent3">
              <a:hueOff val="0"/>
              <a:satOff val="0"/>
              <a:lumOff val="0"/>
              <a:alphaOff val="0"/>
            </a:schemeClr>
          </a:solidFill>
          <a:prstDash val="solid"/>
        </a:ln>
        <a:effectLst>
          <a:innerShdw blurRad="25400" dist="12700" dir="13500000">
            <a:srgbClr val="000000">
              <a:alpha val="45000"/>
            </a:srgbClr>
          </a:innerShdw>
        </a:effectLst>
      </dsp:spPr>
      <dsp:style>
        <a:lnRef idx="1">
          <a:scrgbClr r="0" g="0" b="0"/>
        </a:lnRef>
        <a:fillRef idx="1">
          <a:scrgbClr r="0" g="0" b="0"/>
        </a:fillRef>
        <a:effectRef idx="2">
          <a:scrgbClr r="0" g="0" b="0"/>
        </a:effectRef>
        <a:fontRef idx="minor"/>
      </dsp:style>
      <dsp:txBody>
        <a:bodyPr spcFirstLastPara="0" vert="horz" wrap="square" lIns="43180" tIns="43180" rIns="43180" bIns="43180" numCol="1" spcCol="1270" rtlCol="0" anchor="ctr" anchorCtr="0">
          <a:noAutofit/>
        </a:bodyPr>
        <a:lstStyle/>
        <a:p>
          <a:pPr marL="0" lvl="0" indent="0" algn="l" defTabSz="755650" rtl="0">
            <a:lnSpc>
              <a:spcPct val="90000"/>
            </a:lnSpc>
            <a:spcBef>
              <a:spcPct val="0"/>
            </a:spcBef>
            <a:spcAft>
              <a:spcPct val="35000"/>
            </a:spcAft>
            <a:buNone/>
          </a:pPr>
          <a:r>
            <a:rPr lang="en-US" altLang="zh-CN" sz="1700" b="1" kern="1200" baseline="0" noProof="1">
              <a:latin typeface="Microsoft YaHei UI" panose="020B0503020204020204" pitchFamily="34" charset="-122"/>
              <a:ea typeface="Microsoft YaHei UI" panose="020B0503020204020204" pitchFamily="34" charset="-122"/>
            </a:rPr>
            <a:t>2</a:t>
          </a:r>
          <a:r>
            <a:rPr lang="zh-CN" altLang="en-US" sz="1700" b="1" kern="1200" baseline="0" noProof="1">
              <a:latin typeface="Microsoft YaHei UI" panose="020B0503020204020204" pitchFamily="34" charset="-122"/>
              <a:ea typeface="Microsoft YaHei UI" panose="020B0503020204020204" pitchFamily="34" charset="-122"/>
            </a:rPr>
            <a:t>、下列哪一项不是目前公认的</a:t>
          </a:r>
          <a:r>
            <a:rPr lang="en-US" altLang="zh-CN" sz="1700" b="1" kern="1200" baseline="0" noProof="1">
              <a:latin typeface="Microsoft YaHei UI" panose="020B0503020204020204" pitchFamily="34" charset="-122"/>
              <a:ea typeface="Microsoft YaHei UI" panose="020B0503020204020204" pitchFamily="34" charset="-122"/>
            </a:rPr>
            <a:t>AIWS</a:t>
          </a:r>
          <a:r>
            <a:rPr lang="zh-CN" altLang="en-US" sz="1700" b="1" kern="1200" baseline="0" noProof="1">
              <a:latin typeface="Microsoft YaHei UI" panose="020B0503020204020204" pitchFamily="34" charset="-122"/>
              <a:ea typeface="Microsoft YaHei UI" panose="020B0503020204020204" pitchFamily="34" charset="-122"/>
            </a:rPr>
            <a:t>病因：（</a:t>
          </a:r>
          <a:r>
            <a:rPr lang="en-US" altLang="zh-CN" sz="1700" b="1" kern="1200" baseline="0" noProof="1">
              <a:latin typeface="Microsoft YaHei UI" panose="020B0503020204020204" pitchFamily="34" charset="-122"/>
              <a:ea typeface="Microsoft YaHei UI" panose="020B0503020204020204" pitchFamily="34" charset="-122"/>
            </a:rPr>
            <a:t>	        </a:t>
          </a:r>
          <a:r>
            <a:rPr lang="zh-CN" altLang="en-US" sz="1700" b="1" kern="1200" baseline="0" noProof="1">
              <a:latin typeface="Microsoft YaHei UI" panose="020B0503020204020204" pitchFamily="34" charset="-122"/>
              <a:ea typeface="Microsoft YaHei UI" panose="020B0503020204020204" pitchFamily="34" charset="-122"/>
            </a:rPr>
            <a:t>）</a:t>
          </a:r>
          <a:endParaRPr lang="en-US" altLang="zh-CN" sz="1700" b="1" kern="1200" baseline="0" noProof="1">
            <a:latin typeface="Microsoft YaHei UI" panose="020B0503020204020204" pitchFamily="34" charset="-122"/>
            <a:ea typeface="Microsoft YaHei UI" panose="020B0503020204020204" pitchFamily="34" charset="-122"/>
          </a:endParaRPr>
        </a:p>
        <a:p>
          <a:pPr marL="0" lvl="0" indent="0" algn="l" defTabSz="755650" rtl="0">
            <a:lnSpc>
              <a:spcPct val="90000"/>
            </a:lnSpc>
            <a:spcBef>
              <a:spcPct val="0"/>
            </a:spcBef>
            <a:spcAft>
              <a:spcPct val="35000"/>
            </a:spcAft>
            <a:buNone/>
          </a:pPr>
          <a:r>
            <a:rPr lang="en-US" altLang="zh-CN" sz="1700" b="1" kern="1200" baseline="0" noProof="1">
              <a:latin typeface="Microsoft YaHei UI" panose="020B0503020204020204" pitchFamily="34" charset="-122"/>
              <a:ea typeface="Microsoft YaHei UI" panose="020B0503020204020204" pitchFamily="34" charset="-122"/>
            </a:rPr>
            <a:t>A.EB</a:t>
          </a:r>
          <a:r>
            <a:rPr lang="zh-CN" altLang="en-US" sz="1700" b="1" kern="1200" baseline="0" noProof="1">
              <a:latin typeface="Microsoft YaHei UI" panose="020B0503020204020204" pitchFamily="34" charset="-122"/>
              <a:ea typeface="Microsoft YaHei UI" panose="020B0503020204020204" pitchFamily="34" charset="-122"/>
            </a:rPr>
            <a:t>病毒  </a:t>
          </a:r>
          <a:r>
            <a:rPr lang="en-US" altLang="zh-CN" sz="1700" b="1" kern="1200" baseline="0" noProof="1">
              <a:latin typeface="Microsoft YaHei UI" panose="020B0503020204020204" pitchFamily="34" charset="-122"/>
              <a:ea typeface="Microsoft YaHei UI" panose="020B0503020204020204" pitchFamily="34" charset="-122"/>
            </a:rPr>
            <a:t>B.</a:t>
          </a:r>
          <a:r>
            <a:rPr lang="zh-CN" altLang="en-US" sz="1700" b="1" kern="1200" baseline="0" noProof="1">
              <a:latin typeface="Microsoft YaHei UI" panose="020B0503020204020204" pitchFamily="34" charset="-122"/>
              <a:ea typeface="Microsoft YaHei UI" panose="020B0503020204020204" pitchFamily="34" charset="-122"/>
            </a:rPr>
            <a:t>莱姆病  </a:t>
          </a:r>
          <a:r>
            <a:rPr lang="en-US" altLang="zh-CN" sz="1700" b="1" kern="1200" baseline="0" noProof="1">
              <a:latin typeface="Microsoft YaHei UI" panose="020B0503020204020204" pitchFamily="34" charset="-122"/>
              <a:ea typeface="Microsoft YaHei UI" panose="020B0503020204020204" pitchFamily="34" charset="-122"/>
            </a:rPr>
            <a:t>C.</a:t>
          </a:r>
          <a:r>
            <a:rPr lang="zh-CN" altLang="en-US" sz="1700" b="1" kern="1200" baseline="0" noProof="1">
              <a:latin typeface="Microsoft YaHei UI" panose="020B0503020204020204" pitchFamily="34" charset="-122"/>
              <a:ea typeface="Microsoft YaHei UI" panose="020B0503020204020204" pitchFamily="34" charset="-122"/>
            </a:rPr>
            <a:t>遗传性偏头痛  </a:t>
          </a:r>
          <a:r>
            <a:rPr lang="en-US" altLang="zh-CN" sz="1700" b="1" kern="1200" baseline="0" noProof="1">
              <a:latin typeface="Microsoft YaHei UI" panose="020B0503020204020204" pitchFamily="34" charset="-122"/>
              <a:ea typeface="Microsoft YaHei UI" panose="020B0503020204020204" pitchFamily="34" charset="-122"/>
            </a:rPr>
            <a:t>D.</a:t>
          </a:r>
          <a:r>
            <a:rPr lang="zh-CN" altLang="en-US" sz="1700" b="1" kern="1200" baseline="0" noProof="1">
              <a:latin typeface="Microsoft YaHei UI" panose="020B0503020204020204" pitchFamily="34" charset="-122"/>
              <a:ea typeface="Microsoft YaHei UI" panose="020B0503020204020204" pitchFamily="34" charset="-122"/>
            </a:rPr>
            <a:t>肺炎</a:t>
          </a:r>
        </a:p>
      </dsp:txBody>
      <dsp:txXfrm>
        <a:off x="102074" y="2789898"/>
        <a:ext cx="5988960" cy="875867"/>
      </dsp:txXfrm>
    </dsp:sp>
    <dsp:sp modelId="{6942386B-9CB3-42BD-8359-D4983AE6BE94}">
      <dsp:nvSpPr>
        <dsp:cNvPr id="0" name=""/>
        <dsp:cNvSpPr/>
      </dsp:nvSpPr>
      <dsp:spPr>
        <a:xfrm>
          <a:off x="102074" y="3893497"/>
          <a:ext cx="5912103" cy="5374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rtlCol="0" anchor="b" anchorCtr="0">
          <a:noAutofit/>
        </a:bodyPr>
        <a:lstStyle/>
        <a:p>
          <a:pPr marL="0" lvl="0" indent="0" algn="l" defTabSz="844550" rtl="0">
            <a:lnSpc>
              <a:spcPct val="90000"/>
            </a:lnSpc>
            <a:spcBef>
              <a:spcPct val="0"/>
            </a:spcBef>
            <a:spcAft>
              <a:spcPct val="35000"/>
            </a:spcAft>
            <a:buNone/>
          </a:pPr>
          <a:r>
            <a:rPr lang="en-US" altLang="zh-CN" sz="1900" kern="1200" baseline="0" noProof="1">
              <a:latin typeface="Microsoft YaHei UI" panose="020B0503020204020204" pitchFamily="34" charset="-122"/>
              <a:ea typeface="Microsoft YaHei UI" panose="020B0503020204020204" pitchFamily="34" charset="-122"/>
            </a:rPr>
            <a:t>Q3</a:t>
          </a:r>
          <a:endParaRPr lang="zh-CN" altLang="en-US" sz="1900" kern="1200" baseline="0" noProof="1">
            <a:latin typeface="Microsoft YaHei UI" panose="020B0503020204020204" pitchFamily="34" charset="-122"/>
            <a:ea typeface="Microsoft YaHei UI" panose="020B0503020204020204" pitchFamily="34" charset="-122"/>
          </a:endParaRPr>
        </a:p>
      </dsp:txBody>
      <dsp:txXfrm>
        <a:off x="102074" y="3893497"/>
        <a:ext cx="5912103" cy="537463"/>
      </dsp:txXfrm>
    </dsp:sp>
    <dsp:sp modelId="{F0B1E947-A6D5-46E6-8DF3-38B6CD902A99}">
      <dsp:nvSpPr>
        <dsp:cNvPr id="0" name=""/>
        <dsp:cNvSpPr/>
      </dsp:nvSpPr>
      <dsp:spPr>
        <a:xfrm>
          <a:off x="102074" y="4430961"/>
          <a:ext cx="1383432" cy="1094833"/>
        </a:xfrm>
        <a:prstGeom prst="chevron">
          <a:avLst>
            <a:gd name="adj" fmla="val 70610"/>
          </a:avLst>
        </a:prstGeom>
        <a:blipFill>
          <a:blip xmlns:r="http://schemas.openxmlformats.org/officeDocument/2006/relationships" r:embed="rId1">
            <a:duotone>
              <a:schemeClr val="accent6">
                <a:hueOff val="0"/>
                <a:satOff val="0"/>
                <a:lumOff val="0"/>
                <a:alphaOff val="0"/>
                <a:shade val="74000"/>
                <a:satMod val="130000"/>
                <a:lumMod val="90000"/>
              </a:schemeClr>
              <a:schemeClr val="accent6">
                <a:hueOff val="0"/>
                <a:satOff val="0"/>
                <a:lumOff val="0"/>
                <a:alphaOff val="0"/>
                <a:tint val="94000"/>
                <a:satMod val="120000"/>
                <a:lumMod val="104000"/>
              </a:schemeClr>
            </a:duotone>
          </a:blip>
          <a:tile tx="0" ty="0" sx="100000" sy="100000" flip="none" algn="tl"/>
        </a:blipFill>
        <a:ln w="9525" cap="flat" cmpd="sng" algn="ctr">
          <a:solidFill>
            <a:schemeClr val="accent6">
              <a:hueOff val="0"/>
              <a:satOff val="0"/>
              <a:lumOff val="0"/>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sp>
    <dsp:sp modelId="{797D383C-06AE-488E-BDDF-404AF7FBEC48}">
      <dsp:nvSpPr>
        <dsp:cNvPr id="0" name=""/>
        <dsp:cNvSpPr/>
      </dsp:nvSpPr>
      <dsp:spPr>
        <a:xfrm>
          <a:off x="933053" y="4430961"/>
          <a:ext cx="1383432" cy="1094833"/>
        </a:xfrm>
        <a:prstGeom prst="chevron">
          <a:avLst>
            <a:gd name="adj" fmla="val 70610"/>
          </a:avLst>
        </a:prstGeom>
        <a:blipFill>
          <a:blip xmlns:r="http://schemas.openxmlformats.org/officeDocument/2006/relationships" r:embed="rId1">
            <a:duotone>
              <a:schemeClr val="accent2">
                <a:hueOff val="0"/>
                <a:satOff val="0"/>
                <a:lumOff val="0"/>
                <a:alphaOff val="0"/>
                <a:shade val="74000"/>
                <a:satMod val="130000"/>
                <a:lumMod val="90000"/>
              </a:schemeClr>
              <a:schemeClr val="accent2">
                <a:hueOff val="0"/>
                <a:satOff val="0"/>
                <a:lumOff val="0"/>
                <a:alphaOff val="0"/>
                <a:tint val="94000"/>
                <a:satMod val="120000"/>
                <a:lumMod val="104000"/>
              </a:schemeClr>
            </a:duotone>
          </a:blip>
          <a:tile tx="0" ty="0" sx="100000" sy="100000" flip="none" algn="tl"/>
        </a:blipFill>
        <a:ln w="9525" cap="flat" cmpd="sng" algn="ctr">
          <a:solidFill>
            <a:schemeClr val="accent2">
              <a:hueOff val="0"/>
              <a:satOff val="0"/>
              <a:lumOff val="0"/>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sp>
    <dsp:sp modelId="{D991157B-C2C1-4888-B216-C7ADFB07A709}">
      <dsp:nvSpPr>
        <dsp:cNvPr id="0" name=""/>
        <dsp:cNvSpPr/>
      </dsp:nvSpPr>
      <dsp:spPr>
        <a:xfrm>
          <a:off x="1764688" y="4430961"/>
          <a:ext cx="1383432" cy="1094833"/>
        </a:xfrm>
        <a:prstGeom prst="chevron">
          <a:avLst>
            <a:gd name="adj" fmla="val 70610"/>
          </a:avLst>
        </a:prstGeom>
        <a:blipFill>
          <a:blip xmlns:r="http://schemas.openxmlformats.org/officeDocument/2006/relationships" r:embed="rId1">
            <a:duotone>
              <a:schemeClr val="accent3">
                <a:hueOff val="0"/>
                <a:satOff val="0"/>
                <a:lumOff val="0"/>
                <a:alphaOff val="0"/>
                <a:shade val="74000"/>
                <a:satMod val="130000"/>
                <a:lumMod val="90000"/>
              </a:schemeClr>
              <a:schemeClr val="accent3">
                <a:hueOff val="0"/>
                <a:satOff val="0"/>
                <a:lumOff val="0"/>
                <a:alphaOff val="0"/>
                <a:tint val="94000"/>
                <a:satMod val="120000"/>
                <a:lumMod val="104000"/>
              </a:schemeClr>
            </a:duotone>
          </a:blip>
          <a:tile tx="0" ty="0" sx="100000" sy="100000" flip="none" algn="tl"/>
        </a:blipFill>
        <a:ln w="9525" cap="flat" cmpd="sng" algn="ctr">
          <a:solidFill>
            <a:schemeClr val="accent3">
              <a:hueOff val="0"/>
              <a:satOff val="0"/>
              <a:lumOff val="0"/>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sp>
    <dsp:sp modelId="{E3334218-EB00-497D-B4E5-25842E5B4CD8}">
      <dsp:nvSpPr>
        <dsp:cNvPr id="0" name=""/>
        <dsp:cNvSpPr/>
      </dsp:nvSpPr>
      <dsp:spPr>
        <a:xfrm>
          <a:off x="2595667" y="4430961"/>
          <a:ext cx="1383432" cy="1094833"/>
        </a:xfrm>
        <a:prstGeom prst="chevron">
          <a:avLst>
            <a:gd name="adj" fmla="val 70610"/>
          </a:avLst>
        </a:prstGeom>
        <a:blipFill>
          <a:blip xmlns:r="http://schemas.openxmlformats.org/officeDocument/2006/relationships" r:embed="rId1">
            <a:duotone>
              <a:schemeClr val="accent4">
                <a:hueOff val="0"/>
                <a:satOff val="0"/>
                <a:lumOff val="0"/>
                <a:alphaOff val="0"/>
                <a:shade val="74000"/>
                <a:satMod val="130000"/>
                <a:lumMod val="90000"/>
              </a:schemeClr>
              <a:schemeClr val="accent4">
                <a:hueOff val="0"/>
                <a:satOff val="0"/>
                <a:lumOff val="0"/>
                <a:alphaOff val="0"/>
                <a:tint val="94000"/>
                <a:satMod val="120000"/>
                <a:lumMod val="104000"/>
              </a:schemeClr>
            </a:duotone>
          </a:blip>
          <a:tile tx="0" ty="0" sx="100000" sy="100000" flip="none" algn="tl"/>
        </a:blipFill>
        <a:ln w="9525" cap="flat" cmpd="sng" algn="ctr">
          <a:solidFill>
            <a:schemeClr val="accent4">
              <a:hueOff val="0"/>
              <a:satOff val="0"/>
              <a:lumOff val="0"/>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sp>
    <dsp:sp modelId="{20F9E2D2-B621-4521-9646-440AB7497F1F}">
      <dsp:nvSpPr>
        <dsp:cNvPr id="0" name=""/>
        <dsp:cNvSpPr/>
      </dsp:nvSpPr>
      <dsp:spPr>
        <a:xfrm>
          <a:off x="3427303" y="4430961"/>
          <a:ext cx="1383432" cy="1094833"/>
        </a:xfrm>
        <a:prstGeom prst="chevron">
          <a:avLst>
            <a:gd name="adj" fmla="val 70610"/>
          </a:avLst>
        </a:prstGeom>
        <a:blipFill>
          <a:blip xmlns:r="http://schemas.openxmlformats.org/officeDocument/2006/relationships" r:embed="rId1">
            <a:duotone>
              <a:schemeClr val="accent5">
                <a:hueOff val="0"/>
                <a:satOff val="0"/>
                <a:lumOff val="0"/>
                <a:alphaOff val="0"/>
                <a:shade val="74000"/>
                <a:satMod val="130000"/>
                <a:lumMod val="90000"/>
              </a:schemeClr>
              <a:schemeClr val="accent5">
                <a:hueOff val="0"/>
                <a:satOff val="0"/>
                <a:lumOff val="0"/>
                <a:alphaOff val="0"/>
                <a:tint val="94000"/>
                <a:satMod val="120000"/>
                <a:lumMod val="104000"/>
              </a:schemeClr>
            </a:duotone>
          </a:blip>
          <a:tile tx="0" ty="0" sx="100000" sy="100000" flip="none" algn="tl"/>
        </a:blipFill>
        <a:ln w="9525" cap="flat" cmpd="sng" algn="ctr">
          <a:solidFill>
            <a:schemeClr val="accent5">
              <a:hueOff val="0"/>
              <a:satOff val="0"/>
              <a:lumOff val="0"/>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sp>
    <dsp:sp modelId="{C8022930-DC19-4D8D-99CA-22B6F67B4F8C}">
      <dsp:nvSpPr>
        <dsp:cNvPr id="0" name=""/>
        <dsp:cNvSpPr/>
      </dsp:nvSpPr>
      <dsp:spPr>
        <a:xfrm>
          <a:off x="4258282" y="4430961"/>
          <a:ext cx="1383432" cy="1094833"/>
        </a:xfrm>
        <a:prstGeom prst="chevron">
          <a:avLst>
            <a:gd name="adj" fmla="val 70610"/>
          </a:avLst>
        </a:prstGeom>
        <a:blipFill>
          <a:blip xmlns:r="http://schemas.openxmlformats.org/officeDocument/2006/relationships" r:embed="rId1">
            <a:duotone>
              <a:schemeClr val="accent6">
                <a:hueOff val="0"/>
                <a:satOff val="0"/>
                <a:lumOff val="0"/>
                <a:alphaOff val="0"/>
                <a:shade val="74000"/>
                <a:satMod val="130000"/>
                <a:lumMod val="90000"/>
              </a:schemeClr>
              <a:schemeClr val="accent6">
                <a:hueOff val="0"/>
                <a:satOff val="0"/>
                <a:lumOff val="0"/>
                <a:alphaOff val="0"/>
                <a:tint val="94000"/>
                <a:satMod val="120000"/>
                <a:lumMod val="104000"/>
              </a:schemeClr>
            </a:duotone>
          </a:blip>
          <a:tile tx="0" ty="0" sx="100000" sy="100000" flip="none" algn="tl"/>
        </a:blipFill>
        <a:ln w="9525" cap="flat" cmpd="sng" algn="ctr">
          <a:solidFill>
            <a:schemeClr val="accent6">
              <a:hueOff val="0"/>
              <a:satOff val="0"/>
              <a:lumOff val="0"/>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sp>
    <dsp:sp modelId="{09D53426-11B8-4B93-9FA7-2E1EF814C7CC}">
      <dsp:nvSpPr>
        <dsp:cNvPr id="0" name=""/>
        <dsp:cNvSpPr/>
      </dsp:nvSpPr>
      <dsp:spPr>
        <a:xfrm>
          <a:off x="5089918" y="4430961"/>
          <a:ext cx="1383432" cy="1094833"/>
        </a:xfrm>
        <a:prstGeom prst="chevron">
          <a:avLst>
            <a:gd name="adj" fmla="val 70610"/>
          </a:avLst>
        </a:prstGeom>
        <a:blipFill>
          <a:blip xmlns:r="http://schemas.openxmlformats.org/officeDocument/2006/relationships" r:embed="rId1">
            <a:duotone>
              <a:schemeClr val="accent2">
                <a:hueOff val="0"/>
                <a:satOff val="0"/>
                <a:lumOff val="0"/>
                <a:alphaOff val="0"/>
                <a:shade val="74000"/>
                <a:satMod val="130000"/>
                <a:lumMod val="90000"/>
              </a:schemeClr>
              <a:schemeClr val="accent2">
                <a:hueOff val="0"/>
                <a:satOff val="0"/>
                <a:lumOff val="0"/>
                <a:alphaOff val="0"/>
                <a:tint val="94000"/>
                <a:satMod val="120000"/>
                <a:lumMod val="104000"/>
              </a:schemeClr>
            </a:duotone>
          </a:blip>
          <a:tile tx="0" ty="0" sx="100000" sy="100000" flip="none" algn="tl"/>
        </a:blipFill>
        <a:ln w="9525" cap="flat" cmpd="sng" algn="ctr">
          <a:solidFill>
            <a:schemeClr val="accent2">
              <a:hueOff val="0"/>
              <a:satOff val="0"/>
              <a:lumOff val="0"/>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sp>
    <dsp:sp modelId="{7D1CCBD6-3740-4106-ACAE-D6E331C7E2C9}">
      <dsp:nvSpPr>
        <dsp:cNvPr id="0" name=""/>
        <dsp:cNvSpPr/>
      </dsp:nvSpPr>
      <dsp:spPr>
        <a:xfrm>
          <a:off x="102074" y="4540444"/>
          <a:ext cx="5988960" cy="875867"/>
        </a:xfrm>
        <a:prstGeom prst="rect">
          <a:avLst/>
        </a:prstGeom>
        <a:solidFill>
          <a:schemeClr val="lt1">
            <a:hueOff val="0"/>
            <a:satOff val="0"/>
            <a:lumOff val="0"/>
            <a:alphaOff val="0"/>
          </a:schemeClr>
        </a:solidFill>
        <a:ln w="9525" cap="flat" cmpd="sng" algn="ctr">
          <a:solidFill>
            <a:schemeClr val="accent4">
              <a:hueOff val="0"/>
              <a:satOff val="0"/>
              <a:lumOff val="0"/>
              <a:alphaOff val="0"/>
            </a:schemeClr>
          </a:solidFill>
          <a:prstDash val="solid"/>
        </a:ln>
        <a:effectLst>
          <a:innerShdw blurRad="25400" dist="12700" dir="13500000">
            <a:srgbClr val="000000">
              <a:alpha val="45000"/>
            </a:srgbClr>
          </a:innerShdw>
        </a:effectLst>
      </dsp:spPr>
      <dsp:style>
        <a:lnRef idx="1">
          <a:scrgbClr r="0" g="0" b="0"/>
        </a:lnRef>
        <a:fillRef idx="1">
          <a:scrgbClr r="0" g="0" b="0"/>
        </a:fillRef>
        <a:effectRef idx="2">
          <a:scrgbClr r="0" g="0" b="0"/>
        </a:effectRef>
        <a:fontRef idx="minor"/>
      </dsp:style>
      <dsp:txBody>
        <a:bodyPr spcFirstLastPara="0" vert="horz" wrap="square" lIns="43180" tIns="43180" rIns="43180" bIns="43180" numCol="1" spcCol="1270" rtlCol="0" anchor="ctr" anchorCtr="0">
          <a:noAutofit/>
        </a:bodyPr>
        <a:lstStyle/>
        <a:p>
          <a:pPr marL="0" lvl="0" indent="0" algn="l" defTabSz="755650" rtl="0">
            <a:lnSpc>
              <a:spcPct val="90000"/>
            </a:lnSpc>
            <a:spcBef>
              <a:spcPct val="0"/>
            </a:spcBef>
            <a:spcAft>
              <a:spcPct val="35000"/>
            </a:spcAft>
            <a:buNone/>
          </a:pPr>
          <a:r>
            <a:rPr lang="en-US" altLang="zh-CN" sz="1700" b="1" kern="1200" baseline="0" noProof="1">
              <a:latin typeface="Microsoft YaHei UI" panose="020B0503020204020204" pitchFamily="34" charset="-122"/>
              <a:ea typeface="Microsoft YaHei UI" panose="020B0503020204020204" pitchFamily="34" charset="-122"/>
            </a:rPr>
            <a:t>3</a:t>
          </a:r>
          <a:r>
            <a:rPr lang="zh-CN" altLang="en-US" sz="1700" b="1" kern="1200" baseline="0" noProof="1">
              <a:latin typeface="Microsoft YaHei UI" panose="020B0503020204020204" pitchFamily="34" charset="-122"/>
              <a:ea typeface="Microsoft YaHei UI" panose="020B0503020204020204" pitchFamily="34" charset="-122"/>
            </a:rPr>
            <a:t>、属于</a:t>
          </a:r>
          <a:r>
            <a:rPr lang="en-US" altLang="zh-CN" sz="1700" b="1" kern="1200" baseline="0" noProof="1">
              <a:latin typeface="Microsoft YaHei UI" panose="020B0503020204020204" pitchFamily="34" charset="-122"/>
              <a:ea typeface="Microsoft YaHei UI" panose="020B0503020204020204" pitchFamily="34" charset="-122"/>
            </a:rPr>
            <a:t>B</a:t>
          </a:r>
          <a:r>
            <a:rPr lang="zh-CN" altLang="en-US" sz="1700" b="1" kern="1200" baseline="0" noProof="1">
              <a:latin typeface="Microsoft YaHei UI" panose="020B0503020204020204" pitchFamily="34" charset="-122"/>
              <a:ea typeface="Microsoft YaHei UI" panose="020B0503020204020204" pitchFamily="34" charset="-122"/>
            </a:rPr>
            <a:t>型</a:t>
          </a:r>
          <a:r>
            <a:rPr lang="en-US" altLang="zh-CN" sz="1700" b="1" kern="1200" baseline="0" noProof="1">
              <a:latin typeface="Microsoft YaHei UI" panose="020B0503020204020204" pitchFamily="34" charset="-122"/>
              <a:ea typeface="Microsoft YaHei UI" panose="020B0503020204020204" pitchFamily="34" charset="-122"/>
            </a:rPr>
            <a:t>AIWS</a:t>
          </a:r>
          <a:r>
            <a:rPr lang="zh-CN" altLang="en-US" sz="1700" b="1" kern="1200" baseline="0" noProof="1">
              <a:latin typeface="Microsoft YaHei UI" panose="020B0503020204020204" pitchFamily="34" charset="-122"/>
              <a:ea typeface="Microsoft YaHei UI" panose="020B0503020204020204" pitchFamily="34" charset="-122"/>
            </a:rPr>
            <a:t>症状的是：（</a:t>
          </a:r>
          <a:r>
            <a:rPr lang="en-US" altLang="zh-CN" sz="1700" b="1" kern="1200" baseline="0" noProof="1">
              <a:latin typeface="Microsoft YaHei UI" panose="020B0503020204020204" pitchFamily="34" charset="-122"/>
              <a:ea typeface="Microsoft YaHei UI" panose="020B0503020204020204" pitchFamily="34" charset="-122"/>
            </a:rPr>
            <a:t>	</a:t>
          </a:r>
          <a:r>
            <a:rPr lang="zh-CN" altLang="en-US" sz="1700" b="1" kern="1200" baseline="0" noProof="1">
              <a:latin typeface="Microsoft YaHei UI" panose="020B0503020204020204" pitchFamily="34" charset="-122"/>
              <a:ea typeface="Microsoft YaHei UI" panose="020B0503020204020204" pitchFamily="34" charset="-122"/>
            </a:rPr>
            <a:t>）</a:t>
          </a:r>
          <a:endParaRPr lang="en-US" altLang="zh-CN" sz="1700" b="1" kern="1200" baseline="0" noProof="1">
            <a:latin typeface="Microsoft YaHei UI" panose="020B0503020204020204" pitchFamily="34" charset="-122"/>
            <a:ea typeface="Microsoft YaHei UI" panose="020B0503020204020204" pitchFamily="34" charset="-122"/>
          </a:endParaRPr>
        </a:p>
        <a:p>
          <a:pPr marL="0" lvl="0" indent="0" algn="l" defTabSz="755650" rtl="0">
            <a:lnSpc>
              <a:spcPct val="90000"/>
            </a:lnSpc>
            <a:spcBef>
              <a:spcPct val="0"/>
            </a:spcBef>
            <a:spcAft>
              <a:spcPct val="35000"/>
            </a:spcAft>
            <a:buNone/>
          </a:pPr>
          <a:r>
            <a:rPr lang="en-US" altLang="zh-CN" sz="1700" b="1" kern="1200" baseline="0" noProof="1">
              <a:latin typeface="Microsoft YaHei UI" panose="020B0503020204020204" pitchFamily="34" charset="-122"/>
              <a:ea typeface="Microsoft YaHei UI" panose="020B0503020204020204" pitchFamily="34" charset="-122"/>
            </a:rPr>
            <a:t>A.</a:t>
          </a:r>
          <a:r>
            <a:rPr lang="zh-CN" altLang="en-US" sz="1700" b="1" kern="1200" baseline="0" noProof="1">
              <a:latin typeface="Microsoft YaHei UI" panose="020B0503020204020204" pitchFamily="34" charset="-122"/>
              <a:ea typeface="Microsoft YaHei UI" panose="020B0503020204020204" pitchFamily="34" charset="-122"/>
            </a:rPr>
            <a:t>身心二元性  </a:t>
          </a:r>
          <a:r>
            <a:rPr lang="en-US" altLang="zh-CN" sz="1700" b="1" kern="1200" baseline="0" noProof="1">
              <a:latin typeface="Microsoft YaHei UI" panose="020B0503020204020204" pitchFamily="34" charset="-122"/>
              <a:ea typeface="Microsoft YaHei UI" panose="020B0503020204020204" pitchFamily="34" charset="-122"/>
            </a:rPr>
            <a:t>B.</a:t>
          </a:r>
          <a:r>
            <a:rPr lang="zh-CN" altLang="en-US" sz="1700" b="1" kern="1200" baseline="0" noProof="1">
              <a:latin typeface="Microsoft YaHei UI" panose="020B0503020204020204" pitchFamily="34" charset="-122"/>
              <a:ea typeface="Microsoft YaHei UI" panose="020B0503020204020204" pitchFamily="34" charset="-122"/>
            </a:rPr>
            <a:t>小人国主义  </a:t>
          </a:r>
          <a:r>
            <a:rPr lang="en-US" altLang="zh-CN" sz="1700" b="1" kern="1200" baseline="0" noProof="1">
              <a:latin typeface="Microsoft YaHei UI" panose="020B0503020204020204" pitchFamily="34" charset="-122"/>
              <a:ea typeface="Microsoft YaHei UI" panose="020B0503020204020204" pitchFamily="34" charset="-122"/>
            </a:rPr>
            <a:t>C.</a:t>
          </a:r>
          <a:r>
            <a:rPr lang="zh-CN" altLang="en-US" sz="1700" b="1" kern="1200" baseline="0" noProof="1">
              <a:latin typeface="Microsoft YaHei UI" panose="020B0503020204020204" pitchFamily="34" charset="-122"/>
              <a:ea typeface="Microsoft YaHei UI" panose="020B0503020204020204" pitchFamily="34" charset="-122"/>
            </a:rPr>
            <a:t>焦虑  </a:t>
          </a:r>
          <a:r>
            <a:rPr lang="en-US" altLang="zh-CN" sz="1700" b="1" kern="1200" baseline="0" noProof="1">
              <a:latin typeface="Microsoft YaHei UI" panose="020B0503020204020204" pitchFamily="34" charset="-122"/>
              <a:ea typeface="Microsoft YaHei UI" panose="020B0503020204020204" pitchFamily="34" charset="-122"/>
            </a:rPr>
            <a:t>D.</a:t>
          </a:r>
          <a:r>
            <a:rPr lang="zh-CN" altLang="en-US" sz="1700" b="1" kern="1200" baseline="0" noProof="1">
              <a:latin typeface="Microsoft YaHei UI" panose="020B0503020204020204" pitchFamily="34" charset="-122"/>
              <a:ea typeface="Microsoft YaHei UI" panose="020B0503020204020204" pitchFamily="34" charset="-122"/>
            </a:rPr>
            <a:t>抑郁</a:t>
          </a:r>
        </a:p>
      </dsp:txBody>
      <dsp:txXfrm>
        <a:off x="102074" y="4540444"/>
        <a:ext cx="5988960" cy="87586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28D533-56A7-44F9-AB5F-B12D35D0CCA4}">
      <dsp:nvSpPr>
        <dsp:cNvPr id="0" name=""/>
        <dsp:cNvSpPr/>
      </dsp:nvSpPr>
      <dsp:spPr>
        <a:xfrm>
          <a:off x="102074" y="392404"/>
          <a:ext cx="5912103" cy="5374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rtlCol="0" anchor="b" anchorCtr="0">
          <a:noAutofit/>
        </a:bodyPr>
        <a:lstStyle/>
        <a:p>
          <a:pPr marL="0" lvl="0" indent="0" algn="l" defTabSz="844550" rtl="0">
            <a:lnSpc>
              <a:spcPct val="90000"/>
            </a:lnSpc>
            <a:spcBef>
              <a:spcPct val="0"/>
            </a:spcBef>
            <a:spcAft>
              <a:spcPct val="35000"/>
            </a:spcAft>
            <a:buNone/>
          </a:pPr>
          <a:r>
            <a:rPr lang="en-US" altLang="zh-CN" sz="1900" kern="1200" baseline="0" noProof="1">
              <a:latin typeface="Microsoft YaHei UI" panose="020B0503020204020204" pitchFamily="34" charset="-122"/>
              <a:ea typeface="Microsoft YaHei UI" panose="020B0503020204020204" pitchFamily="34" charset="-122"/>
            </a:rPr>
            <a:t>Q1</a:t>
          </a:r>
          <a:endParaRPr lang="zh-CN" altLang="en-US" sz="1900" kern="1200" baseline="0" noProof="1">
            <a:latin typeface="Microsoft YaHei UI" panose="020B0503020204020204" pitchFamily="34" charset="-122"/>
            <a:ea typeface="Microsoft YaHei UI" panose="020B0503020204020204" pitchFamily="34" charset="-122"/>
          </a:endParaRPr>
        </a:p>
      </dsp:txBody>
      <dsp:txXfrm>
        <a:off x="102074" y="392404"/>
        <a:ext cx="5912103" cy="537463"/>
      </dsp:txXfrm>
    </dsp:sp>
    <dsp:sp modelId="{B5E09CC3-072D-40C5-93CB-3CB61546DAC3}">
      <dsp:nvSpPr>
        <dsp:cNvPr id="0" name=""/>
        <dsp:cNvSpPr/>
      </dsp:nvSpPr>
      <dsp:spPr>
        <a:xfrm>
          <a:off x="102074" y="929868"/>
          <a:ext cx="1383432" cy="1094833"/>
        </a:xfrm>
        <a:prstGeom prst="chevron">
          <a:avLst>
            <a:gd name="adj" fmla="val 70610"/>
          </a:avLst>
        </a:prstGeom>
        <a:blipFill>
          <a:blip xmlns:r="http://schemas.openxmlformats.org/officeDocument/2006/relationships" r:embed="rId1">
            <a:duotone>
              <a:schemeClr val="accent2">
                <a:hueOff val="0"/>
                <a:satOff val="0"/>
                <a:lumOff val="0"/>
                <a:alphaOff val="0"/>
                <a:shade val="74000"/>
                <a:satMod val="130000"/>
                <a:lumMod val="90000"/>
              </a:schemeClr>
              <a:schemeClr val="accent2">
                <a:hueOff val="0"/>
                <a:satOff val="0"/>
                <a:lumOff val="0"/>
                <a:alphaOff val="0"/>
                <a:tint val="94000"/>
                <a:satMod val="120000"/>
                <a:lumMod val="104000"/>
              </a:schemeClr>
            </a:duotone>
          </a:blip>
          <a:tile tx="0" ty="0" sx="100000" sy="100000" flip="none" algn="tl"/>
        </a:blipFill>
        <a:ln w="9525" cap="flat" cmpd="sng" algn="ctr">
          <a:solidFill>
            <a:schemeClr val="accent2">
              <a:hueOff val="0"/>
              <a:satOff val="0"/>
              <a:lumOff val="0"/>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sp>
    <dsp:sp modelId="{7E5B5F30-562C-45F5-947C-105C96262837}">
      <dsp:nvSpPr>
        <dsp:cNvPr id="0" name=""/>
        <dsp:cNvSpPr/>
      </dsp:nvSpPr>
      <dsp:spPr>
        <a:xfrm>
          <a:off x="933053" y="929868"/>
          <a:ext cx="1383432" cy="1094833"/>
        </a:xfrm>
        <a:prstGeom prst="chevron">
          <a:avLst>
            <a:gd name="adj" fmla="val 70610"/>
          </a:avLst>
        </a:prstGeom>
        <a:blipFill>
          <a:blip xmlns:r="http://schemas.openxmlformats.org/officeDocument/2006/relationships" r:embed="rId1">
            <a:duotone>
              <a:schemeClr val="accent3">
                <a:hueOff val="0"/>
                <a:satOff val="0"/>
                <a:lumOff val="0"/>
                <a:alphaOff val="0"/>
                <a:shade val="74000"/>
                <a:satMod val="130000"/>
                <a:lumMod val="90000"/>
              </a:schemeClr>
              <a:schemeClr val="accent3">
                <a:hueOff val="0"/>
                <a:satOff val="0"/>
                <a:lumOff val="0"/>
                <a:alphaOff val="0"/>
                <a:tint val="94000"/>
                <a:satMod val="120000"/>
                <a:lumMod val="104000"/>
              </a:schemeClr>
            </a:duotone>
          </a:blip>
          <a:tile tx="0" ty="0" sx="100000" sy="100000" flip="none" algn="tl"/>
        </a:blipFill>
        <a:ln w="9525" cap="flat" cmpd="sng" algn="ctr">
          <a:solidFill>
            <a:schemeClr val="accent3">
              <a:hueOff val="0"/>
              <a:satOff val="0"/>
              <a:lumOff val="0"/>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sp>
    <dsp:sp modelId="{BA96BDD2-A6C8-4432-8E71-D4E67320B8FF}">
      <dsp:nvSpPr>
        <dsp:cNvPr id="0" name=""/>
        <dsp:cNvSpPr/>
      </dsp:nvSpPr>
      <dsp:spPr>
        <a:xfrm>
          <a:off x="1764688" y="929868"/>
          <a:ext cx="1383432" cy="1094833"/>
        </a:xfrm>
        <a:prstGeom prst="chevron">
          <a:avLst>
            <a:gd name="adj" fmla="val 70610"/>
          </a:avLst>
        </a:prstGeom>
        <a:blipFill>
          <a:blip xmlns:r="http://schemas.openxmlformats.org/officeDocument/2006/relationships" r:embed="rId1">
            <a:duotone>
              <a:schemeClr val="accent4">
                <a:hueOff val="0"/>
                <a:satOff val="0"/>
                <a:lumOff val="0"/>
                <a:alphaOff val="0"/>
                <a:shade val="74000"/>
                <a:satMod val="130000"/>
                <a:lumMod val="90000"/>
              </a:schemeClr>
              <a:schemeClr val="accent4">
                <a:hueOff val="0"/>
                <a:satOff val="0"/>
                <a:lumOff val="0"/>
                <a:alphaOff val="0"/>
                <a:tint val="94000"/>
                <a:satMod val="120000"/>
                <a:lumMod val="104000"/>
              </a:schemeClr>
            </a:duotone>
          </a:blip>
          <a:tile tx="0" ty="0" sx="100000" sy="100000" flip="none" algn="tl"/>
        </a:blipFill>
        <a:ln w="9525" cap="flat" cmpd="sng" algn="ctr">
          <a:solidFill>
            <a:schemeClr val="accent4">
              <a:hueOff val="0"/>
              <a:satOff val="0"/>
              <a:lumOff val="0"/>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sp>
    <dsp:sp modelId="{2AAF1885-F2C6-4C50-A304-71F970C85713}">
      <dsp:nvSpPr>
        <dsp:cNvPr id="0" name=""/>
        <dsp:cNvSpPr/>
      </dsp:nvSpPr>
      <dsp:spPr>
        <a:xfrm>
          <a:off x="2595667" y="929868"/>
          <a:ext cx="1383432" cy="1094833"/>
        </a:xfrm>
        <a:prstGeom prst="chevron">
          <a:avLst>
            <a:gd name="adj" fmla="val 70610"/>
          </a:avLst>
        </a:prstGeom>
        <a:blipFill>
          <a:blip xmlns:r="http://schemas.openxmlformats.org/officeDocument/2006/relationships" r:embed="rId1">
            <a:duotone>
              <a:schemeClr val="accent5">
                <a:hueOff val="0"/>
                <a:satOff val="0"/>
                <a:lumOff val="0"/>
                <a:alphaOff val="0"/>
                <a:shade val="74000"/>
                <a:satMod val="130000"/>
                <a:lumMod val="90000"/>
              </a:schemeClr>
              <a:schemeClr val="accent5">
                <a:hueOff val="0"/>
                <a:satOff val="0"/>
                <a:lumOff val="0"/>
                <a:alphaOff val="0"/>
                <a:tint val="94000"/>
                <a:satMod val="120000"/>
                <a:lumMod val="104000"/>
              </a:schemeClr>
            </a:duotone>
          </a:blip>
          <a:tile tx="0" ty="0" sx="100000" sy="100000" flip="none" algn="tl"/>
        </a:blipFill>
        <a:ln w="9525" cap="flat" cmpd="sng" algn="ctr">
          <a:solidFill>
            <a:schemeClr val="accent5">
              <a:hueOff val="0"/>
              <a:satOff val="0"/>
              <a:lumOff val="0"/>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sp>
    <dsp:sp modelId="{1C9109EC-43D0-4356-8840-1C174E169D4F}">
      <dsp:nvSpPr>
        <dsp:cNvPr id="0" name=""/>
        <dsp:cNvSpPr/>
      </dsp:nvSpPr>
      <dsp:spPr>
        <a:xfrm>
          <a:off x="3427303" y="929868"/>
          <a:ext cx="1383432" cy="1094833"/>
        </a:xfrm>
        <a:prstGeom prst="chevron">
          <a:avLst>
            <a:gd name="adj" fmla="val 70610"/>
          </a:avLst>
        </a:prstGeom>
        <a:blipFill>
          <a:blip xmlns:r="http://schemas.openxmlformats.org/officeDocument/2006/relationships" r:embed="rId1">
            <a:duotone>
              <a:schemeClr val="accent6">
                <a:hueOff val="0"/>
                <a:satOff val="0"/>
                <a:lumOff val="0"/>
                <a:alphaOff val="0"/>
                <a:shade val="74000"/>
                <a:satMod val="130000"/>
                <a:lumMod val="90000"/>
              </a:schemeClr>
              <a:schemeClr val="accent6">
                <a:hueOff val="0"/>
                <a:satOff val="0"/>
                <a:lumOff val="0"/>
                <a:alphaOff val="0"/>
                <a:tint val="94000"/>
                <a:satMod val="120000"/>
                <a:lumMod val="104000"/>
              </a:schemeClr>
            </a:duotone>
          </a:blip>
          <a:tile tx="0" ty="0" sx="100000" sy="100000" flip="none" algn="tl"/>
        </a:blipFill>
        <a:ln w="9525" cap="flat" cmpd="sng" algn="ctr">
          <a:solidFill>
            <a:schemeClr val="accent6">
              <a:hueOff val="0"/>
              <a:satOff val="0"/>
              <a:lumOff val="0"/>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sp>
    <dsp:sp modelId="{F580C234-F277-4109-8F54-CBF87BE4B61B}">
      <dsp:nvSpPr>
        <dsp:cNvPr id="0" name=""/>
        <dsp:cNvSpPr/>
      </dsp:nvSpPr>
      <dsp:spPr>
        <a:xfrm>
          <a:off x="4258282" y="929868"/>
          <a:ext cx="1383432" cy="1094833"/>
        </a:xfrm>
        <a:prstGeom prst="chevron">
          <a:avLst>
            <a:gd name="adj" fmla="val 70610"/>
          </a:avLst>
        </a:prstGeom>
        <a:blipFill>
          <a:blip xmlns:r="http://schemas.openxmlformats.org/officeDocument/2006/relationships" r:embed="rId1">
            <a:duotone>
              <a:schemeClr val="accent2">
                <a:hueOff val="0"/>
                <a:satOff val="0"/>
                <a:lumOff val="0"/>
                <a:alphaOff val="0"/>
                <a:shade val="74000"/>
                <a:satMod val="130000"/>
                <a:lumMod val="90000"/>
              </a:schemeClr>
              <a:schemeClr val="accent2">
                <a:hueOff val="0"/>
                <a:satOff val="0"/>
                <a:lumOff val="0"/>
                <a:alphaOff val="0"/>
                <a:tint val="94000"/>
                <a:satMod val="120000"/>
                <a:lumMod val="104000"/>
              </a:schemeClr>
            </a:duotone>
          </a:blip>
          <a:tile tx="0" ty="0" sx="100000" sy="100000" flip="none" algn="tl"/>
        </a:blipFill>
        <a:ln w="9525" cap="flat" cmpd="sng" algn="ctr">
          <a:solidFill>
            <a:schemeClr val="accent2">
              <a:hueOff val="0"/>
              <a:satOff val="0"/>
              <a:lumOff val="0"/>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sp>
    <dsp:sp modelId="{C2DC7889-4537-4EA1-8B7E-3B1E25B6DE4C}">
      <dsp:nvSpPr>
        <dsp:cNvPr id="0" name=""/>
        <dsp:cNvSpPr/>
      </dsp:nvSpPr>
      <dsp:spPr>
        <a:xfrm>
          <a:off x="5089918" y="929868"/>
          <a:ext cx="1383432" cy="1094833"/>
        </a:xfrm>
        <a:prstGeom prst="chevron">
          <a:avLst>
            <a:gd name="adj" fmla="val 70610"/>
          </a:avLst>
        </a:prstGeom>
        <a:blipFill>
          <a:blip xmlns:r="http://schemas.openxmlformats.org/officeDocument/2006/relationships" r:embed="rId1">
            <a:duotone>
              <a:schemeClr val="accent3">
                <a:hueOff val="0"/>
                <a:satOff val="0"/>
                <a:lumOff val="0"/>
                <a:alphaOff val="0"/>
                <a:shade val="74000"/>
                <a:satMod val="130000"/>
                <a:lumMod val="90000"/>
              </a:schemeClr>
              <a:schemeClr val="accent3">
                <a:hueOff val="0"/>
                <a:satOff val="0"/>
                <a:lumOff val="0"/>
                <a:alphaOff val="0"/>
                <a:tint val="94000"/>
                <a:satMod val="120000"/>
                <a:lumMod val="104000"/>
              </a:schemeClr>
            </a:duotone>
          </a:blip>
          <a:tile tx="0" ty="0" sx="100000" sy="100000" flip="none" algn="tl"/>
        </a:blipFill>
        <a:ln w="9525" cap="flat" cmpd="sng" algn="ctr">
          <a:solidFill>
            <a:schemeClr val="accent3">
              <a:hueOff val="0"/>
              <a:satOff val="0"/>
              <a:lumOff val="0"/>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sp>
    <dsp:sp modelId="{B46F8A2D-B8E9-481F-97F6-8D8A2A54017A}">
      <dsp:nvSpPr>
        <dsp:cNvPr id="0" name=""/>
        <dsp:cNvSpPr/>
      </dsp:nvSpPr>
      <dsp:spPr>
        <a:xfrm>
          <a:off x="102074" y="1039352"/>
          <a:ext cx="5988960" cy="875867"/>
        </a:xfrm>
        <a:prstGeom prst="rect">
          <a:avLst/>
        </a:prstGeom>
        <a:solidFill>
          <a:schemeClr val="lt1">
            <a:hueOff val="0"/>
            <a:satOff val="0"/>
            <a:lumOff val="0"/>
            <a:alphaOff val="0"/>
          </a:schemeClr>
        </a:solidFill>
        <a:ln w="9525" cap="flat" cmpd="sng" algn="ctr">
          <a:solidFill>
            <a:schemeClr val="accent2">
              <a:hueOff val="0"/>
              <a:satOff val="0"/>
              <a:lumOff val="0"/>
              <a:alphaOff val="0"/>
            </a:schemeClr>
          </a:solidFill>
          <a:prstDash val="solid"/>
        </a:ln>
        <a:effectLst>
          <a:innerShdw blurRad="25400" dist="12700" dir="13500000">
            <a:srgbClr val="000000">
              <a:alpha val="45000"/>
            </a:srgbClr>
          </a:innerShdw>
        </a:effectLst>
      </dsp:spPr>
      <dsp:style>
        <a:lnRef idx="1">
          <a:scrgbClr r="0" g="0" b="0"/>
        </a:lnRef>
        <a:fillRef idx="1">
          <a:scrgbClr r="0" g="0" b="0"/>
        </a:fillRef>
        <a:effectRef idx="2">
          <a:scrgbClr r="0" g="0" b="0"/>
        </a:effectRef>
        <a:fontRef idx="minor"/>
      </dsp:style>
      <dsp:txBody>
        <a:bodyPr spcFirstLastPara="0" vert="horz" wrap="square" lIns="40640" tIns="40640" rIns="40640" bIns="40640" numCol="1" spcCol="1270" rtlCol="0" anchor="ctr" anchorCtr="0">
          <a:noAutofit/>
        </a:bodyPr>
        <a:lstStyle/>
        <a:p>
          <a:pPr marL="0" lvl="0" indent="0" algn="l" defTabSz="711200" rtl="0">
            <a:lnSpc>
              <a:spcPct val="90000"/>
            </a:lnSpc>
            <a:spcBef>
              <a:spcPct val="0"/>
            </a:spcBef>
            <a:spcAft>
              <a:spcPct val="35000"/>
            </a:spcAft>
            <a:buNone/>
          </a:pPr>
          <a:endParaRPr lang="en-US" altLang="en-US" sz="1600" b="1" kern="1200" baseline="0" noProof="1">
            <a:latin typeface="Microsoft YaHei UI" panose="020B0503020204020204" pitchFamily="34" charset="-122"/>
            <a:ea typeface="Microsoft YaHei UI" panose="020B0503020204020204" pitchFamily="34" charset="-122"/>
          </a:endParaRPr>
        </a:p>
        <a:p>
          <a:pPr marL="0" lvl="0" indent="0" algn="l" defTabSz="711200" rtl="0">
            <a:lnSpc>
              <a:spcPct val="90000"/>
            </a:lnSpc>
            <a:spcBef>
              <a:spcPct val="0"/>
            </a:spcBef>
            <a:spcAft>
              <a:spcPct val="35000"/>
            </a:spcAft>
            <a:buNone/>
          </a:pPr>
          <a:r>
            <a:rPr lang="en-US" altLang="en-US" sz="1800" b="1" kern="1200" baseline="0" noProof="1">
              <a:latin typeface="Microsoft YaHei UI" panose="020B0503020204020204" pitchFamily="34" charset="-122"/>
              <a:ea typeface="Microsoft YaHei UI" panose="020B0503020204020204" pitchFamily="34" charset="-122"/>
            </a:rPr>
            <a:t>1</a:t>
          </a:r>
          <a:r>
            <a:rPr lang="zh-CN" altLang="en-US" sz="1800" b="1" kern="1200" baseline="0" noProof="1">
              <a:latin typeface="Microsoft YaHei UI" panose="020B0503020204020204" pitchFamily="34" charset="-122"/>
              <a:ea typeface="Microsoft YaHei UI" panose="020B0503020204020204" pitchFamily="34" charset="-122"/>
            </a:rPr>
            <a:t>、</a:t>
          </a:r>
          <a:r>
            <a:rPr lang="en-US" altLang="en-US" sz="1800" b="1" kern="1200" baseline="0" noProof="1">
              <a:latin typeface="Microsoft YaHei UI" panose="020B0503020204020204" pitchFamily="34" charset="-122"/>
              <a:ea typeface="Microsoft YaHei UI" panose="020B0503020204020204" pitchFamily="34" charset="-122"/>
            </a:rPr>
            <a:t>AIWS</a:t>
          </a:r>
          <a:r>
            <a:rPr lang="zh-CN" altLang="en-US" sz="1800" b="1" kern="1200" baseline="0" noProof="1">
              <a:latin typeface="Microsoft YaHei UI" panose="020B0503020204020204" pitchFamily="34" charset="-122"/>
              <a:ea typeface="Microsoft YaHei UI" panose="020B0503020204020204" pitchFamily="34" charset="-122"/>
            </a:rPr>
            <a:t>的多发人群是：（  </a:t>
          </a:r>
          <a:r>
            <a:rPr lang="en-US" altLang="zh-CN" sz="1800" b="1" kern="1200" baseline="0" noProof="1">
              <a:latin typeface="Microsoft YaHei UI" panose="020B0503020204020204" pitchFamily="34" charset="-122"/>
              <a:ea typeface="Microsoft YaHei UI" panose="020B0503020204020204" pitchFamily="34" charset="-122"/>
            </a:rPr>
            <a:t>D  </a:t>
          </a:r>
          <a:r>
            <a:rPr lang="zh-CN" altLang="en-US" sz="1800" b="1" kern="1200" baseline="0" noProof="1">
              <a:latin typeface="Microsoft YaHei UI" panose="020B0503020204020204" pitchFamily="34" charset="-122"/>
              <a:ea typeface="Microsoft YaHei UI" panose="020B0503020204020204" pitchFamily="34" charset="-122"/>
            </a:rPr>
            <a:t>）</a:t>
          </a:r>
        </a:p>
        <a:p>
          <a:pPr marL="0" lvl="0" indent="0" algn="l" defTabSz="800100" rtl="0">
            <a:lnSpc>
              <a:spcPct val="90000"/>
            </a:lnSpc>
            <a:spcBef>
              <a:spcPct val="0"/>
            </a:spcBef>
            <a:spcAft>
              <a:spcPct val="35000"/>
            </a:spcAft>
            <a:buNone/>
          </a:pPr>
          <a:r>
            <a:rPr lang="en-US" altLang="en-US" sz="1800" b="1" kern="1200" baseline="0" noProof="1">
              <a:latin typeface="Microsoft YaHei UI" panose="020B0503020204020204" pitchFamily="34" charset="-122"/>
              <a:ea typeface="Microsoft YaHei UI" panose="020B0503020204020204" pitchFamily="34" charset="-122"/>
            </a:rPr>
            <a:t>A.</a:t>
          </a:r>
          <a:r>
            <a:rPr lang="zh-CN" altLang="en-US" sz="1800" b="1" kern="1200" baseline="0" noProof="1">
              <a:latin typeface="Microsoft YaHei UI" panose="020B0503020204020204" pitchFamily="34" charset="-122"/>
              <a:ea typeface="Microsoft YaHei UI" panose="020B0503020204020204" pitchFamily="34" charset="-122"/>
            </a:rPr>
            <a:t>青少年   </a:t>
          </a:r>
          <a:r>
            <a:rPr lang="en-US" altLang="en-US" sz="1800" b="1" kern="1200" baseline="0" noProof="1">
              <a:latin typeface="Microsoft YaHei UI" panose="020B0503020204020204" pitchFamily="34" charset="-122"/>
              <a:ea typeface="Microsoft YaHei UI" panose="020B0503020204020204" pitchFamily="34" charset="-122"/>
            </a:rPr>
            <a:t>B.</a:t>
          </a:r>
          <a:r>
            <a:rPr lang="zh-CN" altLang="en-US" sz="1800" b="1" kern="1200" baseline="0" noProof="1">
              <a:latin typeface="Microsoft YaHei UI" panose="020B0503020204020204" pitchFamily="34" charset="-122"/>
              <a:ea typeface="Microsoft YaHei UI" panose="020B0503020204020204" pitchFamily="34" charset="-122"/>
            </a:rPr>
            <a:t>壮年   </a:t>
          </a:r>
          <a:r>
            <a:rPr lang="en-US" altLang="en-US" sz="1800" b="1" kern="1200" baseline="0" noProof="1">
              <a:latin typeface="Microsoft YaHei UI" panose="020B0503020204020204" pitchFamily="34" charset="-122"/>
              <a:ea typeface="Microsoft YaHei UI" panose="020B0503020204020204" pitchFamily="34" charset="-122"/>
            </a:rPr>
            <a:t>C.</a:t>
          </a:r>
          <a:r>
            <a:rPr lang="zh-CN" altLang="en-US" sz="1800" b="1" kern="1200" baseline="0" noProof="1">
              <a:latin typeface="Microsoft YaHei UI" panose="020B0503020204020204" pitchFamily="34" charset="-122"/>
              <a:ea typeface="Microsoft YaHei UI" panose="020B0503020204020204" pitchFamily="34" charset="-122"/>
            </a:rPr>
            <a:t>老年   </a:t>
          </a:r>
          <a:r>
            <a:rPr lang="en-US" altLang="en-US" sz="1800" b="1" kern="1200" baseline="0" noProof="1">
              <a:latin typeface="Microsoft YaHei UI" panose="020B0503020204020204" pitchFamily="34" charset="-122"/>
              <a:ea typeface="Microsoft YaHei UI" panose="020B0503020204020204" pitchFamily="34" charset="-122"/>
            </a:rPr>
            <a:t>D.</a:t>
          </a:r>
          <a:r>
            <a:rPr lang="zh-CN" altLang="en-US" sz="1800" b="1" kern="1200" baseline="0" noProof="1">
              <a:latin typeface="Microsoft YaHei UI" panose="020B0503020204020204" pitchFamily="34" charset="-122"/>
              <a:ea typeface="Microsoft YaHei UI" panose="020B0503020204020204" pitchFamily="34" charset="-122"/>
            </a:rPr>
            <a:t>儿童</a:t>
          </a:r>
        </a:p>
        <a:p>
          <a:pPr marL="0" lvl="0" indent="0" algn="l" defTabSz="444500" rtl="0">
            <a:lnSpc>
              <a:spcPct val="90000"/>
            </a:lnSpc>
            <a:spcBef>
              <a:spcPct val="0"/>
            </a:spcBef>
            <a:spcAft>
              <a:spcPct val="35000"/>
            </a:spcAft>
            <a:buNone/>
          </a:pPr>
          <a:endParaRPr lang="zh-CN" altLang="en-US" sz="1000" b="1" kern="1200" baseline="0" noProof="1">
            <a:latin typeface="Microsoft YaHei UI" panose="020B0503020204020204" pitchFamily="34" charset="-122"/>
            <a:ea typeface="Microsoft YaHei UI" panose="020B0503020204020204" pitchFamily="34" charset="-122"/>
          </a:endParaRPr>
        </a:p>
      </dsp:txBody>
      <dsp:txXfrm>
        <a:off x="102074" y="1039352"/>
        <a:ext cx="5988960" cy="875867"/>
      </dsp:txXfrm>
    </dsp:sp>
    <dsp:sp modelId="{A4E32358-9FAF-4554-AC0F-5ED0792D2EF5}">
      <dsp:nvSpPr>
        <dsp:cNvPr id="0" name=""/>
        <dsp:cNvSpPr/>
      </dsp:nvSpPr>
      <dsp:spPr>
        <a:xfrm>
          <a:off x="102074" y="2142951"/>
          <a:ext cx="5912103" cy="5374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rtlCol="0" anchor="b" anchorCtr="0">
          <a:noAutofit/>
        </a:bodyPr>
        <a:lstStyle/>
        <a:p>
          <a:pPr marL="0" lvl="0" indent="0" algn="l" defTabSz="844550" rtl="0">
            <a:lnSpc>
              <a:spcPct val="90000"/>
            </a:lnSpc>
            <a:spcBef>
              <a:spcPct val="0"/>
            </a:spcBef>
            <a:spcAft>
              <a:spcPct val="35000"/>
            </a:spcAft>
            <a:buNone/>
          </a:pPr>
          <a:r>
            <a:rPr lang="en-US" altLang="zh-CN" sz="1900" kern="1200" baseline="0" noProof="1">
              <a:latin typeface="Microsoft YaHei UI" panose="020B0503020204020204" pitchFamily="34" charset="-122"/>
              <a:ea typeface="Microsoft YaHei UI" panose="020B0503020204020204" pitchFamily="34" charset="-122"/>
            </a:rPr>
            <a:t>Q2</a:t>
          </a:r>
          <a:endParaRPr lang="zh-CN" altLang="en-US" sz="1900" kern="1200" baseline="0" noProof="1">
            <a:latin typeface="Microsoft YaHei UI" panose="020B0503020204020204" pitchFamily="34" charset="-122"/>
            <a:ea typeface="Microsoft YaHei UI" panose="020B0503020204020204" pitchFamily="34" charset="-122"/>
          </a:endParaRPr>
        </a:p>
      </dsp:txBody>
      <dsp:txXfrm>
        <a:off x="102074" y="2142951"/>
        <a:ext cx="5912103" cy="537463"/>
      </dsp:txXfrm>
    </dsp:sp>
    <dsp:sp modelId="{694975F8-4C8F-474E-82FD-B2D3B38E3CE9}">
      <dsp:nvSpPr>
        <dsp:cNvPr id="0" name=""/>
        <dsp:cNvSpPr/>
      </dsp:nvSpPr>
      <dsp:spPr>
        <a:xfrm>
          <a:off x="102074" y="2680414"/>
          <a:ext cx="1383432" cy="1094833"/>
        </a:xfrm>
        <a:prstGeom prst="chevron">
          <a:avLst>
            <a:gd name="adj" fmla="val 70610"/>
          </a:avLst>
        </a:prstGeom>
        <a:blipFill>
          <a:blip xmlns:r="http://schemas.openxmlformats.org/officeDocument/2006/relationships" r:embed="rId1">
            <a:duotone>
              <a:schemeClr val="accent4">
                <a:hueOff val="0"/>
                <a:satOff val="0"/>
                <a:lumOff val="0"/>
                <a:alphaOff val="0"/>
                <a:shade val="74000"/>
                <a:satMod val="130000"/>
                <a:lumMod val="90000"/>
              </a:schemeClr>
              <a:schemeClr val="accent4">
                <a:hueOff val="0"/>
                <a:satOff val="0"/>
                <a:lumOff val="0"/>
                <a:alphaOff val="0"/>
                <a:tint val="94000"/>
                <a:satMod val="120000"/>
                <a:lumMod val="104000"/>
              </a:schemeClr>
            </a:duotone>
          </a:blip>
          <a:tile tx="0" ty="0" sx="100000" sy="100000" flip="none" algn="tl"/>
        </a:blipFill>
        <a:ln w="9525" cap="flat" cmpd="sng" algn="ctr">
          <a:solidFill>
            <a:schemeClr val="accent4">
              <a:hueOff val="0"/>
              <a:satOff val="0"/>
              <a:lumOff val="0"/>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sp>
    <dsp:sp modelId="{3461506E-F2BB-405D-A55B-BEB6F1374518}">
      <dsp:nvSpPr>
        <dsp:cNvPr id="0" name=""/>
        <dsp:cNvSpPr/>
      </dsp:nvSpPr>
      <dsp:spPr>
        <a:xfrm>
          <a:off x="933053" y="2680414"/>
          <a:ext cx="1383432" cy="1094833"/>
        </a:xfrm>
        <a:prstGeom prst="chevron">
          <a:avLst>
            <a:gd name="adj" fmla="val 70610"/>
          </a:avLst>
        </a:prstGeom>
        <a:blipFill>
          <a:blip xmlns:r="http://schemas.openxmlformats.org/officeDocument/2006/relationships" r:embed="rId1">
            <a:duotone>
              <a:schemeClr val="accent5">
                <a:hueOff val="0"/>
                <a:satOff val="0"/>
                <a:lumOff val="0"/>
                <a:alphaOff val="0"/>
                <a:shade val="74000"/>
                <a:satMod val="130000"/>
                <a:lumMod val="90000"/>
              </a:schemeClr>
              <a:schemeClr val="accent5">
                <a:hueOff val="0"/>
                <a:satOff val="0"/>
                <a:lumOff val="0"/>
                <a:alphaOff val="0"/>
                <a:tint val="94000"/>
                <a:satMod val="120000"/>
                <a:lumMod val="104000"/>
              </a:schemeClr>
            </a:duotone>
          </a:blip>
          <a:tile tx="0" ty="0" sx="100000" sy="100000" flip="none" algn="tl"/>
        </a:blipFill>
        <a:ln w="9525" cap="flat" cmpd="sng" algn="ctr">
          <a:solidFill>
            <a:schemeClr val="accent5">
              <a:hueOff val="0"/>
              <a:satOff val="0"/>
              <a:lumOff val="0"/>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sp>
    <dsp:sp modelId="{B43EA23D-813A-4C2D-A537-8243C507CEB5}">
      <dsp:nvSpPr>
        <dsp:cNvPr id="0" name=""/>
        <dsp:cNvSpPr/>
      </dsp:nvSpPr>
      <dsp:spPr>
        <a:xfrm>
          <a:off x="1764688" y="2680414"/>
          <a:ext cx="1383432" cy="1094833"/>
        </a:xfrm>
        <a:prstGeom prst="chevron">
          <a:avLst>
            <a:gd name="adj" fmla="val 70610"/>
          </a:avLst>
        </a:prstGeom>
        <a:blipFill>
          <a:blip xmlns:r="http://schemas.openxmlformats.org/officeDocument/2006/relationships" r:embed="rId1">
            <a:duotone>
              <a:schemeClr val="accent6">
                <a:hueOff val="0"/>
                <a:satOff val="0"/>
                <a:lumOff val="0"/>
                <a:alphaOff val="0"/>
                <a:shade val="74000"/>
                <a:satMod val="130000"/>
                <a:lumMod val="90000"/>
              </a:schemeClr>
              <a:schemeClr val="accent6">
                <a:hueOff val="0"/>
                <a:satOff val="0"/>
                <a:lumOff val="0"/>
                <a:alphaOff val="0"/>
                <a:tint val="94000"/>
                <a:satMod val="120000"/>
                <a:lumMod val="104000"/>
              </a:schemeClr>
            </a:duotone>
          </a:blip>
          <a:tile tx="0" ty="0" sx="100000" sy="100000" flip="none" algn="tl"/>
        </a:blipFill>
        <a:ln w="9525" cap="flat" cmpd="sng" algn="ctr">
          <a:solidFill>
            <a:schemeClr val="accent6">
              <a:hueOff val="0"/>
              <a:satOff val="0"/>
              <a:lumOff val="0"/>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sp>
    <dsp:sp modelId="{9B2EDFA1-E5EE-473E-86DC-A299D77CF06C}">
      <dsp:nvSpPr>
        <dsp:cNvPr id="0" name=""/>
        <dsp:cNvSpPr/>
      </dsp:nvSpPr>
      <dsp:spPr>
        <a:xfrm>
          <a:off x="2595667" y="2680414"/>
          <a:ext cx="1383432" cy="1094833"/>
        </a:xfrm>
        <a:prstGeom prst="chevron">
          <a:avLst>
            <a:gd name="adj" fmla="val 70610"/>
          </a:avLst>
        </a:prstGeom>
        <a:blipFill>
          <a:blip xmlns:r="http://schemas.openxmlformats.org/officeDocument/2006/relationships" r:embed="rId1">
            <a:duotone>
              <a:schemeClr val="accent2">
                <a:hueOff val="0"/>
                <a:satOff val="0"/>
                <a:lumOff val="0"/>
                <a:alphaOff val="0"/>
                <a:shade val="74000"/>
                <a:satMod val="130000"/>
                <a:lumMod val="90000"/>
              </a:schemeClr>
              <a:schemeClr val="accent2">
                <a:hueOff val="0"/>
                <a:satOff val="0"/>
                <a:lumOff val="0"/>
                <a:alphaOff val="0"/>
                <a:tint val="94000"/>
                <a:satMod val="120000"/>
                <a:lumMod val="104000"/>
              </a:schemeClr>
            </a:duotone>
          </a:blip>
          <a:tile tx="0" ty="0" sx="100000" sy="100000" flip="none" algn="tl"/>
        </a:blipFill>
        <a:ln w="9525" cap="flat" cmpd="sng" algn="ctr">
          <a:solidFill>
            <a:schemeClr val="accent2">
              <a:hueOff val="0"/>
              <a:satOff val="0"/>
              <a:lumOff val="0"/>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sp>
    <dsp:sp modelId="{99CDA10C-4B9C-4F99-9CE8-2F50B1F51829}">
      <dsp:nvSpPr>
        <dsp:cNvPr id="0" name=""/>
        <dsp:cNvSpPr/>
      </dsp:nvSpPr>
      <dsp:spPr>
        <a:xfrm>
          <a:off x="3427303" y="2680414"/>
          <a:ext cx="1383432" cy="1094833"/>
        </a:xfrm>
        <a:prstGeom prst="chevron">
          <a:avLst>
            <a:gd name="adj" fmla="val 70610"/>
          </a:avLst>
        </a:prstGeom>
        <a:blipFill>
          <a:blip xmlns:r="http://schemas.openxmlformats.org/officeDocument/2006/relationships" r:embed="rId1">
            <a:duotone>
              <a:schemeClr val="accent3">
                <a:hueOff val="0"/>
                <a:satOff val="0"/>
                <a:lumOff val="0"/>
                <a:alphaOff val="0"/>
                <a:shade val="74000"/>
                <a:satMod val="130000"/>
                <a:lumMod val="90000"/>
              </a:schemeClr>
              <a:schemeClr val="accent3">
                <a:hueOff val="0"/>
                <a:satOff val="0"/>
                <a:lumOff val="0"/>
                <a:alphaOff val="0"/>
                <a:tint val="94000"/>
                <a:satMod val="120000"/>
                <a:lumMod val="104000"/>
              </a:schemeClr>
            </a:duotone>
          </a:blip>
          <a:tile tx="0" ty="0" sx="100000" sy="100000" flip="none" algn="tl"/>
        </a:blipFill>
        <a:ln w="9525" cap="flat" cmpd="sng" algn="ctr">
          <a:solidFill>
            <a:schemeClr val="accent3">
              <a:hueOff val="0"/>
              <a:satOff val="0"/>
              <a:lumOff val="0"/>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sp>
    <dsp:sp modelId="{A7A25454-564F-41D3-9BE8-A358F92A3958}">
      <dsp:nvSpPr>
        <dsp:cNvPr id="0" name=""/>
        <dsp:cNvSpPr/>
      </dsp:nvSpPr>
      <dsp:spPr>
        <a:xfrm>
          <a:off x="4258282" y="2680414"/>
          <a:ext cx="1383432" cy="1094833"/>
        </a:xfrm>
        <a:prstGeom prst="chevron">
          <a:avLst>
            <a:gd name="adj" fmla="val 70610"/>
          </a:avLst>
        </a:prstGeom>
        <a:blipFill>
          <a:blip xmlns:r="http://schemas.openxmlformats.org/officeDocument/2006/relationships" r:embed="rId1">
            <a:duotone>
              <a:schemeClr val="accent4">
                <a:hueOff val="0"/>
                <a:satOff val="0"/>
                <a:lumOff val="0"/>
                <a:alphaOff val="0"/>
                <a:shade val="74000"/>
                <a:satMod val="130000"/>
                <a:lumMod val="90000"/>
              </a:schemeClr>
              <a:schemeClr val="accent4">
                <a:hueOff val="0"/>
                <a:satOff val="0"/>
                <a:lumOff val="0"/>
                <a:alphaOff val="0"/>
                <a:tint val="94000"/>
                <a:satMod val="120000"/>
                <a:lumMod val="104000"/>
              </a:schemeClr>
            </a:duotone>
          </a:blip>
          <a:tile tx="0" ty="0" sx="100000" sy="100000" flip="none" algn="tl"/>
        </a:blipFill>
        <a:ln w="9525" cap="flat" cmpd="sng" algn="ctr">
          <a:solidFill>
            <a:schemeClr val="accent4">
              <a:hueOff val="0"/>
              <a:satOff val="0"/>
              <a:lumOff val="0"/>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sp>
    <dsp:sp modelId="{8F9A76A5-9999-4ECA-A9FA-4698A1E4CE80}">
      <dsp:nvSpPr>
        <dsp:cNvPr id="0" name=""/>
        <dsp:cNvSpPr/>
      </dsp:nvSpPr>
      <dsp:spPr>
        <a:xfrm>
          <a:off x="5089918" y="2680414"/>
          <a:ext cx="1383432" cy="1094833"/>
        </a:xfrm>
        <a:prstGeom prst="chevron">
          <a:avLst>
            <a:gd name="adj" fmla="val 70610"/>
          </a:avLst>
        </a:prstGeom>
        <a:blipFill>
          <a:blip xmlns:r="http://schemas.openxmlformats.org/officeDocument/2006/relationships" r:embed="rId1">
            <a:duotone>
              <a:schemeClr val="accent5">
                <a:hueOff val="0"/>
                <a:satOff val="0"/>
                <a:lumOff val="0"/>
                <a:alphaOff val="0"/>
                <a:shade val="74000"/>
                <a:satMod val="130000"/>
                <a:lumMod val="90000"/>
              </a:schemeClr>
              <a:schemeClr val="accent5">
                <a:hueOff val="0"/>
                <a:satOff val="0"/>
                <a:lumOff val="0"/>
                <a:alphaOff val="0"/>
                <a:tint val="94000"/>
                <a:satMod val="120000"/>
                <a:lumMod val="104000"/>
              </a:schemeClr>
            </a:duotone>
          </a:blip>
          <a:tile tx="0" ty="0" sx="100000" sy="100000" flip="none" algn="tl"/>
        </a:blipFill>
        <a:ln w="9525" cap="flat" cmpd="sng" algn="ctr">
          <a:solidFill>
            <a:schemeClr val="accent5">
              <a:hueOff val="0"/>
              <a:satOff val="0"/>
              <a:lumOff val="0"/>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sp>
    <dsp:sp modelId="{E32532E9-08CE-4B0A-BCE0-D0BA22A7E592}">
      <dsp:nvSpPr>
        <dsp:cNvPr id="0" name=""/>
        <dsp:cNvSpPr/>
      </dsp:nvSpPr>
      <dsp:spPr>
        <a:xfrm>
          <a:off x="102074" y="2789898"/>
          <a:ext cx="5988960" cy="875867"/>
        </a:xfrm>
        <a:prstGeom prst="rect">
          <a:avLst/>
        </a:prstGeom>
        <a:solidFill>
          <a:schemeClr val="lt1">
            <a:hueOff val="0"/>
            <a:satOff val="0"/>
            <a:lumOff val="0"/>
            <a:alphaOff val="0"/>
          </a:schemeClr>
        </a:solidFill>
        <a:ln w="9525" cap="flat" cmpd="sng" algn="ctr">
          <a:solidFill>
            <a:schemeClr val="accent3">
              <a:hueOff val="0"/>
              <a:satOff val="0"/>
              <a:lumOff val="0"/>
              <a:alphaOff val="0"/>
            </a:schemeClr>
          </a:solidFill>
          <a:prstDash val="solid"/>
        </a:ln>
        <a:effectLst>
          <a:innerShdw blurRad="25400" dist="12700" dir="13500000">
            <a:srgbClr val="000000">
              <a:alpha val="45000"/>
            </a:srgbClr>
          </a:innerShdw>
        </a:effectLst>
      </dsp:spPr>
      <dsp:style>
        <a:lnRef idx="1">
          <a:scrgbClr r="0" g="0" b="0"/>
        </a:lnRef>
        <a:fillRef idx="1">
          <a:scrgbClr r="0" g="0" b="0"/>
        </a:fillRef>
        <a:effectRef idx="2">
          <a:scrgbClr r="0" g="0" b="0"/>
        </a:effectRef>
        <a:fontRef idx="minor"/>
      </dsp:style>
      <dsp:txBody>
        <a:bodyPr spcFirstLastPara="0" vert="horz" wrap="square" lIns="43180" tIns="43180" rIns="43180" bIns="43180" numCol="1" spcCol="1270" rtlCol="0" anchor="ctr" anchorCtr="0">
          <a:noAutofit/>
        </a:bodyPr>
        <a:lstStyle/>
        <a:p>
          <a:pPr marL="0" lvl="0" indent="0" algn="l" defTabSz="755650" rtl="0">
            <a:lnSpc>
              <a:spcPct val="90000"/>
            </a:lnSpc>
            <a:spcBef>
              <a:spcPct val="0"/>
            </a:spcBef>
            <a:spcAft>
              <a:spcPct val="35000"/>
            </a:spcAft>
            <a:buNone/>
          </a:pPr>
          <a:r>
            <a:rPr lang="en-US" altLang="zh-CN" sz="1700" b="1" kern="1200" baseline="0" noProof="1">
              <a:latin typeface="Microsoft YaHei UI" panose="020B0503020204020204" pitchFamily="34" charset="-122"/>
              <a:ea typeface="Microsoft YaHei UI" panose="020B0503020204020204" pitchFamily="34" charset="-122"/>
            </a:rPr>
            <a:t>2</a:t>
          </a:r>
          <a:r>
            <a:rPr lang="zh-CN" altLang="en-US" sz="1700" b="1" kern="1200" baseline="0" noProof="1">
              <a:latin typeface="Microsoft YaHei UI" panose="020B0503020204020204" pitchFamily="34" charset="-122"/>
              <a:ea typeface="Microsoft YaHei UI" panose="020B0503020204020204" pitchFamily="34" charset="-122"/>
            </a:rPr>
            <a:t>、下列哪一项不是目前公认的</a:t>
          </a:r>
          <a:r>
            <a:rPr lang="en-US" altLang="zh-CN" sz="1700" b="1" kern="1200" baseline="0" noProof="1">
              <a:latin typeface="Microsoft YaHei UI" panose="020B0503020204020204" pitchFamily="34" charset="-122"/>
              <a:ea typeface="Microsoft YaHei UI" panose="020B0503020204020204" pitchFamily="34" charset="-122"/>
            </a:rPr>
            <a:t>AIWS</a:t>
          </a:r>
          <a:r>
            <a:rPr lang="zh-CN" altLang="en-US" sz="1700" b="1" kern="1200" baseline="0" noProof="1">
              <a:latin typeface="Microsoft YaHei UI" panose="020B0503020204020204" pitchFamily="34" charset="-122"/>
              <a:ea typeface="Microsoft YaHei UI" panose="020B0503020204020204" pitchFamily="34" charset="-122"/>
            </a:rPr>
            <a:t>病因：（ </a:t>
          </a:r>
          <a:r>
            <a:rPr lang="en-US" altLang="zh-CN" sz="1700" b="1" kern="1200" baseline="0" noProof="1">
              <a:latin typeface="Microsoft YaHei UI" panose="020B0503020204020204" pitchFamily="34" charset="-122"/>
              <a:ea typeface="Microsoft YaHei UI" panose="020B0503020204020204" pitchFamily="34" charset="-122"/>
            </a:rPr>
            <a:t>D</a:t>
          </a:r>
          <a:r>
            <a:rPr lang="zh-CN" altLang="en-US" sz="1700" b="1" kern="1200" baseline="0" noProof="1">
              <a:latin typeface="Microsoft YaHei UI" panose="020B0503020204020204" pitchFamily="34" charset="-122"/>
              <a:ea typeface="Microsoft YaHei UI" panose="020B0503020204020204" pitchFamily="34" charset="-122"/>
            </a:rPr>
            <a:t>  ）</a:t>
          </a:r>
          <a:endParaRPr lang="en-US" altLang="zh-CN" sz="1700" b="1" kern="1200" baseline="0" noProof="1">
            <a:latin typeface="Microsoft YaHei UI" panose="020B0503020204020204" pitchFamily="34" charset="-122"/>
            <a:ea typeface="Microsoft YaHei UI" panose="020B0503020204020204" pitchFamily="34" charset="-122"/>
          </a:endParaRPr>
        </a:p>
        <a:p>
          <a:pPr marL="0" lvl="0" indent="0" algn="l" defTabSz="755650" rtl="0">
            <a:lnSpc>
              <a:spcPct val="90000"/>
            </a:lnSpc>
            <a:spcBef>
              <a:spcPct val="0"/>
            </a:spcBef>
            <a:spcAft>
              <a:spcPct val="35000"/>
            </a:spcAft>
            <a:buNone/>
          </a:pPr>
          <a:r>
            <a:rPr lang="en-US" altLang="zh-CN" sz="1700" b="1" kern="1200" baseline="0" noProof="1">
              <a:latin typeface="Microsoft YaHei UI" panose="020B0503020204020204" pitchFamily="34" charset="-122"/>
              <a:ea typeface="Microsoft YaHei UI" panose="020B0503020204020204" pitchFamily="34" charset="-122"/>
            </a:rPr>
            <a:t>A.EB</a:t>
          </a:r>
          <a:r>
            <a:rPr lang="zh-CN" altLang="en-US" sz="1700" b="1" kern="1200" baseline="0" noProof="1">
              <a:latin typeface="Microsoft YaHei UI" panose="020B0503020204020204" pitchFamily="34" charset="-122"/>
              <a:ea typeface="Microsoft YaHei UI" panose="020B0503020204020204" pitchFamily="34" charset="-122"/>
            </a:rPr>
            <a:t>病毒  </a:t>
          </a:r>
          <a:r>
            <a:rPr lang="en-US" altLang="zh-CN" sz="1700" b="1" kern="1200" baseline="0" noProof="1">
              <a:latin typeface="Microsoft YaHei UI" panose="020B0503020204020204" pitchFamily="34" charset="-122"/>
              <a:ea typeface="Microsoft YaHei UI" panose="020B0503020204020204" pitchFamily="34" charset="-122"/>
            </a:rPr>
            <a:t>B.</a:t>
          </a:r>
          <a:r>
            <a:rPr lang="zh-CN" altLang="en-US" sz="1700" b="1" kern="1200" baseline="0" noProof="1">
              <a:latin typeface="Microsoft YaHei UI" panose="020B0503020204020204" pitchFamily="34" charset="-122"/>
              <a:ea typeface="Microsoft YaHei UI" panose="020B0503020204020204" pitchFamily="34" charset="-122"/>
            </a:rPr>
            <a:t>莱姆病  </a:t>
          </a:r>
          <a:r>
            <a:rPr lang="en-US" altLang="zh-CN" sz="1700" b="1" kern="1200" baseline="0" noProof="1">
              <a:latin typeface="Microsoft YaHei UI" panose="020B0503020204020204" pitchFamily="34" charset="-122"/>
              <a:ea typeface="Microsoft YaHei UI" panose="020B0503020204020204" pitchFamily="34" charset="-122"/>
            </a:rPr>
            <a:t>C.</a:t>
          </a:r>
          <a:r>
            <a:rPr lang="zh-CN" altLang="en-US" sz="1700" b="1" kern="1200" baseline="0" noProof="1">
              <a:latin typeface="Microsoft YaHei UI" panose="020B0503020204020204" pitchFamily="34" charset="-122"/>
              <a:ea typeface="Microsoft YaHei UI" panose="020B0503020204020204" pitchFamily="34" charset="-122"/>
            </a:rPr>
            <a:t>遗传性偏头痛  </a:t>
          </a:r>
          <a:r>
            <a:rPr lang="en-US" altLang="zh-CN" sz="1700" b="1" kern="1200" baseline="0" noProof="1">
              <a:latin typeface="Microsoft YaHei UI" panose="020B0503020204020204" pitchFamily="34" charset="-122"/>
              <a:ea typeface="Microsoft YaHei UI" panose="020B0503020204020204" pitchFamily="34" charset="-122"/>
            </a:rPr>
            <a:t>D.</a:t>
          </a:r>
          <a:r>
            <a:rPr lang="zh-CN" altLang="en-US" sz="1700" b="1" kern="1200" baseline="0" noProof="1">
              <a:latin typeface="Microsoft YaHei UI" panose="020B0503020204020204" pitchFamily="34" charset="-122"/>
              <a:ea typeface="Microsoft YaHei UI" panose="020B0503020204020204" pitchFamily="34" charset="-122"/>
            </a:rPr>
            <a:t>肺炎</a:t>
          </a:r>
        </a:p>
      </dsp:txBody>
      <dsp:txXfrm>
        <a:off x="102074" y="2789898"/>
        <a:ext cx="5988960" cy="875867"/>
      </dsp:txXfrm>
    </dsp:sp>
    <dsp:sp modelId="{6942386B-9CB3-42BD-8359-D4983AE6BE94}">
      <dsp:nvSpPr>
        <dsp:cNvPr id="0" name=""/>
        <dsp:cNvSpPr/>
      </dsp:nvSpPr>
      <dsp:spPr>
        <a:xfrm>
          <a:off x="102074" y="3893497"/>
          <a:ext cx="5912103" cy="5374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rtlCol="0" anchor="b" anchorCtr="0">
          <a:noAutofit/>
        </a:bodyPr>
        <a:lstStyle/>
        <a:p>
          <a:pPr marL="0" lvl="0" indent="0" algn="l" defTabSz="844550" rtl="0">
            <a:lnSpc>
              <a:spcPct val="90000"/>
            </a:lnSpc>
            <a:spcBef>
              <a:spcPct val="0"/>
            </a:spcBef>
            <a:spcAft>
              <a:spcPct val="35000"/>
            </a:spcAft>
            <a:buNone/>
          </a:pPr>
          <a:r>
            <a:rPr lang="en-US" altLang="zh-CN" sz="1900" kern="1200" baseline="0" noProof="1">
              <a:latin typeface="Microsoft YaHei UI" panose="020B0503020204020204" pitchFamily="34" charset="-122"/>
              <a:ea typeface="Microsoft YaHei UI" panose="020B0503020204020204" pitchFamily="34" charset="-122"/>
            </a:rPr>
            <a:t>Q3</a:t>
          </a:r>
          <a:endParaRPr lang="zh-CN" altLang="en-US" sz="1900" kern="1200" baseline="0" noProof="1">
            <a:latin typeface="Microsoft YaHei UI" panose="020B0503020204020204" pitchFamily="34" charset="-122"/>
            <a:ea typeface="Microsoft YaHei UI" panose="020B0503020204020204" pitchFamily="34" charset="-122"/>
          </a:endParaRPr>
        </a:p>
      </dsp:txBody>
      <dsp:txXfrm>
        <a:off x="102074" y="3893497"/>
        <a:ext cx="5912103" cy="537463"/>
      </dsp:txXfrm>
    </dsp:sp>
    <dsp:sp modelId="{F0B1E947-A6D5-46E6-8DF3-38B6CD902A99}">
      <dsp:nvSpPr>
        <dsp:cNvPr id="0" name=""/>
        <dsp:cNvSpPr/>
      </dsp:nvSpPr>
      <dsp:spPr>
        <a:xfrm>
          <a:off x="102074" y="4430961"/>
          <a:ext cx="1383432" cy="1094833"/>
        </a:xfrm>
        <a:prstGeom prst="chevron">
          <a:avLst>
            <a:gd name="adj" fmla="val 70610"/>
          </a:avLst>
        </a:prstGeom>
        <a:blipFill>
          <a:blip xmlns:r="http://schemas.openxmlformats.org/officeDocument/2006/relationships" r:embed="rId1">
            <a:duotone>
              <a:schemeClr val="accent6">
                <a:hueOff val="0"/>
                <a:satOff val="0"/>
                <a:lumOff val="0"/>
                <a:alphaOff val="0"/>
                <a:shade val="74000"/>
                <a:satMod val="130000"/>
                <a:lumMod val="90000"/>
              </a:schemeClr>
              <a:schemeClr val="accent6">
                <a:hueOff val="0"/>
                <a:satOff val="0"/>
                <a:lumOff val="0"/>
                <a:alphaOff val="0"/>
                <a:tint val="94000"/>
                <a:satMod val="120000"/>
                <a:lumMod val="104000"/>
              </a:schemeClr>
            </a:duotone>
          </a:blip>
          <a:tile tx="0" ty="0" sx="100000" sy="100000" flip="none" algn="tl"/>
        </a:blipFill>
        <a:ln w="9525" cap="flat" cmpd="sng" algn="ctr">
          <a:solidFill>
            <a:schemeClr val="accent6">
              <a:hueOff val="0"/>
              <a:satOff val="0"/>
              <a:lumOff val="0"/>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sp>
    <dsp:sp modelId="{797D383C-06AE-488E-BDDF-404AF7FBEC48}">
      <dsp:nvSpPr>
        <dsp:cNvPr id="0" name=""/>
        <dsp:cNvSpPr/>
      </dsp:nvSpPr>
      <dsp:spPr>
        <a:xfrm>
          <a:off x="933053" y="4430961"/>
          <a:ext cx="1383432" cy="1094833"/>
        </a:xfrm>
        <a:prstGeom prst="chevron">
          <a:avLst>
            <a:gd name="adj" fmla="val 70610"/>
          </a:avLst>
        </a:prstGeom>
        <a:blipFill>
          <a:blip xmlns:r="http://schemas.openxmlformats.org/officeDocument/2006/relationships" r:embed="rId1">
            <a:duotone>
              <a:schemeClr val="accent2">
                <a:hueOff val="0"/>
                <a:satOff val="0"/>
                <a:lumOff val="0"/>
                <a:alphaOff val="0"/>
                <a:shade val="74000"/>
                <a:satMod val="130000"/>
                <a:lumMod val="90000"/>
              </a:schemeClr>
              <a:schemeClr val="accent2">
                <a:hueOff val="0"/>
                <a:satOff val="0"/>
                <a:lumOff val="0"/>
                <a:alphaOff val="0"/>
                <a:tint val="94000"/>
                <a:satMod val="120000"/>
                <a:lumMod val="104000"/>
              </a:schemeClr>
            </a:duotone>
          </a:blip>
          <a:tile tx="0" ty="0" sx="100000" sy="100000" flip="none" algn="tl"/>
        </a:blipFill>
        <a:ln w="9525" cap="flat" cmpd="sng" algn="ctr">
          <a:solidFill>
            <a:schemeClr val="accent2">
              <a:hueOff val="0"/>
              <a:satOff val="0"/>
              <a:lumOff val="0"/>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sp>
    <dsp:sp modelId="{D991157B-C2C1-4888-B216-C7ADFB07A709}">
      <dsp:nvSpPr>
        <dsp:cNvPr id="0" name=""/>
        <dsp:cNvSpPr/>
      </dsp:nvSpPr>
      <dsp:spPr>
        <a:xfrm>
          <a:off x="1764688" y="4430961"/>
          <a:ext cx="1383432" cy="1094833"/>
        </a:xfrm>
        <a:prstGeom prst="chevron">
          <a:avLst>
            <a:gd name="adj" fmla="val 70610"/>
          </a:avLst>
        </a:prstGeom>
        <a:blipFill>
          <a:blip xmlns:r="http://schemas.openxmlformats.org/officeDocument/2006/relationships" r:embed="rId1">
            <a:duotone>
              <a:schemeClr val="accent3">
                <a:hueOff val="0"/>
                <a:satOff val="0"/>
                <a:lumOff val="0"/>
                <a:alphaOff val="0"/>
                <a:shade val="74000"/>
                <a:satMod val="130000"/>
                <a:lumMod val="90000"/>
              </a:schemeClr>
              <a:schemeClr val="accent3">
                <a:hueOff val="0"/>
                <a:satOff val="0"/>
                <a:lumOff val="0"/>
                <a:alphaOff val="0"/>
                <a:tint val="94000"/>
                <a:satMod val="120000"/>
                <a:lumMod val="104000"/>
              </a:schemeClr>
            </a:duotone>
          </a:blip>
          <a:tile tx="0" ty="0" sx="100000" sy="100000" flip="none" algn="tl"/>
        </a:blipFill>
        <a:ln w="9525" cap="flat" cmpd="sng" algn="ctr">
          <a:solidFill>
            <a:schemeClr val="accent3">
              <a:hueOff val="0"/>
              <a:satOff val="0"/>
              <a:lumOff val="0"/>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sp>
    <dsp:sp modelId="{E3334218-EB00-497D-B4E5-25842E5B4CD8}">
      <dsp:nvSpPr>
        <dsp:cNvPr id="0" name=""/>
        <dsp:cNvSpPr/>
      </dsp:nvSpPr>
      <dsp:spPr>
        <a:xfrm>
          <a:off x="2595667" y="4430961"/>
          <a:ext cx="1383432" cy="1094833"/>
        </a:xfrm>
        <a:prstGeom prst="chevron">
          <a:avLst>
            <a:gd name="adj" fmla="val 70610"/>
          </a:avLst>
        </a:prstGeom>
        <a:blipFill>
          <a:blip xmlns:r="http://schemas.openxmlformats.org/officeDocument/2006/relationships" r:embed="rId1">
            <a:duotone>
              <a:schemeClr val="accent4">
                <a:hueOff val="0"/>
                <a:satOff val="0"/>
                <a:lumOff val="0"/>
                <a:alphaOff val="0"/>
                <a:shade val="74000"/>
                <a:satMod val="130000"/>
                <a:lumMod val="90000"/>
              </a:schemeClr>
              <a:schemeClr val="accent4">
                <a:hueOff val="0"/>
                <a:satOff val="0"/>
                <a:lumOff val="0"/>
                <a:alphaOff val="0"/>
                <a:tint val="94000"/>
                <a:satMod val="120000"/>
                <a:lumMod val="104000"/>
              </a:schemeClr>
            </a:duotone>
          </a:blip>
          <a:tile tx="0" ty="0" sx="100000" sy="100000" flip="none" algn="tl"/>
        </a:blipFill>
        <a:ln w="9525" cap="flat" cmpd="sng" algn="ctr">
          <a:solidFill>
            <a:schemeClr val="accent4">
              <a:hueOff val="0"/>
              <a:satOff val="0"/>
              <a:lumOff val="0"/>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sp>
    <dsp:sp modelId="{20F9E2D2-B621-4521-9646-440AB7497F1F}">
      <dsp:nvSpPr>
        <dsp:cNvPr id="0" name=""/>
        <dsp:cNvSpPr/>
      </dsp:nvSpPr>
      <dsp:spPr>
        <a:xfrm>
          <a:off x="3427303" y="4430961"/>
          <a:ext cx="1383432" cy="1094833"/>
        </a:xfrm>
        <a:prstGeom prst="chevron">
          <a:avLst>
            <a:gd name="adj" fmla="val 70610"/>
          </a:avLst>
        </a:prstGeom>
        <a:blipFill>
          <a:blip xmlns:r="http://schemas.openxmlformats.org/officeDocument/2006/relationships" r:embed="rId1">
            <a:duotone>
              <a:schemeClr val="accent5">
                <a:hueOff val="0"/>
                <a:satOff val="0"/>
                <a:lumOff val="0"/>
                <a:alphaOff val="0"/>
                <a:shade val="74000"/>
                <a:satMod val="130000"/>
                <a:lumMod val="90000"/>
              </a:schemeClr>
              <a:schemeClr val="accent5">
                <a:hueOff val="0"/>
                <a:satOff val="0"/>
                <a:lumOff val="0"/>
                <a:alphaOff val="0"/>
                <a:tint val="94000"/>
                <a:satMod val="120000"/>
                <a:lumMod val="104000"/>
              </a:schemeClr>
            </a:duotone>
          </a:blip>
          <a:tile tx="0" ty="0" sx="100000" sy="100000" flip="none" algn="tl"/>
        </a:blipFill>
        <a:ln w="9525" cap="flat" cmpd="sng" algn="ctr">
          <a:solidFill>
            <a:schemeClr val="accent5">
              <a:hueOff val="0"/>
              <a:satOff val="0"/>
              <a:lumOff val="0"/>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sp>
    <dsp:sp modelId="{C8022930-DC19-4D8D-99CA-22B6F67B4F8C}">
      <dsp:nvSpPr>
        <dsp:cNvPr id="0" name=""/>
        <dsp:cNvSpPr/>
      </dsp:nvSpPr>
      <dsp:spPr>
        <a:xfrm>
          <a:off x="4258282" y="4430961"/>
          <a:ext cx="1383432" cy="1094833"/>
        </a:xfrm>
        <a:prstGeom prst="chevron">
          <a:avLst>
            <a:gd name="adj" fmla="val 70610"/>
          </a:avLst>
        </a:prstGeom>
        <a:blipFill>
          <a:blip xmlns:r="http://schemas.openxmlformats.org/officeDocument/2006/relationships" r:embed="rId1">
            <a:duotone>
              <a:schemeClr val="accent6">
                <a:hueOff val="0"/>
                <a:satOff val="0"/>
                <a:lumOff val="0"/>
                <a:alphaOff val="0"/>
                <a:shade val="74000"/>
                <a:satMod val="130000"/>
                <a:lumMod val="90000"/>
              </a:schemeClr>
              <a:schemeClr val="accent6">
                <a:hueOff val="0"/>
                <a:satOff val="0"/>
                <a:lumOff val="0"/>
                <a:alphaOff val="0"/>
                <a:tint val="94000"/>
                <a:satMod val="120000"/>
                <a:lumMod val="104000"/>
              </a:schemeClr>
            </a:duotone>
          </a:blip>
          <a:tile tx="0" ty="0" sx="100000" sy="100000" flip="none" algn="tl"/>
        </a:blipFill>
        <a:ln w="9525" cap="flat" cmpd="sng" algn="ctr">
          <a:solidFill>
            <a:schemeClr val="accent6">
              <a:hueOff val="0"/>
              <a:satOff val="0"/>
              <a:lumOff val="0"/>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sp>
    <dsp:sp modelId="{09D53426-11B8-4B93-9FA7-2E1EF814C7CC}">
      <dsp:nvSpPr>
        <dsp:cNvPr id="0" name=""/>
        <dsp:cNvSpPr/>
      </dsp:nvSpPr>
      <dsp:spPr>
        <a:xfrm>
          <a:off x="5089918" y="4430961"/>
          <a:ext cx="1383432" cy="1094833"/>
        </a:xfrm>
        <a:prstGeom prst="chevron">
          <a:avLst>
            <a:gd name="adj" fmla="val 70610"/>
          </a:avLst>
        </a:prstGeom>
        <a:blipFill>
          <a:blip xmlns:r="http://schemas.openxmlformats.org/officeDocument/2006/relationships" r:embed="rId1">
            <a:duotone>
              <a:schemeClr val="accent2">
                <a:hueOff val="0"/>
                <a:satOff val="0"/>
                <a:lumOff val="0"/>
                <a:alphaOff val="0"/>
                <a:shade val="74000"/>
                <a:satMod val="130000"/>
                <a:lumMod val="90000"/>
              </a:schemeClr>
              <a:schemeClr val="accent2">
                <a:hueOff val="0"/>
                <a:satOff val="0"/>
                <a:lumOff val="0"/>
                <a:alphaOff val="0"/>
                <a:tint val="94000"/>
                <a:satMod val="120000"/>
                <a:lumMod val="104000"/>
              </a:schemeClr>
            </a:duotone>
          </a:blip>
          <a:tile tx="0" ty="0" sx="100000" sy="100000" flip="none" algn="tl"/>
        </a:blipFill>
        <a:ln w="9525" cap="flat" cmpd="sng" algn="ctr">
          <a:solidFill>
            <a:schemeClr val="accent2">
              <a:hueOff val="0"/>
              <a:satOff val="0"/>
              <a:lumOff val="0"/>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sp>
    <dsp:sp modelId="{7D1CCBD6-3740-4106-ACAE-D6E331C7E2C9}">
      <dsp:nvSpPr>
        <dsp:cNvPr id="0" name=""/>
        <dsp:cNvSpPr/>
      </dsp:nvSpPr>
      <dsp:spPr>
        <a:xfrm>
          <a:off x="102074" y="4540444"/>
          <a:ext cx="5988960" cy="875867"/>
        </a:xfrm>
        <a:prstGeom prst="rect">
          <a:avLst/>
        </a:prstGeom>
        <a:solidFill>
          <a:schemeClr val="lt1">
            <a:hueOff val="0"/>
            <a:satOff val="0"/>
            <a:lumOff val="0"/>
            <a:alphaOff val="0"/>
          </a:schemeClr>
        </a:solidFill>
        <a:ln w="9525" cap="flat" cmpd="sng" algn="ctr">
          <a:solidFill>
            <a:schemeClr val="accent4">
              <a:hueOff val="0"/>
              <a:satOff val="0"/>
              <a:lumOff val="0"/>
              <a:alphaOff val="0"/>
            </a:schemeClr>
          </a:solidFill>
          <a:prstDash val="solid"/>
        </a:ln>
        <a:effectLst>
          <a:innerShdw blurRad="25400" dist="12700" dir="13500000">
            <a:srgbClr val="000000">
              <a:alpha val="45000"/>
            </a:srgbClr>
          </a:innerShdw>
        </a:effectLst>
      </dsp:spPr>
      <dsp:style>
        <a:lnRef idx="1">
          <a:scrgbClr r="0" g="0" b="0"/>
        </a:lnRef>
        <a:fillRef idx="1">
          <a:scrgbClr r="0" g="0" b="0"/>
        </a:fillRef>
        <a:effectRef idx="2">
          <a:scrgbClr r="0" g="0" b="0"/>
        </a:effectRef>
        <a:fontRef idx="minor"/>
      </dsp:style>
      <dsp:txBody>
        <a:bodyPr spcFirstLastPara="0" vert="horz" wrap="square" lIns="43180" tIns="43180" rIns="43180" bIns="43180" numCol="1" spcCol="1270" rtlCol="0" anchor="ctr" anchorCtr="0">
          <a:noAutofit/>
        </a:bodyPr>
        <a:lstStyle/>
        <a:p>
          <a:pPr marL="0" lvl="0" indent="0" algn="l" defTabSz="755650" rtl="0">
            <a:lnSpc>
              <a:spcPct val="90000"/>
            </a:lnSpc>
            <a:spcBef>
              <a:spcPct val="0"/>
            </a:spcBef>
            <a:spcAft>
              <a:spcPct val="35000"/>
            </a:spcAft>
            <a:buNone/>
          </a:pPr>
          <a:r>
            <a:rPr lang="en-US" altLang="zh-CN" sz="1700" b="1" kern="1200" baseline="0" noProof="1">
              <a:latin typeface="Microsoft YaHei UI" panose="020B0503020204020204" pitchFamily="34" charset="-122"/>
              <a:ea typeface="Microsoft YaHei UI" panose="020B0503020204020204" pitchFamily="34" charset="-122"/>
            </a:rPr>
            <a:t>3</a:t>
          </a:r>
          <a:r>
            <a:rPr lang="zh-CN" altLang="en-US" sz="1700" b="1" kern="1200" baseline="0" noProof="1">
              <a:latin typeface="Microsoft YaHei UI" panose="020B0503020204020204" pitchFamily="34" charset="-122"/>
              <a:ea typeface="Microsoft YaHei UI" panose="020B0503020204020204" pitchFamily="34" charset="-122"/>
            </a:rPr>
            <a:t>、属于</a:t>
          </a:r>
          <a:r>
            <a:rPr lang="en-US" altLang="zh-CN" sz="1700" b="1" kern="1200" baseline="0" noProof="1">
              <a:latin typeface="Microsoft YaHei UI" panose="020B0503020204020204" pitchFamily="34" charset="-122"/>
              <a:ea typeface="Microsoft YaHei UI" panose="020B0503020204020204" pitchFamily="34" charset="-122"/>
            </a:rPr>
            <a:t>B</a:t>
          </a:r>
          <a:r>
            <a:rPr lang="zh-CN" altLang="en-US" sz="1700" b="1" kern="1200" baseline="0" noProof="1">
              <a:latin typeface="Microsoft YaHei UI" panose="020B0503020204020204" pitchFamily="34" charset="-122"/>
              <a:ea typeface="Microsoft YaHei UI" panose="020B0503020204020204" pitchFamily="34" charset="-122"/>
            </a:rPr>
            <a:t>型</a:t>
          </a:r>
          <a:r>
            <a:rPr lang="en-US" altLang="zh-CN" sz="1700" b="1" kern="1200" baseline="0" noProof="1">
              <a:latin typeface="Microsoft YaHei UI" panose="020B0503020204020204" pitchFamily="34" charset="-122"/>
              <a:ea typeface="Microsoft YaHei UI" panose="020B0503020204020204" pitchFamily="34" charset="-122"/>
            </a:rPr>
            <a:t>AIWS</a:t>
          </a:r>
          <a:r>
            <a:rPr lang="zh-CN" altLang="en-US" sz="1700" b="1" kern="1200" baseline="0" noProof="1">
              <a:latin typeface="Microsoft YaHei UI" panose="020B0503020204020204" pitchFamily="34" charset="-122"/>
              <a:ea typeface="Microsoft YaHei UI" panose="020B0503020204020204" pitchFamily="34" charset="-122"/>
            </a:rPr>
            <a:t>症状的是：（  </a:t>
          </a:r>
          <a:r>
            <a:rPr lang="en-US" altLang="zh-CN" sz="1700" b="1" kern="1200" baseline="0" noProof="1">
              <a:latin typeface="Microsoft YaHei UI" panose="020B0503020204020204" pitchFamily="34" charset="-122"/>
              <a:ea typeface="Microsoft YaHei UI" panose="020B0503020204020204" pitchFamily="34" charset="-122"/>
            </a:rPr>
            <a:t>B</a:t>
          </a:r>
          <a:r>
            <a:rPr lang="zh-CN" altLang="en-US" sz="1700" b="1" kern="1200" baseline="0" noProof="1">
              <a:latin typeface="Microsoft YaHei UI" panose="020B0503020204020204" pitchFamily="34" charset="-122"/>
              <a:ea typeface="Microsoft YaHei UI" panose="020B0503020204020204" pitchFamily="34" charset="-122"/>
            </a:rPr>
            <a:t>  ）</a:t>
          </a:r>
          <a:endParaRPr lang="en-US" altLang="zh-CN" sz="1700" b="1" kern="1200" baseline="0" noProof="1">
            <a:latin typeface="Microsoft YaHei UI" panose="020B0503020204020204" pitchFamily="34" charset="-122"/>
            <a:ea typeface="Microsoft YaHei UI" panose="020B0503020204020204" pitchFamily="34" charset="-122"/>
          </a:endParaRPr>
        </a:p>
        <a:p>
          <a:pPr marL="0" lvl="0" indent="0" algn="l" defTabSz="755650" rtl="0">
            <a:lnSpc>
              <a:spcPct val="90000"/>
            </a:lnSpc>
            <a:spcBef>
              <a:spcPct val="0"/>
            </a:spcBef>
            <a:spcAft>
              <a:spcPct val="35000"/>
            </a:spcAft>
            <a:buNone/>
          </a:pPr>
          <a:r>
            <a:rPr lang="en-US" altLang="zh-CN" sz="1700" b="1" kern="1200" baseline="0" noProof="1">
              <a:latin typeface="Microsoft YaHei UI" panose="020B0503020204020204" pitchFamily="34" charset="-122"/>
              <a:ea typeface="Microsoft YaHei UI" panose="020B0503020204020204" pitchFamily="34" charset="-122"/>
            </a:rPr>
            <a:t>A.</a:t>
          </a:r>
          <a:r>
            <a:rPr lang="zh-CN" altLang="en-US" sz="1700" b="1" kern="1200" baseline="0" noProof="1">
              <a:latin typeface="Microsoft YaHei UI" panose="020B0503020204020204" pitchFamily="34" charset="-122"/>
              <a:ea typeface="Microsoft YaHei UI" panose="020B0503020204020204" pitchFamily="34" charset="-122"/>
            </a:rPr>
            <a:t>身心二元性  </a:t>
          </a:r>
          <a:r>
            <a:rPr lang="en-US" altLang="zh-CN" sz="1700" b="1" kern="1200" baseline="0" noProof="1">
              <a:latin typeface="Microsoft YaHei UI" panose="020B0503020204020204" pitchFamily="34" charset="-122"/>
              <a:ea typeface="Microsoft YaHei UI" panose="020B0503020204020204" pitchFamily="34" charset="-122"/>
            </a:rPr>
            <a:t>B.</a:t>
          </a:r>
          <a:r>
            <a:rPr lang="zh-CN" altLang="en-US" sz="1700" b="1" kern="1200" baseline="0" noProof="1">
              <a:latin typeface="Microsoft YaHei UI" panose="020B0503020204020204" pitchFamily="34" charset="-122"/>
              <a:ea typeface="Microsoft YaHei UI" panose="020B0503020204020204" pitchFamily="34" charset="-122"/>
            </a:rPr>
            <a:t>小人国主义  </a:t>
          </a:r>
          <a:r>
            <a:rPr lang="en-US" altLang="zh-CN" sz="1700" b="1" kern="1200" baseline="0" noProof="1">
              <a:latin typeface="Microsoft YaHei UI" panose="020B0503020204020204" pitchFamily="34" charset="-122"/>
              <a:ea typeface="Microsoft YaHei UI" panose="020B0503020204020204" pitchFamily="34" charset="-122"/>
            </a:rPr>
            <a:t>C.</a:t>
          </a:r>
          <a:r>
            <a:rPr lang="zh-CN" altLang="en-US" sz="1700" b="1" kern="1200" baseline="0" noProof="1">
              <a:latin typeface="Microsoft YaHei UI" panose="020B0503020204020204" pitchFamily="34" charset="-122"/>
              <a:ea typeface="Microsoft YaHei UI" panose="020B0503020204020204" pitchFamily="34" charset="-122"/>
            </a:rPr>
            <a:t>焦虑  </a:t>
          </a:r>
          <a:r>
            <a:rPr lang="en-US" altLang="zh-CN" sz="1700" b="1" kern="1200" baseline="0" noProof="1">
              <a:latin typeface="Microsoft YaHei UI" panose="020B0503020204020204" pitchFamily="34" charset="-122"/>
              <a:ea typeface="Microsoft YaHei UI" panose="020B0503020204020204" pitchFamily="34" charset="-122"/>
            </a:rPr>
            <a:t>D.</a:t>
          </a:r>
          <a:r>
            <a:rPr lang="zh-CN" altLang="en-US" sz="1700" b="1" kern="1200" baseline="0" noProof="1">
              <a:latin typeface="Microsoft YaHei UI" panose="020B0503020204020204" pitchFamily="34" charset="-122"/>
              <a:ea typeface="Microsoft YaHei UI" panose="020B0503020204020204" pitchFamily="34" charset="-122"/>
            </a:rPr>
            <a:t>抑郁</a:t>
          </a:r>
        </a:p>
      </dsp:txBody>
      <dsp:txXfrm>
        <a:off x="102074" y="4540444"/>
        <a:ext cx="5988960" cy="875867"/>
      </dsp:txXfrm>
    </dsp:sp>
  </dsp:spTree>
</dsp:drawing>
</file>

<file path=ppt/diagrams/layout1.xml><?xml version="1.0" encoding="utf-8"?>
<dgm:layoutDef xmlns:dgm="http://schemas.openxmlformats.org/drawingml/2006/diagram" xmlns:a="http://schemas.openxmlformats.org/drawingml/2006/main" uniqueId="urn:microsoft.com/office/officeart/2008/layout/VerticalAccentList">
  <dgm:title val=""/>
  <dgm:desc val=""/>
  <dgm:catLst>
    <dgm:cat type="list" pri="16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clrData>
  <dgm:layoutNode name="Name0">
    <dgm:varLst>
      <dgm:chMax/>
      <dgm:chPref/>
      <dgm:dir/>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constrLst>
      <dgm:constr type="primFontSz" for="des" forName="parenttext" refType="primFontSz" refFor="des" refForName="childtext" op="gte"/>
      <dgm:constr type="w" for="ch" forName="composite" refType="w"/>
      <dgm:constr type="h" for="ch" forName="composite" refType="h"/>
      <dgm:constr type="w" for="ch" forName="parallelogramComposite" refType="w"/>
      <dgm:constr type="h" for="ch" forName="parallelogramComposite" refType="h"/>
      <dgm:constr type="w" for="ch" forName="parenttextcomposite" refType="w" fact="0.9"/>
      <dgm:constr type="h" for="ch" forName="parenttextcomposite" refType="h" fact="0.6"/>
      <dgm:constr type="h" for="ch" forName="sibTrans" refType="h" refFor="ch" refForName="composite" op="equ" fact="0.02"/>
      <dgm:constr type="h" for="ch" forName="sibTrans" op="equ"/>
    </dgm:constrLst>
    <dgm:forEach name="nodesForEach" axis="ch" ptType="node">
      <dgm:layoutNode name="parenttextcomposite">
        <dgm:alg type="composite">
          <dgm:param type="ar" val="11"/>
        </dgm:alg>
        <dgm:shape xmlns:r="http://schemas.openxmlformats.org/officeDocument/2006/relationships" r:blip="">
          <dgm:adjLst/>
        </dgm:shape>
        <dgm:constrLst>
          <dgm:constr type="h" for="ch" forName="parenttext" refType="h"/>
          <dgm:constr type="w" for="ch" forName="parenttext" refType="w"/>
        </dgm:constrLst>
        <dgm:layoutNode name="parenttext" styleLbl="revTx">
          <dgm:varLst>
            <dgm:chMax/>
            <dgm:chPref val="2"/>
            <dgm:bulletEnabled val="1"/>
          </dgm:varLst>
          <dgm:choose name="Name4">
            <dgm:if name="Name5" func="var" arg="dir" op="equ" val="norm">
              <dgm:alg type="tx">
                <dgm:param type="parTxLTRAlign" val="l"/>
                <dgm:param type="txAnchorVert" val="b"/>
              </dgm:alg>
            </dgm:if>
            <dgm:else name="Name6">
              <dgm:alg type="tx">
                <dgm:param type="parTxLTRAlign" val="r"/>
                <dgm:param type="txAnchorVert" val="b"/>
              </dgm:alg>
            </dgm:else>
          </dgm:choose>
          <dgm:shape xmlns:r="http://schemas.openxmlformats.org/officeDocument/2006/relationships" type="rect"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choose name="Name7">
        <dgm:if name="Name8" axis="ch" ptType="node" func="cnt" op="gte" val="1">
          <dgm:layoutNode name="composite">
            <dgm:alg type="composite">
              <dgm:param type="ar" val="6"/>
            </dgm:alg>
            <dgm:shape xmlns:r="http://schemas.openxmlformats.org/officeDocument/2006/relationships" r:blip="">
              <dgm:adjLst/>
            </dgm:shape>
            <dgm:choose name="Name9">
              <dgm:if name="Name10" func="var" arg="dir" op="equ" val="norm">
                <dgm:constrLst>
                  <dgm:constr type="l" for="ch" forName="chevron1" refType="w" fact="0.0301"/>
                  <dgm:constr type="t" for="ch" forName="chevron1" refType="h" fact="0"/>
                  <dgm:constr type="w" for="ch" forName="chevron1" refType="w" fact="0.2106"/>
                  <dgm:constr type="h" for="ch" forName="chevron1" refType="h"/>
                  <dgm:constr type="l" for="ch" forName="chevron2" refType="w" fact="0.1566"/>
                  <dgm:constr type="t" for="ch" forName="chevron2" refType="h" fact="0"/>
                  <dgm:constr type="w" for="ch" forName="chevron2" refType="w" fact="0.2106"/>
                  <dgm:constr type="h" for="ch" forName="chevron2" refType="h"/>
                  <dgm:constr type="l" for="ch" forName="chevron3" refType="w" fact="0.2832"/>
                  <dgm:constr type="t" for="ch" forName="chevron3" refType="h" fact="0"/>
                  <dgm:constr type="w" for="ch" forName="chevron3" refType="w" fact="0.2106"/>
                  <dgm:constr type="h" for="ch" forName="chevron3" refType="h"/>
                  <dgm:constr type="l" for="ch" forName="chevron4" refType="w" fact="0.4097"/>
                  <dgm:constr type="t" for="ch" forName="chevron4" refType="h" fact="0"/>
                  <dgm:constr type="w" for="ch" forName="chevron4" refType="w" fact="0.2106"/>
                  <dgm:constr type="h" for="ch" forName="chevron4" refType="h"/>
                  <dgm:constr type="l" for="ch" forName="chevron5" refType="w" fact="0.5363"/>
                  <dgm:constr type="t" for="ch" forName="chevron5" refType="h" fact="0"/>
                  <dgm:constr type="w" for="ch" forName="chevron5" refType="w" fact="0.2106"/>
                  <dgm:constr type="h" for="ch" forName="chevron5" refType="h"/>
                  <dgm:constr type="l" for="ch" forName="chevron6" refType="w" fact="0.6628"/>
                  <dgm:constr type="t" for="ch" forName="chevron6" refType="h" fact="0"/>
                  <dgm:constr type="w" for="ch" forName="chevron6" refType="w" fact="0.2106"/>
                  <dgm:constr type="h" for="ch" forName="chevron6" refType="h"/>
                  <dgm:constr type="l" for="ch" forName="chevron7" refType="w" fact="0.7894"/>
                  <dgm:constr type="t" for="ch" forName="chevron7" refType="h" fact="0"/>
                  <dgm:constr type="w" for="ch" forName="chevron7" refType="w" fact="0.2106"/>
                  <dgm:constr type="h" for="ch" forName="chevron7" refType="h"/>
                  <dgm:constr type="l" for="ch" forName="childtext" refType="w" fact="0.0301"/>
                  <dgm:constr type="t" for="ch" forName="childtext" refType="h" fact="0.1"/>
                  <dgm:constr type="w" for="ch" forName="childtext" refType="w" fact="0.9117"/>
                  <dgm:constr type="h" for="ch" forName="childtext" refType="h" fact="0.8"/>
                </dgm:constrLst>
              </dgm:if>
              <dgm:else name="Name11">
                <dgm:constrLst>
                  <dgm:constr type="l" for="ch" forName="chevron1" refType="w" fact="0.0301"/>
                  <dgm:constr type="t" for="ch" forName="chevron1" refType="h" fact="0"/>
                  <dgm:constr type="w" for="ch" forName="chevron1" refType="w" fact="0.2106"/>
                  <dgm:constr type="h" for="ch" forName="chevron1" refType="h"/>
                  <dgm:constr type="l" for="ch" forName="chevron2" refType="w" fact="0.1566"/>
                  <dgm:constr type="t" for="ch" forName="chevron2" refType="h" fact="0"/>
                  <dgm:constr type="w" for="ch" forName="chevron2" refType="w" fact="0.2106"/>
                  <dgm:constr type="h" for="ch" forName="chevron2" refType="h"/>
                  <dgm:constr type="l" for="ch" forName="chevron3" refType="w" fact="0.2832"/>
                  <dgm:constr type="t" for="ch" forName="chevron3" refType="h" fact="0"/>
                  <dgm:constr type="w" for="ch" forName="chevron3" refType="w" fact="0.2106"/>
                  <dgm:constr type="h" for="ch" forName="chevron3" refType="h"/>
                  <dgm:constr type="l" for="ch" forName="chevron4" refType="w" fact="0.4097"/>
                  <dgm:constr type="t" for="ch" forName="chevron4" refType="h" fact="0"/>
                  <dgm:constr type="w" for="ch" forName="chevron4" refType="w" fact="0.2106"/>
                  <dgm:constr type="h" for="ch" forName="chevron4" refType="h"/>
                  <dgm:constr type="l" for="ch" forName="chevron5" refType="w" fact="0.5363"/>
                  <dgm:constr type="t" for="ch" forName="chevron5" refType="h" fact="0"/>
                  <dgm:constr type="w" for="ch" forName="chevron5" refType="w" fact="0.2106"/>
                  <dgm:constr type="h" for="ch" forName="chevron5" refType="h"/>
                  <dgm:constr type="l" for="ch" forName="chevron6" refType="w" fact="0.6628"/>
                  <dgm:constr type="t" for="ch" forName="chevron6" refType="h" fact="0"/>
                  <dgm:constr type="w" for="ch" forName="chevron6" refType="w" fact="0.2106"/>
                  <dgm:constr type="h" for="ch" forName="chevron6" refType="h"/>
                  <dgm:constr type="l" for="ch" forName="chevron7" refType="w" fact="0.7894"/>
                  <dgm:constr type="t" for="ch" forName="chevron7" refType="h" fact="0"/>
                  <dgm:constr type="w" for="ch" forName="chevron7" refType="w" fact="0.2106"/>
                  <dgm:constr type="h" for="ch" forName="chevron7" refType="h"/>
                  <dgm:constr type="l" for="ch" forName="childtext" refType="w" fact="0.0883"/>
                  <dgm:constr type="t" for="ch" forName="childtext" refType="h" fact="0.1"/>
                  <dgm:constr type="w" for="ch" forName="childtext" refType="w" fact="0.9117"/>
                  <dgm:constr type="h" for="ch" forName="childtext" refType="h" fact="0.8"/>
                </dgm:constrLst>
              </dgm:else>
            </dgm:choose>
            <dgm:ruleLst/>
            <dgm:layoutNode name="chevron1" styleLbl="alignNode1">
              <dgm:alg type="sp"/>
              <dgm:choose name="Name12">
                <dgm:if name="Name13" func="var" arg="dir" op="equ" val="norm">
                  <dgm:shape xmlns:r="http://schemas.openxmlformats.org/officeDocument/2006/relationships" type="chevron" r:blip="">
                    <dgm:adjLst>
                      <dgm:adj idx="1" val="0.7061"/>
                    </dgm:adjLst>
                  </dgm:shape>
                </dgm:if>
                <dgm:else name="Name14">
                  <dgm:shape xmlns:r="http://schemas.openxmlformats.org/officeDocument/2006/relationships" rot="180" type="chevron" r:blip="">
                    <dgm:adjLst>
                      <dgm:adj idx="1" val="0.7061"/>
                    </dgm:adjLst>
                  </dgm:shape>
                </dgm:else>
              </dgm:choose>
              <dgm:presOf/>
            </dgm:layoutNode>
            <dgm:layoutNode name="chevron2" styleLbl="alignNode1">
              <dgm:alg type="sp"/>
              <dgm:choose name="Name15">
                <dgm:if name="Name16" func="var" arg="dir" op="equ" val="norm">
                  <dgm:shape xmlns:r="http://schemas.openxmlformats.org/officeDocument/2006/relationships" type="chevron" r:blip="">
                    <dgm:adjLst>
                      <dgm:adj idx="1" val="0.7061"/>
                    </dgm:adjLst>
                  </dgm:shape>
                </dgm:if>
                <dgm:else name="Name17">
                  <dgm:shape xmlns:r="http://schemas.openxmlformats.org/officeDocument/2006/relationships" rot="180" type="chevron" r:blip="">
                    <dgm:adjLst>
                      <dgm:adj idx="1" val="0.7061"/>
                    </dgm:adjLst>
                  </dgm:shape>
                </dgm:else>
              </dgm:choose>
              <dgm:presOf/>
            </dgm:layoutNode>
            <dgm:layoutNode name="chevron3" styleLbl="alignNode1">
              <dgm:alg type="sp"/>
              <dgm:choose name="Name18">
                <dgm:if name="Name19" func="var" arg="dir" op="equ" val="norm">
                  <dgm:shape xmlns:r="http://schemas.openxmlformats.org/officeDocument/2006/relationships" type="chevron" r:blip="">
                    <dgm:adjLst>
                      <dgm:adj idx="1" val="0.7061"/>
                    </dgm:adjLst>
                  </dgm:shape>
                </dgm:if>
                <dgm:else name="Name20">
                  <dgm:shape xmlns:r="http://schemas.openxmlformats.org/officeDocument/2006/relationships" rot="180" type="chevron" r:blip="">
                    <dgm:adjLst>
                      <dgm:adj idx="1" val="0.7061"/>
                    </dgm:adjLst>
                  </dgm:shape>
                </dgm:else>
              </dgm:choose>
              <dgm:presOf/>
            </dgm:layoutNode>
            <dgm:layoutNode name="chevron4" styleLbl="alignNode1">
              <dgm:alg type="sp"/>
              <dgm:choose name="Name21">
                <dgm:if name="Name22" func="var" arg="dir" op="equ" val="norm">
                  <dgm:shape xmlns:r="http://schemas.openxmlformats.org/officeDocument/2006/relationships" type="chevron" r:blip="">
                    <dgm:adjLst>
                      <dgm:adj idx="1" val="0.7061"/>
                    </dgm:adjLst>
                  </dgm:shape>
                </dgm:if>
                <dgm:else name="Name23">
                  <dgm:shape xmlns:r="http://schemas.openxmlformats.org/officeDocument/2006/relationships" rot="180" type="chevron" r:blip="">
                    <dgm:adjLst>
                      <dgm:adj idx="1" val="0.7061"/>
                    </dgm:adjLst>
                  </dgm:shape>
                </dgm:else>
              </dgm:choose>
              <dgm:presOf/>
            </dgm:layoutNode>
            <dgm:layoutNode name="chevron5" styleLbl="alignNode1">
              <dgm:alg type="sp"/>
              <dgm:choose name="Name24">
                <dgm:if name="Name25" func="var" arg="dir" op="equ" val="norm">
                  <dgm:shape xmlns:r="http://schemas.openxmlformats.org/officeDocument/2006/relationships" type="chevron" r:blip="">
                    <dgm:adjLst>
                      <dgm:adj idx="1" val="0.7061"/>
                    </dgm:adjLst>
                  </dgm:shape>
                </dgm:if>
                <dgm:else name="Name26">
                  <dgm:shape xmlns:r="http://schemas.openxmlformats.org/officeDocument/2006/relationships" rot="180" type="chevron" r:blip="">
                    <dgm:adjLst>
                      <dgm:adj idx="1" val="0.7061"/>
                    </dgm:adjLst>
                  </dgm:shape>
                </dgm:else>
              </dgm:choose>
              <dgm:presOf/>
            </dgm:layoutNode>
            <dgm:layoutNode name="chevron6" styleLbl="alignNode1">
              <dgm:alg type="sp"/>
              <dgm:choose name="Name27">
                <dgm:if name="Name28" func="var" arg="dir" op="equ" val="norm">
                  <dgm:shape xmlns:r="http://schemas.openxmlformats.org/officeDocument/2006/relationships" type="chevron" r:blip="">
                    <dgm:adjLst>
                      <dgm:adj idx="1" val="0.7061"/>
                    </dgm:adjLst>
                  </dgm:shape>
                </dgm:if>
                <dgm:else name="Name29">
                  <dgm:shape xmlns:r="http://schemas.openxmlformats.org/officeDocument/2006/relationships" rot="180" type="chevron" r:blip="">
                    <dgm:adjLst>
                      <dgm:adj idx="1" val="0.7061"/>
                    </dgm:adjLst>
                  </dgm:shape>
                </dgm:else>
              </dgm:choose>
              <dgm:presOf/>
            </dgm:layoutNode>
            <dgm:layoutNode name="chevron7" styleLbl="alignNode1">
              <dgm:alg type="sp"/>
              <dgm:choose name="Name30">
                <dgm:if name="Name31" func="var" arg="dir" op="equ" val="norm">
                  <dgm:shape xmlns:r="http://schemas.openxmlformats.org/officeDocument/2006/relationships" type="chevron" r:blip="">
                    <dgm:adjLst>
                      <dgm:adj idx="1" val="0.7061"/>
                    </dgm:adjLst>
                  </dgm:shape>
                </dgm:if>
                <dgm:else name="Name32">
                  <dgm:shape xmlns:r="http://schemas.openxmlformats.org/officeDocument/2006/relationships" rot="180" type="chevron" r:blip="">
                    <dgm:adjLst>
                      <dgm:adj idx="1" val="0.7061"/>
                    </dgm:adjLst>
                  </dgm:shape>
                </dgm:else>
              </dgm:choose>
              <dgm:presOf/>
            </dgm:layoutNode>
            <dgm:layoutNode name="childtext" styleLbl="solidFgAcc1">
              <dgm:varLst>
                <dgm:chMax/>
                <dgm:chPref val="0"/>
                <dgm:bulletEnabled val="1"/>
              </dgm:varLst>
              <dgm:choose name="Name33">
                <dgm:if name="Name34" func="var" arg="dir" op="equ" val="norm">
                  <dgm:alg type="tx">
                    <dgm:param type="parTxLTRAlign" val="l"/>
                    <dgm:param type="txAnchorVertCh" val="t"/>
                  </dgm:alg>
                </dgm:if>
                <dgm:else name="Name35">
                  <dgm:alg type="tx">
                    <dgm:param type="parTxLTRAlign" val="r"/>
                    <dgm:param type="shpTxLTRAlignCh" val="r"/>
                    <dgm:param type="txAnchorVertCh" val="t"/>
                  </dgm:alg>
                </dgm:else>
              </dgm:choose>
              <dgm:shape xmlns:r="http://schemas.openxmlformats.org/officeDocument/2006/relationships" type="rect" r:blip="">
                <dgm:adjLst/>
              </dgm:shape>
              <dgm:presOf axis="des" ptType="node"/>
              <dgm:constrLst>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dgm:if>
        <dgm:else name="Name36">
          <dgm:layoutNode name="parallelogramComposite">
            <dgm:alg type="composite">
              <dgm:param type="ar" val="50"/>
            </dgm:alg>
            <dgm:shape xmlns:r="http://schemas.openxmlformats.org/officeDocument/2006/relationships" r:blip="">
              <dgm:adjLst/>
            </dgm:shape>
            <dgm:constrLst>
              <dgm:constr type="l" for="ch" forName="parallelogram1" refType="w" fact="0"/>
              <dgm:constr type="t" for="ch" forName="parallelogram1" refType="h" fact="0"/>
              <dgm:constr type="w" for="ch" forName="parallelogram1" refType="w" fact="0.12"/>
              <dgm:constr type="h" for="ch" forName="parallelogram1" refType="h"/>
              <dgm:constr type="l" for="ch" forName="parallelogram2" refType="w" fact="0.127"/>
              <dgm:constr type="t" for="ch" forName="parallelogram2" refType="h" fact="0"/>
              <dgm:constr type="w" for="ch" forName="parallelogram2" refType="w" fact="0.12"/>
              <dgm:constr type="h" for="ch" forName="parallelogram2" refType="h"/>
              <dgm:constr type="l" for="ch" forName="parallelogram3" refType="w" fact="0.254"/>
              <dgm:constr type="t" for="ch" forName="parallelogram3" refType="h" fact="0"/>
              <dgm:constr type="w" for="ch" forName="parallelogram3" refType="w" fact="0.12"/>
              <dgm:constr type="h" for="ch" forName="parallelogram3" refType="h"/>
              <dgm:constr type="l" for="ch" forName="parallelogram4" refType="w" fact="0.381"/>
              <dgm:constr type="t" for="ch" forName="parallelogram4" refType="h" fact="0"/>
              <dgm:constr type="w" for="ch" forName="parallelogram4" refType="w" fact="0.12"/>
              <dgm:constr type="h" for="ch" forName="parallelogram4" refType="h"/>
              <dgm:constr type="l" for="ch" forName="parallelogram5" refType="w" fact="0.508"/>
              <dgm:constr type="t" for="ch" forName="parallelogram5" refType="h" fact="0"/>
              <dgm:constr type="w" for="ch" forName="parallelogram5" refType="w" fact="0.12"/>
              <dgm:constr type="h" for="ch" forName="parallelogram5" refType="h"/>
              <dgm:constr type="l" for="ch" forName="parallelogram6" refType="w" fact="0.635"/>
              <dgm:constr type="t" for="ch" forName="parallelogram6" refType="h" fact="0"/>
              <dgm:constr type="w" for="ch" forName="parallelogram6" refType="w" fact="0.12"/>
              <dgm:constr type="h" for="ch" forName="parallelogram6" refType="h"/>
              <dgm:constr type="l" for="ch" forName="parallelogram7" refType="w" fact="0.762"/>
              <dgm:constr type="t" for="ch" forName="parallelogram7" refType="h" fact="0"/>
              <dgm:constr type="w" for="ch" forName="parallelogram7" refType="w" fact="0.12"/>
              <dgm:constr type="h" for="ch" forName="parallelogram7" refType="h"/>
            </dgm:constrLst>
            <dgm:ruleLst/>
            <dgm:layoutNode name="parallelogram1" styleLbl="alignNode1">
              <dgm:alg type="sp"/>
              <dgm:shape xmlns:r="http://schemas.openxmlformats.org/officeDocument/2006/relationships" type="parallelogram" r:blip="">
                <dgm:adjLst>
                  <dgm:adj idx="1" val="1.4084"/>
                </dgm:adjLst>
              </dgm:shape>
              <dgm:presOf/>
            </dgm:layoutNode>
            <dgm:layoutNode name="parallelogram2" styleLbl="alignNode1">
              <dgm:alg type="sp"/>
              <dgm:shape xmlns:r="http://schemas.openxmlformats.org/officeDocument/2006/relationships" type="parallelogram" r:blip="">
                <dgm:adjLst>
                  <dgm:adj idx="1" val="1.4084"/>
                </dgm:adjLst>
              </dgm:shape>
              <dgm:presOf/>
            </dgm:layoutNode>
            <dgm:layoutNode name="parallelogram3" styleLbl="alignNode1">
              <dgm:alg type="sp"/>
              <dgm:shape xmlns:r="http://schemas.openxmlformats.org/officeDocument/2006/relationships" type="parallelogram" r:blip="">
                <dgm:adjLst>
                  <dgm:adj idx="1" val="1.4084"/>
                </dgm:adjLst>
              </dgm:shape>
              <dgm:presOf/>
            </dgm:layoutNode>
            <dgm:layoutNode name="parallelogram4" styleLbl="alignNode1">
              <dgm:alg type="sp"/>
              <dgm:shape xmlns:r="http://schemas.openxmlformats.org/officeDocument/2006/relationships" type="parallelogram" r:blip="">
                <dgm:adjLst>
                  <dgm:adj idx="1" val="1.4084"/>
                </dgm:adjLst>
              </dgm:shape>
              <dgm:presOf/>
            </dgm:layoutNode>
            <dgm:layoutNode name="parallelogram5" styleLbl="alignNode1">
              <dgm:alg type="sp"/>
              <dgm:shape xmlns:r="http://schemas.openxmlformats.org/officeDocument/2006/relationships" type="parallelogram" r:blip="">
                <dgm:adjLst>
                  <dgm:adj idx="1" val="1.4084"/>
                </dgm:adjLst>
              </dgm:shape>
              <dgm:presOf/>
            </dgm:layoutNode>
            <dgm:layoutNode name="parallelogram6" styleLbl="alignNode1">
              <dgm:alg type="sp"/>
              <dgm:shape xmlns:r="http://schemas.openxmlformats.org/officeDocument/2006/relationships" type="parallelogram" r:blip="">
                <dgm:adjLst>
                  <dgm:adj idx="1" val="1.4084"/>
                </dgm:adjLst>
              </dgm:shape>
              <dgm:presOf/>
            </dgm:layoutNode>
            <dgm:layoutNode name="parallelogram7" styleLbl="alignNode1">
              <dgm:alg type="sp"/>
              <dgm:shape xmlns:r="http://schemas.openxmlformats.org/officeDocument/2006/relationships" type="parallelogram" r:blip="">
                <dgm:adjLst>
                  <dgm:adj idx="1" val="1.4084"/>
                </dgm:adjLst>
              </dgm:shape>
              <dgm:presOf/>
            </dgm:layoutNode>
          </dgm:layoutNode>
        </dgm:else>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VerticalAccentList">
  <dgm:title val=""/>
  <dgm:desc val=""/>
  <dgm:catLst>
    <dgm:cat type="list" pri="16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clrData>
  <dgm:layoutNode name="Name0">
    <dgm:varLst>
      <dgm:chMax/>
      <dgm:chPref/>
      <dgm:dir/>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constrLst>
      <dgm:constr type="primFontSz" for="des" forName="parenttext" refType="primFontSz" refFor="des" refForName="childtext" op="gte"/>
      <dgm:constr type="w" for="ch" forName="composite" refType="w"/>
      <dgm:constr type="h" for="ch" forName="composite" refType="h"/>
      <dgm:constr type="w" for="ch" forName="parallelogramComposite" refType="w"/>
      <dgm:constr type="h" for="ch" forName="parallelogramComposite" refType="h"/>
      <dgm:constr type="w" for="ch" forName="parenttextcomposite" refType="w" fact="0.9"/>
      <dgm:constr type="h" for="ch" forName="parenttextcomposite" refType="h" fact="0.6"/>
      <dgm:constr type="h" for="ch" forName="sibTrans" refType="h" refFor="ch" refForName="composite" op="equ" fact="0.02"/>
      <dgm:constr type="h" for="ch" forName="sibTrans" op="equ"/>
    </dgm:constrLst>
    <dgm:forEach name="nodesForEach" axis="ch" ptType="node">
      <dgm:layoutNode name="parenttextcomposite">
        <dgm:alg type="composite">
          <dgm:param type="ar" val="11"/>
        </dgm:alg>
        <dgm:shape xmlns:r="http://schemas.openxmlformats.org/officeDocument/2006/relationships" r:blip="">
          <dgm:adjLst/>
        </dgm:shape>
        <dgm:constrLst>
          <dgm:constr type="h" for="ch" forName="parenttext" refType="h"/>
          <dgm:constr type="w" for="ch" forName="parenttext" refType="w"/>
        </dgm:constrLst>
        <dgm:layoutNode name="parenttext" styleLbl="revTx">
          <dgm:varLst>
            <dgm:chMax/>
            <dgm:chPref val="2"/>
            <dgm:bulletEnabled val="1"/>
          </dgm:varLst>
          <dgm:choose name="Name4">
            <dgm:if name="Name5" func="var" arg="dir" op="equ" val="norm">
              <dgm:alg type="tx">
                <dgm:param type="parTxLTRAlign" val="l"/>
                <dgm:param type="txAnchorVert" val="b"/>
              </dgm:alg>
            </dgm:if>
            <dgm:else name="Name6">
              <dgm:alg type="tx">
                <dgm:param type="parTxLTRAlign" val="r"/>
                <dgm:param type="txAnchorVert" val="b"/>
              </dgm:alg>
            </dgm:else>
          </dgm:choose>
          <dgm:shape xmlns:r="http://schemas.openxmlformats.org/officeDocument/2006/relationships" type="rect"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choose name="Name7">
        <dgm:if name="Name8" axis="ch" ptType="node" func="cnt" op="gte" val="1">
          <dgm:layoutNode name="composite">
            <dgm:alg type="composite">
              <dgm:param type="ar" val="6"/>
            </dgm:alg>
            <dgm:shape xmlns:r="http://schemas.openxmlformats.org/officeDocument/2006/relationships" r:blip="">
              <dgm:adjLst/>
            </dgm:shape>
            <dgm:choose name="Name9">
              <dgm:if name="Name10" func="var" arg="dir" op="equ" val="norm">
                <dgm:constrLst>
                  <dgm:constr type="l" for="ch" forName="chevron1" refType="w" fact="0.0301"/>
                  <dgm:constr type="t" for="ch" forName="chevron1" refType="h" fact="0"/>
                  <dgm:constr type="w" for="ch" forName="chevron1" refType="w" fact="0.2106"/>
                  <dgm:constr type="h" for="ch" forName="chevron1" refType="h"/>
                  <dgm:constr type="l" for="ch" forName="chevron2" refType="w" fact="0.1566"/>
                  <dgm:constr type="t" for="ch" forName="chevron2" refType="h" fact="0"/>
                  <dgm:constr type="w" for="ch" forName="chevron2" refType="w" fact="0.2106"/>
                  <dgm:constr type="h" for="ch" forName="chevron2" refType="h"/>
                  <dgm:constr type="l" for="ch" forName="chevron3" refType="w" fact="0.2832"/>
                  <dgm:constr type="t" for="ch" forName="chevron3" refType="h" fact="0"/>
                  <dgm:constr type="w" for="ch" forName="chevron3" refType="w" fact="0.2106"/>
                  <dgm:constr type="h" for="ch" forName="chevron3" refType="h"/>
                  <dgm:constr type="l" for="ch" forName="chevron4" refType="w" fact="0.4097"/>
                  <dgm:constr type="t" for="ch" forName="chevron4" refType="h" fact="0"/>
                  <dgm:constr type="w" for="ch" forName="chevron4" refType="w" fact="0.2106"/>
                  <dgm:constr type="h" for="ch" forName="chevron4" refType="h"/>
                  <dgm:constr type="l" for="ch" forName="chevron5" refType="w" fact="0.5363"/>
                  <dgm:constr type="t" for="ch" forName="chevron5" refType="h" fact="0"/>
                  <dgm:constr type="w" for="ch" forName="chevron5" refType="w" fact="0.2106"/>
                  <dgm:constr type="h" for="ch" forName="chevron5" refType="h"/>
                  <dgm:constr type="l" for="ch" forName="chevron6" refType="w" fact="0.6628"/>
                  <dgm:constr type="t" for="ch" forName="chevron6" refType="h" fact="0"/>
                  <dgm:constr type="w" for="ch" forName="chevron6" refType="w" fact="0.2106"/>
                  <dgm:constr type="h" for="ch" forName="chevron6" refType="h"/>
                  <dgm:constr type="l" for="ch" forName="chevron7" refType="w" fact="0.7894"/>
                  <dgm:constr type="t" for="ch" forName="chevron7" refType="h" fact="0"/>
                  <dgm:constr type="w" for="ch" forName="chevron7" refType="w" fact="0.2106"/>
                  <dgm:constr type="h" for="ch" forName="chevron7" refType="h"/>
                  <dgm:constr type="l" for="ch" forName="childtext" refType="w" fact="0.0301"/>
                  <dgm:constr type="t" for="ch" forName="childtext" refType="h" fact="0.1"/>
                  <dgm:constr type="w" for="ch" forName="childtext" refType="w" fact="0.9117"/>
                  <dgm:constr type="h" for="ch" forName="childtext" refType="h" fact="0.8"/>
                </dgm:constrLst>
              </dgm:if>
              <dgm:else name="Name11">
                <dgm:constrLst>
                  <dgm:constr type="l" for="ch" forName="chevron1" refType="w" fact="0.0301"/>
                  <dgm:constr type="t" for="ch" forName="chevron1" refType="h" fact="0"/>
                  <dgm:constr type="w" for="ch" forName="chevron1" refType="w" fact="0.2106"/>
                  <dgm:constr type="h" for="ch" forName="chevron1" refType="h"/>
                  <dgm:constr type="l" for="ch" forName="chevron2" refType="w" fact="0.1566"/>
                  <dgm:constr type="t" for="ch" forName="chevron2" refType="h" fact="0"/>
                  <dgm:constr type="w" for="ch" forName="chevron2" refType="w" fact="0.2106"/>
                  <dgm:constr type="h" for="ch" forName="chevron2" refType="h"/>
                  <dgm:constr type="l" for="ch" forName="chevron3" refType="w" fact="0.2832"/>
                  <dgm:constr type="t" for="ch" forName="chevron3" refType="h" fact="0"/>
                  <dgm:constr type="w" for="ch" forName="chevron3" refType="w" fact="0.2106"/>
                  <dgm:constr type="h" for="ch" forName="chevron3" refType="h"/>
                  <dgm:constr type="l" for="ch" forName="chevron4" refType="w" fact="0.4097"/>
                  <dgm:constr type="t" for="ch" forName="chevron4" refType="h" fact="0"/>
                  <dgm:constr type="w" for="ch" forName="chevron4" refType="w" fact="0.2106"/>
                  <dgm:constr type="h" for="ch" forName="chevron4" refType="h"/>
                  <dgm:constr type="l" for="ch" forName="chevron5" refType="w" fact="0.5363"/>
                  <dgm:constr type="t" for="ch" forName="chevron5" refType="h" fact="0"/>
                  <dgm:constr type="w" for="ch" forName="chevron5" refType="w" fact="0.2106"/>
                  <dgm:constr type="h" for="ch" forName="chevron5" refType="h"/>
                  <dgm:constr type="l" for="ch" forName="chevron6" refType="w" fact="0.6628"/>
                  <dgm:constr type="t" for="ch" forName="chevron6" refType="h" fact="0"/>
                  <dgm:constr type="w" for="ch" forName="chevron6" refType="w" fact="0.2106"/>
                  <dgm:constr type="h" for="ch" forName="chevron6" refType="h"/>
                  <dgm:constr type="l" for="ch" forName="chevron7" refType="w" fact="0.7894"/>
                  <dgm:constr type="t" for="ch" forName="chevron7" refType="h" fact="0"/>
                  <dgm:constr type="w" for="ch" forName="chevron7" refType="w" fact="0.2106"/>
                  <dgm:constr type="h" for="ch" forName="chevron7" refType="h"/>
                  <dgm:constr type="l" for="ch" forName="childtext" refType="w" fact="0.0883"/>
                  <dgm:constr type="t" for="ch" forName="childtext" refType="h" fact="0.1"/>
                  <dgm:constr type="w" for="ch" forName="childtext" refType="w" fact="0.9117"/>
                  <dgm:constr type="h" for="ch" forName="childtext" refType="h" fact="0.8"/>
                </dgm:constrLst>
              </dgm:else>
            </dgm:choose>
            <dgm:ruleLst/>
            <dgm:layoutNode name="chevron1" styleLbl="alignNode1">
              <dgm:alg type="sp"/>
              <dgm:choose name="Name12">
                <dgm:if name="Name13" func="var" arg="dir" op="equ" val="norm">
                  <dgm:shape xmlns:r="http://schemas.openxmlformats.org/officeDocument/2006/relationships" type="chevron" r:blip="">
                    <dgm:adjLst>
                      <dgm:adj idx="1" val="0.7061"/>
                    </dgm:adjLst>
                  </dgm:shape>
                </dgm:if>
                <dgm:else name="Name14">
                  <dgm:shape xmlns:r="http://schemas.openxmlformats.org/officeDocument/2006/relationships" rot="180" type="chevron" r:blip="">
                    <dgm:adjLst>
                      <dgm:adj idx="1" val="0.7061"/>
                    </dgm:adjLst>
                  </dgm:shape>
                </dgm:else>
              </dgm:choose>
              <dgm:presOf/>
            </dgm:layoutNode>
            <dgm:layoutNode name="chevron2" styleLbl="alignNode1">
              <dgm:alg type="sp"/>
              <dgm:choose name="Name15">
                <dgm:if name="Name16" func="var" arg="dir" op="equ" val="norm">
                  <dgm:shape xmlns:r="http://schemas.openxmlformats.org/officeDocument/2006/relationships" type="chevron" r:blip="">
                    <dgm:adjLst>
                      <dgm:adj idx="1" val="0.7061"/>
                    </dgm:adjLst>
                  </dgm:shape>
                </dgm:if>
                <dgm:else name="Name17">
                  <dgm:shape xmlns:r="http://schemas.openxmlformats.org/officeDocument/2006/relationships" rot="180" type="chevron" r:blip="">
                    <dgm:adjLst>
                      <dgm:adj idx="1" val="0.7061"/>
                    </dgm:adjLst>
                  </dgm:shape>
                </dgm:else>
              </dgm:choose>
              <dgm:presOf/>
            </dgm:layoutNode>
            <dgm:layoutNode name="chevron3" styleLbl="alignNode1">
              <dgm:alg type="sp"/>
              <dgm:choose name="Name18">
                <dgm:if name="Name19" func="var" arg="dir" op="equ" val="norm">
                  <dgm:shape xmlns:r="http://schemas.openxmlformats.org/officeDocument/2006/relationships" type="chevron" r:blip="">
                    <dgm:adjLst>
                      <dgm:adj idx="1" val="0.7061"/>
                    </dgm:adjLst>
                  </dgm:shape>
                </dgm:if>
                <dgm:else name="Name20">
                  <dgm:shape xmlns:r="http://schemas.openxmlformats.org/officeDocument/2006/relationships" rot="180" type="chevron" r:blip="">
                    <dgm:adjLst>
                      <dgm:adj idx="1" val="0.7061"/>
                    </dgm:adjLst>
                  </dgm:shape>
                </dgm:else>
              </dgm:choose>
              <dgm:presOf/>
            </dgm:layoutNode>
            <dgm:layoutNode name="chevron4" styleLbl="alignNode1">
              <dgm:alg type="sp"/>
              <dgm:choose name="Name21">
                <dgm:if name="Name22" func="var" arg="dir" op="equ" val="norm">
                  <dgm:shape xmlns:r="http://schemas.openxmlformats.org/officeDocument/2006/relationships" type="chevron" r:blip="">
                    <dgm:adjLst>
                      <dgm:adj idx="1" val="0.7061"/>
                    </dgm:adjLst>
                  </dgm:shape>
                </dgm:if>
                <dgm:else name="Name23">
                  <dgm:shape xmlns:r="http://schemas.openxmlformats.org/officeDocument/2006/relationships" rot="180" type="chevron" r:blip="">
                    <dgm:adjLst>
                      <dgm:adj idx="1" val="0.7061"/>
                    </dgm:adjLst>
                  </dgm:shape>
                </dgm:else>
              </dgm:choose>
              <dgm:presOf/>
            </dgm:layoutNode>
            <dgm:layoutNode name="chevron5" styleLbl="alignNode1">
              <dgm:alg type="sp"/>
              <dgm:choose name="Name24">
                <dgm:if name="Name25" func="var" arg="dir" op="equ" val="norm">
                  <dgm:shape xmlns:r="http://schemas.openxmlformats.org/officeDocument/2006/relationships" type="chevron" r:blip="">
                    <dgm:adjLst>
                      <dgm:adj idx="1" val="0.7061"/>
                    </dgm:adjLst>
                  </dgm:shape>
                </dgm:if>
                <dgm:else name="Name26">
                  <dgm:shape xmlns:r="http://schemas.openxmlformats.org/officeDocument/2006/relationships" rot="180" type="chevron" r:blip="">
                    <dgm:adjLst>
                      <dgm:adj idx="1" val="0.7061"/>
                    </dgm:adjLst>
                  </dgm:shape>
                </dgm:else>
              </dgm:choose>
              <dgm:presOf/>
            </dgm:layoutNode>
            <dgm:layoutNode name="chevron6" styleLbl="alignNode1">
              <dgm:alg type="sp"/>
              <dgm:choose name="Name27">
                <dgm:if name="Name28" func="var" arg="dir" op="equ" val="norm">
                  <dgm:shape xmlns:r="http://schemas.openxmlformats.org/officeDocument/2006/relationships" type="chevron" r:blip="">
                    <dgm:adjLst>
                      <dgm:adj idx="1" val="0.7061"/>
                    </dgm:adjLst>
                  </dgm:shape>
                </dgm:if>
                <dgm:else name="Name29">
                  <dgm:shape xmlns:r="http://schemas.openxmlformats.org/officeDocument/2006/relationships" rot="180" type="chevron" r:blip="">
                    <dgm:adjLst>
                      <dgm:adj idx="1" val="0.7061"/>
                    </dgm:adjLst>
                  </dgm:shape>
                </dgm:else>
              </dgm:choose>
              <dgm:presOf/>
            </dgm:layoutNode>
            <dgm:layoutNode name="chevron7" styleLbl="alignNode1">
              <dgm:alg type="sp"/>
              <dgm:choose name="Name30">
                <dgm:if name="Name31" func="var" arg="dir" op="equ" val="norm">
                  <dgm:shape xmlns:r="http://schemas.openxmlformats.org/officeDocument/2006/relationships" type="chevron" r:blip="">
                    <dgm:adjLst>
                      <dgm:adj idx="1" val="0.7061"/>
                    </dgm:adjLst>
                  </dgm:shape>
                </dgm:if>
                <dgm:else name="Name32">
                  <dgm:shape xmlns:r="http://schemas.openxmlformats.org/officeDocument/2006/relationships" rot="180" type="chevron" r:blip="">
                    <dgm:adjLst>
                      <dgm:adj idx="1" val="0.7061"/>
                    </dgm:adjLst>
                  </dgm:shape>
                </dgm:else>
              </dgm:choose>
              <dgm:presOf/>
            </dgm:layoutNode>
            <dgm:layoutNode name="childtext" styleLbl="solidFgAcc1">
              <dgm:varLst>
                <dgm:chMax/>
                <dgm:chPref val="0"/>
                <dgm:bulletEnabled val="1"/>
              </dgm:varLst>
              <dgm:choose name="Name33">
                <dgm:if name="Name34" func="var" arg="dir" op="equ" val="norm">
                  <dgm:alg type="tx">
                    <dgm:param type="parTxLTRAlign" val="l"/>
                    <dgm:param type="txAnchorVertCh" val="t"/>
                  </dgm:alg>
                </dgm:if>
                <dgm:else name="Name35">
                  <dgm:alg type="tx">
                    <dgm:param type="parTxLTRAlign" val="r"/>
                    <dgm:param type="shpTxLTRAlignCh" val="r"/>
                    <dgm:param type="txAnchorVertCh" val="t"/>
                  </dgm:alg>
                </dgm:else>
              </dgm:choose>
              <dgm:shape xmlns:r="http://schemas.openxmlformats.org/officeDocument/2006/relationships" type="rect" r:blip="">
                <dgm:adjLst/>
              </dgm:shape>
              <dgm:presOf axis="des" ptType="node"/>
              <dgm:constrLst>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dgm:if>
        <dgm:else name="Name36">
          <dgm:layoutNode name="parallelogramComposite">
            <dgm:alg type="composite">
              <dgm:param type="ar" val="50"/>
            </dgm:alg>
            <dgm:shape xmlns:r="http://schemas.openxmlformats.org/officeDocument/2006/relationships" r:blip="">
              <dgm:adjLst/>
            </dgm:shape>
            <dgm:constrLst>
              <dgm:constr type="l" for="ch" forName="parallelogram1" refType="w" fact="0"/>
              <dgm:constr type="t" for="ch" forName="parallelogram1" refType="h" fact="0"/>
              <dgm:constr type="w" for="ch" forName="parallelogram1" refType="w" fact="0.12"/>
              <dgm:constr type="h" for="ch" forName="parallelogram1" refType="h"/>
              <dgm:constr type="l" for="ch" forName="parallelogram2" refType="w" fact="0.127"/>
              <dgm:constr type="t" for="ch" forName="parallelogram2" refType="h" fact="0"/>
              <dgm:constr type="w" for="ch" forName="parallelogram2" refType="w" fact="0.12"/>
              <dgm:constr type="h" for="ch" forName="parallelogram2" refType="h"/>
              <dgm:constr type="l" for="ch" forName="parallelogram3" refType="w" fact="0.254"/>
              <dgm:constr type="t" for="ch" forName="parallelogram3" refType="h" fact="0"/>
              <dgm:constr type="w" for="ch" forName="parallelogram3" refType="w" fact="0.12"/>
              <dgm:constr type="h" for="ch" forName="parallelogram3" refType="h"/>
              <dgm:constr type="l" for="ch" forName="parallelogram4" refType="w" fact="0.381"/>
              <dgm:constr type="t" for="ch" forName="parallelogram4" refType="h" fact="0"/>
              <dgm:constr type="w" for="ch" forName="parallelogram4" refType="w" fact="0.12"/>
              <dgm:constr type="h" for="ch" forName="parallelogram4" refType="h"/>
              <dgm:constr type="l" for="ch" forName="parallelogram5" refType="w" fact="0.508"/>
              <dgm:constr type="t" for="ch" forName="parallelogram5" refType="h" fact="0"/>
              <dgm:constr type="w" for="ch" forName="parallelogram5" refType="w" fact="0.12"/>
              <dgm:constr type="h" for="ch" forName="parallelogram5" refType="h"/>
              <dgm:constr type="l" for="ch" forName="parallelogram6" refType="w" fact="0.635"/>
              <dgm:constr type="t" for="ch" forName="parallelogram6" refType="h" fact="0"/>
              <dgm:constr type="w" for="ch" forName="parallelogram6" refType="w" fact="0.12"/>
              <dgm:constr type="h" for="ch" forName="parallelogram6" refType="h"/>
              <dgm:constr type="l" for="ch" forName="parallelogram7" refType="w" fact="0.762"/>
              <dgm:constr type="t" for="ch" forName="parallelogram7" refType="h" fact="0"/>
              <dgm:constr type="w" for="ch" forName="parallelogram7" refType="w" fact="0.12"/>
              <dgm:constr type="h" for="ch" forName="parallelogram7" refType="h"/>
            </dgm:constrLst>
            <dgm:ruleLst/>
            <dgm:layoutNode name="parallelogram1" styleLbl="alignNode1">
              <dgm:alg type="sp"/>
              <dgm:shape xmlns:r="http://schemas.openxmlformats.org/officeDocument/2006/relationships" type="parallelogram" r:blip="">
                <dgm:adjLst>
                  <dgm:adj idx="1" val="1.4084"/>
                </dgm:adjLst>
              </dgm:shape>
              <dgm:presOf/>
            </dgm:layoutNode>
            <dgm:layoutNode name="parallelogram2" styleLbl="alignNode1">
              <dgm:alg type="sp"/>
              <dgm:shape xmlns:r="http://schemas.openxmlformats.org/officeDocument/2006/relationships" type="parallelogram" r:blip="">
                <dgm:adjLst>
                  <dgm:adj idx="1" val="1.4084"/>
                </dgm:adjLst>
              </dgm:shape>
              <dgm:presOf/>
            </dgm:layoutNode>
            <dgm:layoutNode name="parallelogram3" styleLbl="alignNode1">
              <dgm:alg type="sp"/>
              <dgm:shape xmlns:r="http://schemas.openxmlformats.org/officeDocument/2006/relationships" type="parallelogram" r:blip="">
                <dgm:adjLst>
                  <dgm:adj idx="1" val="1.4084"/>
                </dgm:adjLst>
              </dgm:shape>
              <dgm:presOf/>
            </dgm:layoutNode>
            <dgm:layoutNode name="parallelogram4" styleLbl="alignNode1">
              <dgm:alg type="sp"/>
              <dgm:shape xmlns:r="http://schemas.openxmlformats.org/officeDocument/2006/relationships" type="parallelogram" r:blip="">
                <dgm:adjLst>
                  <dgm:adj idx="1" val="1.4084"/>
                </dgm:adjLst>
              </dgm:shape>
              <dgm:presOf/>
            </dgm:layoutNode>
            <dgm:layoutNode name="parallelogram5" styleLbl="alignNode1">
              <dgm:alg type="sp"/>
              <dgm:shape xmlns:r="http://schemas.openxmlformats.org/officeDocument/2006/relationships" type="parallelogram" r:blip="">
                <dgm:adjLst>
                  <dgm:adj idx="1" val="1.4084"/>
                </dgm:adjLst>
              </dgm:shape>
              <dgm:presOf/>
            </dgm:layoutNode>
            <dgm:layoutNode name="parallelogram6" styleLbl="alignNode1">
              <dgm:alg type="sp"/>
              <dgm:shape xmlns:r="http://schemas.openxmlformats.org/officeDocument/2006/relationships" type="parallelogram" r:blip="">
                <dgm:adjLst>
                  <dgm:adj idx="1" val="1.4084"/>
                </dgm:adjLst>
              </dgm:shape>
              <dgm:presOf/>
            </dgm:layoutNode>
            <dgm:layoutNode name="parallelogram7" styleLbl="alignNode1">
              <dgm:alg type="sp"/>
              <dgm:shape xmlns:r="http://schemas.openxmlformats.org/officeDocument/2006/relationships" type="parallelogram" r:blip="">
                <dgm:adjLst>
                  <dgm:adj idx="1" val="1.4084"/>
                </dgm:adjLst>
              </dgm:shape>
              <dgm:presOf/>
            </dgm:layoutNode>
          </dgm:layoutNode>
        </dgm:else>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5F1CF908-B9F8-4D75-9563-AB61F9135DC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zh-CN" altLang="en-US" noProof="1">
              <a:latin typeface="Microsoft YaHei UI" panose="020B0503020204020204" pitchFamily="34" charset="-122"/>
              <a:ea typeface="Microsoft YaHei UI" panose="020B0503020204020204" pitchFamily="34" charset="-122"/>
            </a:endParaRPr>
          </a:p>
        </p:txBody>
      </p:sp>
      <p:sp>
        <p:nvSpPr>
          <p:cNvPr id="3" name="日期占位符 2">
            <a:extLst>
              <a:ext uri="{FF2B5EF4-FFF2-40B4-BE49-F238E27FC236}">
                <a16:creationId xmlns:a16="http://schemas.microsoft.com/office/drawing/2014/main" id="{9FDEC0F2-C9ED-4E40-9090-1AABA509E02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E710AA04-5EAA-4606-8567-AE9D6AD6D19C}" type="datetime1">
              <a:rPr lang="zh-CN" altLang="en-US" noProof="1" smtClean="0">
                <a:latin typeface="Microsoft YaHei UI" panose="020B0503020204020204" pitchFamily="34" charset="-122"/>
                <a:ea typeface="Microsoft YaHei UI" panose="020B0503020204020204" pitchFamily="34" charset="-122"/>
              </a:rPr>
              <a:t>2024/5/10</a:t>
            </a:fld>
            <a:endParaRPr lang="zh-CN" altLang="en-US" noProof="1">
              <a:latin typeface="Microsoft YaHei UI" panose="020B0503020204020204" pitchFamily="34" charset="-122"/>
              <a:ea typeface="Microsoft YaHei UI" panose="020B0503020204020204" pitchFamily="34" charset="-122"/>
            </a:endParaRPr>
          </a:p>
        </p:txBody>
      </p:sp>
      <p:sp>
        <p:nvSpPr>
          <p:cNvPr id="4" name="页脚占位符 3">
            <a:extLst>
              <a:ext uri="{FF2B5EF4-FFF2-40B4-BE49-F238E27FC236}">
                <a16:creationId xmlns:a16="http://schemas.microsoft.com/office/drawing/2014/main" id="{E2343BCB-1A9C-419E-A510-1B43D44FD11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zh-CN" altLang="en-US" noProof="1">
              <a:latin typeface="Microsoft YaHei UI" panose="020B0503020204020204" pitchFamily="34" charset="-122"/>
              <a:ea typeface="Microsoft YaHei UI" panose="020B0503020204020204" pitchFamily="34" charset="-122"/>
            </a:endParaRPr>
          </a:p>
        </p:txBody>
      </p:sp>
      <p:sp>
        <p:nvSpPr>
          <p:cNvPr id="5" name="灯片编号占位符 4">
            <a:extLst>
              <a:ext uri="{FF2B5EF4-FFF2-40B4-BE49-F238E27FC236}">
                <a16:creationId xmlns:a16="http://schemas.microsoft.com/office/drawing/2014/main" id="{0D2ECDCF-FA4F-4A45-8FAD-9C923EE306B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A3DA0F0C-BE24-43A8-A6ED-60EC67C28C43}" type="slidenum">
              <a:rPr lang="en-US" altLang="zh-CN" noProof="1" dirty="0" smtClean="0">
                <a:latin typeface="Microsoft YaHei UI" panose="020B0503020204020204" pitchFamily="34" charset="-122"/>
                <a:ea typeface="Microsoft YaHei UI" panose="020B0503020204020204" pitchFamily="34" charset="-122"/>
              </a:rPr>
              <a:t>‹#›</a:t>
            </a:fld>
            <a:endParaRPr lang="zh-CN" altLang="en-US" noProof="1">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979089529"/>
      </p:ext>
    </p:extLst>
  </p:cSld>
  <p:clrMap bg1="lt1" tx1="dk1" bg2="lt2" tx2="dk2" accent1="accent1" accent2="accent2" accent3="accent3" accent4="accent4" accent5="accent5" accent6="accent6" hlink="hlink" folHlink="folHlink"/>
  <p:hf hdr="0" ftr="0" dt="0"/>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06T14:55:51.206"/>
    </inkml:context>
    <inkml:brush xml:id="br0">
      <inkml:brushProperty name="width" value="0.3" units="cm"/>
      <inkml:brushProperty name="height" value="0.6" units="cm"/>
      <inkml:brushProperty name="color" value="#A9D8FF"/>
      <inkml:brushProperty name="tip" value="rectangle"/>
      <inkml:brushProperty name="rasterOp" value="maskPen"/>
      <inkml:brushProperty name="ignorePressure" value="1"/>
    </inkml:brush>
  </inkml:definitions>
  <inkml:trace contextRef="#ctx0" brushRef="#br0">1 50,'110'1,"122"-2,-183-5,57-12,-65 9,-1 2,66-2,-87 9</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06T14:55:54.652"/>
    </inkml:context>
    <inkml:brush xml:id="br0">
      <inkml:brushProperty name="width" value="0.3" units="cm"/>
      <inkml:brushProperty name="height" value="0.6" units="cm"/>
      <inkml:brushProperty name="color" value="#A9D8FF"/>
      <inkml:brushProperty name="tip" value="rectangle"/>
      <inkml:brushProperty name="rasterOp" value="maskPen"/>
      <inkml:brushProperty name="ignorePressure" value="1"/>
    </inkml:brush>
  </inkml:definitions>
  <inkml:trace contextRef="#ctx0" brushRef="#br0">1 28,'589'0,"-572"0,0-2,1 0,-1-1,26-8,-14 2</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aseline="0">
                <a:latin typeface="Microsoft YaHei UI" panose="020B0503020204020204" pitchFamily="34" charset="-122"/>
                <a:ea typeface="Microsoft YaHei UI" panose="020B0503020204020204" pitchFamily="34" charset="-122"/>
              </a:defRPr>
            </a:lvl1pPr>
          </a:lstStyle>
          <a:p>
            <a:endParaRPr lang="zh-CN" altLang="en-US" noProof="1"/>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aseline="0">
                <a:latin typeface="Microsoft YaHei UI" panose="020B0503020204020204" pitchFamily="34" charset="-122"/>
                <a:ea typeface="Microsoft YaHei UI" panose="020B0503020204020204" pitchFamily="34" charset="-122"/>
              </a:defRPr>
            </a:lvl1pPr>
          </a:lstStyle>
          <a:p>
            <a:fld id="{43576644-3EB4-4AD7-AAE1-5D633EBE7F10}" type="datetime1">
              <a:rPr lang="zh-CN" altLang="en-US" noProof="1" smtClean="0"/>
              <a:t>2024/5/10</a:t>
            </a:fld>
            <a:endParaRPr lang="zh-CN" altLang="en-US" noProof="1"/>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zh-CN" altLang="en-US" noProof="1"/>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zh-CN" altLang="en-US" noProof="1"/>
              <a:t>单击此处编辑母版文本样式</a:t>
            </a:r>
          </a:p>
          <a:p>
            <a:pPr lvl="1" rtl="0"/>
            <a:r>
              <a:rPr lang="zh-CN" altLang="en-US" noProof="1"/>
              <a:t>第二级</a:t>
            </a:r>
          </a:p>
          <a:p>
            <a:pPr lvl="2" rtl="0"/>
            <a:r>
              <a:rPr lang="zh-CN" altLang="en-US" noProof="1"/>
              <a:t>第三级</a:t>
            </a:r>
          </a:p>
          <a:p>
            <a:pPr lvl="3" rtl="0"/>
            <a:r>
              <a:rPr lang="zh-CN" altLang="en-US" noProof="1"/>
              <a:t>第四级</a:t>
            </a:r>
          </a:p>
          <a:p>
            <a:pPr lvl="4" rtl="0"/>
            <a:r>
              <a:rPr lang="zh-CN" altLang="en-US" noProof="1"/>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aseline="0">
                <a:latin typeface="Microsoft YaHei UI" panose="020B0503020204020204" pitchFamily="34" charset="-122"/>
                <a:ea typeface="Microsoft YaHei UI" panose="020B0503020204020204" pitchFamily="34" charset="-122"/>
              </a:defRPr>
            </a:lvl1pPr>
          </a:lstStyle>
          <a:p>
            <a:endParaRPr lang="zh-CN" altLang="en-US" noProof="1"/>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aseline="0">
                <a:latin typeface="Microsoft YaHei UI" panose="020B0503020204020204" pitchFamily="34" charset="-122"/>
                <a:ea typeface="Microsoft YaHei UI" panose="020B0503020204020204" pitchFamily="34" charset="-122"/>
              </a:defRPr>
            </a:lvl1pPr>
          </a:lstStyle>
          <a:p>
            <a:fld id="{F6BA3186-490C-4963-9CE5-58096C2F0BE5}" type="slidenum">
              <a:rPr lang="en-US" altLang="zh-CN" noProof="1" dirty="0" smtClean="0"/>
              <a:pPr/>
              <a:t>‹#›</a:t>
            </a:fld>
            <a:endParaRPr lang="zh-CN" altLang="en-US" noProof="1"/>
          </a:p>
        </p:txBody>
      </p:sp>
    </p:spTree>
    <p:extLst>
      <p:ext uri="{BB962C8B-B14F-4D97-AF65-F5344CB8AC3E}">
        <p14:creationId xmlns:p14="http://schemas.microsoft.com/office/powerpoint/2010/main" val="9720641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baseline="0">
        <a:solidFill>
          <a:schemeClr val="tx1"/>
        </a:solidFill>
        <a:latin typeface="Microsoft YaHei UI" panose="020B0503020204020204" pitchFamily="34" charset="-122"/>
        <a:ea typeface="Microsoft YaHei UI" panose="020B0503020204020204" pitchFamily="34" charset="-122"/>
        <a:cs typeface="+mn-cs"/>
      </a:defRPr>
    </a:lvl1pPr>
    <a:lvl2pPr marL="457200" algn="l" defTabSz="914400" rtl="0" eaLnBrk="1" latinLnBrk="0" hangingPunct="1">
      <a:defRPr sz="1200" kern="1200" baseline="0">
        <a:solidFill>
          <a:schemeClr val="tx1"/>
        </a:solidFill>
        <a:latin typeface="Microsoft YaHei UI" panose="020B0503020204020204" pitchFamily="34" charset="-122"/>
        <a:ea typeface="Microsoft YaHei UI" panose="020B0503020204020204" pitchFamily="34" charset="-122"/>
        <a:cs typeface="+mn-cs"/>
      </a:defRPr>
    </a:lvl2pPr>
    <a:lvl3pPr marL="914400" algn="l" defTabSz="914400" rtl="0" eaLnBrk="1" latinLnBrk="0" hangingPunct="1">
      <a:defRPr sz="1200" kern="1200" baseline="0">
        <a:solidFill>
          <a:schemeClr val="tx1"/>
        </a:solidFill>
        <a:latin typeface="Microsoft YaHei UI" panose="020B0503020204020204" pitchFamily="34" charset="-122"/>
        <a:ea typeface="Microsoft YaHei UI" panose="020B0503020204020204" pitchFamily="34" charset="-122"/>
        <a:cs typeface="+mn-cs"/>
      </a:defRPr>
    </a:lvl3pPr>
    <a:lvl4pPr marL="1371600" algn="l" defTabSz="914400" rtl="0" eaLnBrk="1" latinLnBrk="0" hangingPunct="1">
      <a:defRPr sz="1200" kern="1200" baseline="0">
        <a:solidFill>
          <a:schemeClr val="tx1"/>
        </a:solidFill>
        <a:latin typeface="Microsoft YaHei UI" panose="020B0503020204020204" pitchFamily="34" charset="-122"/>
        <a:ea typeface="Microsoft YaHei UI" panose="020B0503020204020204" pitchFamily="34" charset="-122"/>
        <a:cs typeface="+mn-cs"/>
      </a:defRPr>
    </a:lvl4pPr>
    <a:lvl5pPr marL="1828800" algn="l" defTabSz="914400" rtl="0" eaLnBrk="1" latinLnBrk="0" hangingPunct="1">
      <a:defRPr sz="1200" kern="1200" baseline="0">
        <a:solidFill>
          <a:schemeClr val="tx1"/>
        </a:solidFill>
        <a:latin typeface="Microsoft YaHei UI" panose="020B0503020204020204" pitchFamily="34" charset="-122"/>
        <a:ea typeface="Microsoft YaHei UI"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rtlCol="0"/>
          <a:lstStyle/>
          <a:p>
            <a:pPr rtl="0"/>
            <a:endParaRPr lang="zh-CN" altLang="en-US" noProof="1"/>
          </a:p>
        </p:txBody>
      </p:sp>
      <p:sp>
        <p:nvSpPr>
          <p:cNvPr id="4" name="幻灯片编号占位符 3"/>
          <p:cNvSpPr>
            <a:spLocks noGrp="1"/>
          </p:cNvSpPr>
          <p:nvPr>
            <p:ph type="sldNum" sz="quarter" idx="5"/>
          </p:nvPr>
        </p:nvSpPr>
        <p:spPr/>
        <p:txBody>
          <a:bodyPr rtlCol="0"/>
          <a:lstStyle/>
          <a:p>
            <a:pPr rtl="0"/>
            <a:fld id="{F6BA3186-490C-4963-9CE5-58096C2F0BE5}" type="slidenum">
              <a:rPr lang="en-US" altLang="zh-CN" noProof="1" dirty="0" smtClean="0"/>
              <a:t>1</a:t>
            </a:fld>
            <a:endParaRPr lang="zh-CN" altLang="en-US" noProof="1"/>
          </a:p>
        </p:txBody>
      </p:sp>
    </p:spTree>
    <p:extLst>
      <p:ext uri="{BB962C8B-B14F-4D97-AF65-F5344CB8AC3E}">
        <p14:creationId xmlns:p14="http://schemas.microsoft.com/office/powerpoint/2010/main" val="27677893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rtlCol="0"/>
          <a:lstStyle/>
          <a:p>
            <a:pPr rtl="0"/>
            <a:endParaRPr lang="zh-CN" altLang="en-US" noProof="1"/>
          </a:p>
        </p:txBody>
      </p:sp>
      <p:sp>
        <p:nvSpPr>
          <p:cNvPr id="4" name="幻灯片编号占位符 3"/>
          <p:cNvSpPr>
            <a:spLocks noGrp="1"/>
          </p:cNvSpPr>
          <p:nvPr>
            <p:ph type="sldNum" sz="quarter" idx="5"/>
          </p:nvPr>
        </p:nvSpPr>
        <p:spPr/>
        <p:txBody>
          <a:bodyPr rtlCol="0"/>
          <a:lstStyle/>
          <a:p>
            <a:pPr rtl="0"/>
            <a:fld id="{F6BA3186-490C-4963-9CE5-58096C2F0BE5}" type="slidenum">
              <a:rPr lang="en-US" altLang="zh-CN" noProof="1" dirty="0" smtClean="0"/>
              <a:t>2</a:t>
            </a:fld>
            <a:endParaRPr lang="zh-CN" altLang="en-US" noProof="1"/>
          </a:p>
        </p:txBody>
      </p:sp>
    </p:spTree>
    <p:extLst>
      <p:ext uri="{BB962C8B-B14F-4D97-AF65-F5344CB8AC3E}">
        <p14:creationId xmlns:p14="http://schemas.microsoft.com/office/powerpoint/2010/main" val="30810018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rtlCol="0"/>
          <a:lstStyle/>
          <a:p>
            <a:pPr rtl="0"/>
            <a:endParaRPr lang="zh-CN" altLang="en-US" noProof="1"/>
          </a:p>
        </p:txBody>
      </p:sp>
      <p:sp>
        <p:nvSpPr>
          <p:cNvPr id="4" name="幻灯片编号占位符 3"/>
          <p:cNvSpPr>
            <a:spLocks noGrp="1"/>
          </p:cNvSpPr>
          <p:nvPr>
            <p:ph type="sldNum" sz="quarter" idx="5"/>
          </p:nvPr>
        </p:nvSpPr>
        <p:spPr/>
        <p:txBody>
          <a:bodyPr rtlCol="0"/>
          <a:lstStyle/>
          <a:p>
            <a:pPr rtl="0"/>
            <a:fld id="{F6BA3186-490C-4963-9CE5-58096C2F0BE5}" type="slidenum">
              <a:rPr lang="en-US" altLang="zh-CN" noProof="1" dirty="0" smtClean="0"/>
              <a:t>3</a:t>
            </a:fld>
            <a:endParaRPr lang="zh-CN" altLang="en-US" noProof="1"/>
          </a:p>
        </p:txBody>
      </p:sp>
    </p:spTree>
    <p:extLst>
      <p:ext uri="{BB962C8B-B14F-4D97-AF65-F5344CB8AC3E}">
        <p14:creationId xmlns:p14="http://schemas.microsoft.com/office/powerpoint/2010/main" val="30049239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rtlCol="0"/>
          <a:lstStyle/>
          <a:p>
            <a:pPr rtl="0"/>
            <a:endParaRPr lang="zh-CN" altLang="en-US" noProof="1"/>
          </a:p>
        </p:txBody>
      </p:sp>
      <p:sp>
        <p:nvSpPr>
          <p:cNvPr id="4" name="幻灯片编号占位符 3"/>
          <p:cNvSpPr>
            <a:spLocks noGrp="1"/>
          </p:cNvSpPr>
          <p:nvPr>
            <p:ph type="sldNum" sz="quarter" idx="5"/>
          </p:nvPr>
        </p:nvSpPr>
        <p:spPr/>
        <p:txBody>
          <a:bodyPr rtlCol="0"/>
          <a:lstStyle/>
          <a:p>
            <a:pPr rtl="0"/>
            <a:fld id="{F6BA3186-490C-4963-9CE5-58096C2F0BE5}" type="slidenum">
              <a:rPr lang="en-US" altLang="zh-CN" noProof="1" dirty="0" smtClean="0"/>
              <a:t>8</a:t>
            </a:fld>
            <a:endParaRPr lang="zh-CN" altLang="en-US" noProof="1"/>
          </a:p>
        </p:txBody>
      </p:sp>
    </p:spTree>
    <p:extLst>
      <p:ext uri="{BB962C8B-B14F-4D97-AF65-F5344CB8AC3E}">
        <p14:creationId xmlns:p14="http://schemas.microsoft.com/office/powerpoint/2010/main" val="23340699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ceb954cf-3f3b-42b7-96f9-2469a27f2f3b.source.default.zh-Hans</a:t>
            </a:r>
            <a:endParaRPr lang="zh-CN" altLang="en-US"/>
          </a:p>
        </p:txBody>
      </p:sp>
      <p:sp>
        <p:nvSpPr>
          <p:cNvPr id="4" name="灯片编号占位符 3"/>
          <p:cNvSpPr>
            <a:spLocks noGrp="1"/>
          </p:cNvSpPr>
          <p:nvPr>
            <p:ph type="sldNum" sz="quarter" idx="10"/>
          </p:nvPr>
        </p:nvSpPr>
        <p:spPr/>
        <p:txBody>
          <a:bodyPr/>
          <a:lstStyle/>
          <a:p>
            <a:fld id="{354BAF2A-B706-447D-B949-457F7B61B2FD}" type="slidenum">
              <a:rPr lang="zh-CN" altLang="en-US" smtClean="0"/>
              <a:t>9</a:t>
            </a:fld>
            <a:endParaRPr lang="zh-CN" altLang="en-US"/>
          </a:p>
        </p:txBody>
      </p:sp>
    </p:spTree>
    <p:extLst>
      <p:ext uri="{BB962C8B-B14F-4D97-AF65-F5344CB8AC3E}">
        <p14:creationId xmlns:p14="http://schemas.microsoft.com/office/powerpoint/2010/main" val="12950354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ceb954cf-3f3b-42b7-96f9-2469a27f2f3b.source.default.zh-Hans</a:t>
            </a:r>
            <a:endParaRPr lang="zh-CN" altLang="en-US"/>
          </a:p>
        </p:txBody>
      </p:sp>
      <p:sp>
        <p:nvSpPr>
          <p:cNvPr id="4" name="灯片编号占位符 3"/>
          <p:cNvSpPr>
            <a:spLocks noGrp="1"/>
          </p:cNvSpPr>
          <p:nvPr>
            <p:ph type="sldNum" sz="quarter" idx="10"/>
          </p:nvPr>
        </p:nvSpPr>
        <p:spPr/>
        <p:txBody>
          <a:bodyPr/>
          <a:lstStyle/>
          <a:p>
            <a:fld id="{354BAF2A-B706-447D-B949-457F7B61B2FD}" type="slidenum">
              <a:rPr lang="zh-CN" altLang="en-US" smtClean="0"/>
              <a:t>11</a:t>
            </a:fld>
            <a:endParaRPr lang="zh-CN" altLang="en-US"/>
          </a:p>
        </p:txBody>
      </p:sp>
    </p:spTree>
    <p:extLst>
      <p:ext uri="{BB962C8B-B14F-4D97-AF65-F5344CB8AC3E}">
        <p14:creationId xmlns:p14="http://schemas.microsoft.com/office/powerpoint/2010/main" val="524594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ceb954cf-3f3b-42b7-96f9-2469a27f2f3b.source.default.zh-Hans</a:t>
            </a:r>
            <a:endParaRPr lang="zh-CN" altLang="en-US"/>
          </a:p>
        </p:txBody>
      </p:sp>
      <p:sp>
        <p:nvSpPr>
          <p:cNvPr id="4" name="灯片编号占位符 3"/>
          <p:cNvSpPr>
            <a:spLocks noGrp="1"/>
          </p:cNvSpPr>
          <p:nvPr>
            <p:ph type="sldNum" sz="quarter" idx="10"/>
          </p:nvPr>
        </p:nvSpPr>
        <p:spPr/>
        <p:txBody>
          <a:bodyPr/>
          <a:lstStyle/>
          <a:p>
            <a:fld id="{354BAF2A-B706-447D-B949-457F7B61B2FD}" type="slidenum">
              <a:rPr lang="zh-CN" altLang="en-US" smtClean="0"/>
              <a:t>12</a:t>
            </a:fld>
            <a:endParaRPr lang="zh-CN" altLang="en-US"/>
          </a:p>
        </p:txBody>
      </p:sp>
    </p:spTree>
    <p:extLst>
      <p:ext uri="{BB962C8B-B14F-4D97-AF65-F5344CB8AC3E}">
        <p14:creationId xmlns:p14="http://schemas.microsoft.com/office/powerpoint/2010/main" val="6398072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rtlCol="0"/>
          <a:lstStyle/>
          <a:p>
            <a:pPr rtl="0"/>
            <a:endParaRPr lang="zh-CN" altLang="en-US" noProof="1"/>
          </a:p>
        </p:txBody>
      </p:sp>
      <p:sp>
        <p:nvSpPr>
          <p:cNvPr id="4" name="幻灯片编号占位符 3"/>
          <p:cNvSpPr>
            <a:spLocks noGrp="1"/>
          </p:cNvSpPr>
          <p:nvPr>
            <p:ph type="sldNum" sz="quarter" idx="5"/>
          </p:nvPr>
        </p:nvSpPr>
        <p:spPr/>
        <p:txBody>
          <a:bodyPr rtlCol="0"/>
          <a:lstStyle/>
          <a:p>
            <a:pPr rtl="0"/>
            <a:fld id="{F6BA3186-490C-4963-9CE5-58096C2F0BE5}" type="slidenum">
              <a:rPr lang="en-US" altLang="zh-CN" noProof="1" dirty="0" smtClean="0"/>
              <a:t>13</a:t>
            </a:fld>
            <a:endParaRPr lang="zh-CN" altLang="en-US" noProof="1"/>
          </a:p>
        </p:txBody>
      </p:sp>
    </p:spTree>
    <p:extLst>
      <p:ext uri="{BB962C8B-B14F-4D97-AF65-F5344CB8AC3E}">
        <p14:creationId xmlns:p14="http://schemas.microsoft.com/office/powerpoint/2010/main" val="38450447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2689247-7E6D-40B4-9848-6A52CBD56A03}" type="slidenum">
              <a:rPr lang="zh-CN" altLang="en-US" smtClean="0"/>
              <a:t>15</a:t>
            </a:fld>
            <a:endParaRPr lang="zh-CN" altLang="en-US"/>
          </a:p>
        </p:txBody>
      </p:sp>
    </p:spTree>
    <p:extLst>
      <p:ext uri="{BB962C8B-B14F-4D97-AF65-F5344CB8AC3E}">
        <p14:creationId xmlns:p14="http://schemas.microsoft.com/office/powerpoint/2010/main" val="34412225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2689247-7E6D-40B4-9848-6A52CBD56A03}" type="slidenum">
              <a:rPr lang="zh-CN" altLang="en-US" smtClean="0"/>
              <a:t>16</a:t>
            </a:fld>
            <a:endParaRPr lang="zh-CN" altLang="en-US"/>
          </a:p>
        </p:txBody>
      </p:sp>
    </p:spTree>
    <p:extLst>
      <p:ext uri="{BB962C8B-B14F-4D97-AF65-F5344CB8AC3E}">
        <p14:creationId xmlns:p14="http://schemas.microsoft.com/office/powerpoint/2010/main" val="28780588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rtlCol="0"/>
          <a:lstStyle/>
          <a:p>
            <a:pPr rtl="0"/>
            <a:endParaRPr lang="zh-CN" altLang="en-US" noProof="1"/>
          </a:p>
        </p:txBody>
      </p:sp>
      <p:sp>
        <p:nvSpPr>
          <p:cNvPr id="4" name="幻灯片编号占位符 3"/>
          <p:cNvSpPr>
            <a:spLocks noGrp="1"/>
          </p:cNvSpPr>
          <p:nvPr>
            <p:ph type="sldNum" sz="quarter" idx="5"/>
          </p:nvPr>
        </p:nvSpPr>
        <p:spPr/>
        <p:txBody>
          <a:bodyPr rtlCol="0"/>
          <a:lstStyle/>
          <a:p>
            <a:pPr rtl="0"/>
            <a:fld id="{F6BA3186-490C-4963-9CE5-58096C2F0BE5}" type="slidenum">
              <a:rPr lang="en-US" altLang="zh-CN" noProof="1" dirty="0" smtClean="0"/>
              <a:t>17</a:t>
            </a:fld>
            <a:endParaRPr lang="zh-CN" altLang="en-US" noProof="1"/>
          </a:p>
        </p:txBody>
      </p:sp>
    </p:spTree>
    <p:extLst>
      <p:ext uri="{BB962C8B-B14F-4D97-AF65-F5344CB8AC3E}">
        <p14:creationId xmlns:p14="http://schemas.microsoft.com/office/powerpoint/2010/main" val="9944526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2689247-7E6D-40B4-9848-6A52CBD56A03}" type="slidenum">
              <a:rPr lang="zh-CN" altLang="en-US" smtClean="0"/>
              <a:t>18</a:t>
            </a:fld>
            <a:endParaRPr lang="zh-CN" altLang="en-US"/>
          </a:p>
        </p:txBody>
      </p:sp>
    </p:spTree>
    <p:extLst>
      <p:ext uri="{BB962C8B-B14F-4D97-AF65-F5344CB8AC3E}">
        <p14:creationId xmlns:p14="http://schemas.microsoft.com/office/powerpoint/2010/main" val="2072157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rtlCol="0"/>
          <a:lstStyle/>
          <a:p>
            <a:pPr rtl="0"/>
            <a:endParaRPr lang="zh-CN" altLang="en-US" noProof="1"/>
          </a:p>
        </p:txBody>
      </p:sp>
      <p:sp>
        <p:nvSpPr>
          <p:cNvPr id="4" name="幻灯片编号占位符 3"/>
          <p:cNvSpPr>
            <a:spLocks noGrp="1"/>
          </p:cNvSpPr>
          <p:nvPr>
            <p:ph type="sldNum" sz="quarter" idx="5"/>
          </p:nvPr>
        </p:nvSpPr>
        <p:spPr/>
        <p:txBody>
          <a:bodyPr rtlCol="0"/>
          <a:lstStyle/>
          <a:p>
            <a:pPr rtl="0"/>
            <a:fld id="{F6BA3186-490C-4963-9CE5-58096C2F0BE5}" type="slidenum">
              <a:rPr lang="en-US" altLang="zh-CN" noProof="1" dirty="0" smtClean="0"/>
              <a:t>21</a:t>
            </a:fld>
            <a:endParaRPr lang="zh-CN" altLang="en-US" noProof="1"/>
          </a:p>
        </p:txBody>
      </p:sp>
    </p:spTree>
    <p:extLst>
      <p:ext uri="{BB962C8B-B14F-4D97-AF65-F5344CB8AC3E}">
        <p14:creationId xmlns:p14="http://schemas.microsoft.com/office/powerpoint/2010/main" val="10142339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rtlCol="0"/>
          <a:lstStyle/>
          <a:p>
            <a:pPr rtl="0"/>
            <a:endParaRPr lang="zh-CN" altLang="en-US" noProof="1"/>
          </a:p>
        </p:txBody>
      </p:sp>
      <p:sp>
        <p:nvSpPr>
          <p:cNvPr id="4" name="幻灯片编号占位符 3"/>
          <p:cNvSpPr>
            <a:spLocks noGrp="1"/>
          </p:cNvSpPr>
          <p:nvPr>
            <p:ph type="sldNum" sz="quarter" idx="5"/>
          </p:nvPr>
        </p:nvSpPr>
        <p:spPr/>
        <p:txBody>
          <a:bodyPr rtlCol="0"/>
          <a:lstStyle/>
          <a:p>
            <a:pPr rtl="0"/>
            <a:fld id="{F6BA3186-490C-4963-9CE5-58096C2F0BE5}" type="slidenum">
              <a:rPr lang="en-US" altLang="zh-CN" noProof="1" dirty="0" smtClean="0"/>
              <a:t>22</a:t>
            </a:fld>
            <a:endParaRPr lang="zh-CN" altLang="en-US" noProof="1"/>
          </a:p>
        </p:txBody>
      </p:sp>
    </p:spTree>
    <p:extLst>
      <p:ext uri="{BB962C8B-B14F-4D97-AF65-F5344CB8AC3E}">
        <p14:creationId xmlns:p14="http://schemas.microsoft.com/office/powerpoint/2010/main" val="14764374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rtlCol="0"/>
          <a:lstStyle/>
          <a:p>
            <a:pPr rtl="0"/>
            <a:endParaRPr lang="zh-CN" altLang="en-US" noProof="1"/>
          </a:p>
        </p:txBody>
      </p:sp>
      <p:sp>
        <p:nvSpPr>
          <p:cNvPr id="4" name="幻灯片编号占位符 3"/>
          <p:cNvSpPr>
            <a:spLocks noGrp="1"/>
          </p:cNvSpPr>
          <p:nvPr>
            <p:ph type="sldNum" sz="quarter" idx="5"/>
          </p:nvPr>
        </p:nvSpPr>
        <p:spPr/>
        <p:txBody>
          <a:bodyPr rtlCol="0"/>
          <a:lstStyle/>
          <a:p>
            <a:pPr rtl="0"/>
            <a:fld id="{F6BA3186-490C-4963-9CE5-58096C2F0BE5}" type="slidenum">
              <a:rPr lang="en-US" altLang="zh-CN" noProof="1" dirty="0" smtClean="0"/>
              <a:t>23</a:t>
            </a:fld>
            <a:endParaRPr lang="zh-CN" altLang="en-US" noProof="1"/>
          </a:p>
        </p:txBody>
      </p:sp>
    </p:spTree>
    <p:extLst>
      <p:ext uri="{BB962C8B-B14F-4D97-AF65-F5344CB8AC3E}">
        <p14:creationId xmlns:p14="http://schemas.microsoft.com/office/powerpoint/2010/main" val="32025745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rtlCol="0"/>
          <a:lstStyle/>
          <a:p>
            <a:pPr rtl="0"/>
            <a:endParaRPr lang="zh-CN" altLang="en-US" noProof="1"/>
          </a:p>
        </p:txBody>
      </p:sp>
      <p:sp>
        <p:nvSpPr>
          <p:cNvPr id="4" name="幻灯片编号占位符 3"/>
          <p:cNvSpPr>
            <a:spLocks noGrp="1"/>
          </p:cNvSpPr>
          <p:nvPr>
            <p:ph type="sldNum" sz="quarter" idx="5"/>
          </p:nvPr>
        </p:nvSpPr>
        <p:spPr/>
        <p:txBody>
          <a:bodyPr rtlCol="0"/>
          <a:lstStyle/>
          <a:p>
            <a:pPr rtl="0"/>
            <a:fld id="{F6BA3186-490C-4963-9CE5-58096C2F0BE5}" type="slidenum">
              <a:rPr lang="en-US" altLang="zh-CN" noProof="1" dirty="0" smtClean="0"/>
              <a:t>24</a:t>
            </a:fld>
            <a:endParaRPr lang="zh-CN" altLang="en-US" noProof="1"/>
          </a:p>
        </p:txBody>
      </p:sp>
    </p:spTree>
    <p:extLst>
      <p:ext uri="{BB962C8B-B14F-4D97-AF65-F5344CB8AC3E}">
        <p14:creationId xmlns:p14="http://schemas.microsoft.com/office/powerpoint/2010/main" val="62924484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9" name="图片 8" descr="HD-PanelTitle-GrommetsCombined.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88825" cy="6856214"/>
          </a:xfrm>
          <a:prstGeom prst="rect">
            <a:avLst/>
          </a:prstGeom>
        </p:spPr>
      </p:pic>
      <p:sp>
        <p:nvSpPr>
          <p:cNvPr id="2" name="标题 1"/>
          <p:cNvSpPr>
            <a:spLocks noGrp="1"/>
          </p:cNvSpPr>
          <p:nvPr>
            <p:ph type="ctrTitle"/>
          </p:nvPr>
        </p:nvSpPr>
        <p:spPr>
          <a:xfrm>
            <a:off x="2692398" y="1871131"/>
            <a:ext cx="6815669" cy="1515533"/>
          </a:xfrm>
        </p:spPr>
        <p:txBody>
          <a:bodyPr rtlCol="0" anchor="b">
            <a:noAutofit/>
          </a:bodyPr>
          <a:lstStyle>
            <a:lvl1pPr algn="ctr">
              <a:defRPr sz="5400">
                <a:effectLst/>
              </a:defRPr>
            </a:lvl1pPr>
          </a:lstStyle>
          <a:p>
            <a:pPr rtl="0"/>
            <a:r>
              <a:rPr lang="zh-CN" altLang="en-US" noProof="1"/>
              <a:t>单击此处编辑母版标题样式</a:t>
            </a:r>
          </a:p>
        </p:txBody>
      </p:sp>
      <p:sp>
        <p:nvSpPr>
          <p:cNvPr id="3" name="副标题 2"/>
          <p:cNvSpPr>
            <a:spLocks noGrp="1"/>
          </p:cNvSpPr>
          <p:nvPr>
            <p:ph type="subTitle" idx="1"/>
          </p:nvPr>
        </p:nvSpPr>
        <p:spPr>
          <a:xfrm>
            <a:off x="2692398" y="3657597"/>
            <a:ext cx="6815669" cy="1320802"/>
          </a:xfrm>
        </p:spPr>
        <p:txBody>
          <a:bodyPr rtlCol="0"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rtl="0"/>
            <a:r>
              <a:rPr lang="zh-CN" altLang="en-US" noProof="1"/>
              <a:t>单击此处编辑母版副标题样式</a:t>
            </a:r>
          </a:p>
        </p:txBody>
      </p:sp>
      <p:sp>
        <p:nvSpPr>
          <p:cNvPr id="4" name="日期占位符 3"/>
          <p:cNvSpPr>
            <a:spLocks noGrp="1"/>
          </p:cNvSpPr>
          <p:nvPr>
            <p:ph type="dt" sz="half" idx="10"/>
          </p:nvPr>
        </p:nvSpPr>
        <p:spPr>
          <a:xfrm>
            <a:off x="7983232" y="5037663"/>
            <a:ext cx="897467" cy="279400"/>
          </a:xfrm>
        </p:spPr>
        <p:txBody>
          <a:bodyPr rtlCol="0"/>
          <a:lstStyle/>
          <a:p>
            <a:pPr rtl="0"/>
            <a:fld id="{1FB7A21D-0AC0-45F9-B0B0-51768A0C0846}" type="datetime1">
              <a:rPr lang="en-US" altLang="zh-CN" noProof="1" dirty="0" smtClean="0"/>
              <a:t>5/10/2024</a:t>
            </a:fld>
            <a:endParaRPr lang="zh-CN" altLang="en-US" noProof="1"/>
          </a:p>
        </p:txBody>
      </p:sp>
      <p:sp>
        <p:nvSpPr>
          <p:cNvPr id="5" name="页脚占位符 4"/>
          <p:cNvSpPr>
            <a:spLocks noGrp="1"/>
          </p:cNvSpPr>
          <p:nvPr>
            <p:ph type="ftr" sz="quarter" idx="11"/>
          </p:nvPr>
        </p:nvSpPr>
        <p:spPr>
          <a:xfrm>
            <a:off x="2692397" y="5037663"/>
            <a:ext cx="5214635" cy="279400"/>
          </a:xfrm>
        </p:spPr>
        <p:txBody>
          <a:bodyPr rtlCol="0"/>
          <a:lstStyle/>
          <a:p>
            <a:pPr rtl="0"/>
            <a:endParaRPr lang="zh-CN" altLang="en-US" noProof="1"/>
          </a:p>
        </p:txBody>
      </p:sp>
      <p:sp>
        <p:nvSpPr>
          <p:cNvPr id="6" name="幻灯片编号占位符 5"/>
          <p:cNvSpPr>
            <a:spLocks noGrp="1"/>
          </p:cNvSpPr>
          <p:nvPr>
            <p:ph type="sldNum" sz="quarter" idx="12"/>
          </p:nvPr>
        </p:nvSpPr>
        <p:spPr>
          <a:xfrm>
            <a:off x="8956900" y="5037663"/>
            <a:ext cx="551167" cy="279400"/>
          </a:xfrm>
        </p:spPr>
        <p:txBody>
          <a:bodyPr rtlCol="0"/>
          <a:lstStyle/>
          <a:p>
            <a:pPr rtl="0"/>
            <a:fld id="{D57F1E4F-1CFF-5643-939E-217C01CDF565}" type="slidenum">
              <a:rPr lang="en-US" altLang="zh-CN" noProof="1" dirty="0" smtClean="0"/>
              <a:pPr/>
              <a:t>‹#›</a:t>
            </a:fld>
            <a:endParaRPr lang="zh-CN" altLang="en-US" noProof="1"/>
          </a:p>
        </p:txBody>
      </p:sp>
      <p:cxnSp>
        <p:nvCxnSpPr>
          <p:cNvPr id="15" name="直接连接符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423742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cxnSp>
        <p:nvCxnSpPr>
          <p:cNvPr id="7" name="直接连接符​​(S) 6"/>
          <p:cNvCxnSpPr/>
          <p:nvPr/>
        </p:nvCxnSpPr>
        <p:spPr>
          <a:xfrm>
            <a:off x="1396169" y="2421466"/>
            <a:ext cx="9407298" cy="0"/>
          </a:xfrm>
          <a:prstGeom prst="line">
            <a:avLst/>
          </a:prstGeom>
        </p:spPr>
        <p:style>
          <a:lnRef idx="2">
            <a:schemeClr val="accent1"/>
          </a:lnRef>
          <a:fillRef idx="0">
            <a:schemeClr val="accent1"/>
          </a:fillRef>
          <a:effectRef idx="1">
            <a:schemeClr val="accent1"/>
          </a:effectRef>
          <a:fontRef idx="minor">
            <a:schemeClr val="tx1"/>
          </a:fontRef>
        </p:style>
      </p:cxnSp>
      <p:sp>
        <p:nvSpPr>
          <p:cNvPr id="2" name="标题 1"/>
          <p:cNvSpPr>
            <a:spLocks noGrp="1"/>
          </p:cNvSpPr>
          <p:nvPr>
            <p:ph type="title"/>
          </p:nvPr>
        </p:nvSpPr>
        <p:spPr/>
        <p:txBody>
          <a:bodyPr rtlCol="0"/>
          <a:lstStyle/>
          <a:p>
            <a:pPr rtl="0"/>
            <a:r>
              <a:rPr lang="zh-CN" altLang="en-US" noProof="1"/>
              <a:t>单击此处编辑母版标题样式</a:t>
            </a:r>
          </a:p>
        </p:txBody>
      </p:sp>
      <p:sp>
        <p:nvSpPr>
          <p:cNvPr id="3" name="内容占位符 2"/>
          <p:cNvSpPr>
            <a:spLocks noGrp="1"/>
          </p:cNvSpPr>
          <p:nvPr>
            <p:ph idx="1"/>
          </p:nvPr>
        </p:nvSpPr>
        <p:spPr/>
        <p:txBody>
          <a:bodyPr rtlCol="0"/>
          <a:lstStyle/>
          <a:p>
            <a:pPr lvl="0" rtl="0"/>
            <a:r>
              <a:rPr lang="zh-CN" altLang="en-US" noProof="1"/>
              <a:t>单击此处编辑母版文本样式</a:t>
            </a:r>
          </a:p>
          <a:p>
            <a:pPr lvl="1" rtl="0"/>
            <a:r>
              <a:rPr lang="zh-CN" altLang="en-US" noProof="1"/>
              <a:t>二级</a:t>
            </a:r>
          </a:p>
          <a:p>
            <a:pPr lvl="2" rtl="0"/>
            <a:r>
              <a:rPr lang="zh-CN" altLang="en-US" noProof="1"/>
              <a:t>三级</a:t>
            </a:r>
          </a:p>
          <a:p>
            <a:pPr lvl="3" rtl="0"/>
            <a:r>
              <a:rPr lang="zh-CN" altLang="en-US" noProof="1"/>
              <a:t>四级</a:t>
            </a:r>
          </a:p>
          <a:p>
            <a:pPr lvl="4" rtl="0"/>
            <a:r>
              <a:rPr lang="zh-CN" altLang="en-US" noProof="1"/>
              <a:t>五级</a:t>
            </a:r>
          </a:p>
        </p:txBody>
      </p:sp>
      <p:sp>
        <p:nvSpPr>
          <p:cNvPr id="4" name="日期占位符 3"/>
          <p:cNvSpPr>
            <a:spLocks noGrp="1"/>
          </p:cNvSpPr>
          <p:nvPr>
            <p:ph type="dt" sz="half" idx="10"/>
          </p:nvPr>
        </p:nvSpPr>
        <p:spPr/>
        <p:txBody>
          <a:bodyPr rtlCol="0"/>
          <a:lstStyle/>
          <a:p>
            <a:pPr rtl="0"/>
            <a:fld id="{3D403584-4C20-4935-99FE-8A784F6C4D83}" type="datetime1">
              <a:rPr lang="zh-CN" altLang="en-US" noProof="1" smtClean="0"/>
              <a:t>2024/5/10</a:t>
            </a:fld>
            <a:endParaRPr lang="zh-CN" altLang="en-US" noProof="1"/>
          </a:p>
        </p:txBody>
      </p:sp>
      <p:sp>
        <p:nvSpPr>
          <p:cNvPr id="5" name="页脚占位符 4"/>
          <p:cNvSpPr>
            <a:spLocks noGrp="1"/>
          </p:cNvSpPr>
          <p:nvPr>
            <p:ph type="ftr" sz="quarter" idx="11"/>
          </p:nvPr>
        </p:nvSpPr>
        <p:spPr/>
        <p:txBody>
          <a:bodyPr rtlCol="0"/>
          <a:lstStyle/>
          <a:p>
            <a:pPr rtl="0"/>
            <a:endParaRPr lang="zh-CN" altLang="en-US" noProof="1"/>
          </a:p>
        </p:txBody>
      </p:sp>
      <p:sp>
        <p:nvSpPr>
          <p:cNvPr id="6" name="灯片编号占位符 5"/>
          <p:cNvSpPr>
            <a:spLocks noGrp="1"/>
          </p:cNvSpPr>
          <p:nvPr>
            <p:ph type="sldNum" sz="quarter" idx="12"/>
          </p:nvPr>
        </p:nvSpPr>
        <p:spPr/>
        <p:txBody>
          <a:bodyPr rtlCol="0"/>
          <a:lstStyle/>
          <a:p>
            <a:pPr rtl="0"/>
            <a:fld id="{5D84065D-F351-4B03-BD91-D8A6B8D4B362}" type="slidenum">
              <a:rPr lang="en-US" altLang="zh-CN" noProof="1" dirty="0" smtClean="0"/>
              <a:t>‹#›</a:t>
            </a:fld>
            <a:endParaRPr lang="zh-CN" altLang="en-US" noProof="1"/>
          </a:p>
        </p:txBody>
      </p:sp>
    </p:spTree>
    <p:extLst>
      <p:ext uri="{BB962C8B-B14F-4D97-AF65-F5344CB8AC3E}">
        <p14:creationId xmlns:p14="http://schemas.microsoft.com/office/powerpoint/2010/main" val="4885327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2015069" y="1752606"/>
            <a:ext cx="8158688" cy="1822514"/>
          </a:xfrm>
        </p:spPr>
        <p:txBody>
          <a:bodyPr rtlCol="0" anchor="b">
            <a:normAutofit/>
          </a:bodyPr>
          <a:lstStyle>
            <a:lvl1pPr algn="ctr">
              <a:defRPr sz="4400" b="0" cap="none"/>
            </a:lvl1pPr>
          </a:lstStyle>
          <a:p>
            <a:pPr rtl="0"/>
            <a:r>
              <a:rPr lang="zh-CN" altLang="en-US" noProof="1"/>
              <a:t>单击此处编辑母版标题样式</a:t>
            </a:r>
          </a:p>
        </p:txBody>
      </p:sp>
      <p:sp>
        <p:nvSpPr>
          <p:cNvPr id="3" name="文本占位符 2"/>
          <p:cNvSpPr>
            <a:spLocks noGrp="1"/>
          </p:cNvSpPr>
          <p:nvPr>
            <p:ph type="body" idx="1"/>
          </p:nvPr>
        </p:nvSpPr>
        <p:spPr>
          <a:xfrm>
            <a:off x="2015067" y="3846051"/>
            <a:ext cx="8158690" cy="954547"/>
          </a:xfrm>
        </p:spPr>
        <p:txBody>
          <a:bodyPr rtlCol="0"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zh-CN" altLang="en-US" noProof="1"/>
              <a:t>单击此处编辑母版文本样式</a:t>
            </a:r>
          </a:p>
        </p:txBody>
      </p:sp>
      <p:sp>
        <p:nvSpPr>
          <p:cNvPr id="4" name="日期占位符 3"/>
          <p:cNvSpPr>
            <a:spLocks noGrp="1"/>
          </p:cNvSpPr>
          <p:nvPr>
            <p:ph type="dt" sz="half" idx="10"/>
          </p:nvPr>
        </p:nvSpPr>
        <p:spPr/>
        <p:txBody>
          <a:bodyPr rtlCol="0"/>
          <a:lstStyle/>
          <a:p>
            <a:pPr rtl="0"/>
            <a:fld id="{7CF69900-E5AA-4317-83F5-82CC2E54D940}" type="datetime1">
              <a:rPr lang="zh-CN" altLang="en-US" noProof="1" smtClean="0"/>
              <a:t>2024/5/10</a:t>
            </a:fld>
            <a:endParaRPr lang="zh-CN" altLang="en-US" noProof="1"/>
          </a:p>
        </p:txBody>
      </p:sp>
      <p:sp>
        <p:nvSpPr>
          <p:cNvPr id="5" name="页脚占位符 4"/>
          <p:cNvSpPr>
            <a:spLocks noGrp="1"/>
          </p:cNvSpPr>
          <p:nvPr>
            <p:ph type="ftr" sz="quarter" idx="11"/>
          </p:nvPr>
        </p:nvSpPr>
        <p:spPr/>
        <p:txBody>
          <a:bodyPr rtlCol="0"/>
          <a:lstStyle/>
          <a:p>
            <a:pPr rtl="0"/>
            <a:endParaRPr lang="zh-CN" altLang="en-US" noProof="1"/>
          </a:p>
        </p:txBody>
      </p:sp>
      <p:sp>
        <p:nvSpPr>
          <p:cNvPr id="6" name="灯片编号占位符 5"/>
          <p:cNvSpPr>
            <a:spLocks noGrp="1"/>
          </p:cNvSpPr>
          <p:nvPr>
            <p:ph type="sldNum" sz="quarter" idx="12"/>
          </p:nvPr>
        </p:nvSpPr>
        <p:spPr/>
        <p:txBody>
          <a:bodyPr rtlCol="0"/>
          <a:lstStyle/>
          <a:p>
            <a:pPr rtl="0"/>
            <a:fld id="{D57F1E4F-1CFF-5643-939E-217C01CDF565}" type="slidenum">
              <a:rPr lang="en-US" altLang="zh-CN" noProof="1" dirty="0" smtClean="0"/>
              <a:pPr/>
              <a:t>‹#›</a:t>
            </a:fld>
            <a:endParaRPr lang="zh-CN" altLang="en-US" noProof="1"/>
          </a:p>
        </p:txBody>
      </p:sp>
      <p:cxnSp>
        <p:nvCxnSpPr>
          <p:cNvPr id="16" name="直接连接符​​(S)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389070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cxnSp>
        <p:nvCxnSpPr>
          <p:cNvPr id="8" name="直接连接符​​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标题 1"/>
          <p:cNvSpPr>
            <a:spLocks noGrp="1"/>
          </p:cNvSpPr>
          <p:nvPr>
            <p:ph type="title"/>
          </p:nvPr>
        </p:nvSpPr>
        <p:spPr/>
        <p:txBody>
          <a:bodyPr rtlCol="0"/>
          <a:lstStyle/>
          <a:p>
            <a:pPr rtl="0"/>
            <a:r>
              <a:rPr lang="zh-CN" altLang="en-US" noProof="1"/>
              <a:t>单击此处编辑母版标题样式</a:t>
            </a:r>
          </a:p>
        </p:txBody>
      </p:sp>
      <p:sp>
        <p:nvSpPr>
          <p:cNvPr id="3" name="内容占位符 2"/>
          <p:cNvSpPr>
            <a:spLocks noGrp="1"/>
          </p:cNvSpPr>
          <p:nvPr>
            <p:ph sz="half" idx="1"/>
          </p:nvPr>
        </p:nvSpPr>
        <p:spPr>
          <a:xfrm>
            <a:off x="1298448" y="2560320"/>
            <a:ext cx="4718304" cy="3310128"/>
          </a:xfrm>
        </p:spPr>
        <p:txBody>
          <a:bodyPr rtlCol="0">
            <a:normAutofit/>
          </a:bodyPr>
          <a:lstStyle/>
          <a:p>
            <a:pPr lvl="0" rtl="0"/>
            <a:r>
              <a:rPr lang="zh-CN" altLang="en-US" noProof="1"/>
              <a:t>单击此处编辑母版文本样式</a:t>
            </a:r>
          </a:p>
          <a:p>
            <a:pPr lvl="1" rtl="0"/>
            <a:r>
              <a:rPr lang="zh-CN" altLang="en-US" noProof="1"/>
              <a:t>二级</a:t>
            </a:r>
          </a:p>
          <a:p>
            <a:pPr lvl="2" rtl="0"/>
            <a:r>
              <a:rPr lang="zh-CN" altLang="en-US" noProof="1"/>
              <a:t>三级</a:t>
            </a:r>
          </a:p>
          <a:p>
            <a:pPr lvl="3" rtl="0"/>
            <a:r>
              <a:rPr lang="zh-CN" altLang="en-US" noProof="1"/>
              <a:t>四级</a:t>
            </a:r>
          </a:p>
          <a:p>
            <a:pPr lvl="4" rtl="0"/>
            <a:r>
              <a:rPr lang="zh-CN" altLang="en-US" noProof="1"/>
              <a:t>五级</a:t>
            </a:r>
          </a:p>
        </p:txBody>
      </p:sp>
      <p:sp>
        <p:nvSpPr>
          <p:cNvPr id="4" name="内容占位符 3"/>
          <p:cNvSpPr>
            <a:spLocks noGrp="1"/>
          </p:cNvSpPr>
          <p:nvPr>
            <p:ph sz="half" idx="2"/>
          </p:nvPr>
        </p:nvSpPr>
        <p:spPr>
          <a:xfrm>
            <a:off x="6181344" y="2560320"/>
            <a:ext cx="4718304" cy="3310128"/>
          </a:xfrm>
        </p:spPr>
        <p:txBody>
          <a:bodyPr rtlCol="0">
            <a:normAutofit/>
          </a:bodyPr>
          <a:lstStyle/>
          <a:p>
            <a:pPr lvl="0" rtl="0"/>
            <a:r>
              <a:rPr lang="zh-CN" altLang="en-US" noProof="1"/>
              <a:t>单击此处编辑母版文本样式</a:t>
            </a:r>
          </a:p>
          <a:p>
            <a:pPr lvl="1" rtl="0"/>
            <a:r>
              <a:rPr lang="zh-CN" altLang="en-US" noProof="1"/>
              <a:t>二级</a:t>
            </a:r>
          </a:p>
          <a:p>
            <a:pPr lvl="2" rtl="0"/>
            <a:r>
              <a:rPr lang="zh-CN" altLang="en-US" noProof="1"/>
              <a:t>三级</a:t>
            </a:r>
          </a:p>
          <a:p>
            <a:pPr lvl="3" rtl="0"/>
            <a:r>
              <a:rPr lang="zh-CN" altLang="en-US" noProof="1"/>
              <a:t>四级</a:t>
            </a:r>
          </a:p>
          <a:p>
            <a:pPr lvl="4" rtl="0"/>
            <a:r>
              <a:rPr lang="zh-CN" altLang="en-US" noProof="1"/>
              <a:t>五级</a:t>
            </a:r>
          </a:p>
        </p:txBody>
      </p:sp>
      <p:sp>
        <p:nvSpPr>
          <p:cNvPr id="5" name="日期占位符 4"/>
          <p:cNvSpPr>
            <a:spLocks noGrp="1"/>
          </p:cNvSpPr>
          <p:nvPr>
            <p:ph type="dt" sz="half" idx="10"/>
          </p:nvPr>
        </p:nvSpPr>
        <p:spPr/>
        <p:txBody>
          <a:bodyPr rtlCol="0"/>
          <a:lstStyle/>
          <a:p>
            <a:pPr rtl="0"/>
            <a:fld id="{37080880-DCA7-4FD7-A382-613F0B535FDF}" type="datetime1">
              <a:rPr lang="zh-CN" altLang="en-US" noProof="1" smtClean="0"/>
              <a:t>2024/5/10</a:t>
            </a:fld>
            <a:endParaRPr lang="zh-CN" altLang="en-US" noProof="1"/>
          </a:p>
        </p:txBody>
      </p:sp>
      <p:sp>
        <p:nvSpPr>
          <p:cNvPr id="6" name="页脚占位符 5"/>
          <p:cNvSpPr>
            <a:spLocks noGrp="1"/>
          </p:cNvSpPr>
          <p:nvPr>
            <p:ph type="ftr" sz="quarter" idx="11"/>
          </p:nvPr>
        </p:nvSpPr>
        <p:spPr/>
        <p:txBody>
          <a:bodyPr rtlCol="0"/>
          <a:lstStyle/>
          <a:p>
            <a:pPr rtl="0"/>
            <a:endParaRPr lang="zh-CN" altLang="en-US" noProof="1"/>
          </a:p>
        </p:txBody>
      </p:sp>
      <p:sp>
        <p:nvSpPr>
          <p:cNvPr id="7" name="灯片编号占位符 6"/>
          <p:cNvSpPr>
            <a:spLocks noGrp="1"/>
          </p:cNvSpPr>
          <p:nvPr>
            <p:ph type="sldNum" sz="quarter" idx="12"/>
          </p:nvPr>
        </p:nvSpPr>
        <p:spPr/>
        <p:txBody>
          <a:bodyPr rtlCol="0"/>
          <a:lstStyle/>
          <a:p>
            <a:pPr rtl="0"/>
            <a:fld id="{5D84065D-F351-4B03-BD91-D8A6B8D4B362}" type="slidenum">
              <a:rPr lang="en-US" altLang="zh-CN" noProof="1" dirty="0" smtClean="0"/>
              <a:t>‹#›</a:t>
            </a:fld>
            <a:endParaRPr lang="zh-CN" altLang="en-US" noProof="1"/>
          </a:p>
        </p:txBody>
      </p:sp>
    </p:spTree>
    <p:extLst>
      <p:ext uri="{BB962C8B-B14F-4D97-AF65-F5344CB8AC3E}">
        <p14:creationId xmlns:p14="http://schemas.microsoft.com/office/powerpoint/2010/main" val="29698605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lvl1pPr>
              <a:defRPr/>
            </a:lvl1pPr>
          </a:lstStyle>
          <a:p>
            <a:pPr rtl="0"/>
            <a:r>
              <a:rPr lang="zh-CN" altLang="en-US" noProof="1"/>
              <a:t>单击此处编辑母版标题样式</a:t>
            </a:r>
          </a:p>
        </p:txBody>
      </p:sp>
      <p:sp>
        <p:nvSpPr>
          <p:cNvPr id="3" name="文本占位符 2"/>
          <p:cNvSpPr>
            <a:spLocks noGrp="1"/>
          </p:cNvSpPr>
          <p:nvPr>
            <p:ph type="body" idx="1"/>
          </p:nvPr>
        </p:nvSpPr>
        <p:spPr>
          <a:xfrm>
            <a:off x="1295400" y="2658533"/>
            <a:ext cx="4718304" cy="576262"/>
          </a:xfrm>
        </p:spPr>
        <p:txBody>
          <a:bodyPr rtlCol="0"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1"/>
              <a:t>单击此处编辑母版文本样式</a:t>
            </a:r>
          </a:p>
        </p:txBody>
      </p:sp>
      <p:sp>
        <p:nvSpPr>
          <p:cNvPr id="4" name="内容占位符 3"/>
          <p:cNvSpPr>
            <a:spLocks noGrp="1"/>
          </p:cNvSpPr>
          <p:nvPr>
            <p:ph sz="half" idx="2"/>
          </p:nvPr>
        </p:nvSpPr>
        <p:spPr>
          <a:xfrm>
            <a:off x="1295400" y="3243262"/>
            <a:ext cx="4718304" cy="2632605"/>
          </a:xfrm>
        </p:spPr>
        <p:txBody>
          <a:bodyPr rtlCol="0" anchor="t">
            <a:normAutofit/>
          </a:bodyPr>
          <a:lstStyle/>
          <a:p>
            <a:pPr lvl="0" rtl="0"/>
            <a:r>
              <a:rPr lang="zh-CN" altLang="en-US" noProof="1"/>
              <a:t>单击此处编辑母版文本样式</a:t>
            </a:r>
          </a:p>
          <a:p>
            <a:pPr lvl="1" rtl="0"/>
            <a:r>
              <a:rPr lang="zh-CN" altLang="en-US" noProof="1"/>
              <a:t>二级</a:t>
            </a:r>
          </a:p>
          <a:p>
            <a:pPr lvl="2" rtl="0"/>
            <a:r>
              <a:rPr lang="zh-CN" altLang="en-US" noProof="1"/>
              <a:t>三级</a:t>
            </a:r>
          </a:p>
          <a:p>
            <a:pPr lvl="3" rtl="0"/>
            <a:r>
              <a:rPr lang="zh-CN" altLang="en-US" noProof="1"/>
              <a:t>四级</a:t>
            </a:r>
          </a:p>
          <a:p>
            <a:pPr lvl="4" rtl="0"/>
            <a:r>
              <a:rPr lang="zh-CN" altLang="en-US" noProof="1"/>
              <a:t>五级</a:t>
            </a:r>
          </a:p>
        </p:txBody>
      </p:sp>
      <p:sp>
        <p:nvSpPr>
          <p:cNvPr id="5" name="文本占位符 4"/>
          <p:cNvSpPr>
            <a:spLocks noGrp="1"/>
          </p:cNvSpPr>
          <p:nvPr>
            <p:ph type="body" sz="quarter" idx="3"/>
          </p:nvPr>
        </p:nvSpPr>
        <p:spPr>
          <a:xfrm>
            <a:off x="6180671" y="2658533"/>
            <a:ext cx="4718304" cy="576262"/>
          </a:xfrm>
        </p:spPr>
        <p:txBody>
          <a:bodyPr rtlCol="0"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1"/>
              <a:t>单击此处编辑母版文本样式</a:t>
            </a:r>
          </a:p>
        </p:txBody>
      </p:sp>
      <p:sp>
        <p:nvSpPr>
          <p:cNvPr id="6" name="内容占位符 5"/>
          <p:cNvSpPr>
            <a:spLocks noGrp="1"/>
          </p:cNvSpPr>
          <p:nvPr>
            <p:ph sz="quarter" idx="4"/>
          </p:nvPr>
        </p:nvSpPr>
        <p:spPr>
          <a:xfrm>
            <a:off x="6180671" y="3243262"/>
            <a:ext cx="4718304" cy="2632605"/>
          </a:xfrm>
        </p:spPr>
        <p:txBody>
          <a:bodyPr rtlCol="0" anchor="t">
            <a:normAutofit/>
          </a:bodyPr>
          <a:lstStyle/>
          <a:p>
            <a:pPr lvl="0" rtl="0"/>
            <a:r>
              <a:rPr lang="zh-CN" altLang="en-US" noProof="1"/>
              <a:t>单击此处编辑母版文本样式</a:t>
            </a:r>
          </a:p>
          <a:p>
            <a:pPr lvl="1" rtl="0"/>
            <a:r>
              <a:rPr lang="zh-CN" altLang="en-US" noProof="1"/>
              <a:t>二级</a:t>
            </a:r>
          </a:p>
          <a:p>
            <a:pPr lvl="2" rtl="0"/>
            <a:r>
              <a:rPr lang="zh-CN" altLang="en-US" noProof="1"/>
              <a:t>三级</a:t>
            </a:r>
          </a:p>
          <a:p>
            <a:pPr lvl="3" rtl="0"/>
            <a:r>
              <a:rPr lang="zh-CN" altLang="en-US" noProof="1"/>
              <a:t>四级</a:t>
            </a:r>
          </a:p>
          <a:p>
            <a:pPr lvl="4" rtl="0"/>
            <a:r>
              <a:rPr lang="zh-CN" altLang="en-US" noProof="1"/>
              <a:t>五级</a:t>
            </a:r>
          </a:p>
        </p:txBody>
      </p:sp>
      <p:sp>
        <p:nvSpPr>
          <p:cNvPr id="7" name="日期占位符 6"/>
          <p:cNvSpPr>
            <a:spLocks noGrp="1"/>
          </p:cNvSpPr>
          <p:nvPr>
            <p:ph type="dt" sz="half" idx="10"/>
          </p:nvPr>
        </p:nvSpPr>
        <p:spPr/>
        <p:txBody>
          <a:bodyPr rtlCol="0"/>
          <a:lstStyle/>
          <a:p>
            <a:pPr rtl="0"/>
            <a:fld id="{11FFB71F-9F0E-46F8-8320-9931B7AEBC62}" type="datetime1">
              <a:rPr lang="zh-CN" altLang="en-US" noProof="1" smtClean="0"/>
              <a:t>2024/5/10</a:t>
            </a:fld>
            <a:endParaRPr lang="zh-CN" altLang="en-US" noProof="1"/>
          </a:p>
        </p:txBody>
      </p:sp>
      <p:sp>
        <p:nvSpPr>
          <p:cNvPr id="8" name="页脚占位符 7"/>
          <p:cNvSpPr>
            <a:spLocks noGrp="1"/>
          </p:cNvSpPr>
          <p:nvPr>
            <p:ph type="ftr" sz="quarter" idx="11"/>
          </p:nvPr>
        </p:nvSpPr>
        <p:spPr/>
        <p:txBody>
          <a:bodyPr rtlCol="0"/>
          <a:lstStyle/>
          <a:p>
            <a:pPr rtl="0"/>
            <a:endParaRPr lang="zh-CN" altLang="en-US" noProof="1"/>
          </a:p>
        </p:txBody>
      </p:sp>
      <p:sp>
        <p:nvSpPr>
          <p:cNvPr id="9" name="灯片编号占位符 8"/>
          <p:cNvSpPr>
            <a:spLocks noGrp="1"/>
          </p:cNvSpPr>
          <p:nvPr>
            <p:ph type="sldNum" sz="quarter" idx="12"/>
          </p:nvPr>
        </p:nvSpPr>
        <p:spPr/>
        <p:txBody>
          <a:bodyPr rtlCol="0"/>
          <a:lstStyle/>
          <a:p>
            <a:pPr rtl="0"/>
            <a:fld id="{D57F1E4F-1CFF-5643-939E-217C01CDF565}" type="slidenum">
              <a:rPr lang="en-US" altLang="zh-CN" noProof="1" dirty="0" smtClean="0"/>
              <a:pPr/>
              <a:t>‹#›</a:t>
            </a:fld>
            <a:endParaRPr lang="zh-CN" altLang="en-US" noProof="1"/>
          </a:p>
        </p:txBody>
      </p:sp>
      <p:cxnSp>
        <p:nvCxnSpPr>
          <p:cNvPr id="18" name="直接连接符​​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60333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pPr rtl="0"/>
            <a:r>
              <a:rPr lang="zh-CN" altLang="en-US" noProof="1"/>
              <a:t>单击此处编辑母版标题样式</a:t>
            </a:r>
          </a:p>
        </p:txBody>
      </p:sp>
      <p:sp>
        <p:nvSpPr>
          <p:cNvPr id="3" name="日期占位符 2"/>
          <p:cNvSpPr>
            <a:spLocks noGrp="1"/>
          </p:cNvSpPr>
          <p:nvPr>
            <p:ph type="dt" sz="half" idx="10"/>
          </p:nvPr>
        </p:nvSpPr>
        <p:spPr/>
        <p:txBody>
          <a:bodyPr rtlCol="0"/>
          <a:lstStyle/>
          <a:p>
            <a:pPr rtl="0"/>
            <a:fld id="{4992864A-2FC5-450C-B1D8-02CB75B1BF60}" type="datetime1">
              <a:rPr lang="zh-CN" altLang="en-US" noProof="1" smtClean="0"/>
              <a:t>2024/5/10</a:t>
            </a:fld>
            <a:endParaRPr lang="zh-CN" altLang="en-US" noProof="1"/>
          </a:p>
        </p:txBody>
      </p:sp>
      <p:sp>
        <p:nvSpPr>
          <p:cNvPr id="4" name="页脚占位符 3"/>
          <p:cNvSpPr>
            <a:spLocks noGrp="1"/>
          </p:cNvSpPr>
          <p:nvPr>
            <p:ph type="ftr" sz="quarter" idx="11"/>
          </p:nvPr>
        </p:nvSpPr>
        <p:spPr/>
        <p:txBody>
          <a:bodyPr rtlCol="0"/>
          <a:lstStyle/>
          <a:p>
            <a:pPr rtl="0"/>
            <a:endParaRPr lang="zh-CN" altLang="en-US" noProof="1"/>
          </a:p>
        </p:txBody>
      </p:sp>
      <p:sp>
        <p:nvSpPr>
          <p:cNvPr id="5" name="灯片编号占位符 4"/>
          <p:cNvSpPr>
            <a:spLocks noGrp="1"/>
          </p:cNvSpPr>
          <p:nvPr>
            <p:ph type="sldNum" sz="quarter" idx="12"/>
          </p:nvPr>
        </p:nvSpPr>
        <p:spPr/>
        <p:txBody>
          <a:bodyPr rtlCol="0"/>
          <a:lstStyle/>
          <a:p>
            <a:pPr rtl="0"/>
            <a:fld id="{D57F1E4F-1CFF-5643-939E-217C01CDF565}" type="slidenum">
              <a:rPr lang="en-US" altLang="zh-CN" noProof="1" dirty="0" smtClean="0"/>
              <a:pPr/>
              <a:t>‹#›</a:t>
            </a:fld>
            <a:endParaRPr lang="zh-CN" altLang="en-US" noProof="1"/>
          </a:p>
        </p:txBody>
      </p:sp>
      <p:cxnSp>
        <p:nvCxnSpPr>
          <p:cNvPr id="14" name="直接连接​符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397687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rtlCol="0"/>
          <a:lstStyle/>
          <a:p>
            <a:pPr rtl="0"/>
            <a:fld id="{6C008F66-41FE-4E04-8F5C-AFECBEDAD7DC}" type="datetime1">
              <a:rPr lang="zh-CN" altLang="en-US" noProof="1" smtClean="0"/>
              <a:t>2024/5/10</a:t>
            </a:fld>
            <a:endParaRPr lang="zh-CN" altLang="en-US" noProof="1"/>
          </a:p>
        </p:txBody>
      </p:sp>
      <p:sp>
        <p:nvSpPr>
          <p:cNvPr id="3" name="页脚占位符 2"/>
          <p:cNvSpPr>
            <a:spLocks noGrp="1"/>
          </p:cNvSpPr>
          <p:nvPr>
            <p:ph type="ftr" sz="quarter" idx="11"/>
          </p:nvPr>
        </p:nvSpPr>
        <p:spPr/>
        <p:txBody>
          <a:bodyPr rtlCol="0"/>
          <a:lstStyle/>
          <a:p>
            <a:pPr rtl="0"/>
            <a:endParaRPr lang="zh-CN" altLang="en-US" noProof="1"/>
          </a:p>
        </p:txBody>
      </p:sp>
      <p:sp>
        <p:nvSpPr>
          <p:cNvPr id="4" name="灯片编号占位符 3"/>
          <p:cNvSpPr>
            <a:spLocks noGrp="1"/>
          </p:cNvSpPr>
          <p:nvPr>
            <p:ph type="sldNum" sz="quarter" idx="12"/>
          </p:nvPr>
        </p:nvSpPr>
        <p:spPr/>
        <p:txBody>
          <a:bodyPr rtlCol="0"/>
          <a:lstStyle/>
          <a:p>
            <a:pPr rtl="0"/>
            <a:fld id="{D57F1E4F-1CFF-5643-939E-217C01CDF565}" type="slidenum">
              <a:rPr lang="en-US" altLang="zh-CN" noProof="1" dirty="0" smtClean="0"/>
              <a:pPr/>
              <a:t>‹#›</a:t>
            </a:fld>
            <a:endParaRPr lang="zh-CN" altLang="en-US" noProof="1"/>
          </a:p>
        </p:txBody>
      </p:sp>
    </p:spTree>
    <p:extLst>
      <p:ext uri="{BB962C8B-B14F-4D97-AF65-F5344CB8AC3E}">
        <p14:creationId xmlns:p14="http://schemas.microsoft.com/office/powerpoint/2010/main" val="19486654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带题注的内容">
    <p:spTree>
      <p:nvGrpSpPr>
        <p:cNvPr id="1" name=""/>
        <p:cNvGrpSpPr/>
        <p:nvPr/>
      </p:nvGrpSpPr>
      <p:grpSpPr>
        <a:xfrm>
          <a:off x="0" y="0"/>
          <a:ext cx="0" cy="0"/>
          <a:chOff x="0" y="0"/>
          <a:chExt cx="0" cy="0"/>
        </a:xfrm>
      </p:grpSpPr>
      <p:sp>
        <p:nvSpPr>
          <p:cNvPr id="2" name="标题 1"/>
          <p:cNvSpPr>
            <a:spLocks noGrp="1"/>
          </p:cNvSpPr>
          <p:nvPr>
            <p:ph type="title"/>
          </p:nvPr>
        </p:nvSpPr>
        <p:spPr>
          <a:xfrm>
            <a:off x="1293811" y="1388534"/>
            <a:ext cx="3718455" cy="1371600"/>
          </a:xfrm>
        </p:spPr>
        <p:txBody>
          <a:bodyPr rtlCol="0" anchor="b">
            <a:normAutofit/>
          </a:bodyPr>
          <a:lstStyle>
            <a:lvl1pPr algn="ctr">
              <a:defRPr sz="2400" b="0"/>
            </a:lvl1pPr>
          </a:lstStyle>
          <a:p>
            <a:pPr rtl="0"/>
            <a:r>
              <a:rPr lang="zh-CN" altLang="en-US" noProof="1"/>
              <a:t>单击此处编辑母版标题样式</a:t>
            </a:r>
          </a:p>
        </p:txBody>
      </p:sp>
      <p:sp>
        <p:nvSpPr>
          <p:cNvPr id="3" name="内容占位符 2"/>
          <p:cNvSpPr>
            <a:spLocks noGrp="1"/>
          </p:cNvSpPr>
          <p:nvPr>
            <p:ph idx="1"/>
          </p:nvPr>
        </p:nvSpPr>
        <p:spPr>
          <a:xfrm>
            <a:off x="5418668" y="982131"/>
            <a:ext cx="5469466" cy="4893735"/>
          </a:xfrm>
        </p:spPr>
        <p:txBody>
          <a:bodyPr rtlCol="0" anchor="ctr">
            <a:normAutofit/>
          </a:bodyPr>
          <a:lstStyle/>
          <a:p>
            <a:pPr lvl="0" rtl="0"/>
            <a:r>
              <a:rPr lang="zh-CN" altLang="en-US" noProof="1"/>
              <a:t>单击此处编辑母版文本样式</a:t>
            </a:r>
          </a:p>
          <a:p>
            <a:pPr lvl="1" rtl="0"/>
            <a:r>
              <a:rPr lang="zh-CN" altLang="en-US" noProof="1"/>
              <a:t>二级</a:t>
            </a:r>
          </a:p>
          <a:p>
            <a:pPr lvl="2" rtl="0"/>
            <a:r>
              <a:rPr lang="zh-CN" altLang="en-US" noProof="1"/>
              <a:t>三级</a:t>
            </a:r>
          </a:p>
          <a:p>
            <a:pPr lvl="3" rtl="0"/>
            <a:r>
              <a:rPr lang="zh-CN" altLang="en-US" noProof="1"/>
              <a:t>四级</a:t>
            </a:r>
          </a:p>
          <a:p>
            <a:pPr lvl="4" rtl="0"/>
            <a:r>
              <a:rPr lang="zh-CN" altLang="en-US" noProof="1"/>
              <a:t>五级</a:t>
            </a:r>
          </a:p>
        </p:txBody>
      </p:sp>
      <p:sp>
        <p:nvSpPr>
          <p:cNvPr id="4" name="文本占位符 3"/>
          <p:cNvSpPr>
            <a:spLocks noGrp="1"/>
          </p:cNvSpPr>
          <p:nvPr>
            <p:ph type="body" sz="half" idx="2"/>
          </p:nvPr>
        </p:nvSpPr>
        <p:spPr>
          <a:xfrm>
            <a:off x="1293811" y="3031065"/>
            <a:ext cx="3718455" cy="2438404"/>
          </a:xfrm>
        </p:spPr>
        <p:txBody>
          <a:bodyPr rtlCol="0"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zh-CN" altLang="en-US" noProof="1"/>
              <a:t>单击此处编辑母版文本样式</a:t>
            </a:r>
          </a:p>
        </p:txBody>
      </p:sp>
      <p:sp>
        <p:nvSpPr>
          <p:cNvPr id="5" name="日期占位符 4"/>
          <p:cNvSpPr>
            <a:spLocks noGrp="1"/>
          </p:cNvSpPr>
          <p:nvPr>
            <p:ph type="dt" sz="half" idx="10"/>
          </p:nvPr>
        </p:nvSpPr>
        <p:spPr/>
        <p:txBody>
          <a:bodyPr rtlCol="0"/>
          <a:lstStyle/>
          <a:p>
            <a:pPr rtl="0"/>
            <a:fld id="{F1FB73ED-4BDE-4227-9A4E-ADAE9D2A44D2}" type="datetime1">
              <a:rPr lang="zh-CN" altLang="en-US" noProof="1" smtClean="0"/>
              <a:t>2024/5/10</a:t>
            </a:fld>
            <a:endParaRPr lang="zh-CN" altLang="en-US" noProof="1"/>
          </a:p>
        </p:txBody>
      </p:sp>
      <p:sp>
        <p:nvSpPr>
          <p:cNvPr id="6" name="页脚占位符 5"/>
          <p:cNvSpPr>
            <a:spLocks noGrp="1"/>
          </p:cNvSpPr>
          <p:nvPr>
            <p:ph type="ftr" sz="quarter" idx="11"/>
          </p:nvPr>
        </p:nvSpPr>
        <p:spPr/>
        <p:txBody>
          <a:bodyPr rtlCol="0"/>
          <a:lstStyle/>
          <a:p>
            <a:pPr rtl="0"/>
            <a:endParaRPr lang="zh-CN" altLang="en-US" noProof="1"/>
          </a:p>
        </p:txBody>
      </p:sp>
      <p:sp>
        <p:nvSpPr>
          <p:cNvPr id="7" name="灯片编号占位符 6"/>
          <p:cNvSpPr>
            <a:spLocks noGrp="1"/>
          </p:cNvSpPr>
          <p:nvPr>
            <p:ph type="sldNum" sz="quarter" idx="12"/>
          </p:nvPr>
        </p:nvSpPr>
        <p:spPr/>
        <p:txBody>
          <a:bodyPr rtlCol="0"/>
          <a:lstStyle/>
          <a:p>
            <a:pPr rtl="0"/>
            <a:fld id="{D57F1E4F-1CFF-5643-939E-217C01CDF565}" type="slidenum">
              <a:rPr lang="en-US" altLang="zh-CN" noProof="1" dirty="0" smtClean="0"/>
              <a:pPr/>
              <a:t>‹#›</a:t>
            </a:fld>
            <a:endParaRPr lang="zh-CN" altLang="en-US" noProof="1"/>
          </a:p>
        </p:txBody>
      </p:sp>
      <p:cxnSp>
        <p:nvCxnSpPr>
          <p:cNvPr id="16" name="直接连接符​​(S)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874038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带题注的图片">
    <p:spTree>
      <p:nvGrpSpPr>
        <p:cNvPr id="1" name=""/>
        <p:cNvGrpSpPr/>
        <p:nvPr/>
      </p:nvGrpSpPr>
      <p:grpSpPr>
        <a:xfrm>
          <a:off x="0" y="0"/>
          <a:ext cx="0" cy="0"/>
          <a:chOff x="0" y="0"/>
          <a:chExt cx="0" cy="0"/>
        </a:xfrm>
      </p:grpSpPr>
      <p:sp>
        <p:nvSpPr>
          <p:cNvPr id="2" name="标题 1"/>
          <p:cNvSpPr>
            <a:spLocks noGrp="1"/>
          </p:cNvSpPr>
          <p:nvPr>
            <p:ph type="title"/>
          </p:nvPr>
        </p:nvSpPr>
        <p:spPr>
          <a:xfrm>
            <a:off x="1295399" y="1883832"/>
            <a:ext cx="6241816" cy="1371600"/>
          </a:xfrm>
        </p:spPr>
        <p:txBody>
          <a:bodyPr rtlCol="0" anchor="b">
            <a:normAutofit/>
          </a:bodyPr>
          <a:lstStyle>
            <a:lvl1pPr algn="ctr">
              <a:defRPr sz="2800" b="0"/>
            </a:lvl1pPr>
          </a:lstStyle>
          <a:p>
            <a:pPr rtl="0"/>
            <a:r>
              <a:rPr lang="zh-CN" altLang="en-US" noProof="1"/>
              <a:t>单击此处编辑母版标题样式</a:t>
            </a:r>
          </a:p>
        </p:txBody>
      </p:sp>
      <p:sp>
        <p:nvSpPr>
          <p:cNvPr id="17" name="图片占位符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zh-CN" altLang="en-US" noProof="1"/>
              <a:t>单击图标添加图片</a:t>
            </a:r>
          </a:p>
        </p:txBody>
      </p:sp>
      <p:sp>
        <p:nvSpPr>
          <p:cNvPr id="4" name="文本占位符 3"/>
          <p:cNvSpPr>
            <a:spLocks noGrp="1"/>
          </p:cNvSpPr>
          <p:nvPr>
            <p:ph type="body" sz="half" idx="2"/>
          </p:nvPr>
        </p:nvSpPr>
        <p:spPr>
          <a:xfrm>
            <a:off x="1295399" y="3255432"/>
            <a:ext cx="6241816" cy="1828800"/>
          </a:xfrm>
        </p:spPr>
        <p:txBody>
          <a:bodyPr rtlCol="0"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zh-CN" altLang="en-US" noProof="1"/>
              <a:t>单击此处编辑母版文本样式</a:t>
            </a:r>
          </a:p>
        </p:txBody>
      </p:sp>
      <p:sp>
        <p:nvSpPr>
          <p:cNvPr id="5" name="日期占位符 4"/>
          <p:cNvSpPr>
            <a:spLocks noGrp="1"/>
          </p:cNvSpPr>
          <p:nvPr>
            <p:ph type="dt" sz="half" idx="10"/>
          </p:nvPr>
        </p:nvSpPr>
        <p:spPr/>
        <p:txBody>
          <a:bodyPr rtlCol="0"/>
          <a:lstStyle/>
          <a:p>
            <a:pPr rtl="0"/>
            <a:fld id="{1315D210-0F90-4F4B-B095-52F8D889768F}" type="datetime1">
              <a:rPr lang="zh-CN" altLang="en-US" noProof="1" smtClean="0"/>
              <a:t>2024/5/10</a:t>
            </a:fld>
            <a:endParaRPr lang="zh-CN" altLang="en-US" noProof="1"/>
          </a:p>
        </p:txBody>
      </p:sp>
      <p:sp>
        <p:nvSpPr>
          <p:cNvPr id="6" name="页脚占位符 5"/>
          <p:cNvSpPr>
            <a:spLocks noGrp="1"/>
          </p:cNvSpPr>
          <p:nvPr>
            <p:ph type="ftr" sz="quarter" idx="11"/>
          </p:nvPr>
        </p:nvSpPr>
        <p:spPr/>
        <p:txBody>
          <a:bodyPr rtlCol="0"/>
          <a:lstStyle/>
          <a:p>
            <a:pPr rtl="0"/>
            <a:endParaRPr lang="zh-CN" altLang="en-US" noProof="1"/>
          </a:p>
        </p:txBody>
      </p:sp>
      <p:sp>
        <p:nvSpPr>
          <p:cNvPr id="7" name="灯片编号占位符 6"/>
          <p:cNvSpPr>
            <a:spLocks noGrp="1"/>
          </p:cNvSpPr>
          <p:nvPr>
            <p:ph type="sldNum" sz="quarter" idx="12"/>
          </p:nvPr>
        </p:nvSpPr>
        <p:spPr/>
        <p:txBody>
          <a:bodyPr rtlCol="0"/>
          <a:lstStyle/>
          <a:p>
            <a:pPr rtl="0"/>
            <a:fld id="{D57F1E4F-1CFF-5643-939E-217C01CDF565}" type="slidenum">
              <a:rPr lang="en-US" altLang="zh-CN" noProof="1" dirty="0" smtClean="0"/>
              <a:pPr/>
              <a:t>‹#›</a:t>
            </a:fld>
            <a:endParaRPr lang="zh-CN" altLang="en-US" noProof="1"/>
          </a:p>
        </p:txBody>
      </p:sp>
    </p:spTree>
    <p:extLst>
      <p:ext uri="{BB962C8B-B14F-4D97-AF65-F5344CB8AC3E}">
        <p14:creationId xmlns:p14="http://schemas.microsoft.com/office/powerpoint/2010/main" val="5858005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带描述文字的全景图片">
    <p:spTree>
      <p:nvGrpSpPr>
        <p:cNvPr id="1" name=""/>
        <p:cNvGrpSpPr/>
        <p:nvPr/>
      </p:nvGrpSpPr>
      <p:grpSpPr>
        <a:xfrm>
          <a:off x="0" y="0"/>
          <a:ext cx="0" cy="0"/>
          <a:chOff x="0" y="0"/>
          <a:chExt cx="0" cy="0"/>
        </a:xfrm>
      </p:grpSpPr>
      <p:sp>
        <p:nvSpPr>
          <p:cNvPr id="2" name="标题 1"/>
          <p:cNvSpPr>
            <a:spLocks noGrp="1"/>
          </p:cNvSpPr>
          <p:nvPr>
            <p:ph type="title"/>
          </p:nvPr>
        </p:nvSpPr>
        <p:spPr>
          <a:xfrm>
            <a:off x="1295401" y="4815415"/>
            <a:ext cx="9609666" cy="566738"/>
          </a:xfrm>
        </p:spPr>
        <p:txBody>
          <a:bodyPr rtlCol="0" anchor="b">
            <a:normAutofit/>
          </a:bodyPr>
          <a:lstStyle>
            <a:lvl1pPr algn="ctr">
              <a:defRPr sz="2400" b="0"/>
            </a:lvl1pPr>
          </a:lstStyle>
          <a:p>
            <a:pPr rtl="0"/>
            <a:r>
              <a:rPr lang="zh-CN" altLang="en-US" noProof="1"/>
              <a:t>单击此处编辑母版标题样式</a:t>
            </a:r>
          </a:p>
        </p:txBody>
      </p:sp>
      <p:sp>
        <p:nvSpPr>
          <p:cNvPr id="3" name="图片占位符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zh-CN" altLang="en-US" noProof="1"/>
              <a:t>单击图标添加图片</a:t>
            </a:r>
          </a:p>
        </p:txBody>
      </p:sp>
      <p:sp>
        <p:nvSpPr>
          <p:cNvPr id="4" name="文本占位符 3"/>
          <p:cNvSpPr>
            <a:spLocks noGrp="1"/>
          </p:cNvSpPr>
          <p:nvPr>
            <p:ph type="body" sz="half" idx="2"/>
          </p:nvPr>
        </p:nvSpPr>
        <p:spPr>
          <a:xfrm>
            <a:off x="1295401" y="5382153"/>
            <a:ext cx="9609666" cy="493712"/>
          </a:xfrm>
        </p:spPr>
        <p:txBody>
          <a:bodyPr rtlCol="0">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zh-CN" altLang="en-US" noProof="1"/>
              <a:t>单击此处编辑母版文本样式</a:t>
            </a:r>
          </a:p>
        </p:txBody>
      </p:sp>
      <p:sp>
        <p:nvSpPr>
          <p:cNvPr id="5" name="日期占位符 4"/>
          <p:cNvSpPr>
            <a:spLocks noGrp="1"/>
          </p:cNvSpPr>
          <p:nvPr>
            <p:ph type="dt" sz="half" idx="10"/>
          </p:nvPr>
        </p:nvSpPr>
        <p:spPr/>
        <p:txBody>
          <a:bodyPr rtlCol="0"/>
          <a:lstStyle/>
          <a:p>
            <a:pPr rtl="0"/>
            <a:fld id="{B6EB0587-84BC-49AA-A071-3C108615E45C}" type="datetime1">
              <a:rPr lang="zh-CN" altLang="en-US" noProof="1" smtClean="0"/>
              <a:t>2024/5/10</a:t>
            </a:fld>
            <a:endParaRPr lang="zh-CN" altLang="en-US" noProof="1"/>
          </a:p>
        </p:txBody>
      </p:sp>
      <p:sp>
        <p:nvSpPr>
          <p:cNvPr id="6" name="页脚占位符 5"/>
          <p:cNvSpPr>
            <a:spLocks noGrp="1"/>
          </p:cNvSpPr>
          <p:nvPr>
            <p:ph type="ftr" sz="quarter" idx="11"/>
          </p:nvPr>
        </p:nvSpPr>
        <p:spPr/>
        <p:txBody>
          <a:bodyPr rtlCol="0"/>
          <a:lstStyle/>
          <a:p>
            <a:pPr rtl="0"/>
            <a:endParaRPr lang="zh-CN" altLang="en-US" noProof="1"/>
          </a:p>
        </p:txBody>
      </p:sp>
      <p:sp>
        <p:nvSpPr>
          <p:cNvPr id="7" name="灯片编号占位符 6"/>
          <p:cNvSpPr>
            <a:spLocks noGrp="1"/>
          </p:cNvSpPr>
          <p:nvPr>
            <p:ph type="sldNum" sz="quarter" idx="12"/>
          </p:nvPr>
        </p:nvSpPr>
        <p:spPr/>
        <p:txBody>
          <a:bodyPr rtlCol="0"/>
          <a:lstStyle/>
          <a:p>
            <a:pPr rtl="0"/>
            <a:fld id="{D57F1E4F-1CFF-5643-939E-217C01CDF565}" type="slidenum">
              <a:rPr lang="en-US" altLang="zh-CN" noProof="1" dirty="0" smtClean="0"/>
              <a:pPr/>
              <a:t>‹#›</a:t>
            </a:fld>
            <a:endParaRPr lang="zh-CN" altLang="en-US" noProof="1"/>
          </a:p>
        </p:txBody>
      </p:sp>
    </p:spTree>
    <p:extLst>
      <p:ext uri="{BB962C8B-B14F-4D97-AF65-F5344CB8AC3E}">
        <p14:creationId xmlns:p14="http://schemas.microsoft.com/office/powerpoint/2010/main" val="10282390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标题和描述文字">
    <p:spTree>
      <p:nvGrpSpPr>
        <p:cNvPr id="1" name=""/>
        <p:cNvGrpSpPr/>
        <p:nvPr/>
      </p:nvGrpSpPr>
      <p:grpSpPr>
        <a:xfrm>
          <a:off x="0" y="0"/>
          <a:ext cx="0" cy="0"/>
          <a:chOff x="0" y="0"/>
          <a:chExt cx="0" cy="0"/>
        </a:xfrm>
      </p:grpSpPr>
      <p:sp>
        <p:nvSpPr>
          <p:cNvPr id="2" name="标题 1"/>
          <p:cNvSpPr>
            <a:spLocks noGrp="1"/>
          </p:cNvSpPr>
          <p:nvPr>
            <p:ph type="title"/>
          </p:nvPr>
        </p:nvSpPr>
        <p:spPr>
          <a:xfrm>
            <a:off x="1303868" y="982132"/>
            <a:ext cx="9592732" cy="2954868"/>
          </a:xfrm>
        </p:spPr>
        <p:txBody>
          <a:bodyPr rtlCol="0" anchor="ctr">
            <a:normAutofit/>
          </a:bodyPr>
          <a:lstStyle>
            <a:lvl1pPr algn="ctr">
              <a:defRPr sz="3200" b="0" cap="none"/>
            </a:lvl1pPr>
          </a:lstStyle>
          <a:p>
            <a:pPr rtl="0"/>
            <a:r>
              <a:rPr lang="zh-CN" altLang="en-US" noProof="1"/>
              <a:t>单击此处编辑母版标题样式</a:t>
            </a:r>
          </a:p>
        </p:txBody>
      </p:sp>
      <p:sp>
        <p:nvSpPr>
          <p:cNvPr id="3" name="文本占位符 2"/>
          <p:cNvSpPr>
            <a:spLocks noGrp="1"/>
          </p:cNvSpPr>
          <p:nvPr>
            <p:ph type="body" idx="1"/>
          </p:nvPr>
        </p:nvSpPr>
        <p:spPr>
          <a:xfrm>
            <a:off x="1303868" y="4343399"/>
            <a:ext cx="9592732" cy="1532467"/>
          </a:xfrm>
        </p:spPr>
        <p:txBody>
          <a:bodyPr rtlCol="0"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zh-CN" altLang="en-US" noProof="1"/>
              <a:t>单击此处编辑母版文本样式</a:t>
            </a:r>
          </a:p>
        </p:txBody>
      </p:sp>
      <p:sp>
        <p:nvSpPr>
          <p:cNvPr id="4" name="日期占位符 3"/>
          <p:cNvSpPr>
            <a:spLocks noGrp="1"/>
          </p:cNvSpPr>
          <p:nvPr>
            <p:ph type="dt" sz="half" idx="10"/>
          </p:nvPr>
        </p:nvSpPr>
        <p:spPr/>
        <p:txBody>
          <a:bodyPr rtlCol="0"/>
          <a:lstStyle/>
          <a:p>
            <a:pPr rtl="0"/>
            <a:fld id="{169FD6A5-4BDB-4CB8-B715-E27AF2DEF505}" type="datetime1">
              <a:rPr lang="zh-CN" altLang="en-US" noProof="1" smtClean="0"/>
              <a:t>2024/5/10</a:t>
            </a:fld>
            <a:endParaRPr lang="zh-CN" altLang="en-US" noProof="1"/>
          </a:p>
        </p:txBody>
      </p:sp>
      <p:sp>
        <p:nvSpPr>
          <p:cNvPr id="5" name="页脚占位符 4"/>
          <p:cNvSpPr>
            <a:spLocks noGrp="1"/>
          </p:cNvSpPr>
          <p:nvPr>
            <p:ph type="ftr" sz="quarter" idx="11"/>
          </p:nvPr>
        </p:nvSpPr>
        <p:spPr/>
        <p:txBody>
          <a:bodyPr rtlCol="0"/>
          <a:lstStyle/>
          <a:p>
            <a:pPr rtl="0"/>
            <a:endParaRPr lang="zh-CN" altLang="en-US" noProof="1"/>
          </a:p>
        </p:txBody>
      </p:sp>
      <p:sp>
        <p:nvSpPr>
          <p:cNvPr id="6" name="灯片编号占位符 5"/>
          <p:cNvSpPr>
            <a:spLocks noGrp="1"/>
          </p:cNvSpPr>
          <p:nvPr>
            <p:ph type="sldNum" sz="quarter" idx="12"/>
          </p:nvPr>
        </p:nvSpPr>
        <p:spPr/>
        <p:txBody>
          <a:bodyPr rtlCol="0"/>
          <a:lstStyle/>
          <a:p>
            <a:pPr rtl="0"/>
            <a:fld id="{D57F1E4F-1CFF-5643-939E-217C01CDF565}" type="slidenum">
              <a:rPr lang="en-US" altLang="zh-CN" noProof="1" dirty="0" smtClean="0"/>
              <a:pPr/>
              <a:t>‹#›</a:t>
            </a:fld>
            <a:endParaRPr lang="zh-CN" altLang="en-US" noProof="1"/>
          </a:p>
        </p:txBody>
      </p:sp>
      <p:cxnSp>
        <p:nvCxnSpPr>
          <p:cNvPr id="15" name="直接连接符​​(S)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459559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带描述的引述">
    <p:spTree>
      <p:nvGrpSpPr>
        <p:cNvPr id="1" name=""/>
        <p:cNvGrpSpPr/>
        <p:nvPr/>
      </p:nvGrpSpPr>
      <p:grpSpPr>
        <a:xfrm>
          <a:off x="0" y="0"/>
          <a:ext cx="0" cy="0"/>
          <a:chOff x="0" y="0"/>
          <a:chExt cx="0" cy="0"/>
        </a:xfrm>
      </p:grpSpPr>
      <p:sp>
        <p:nvSpPr>
          <p:cNvPr id="2" name="标题 1"/>
          <p:cNvSpPr>
            <a:spLocks noGrp="1"/>
          </p:cNvSpPr>
          <p:nvPr>
            <p:ph type="title"/>
          </p:nvPr>
        </p:nvSpPr>
        <p:spPr>
          <a:xfrm>
            <a:off x="1446213" y="982132"/>
            <a:ext cx="9296398" cy="2370668"/>
          </a:xfrm>
        </p:spPr>
        <p:txBody>
          <a:bodyPr rtlCol="0" anchor="ctr">
            <a:normAutofit/>
          </a:bodyPr>
          <a:lstStyle>
            <a:lvl1pPr algn="ctr">
              <a:defRPr sz="3200" b="0" cap="none" baseline="0">
                <a:solidFill>
                  <a:schemeClr val="tx1"/>
                </a:solidFill>
                <a:latin typeface="Microsoft YaHei UI" panose="020B0503020204020204" pitchFamily="34" charset="-122"/>
                <a:ea typeface="Microsoft YaHei UI" panose="020B0503020204020204" pitchFamily="34" charset="-122"/>
              </a:defRPr>
            </a:lvl1pPr>
          </a:lstStyle>
          <a:p>
            <a:pPr rtl="0"/>
            <a:r>
              <a:rPr lang="zh-CN" altLang="en-US" noProof="1"/>
              <a:t>单击此处编辑母版标题样式</a:t>
            </a:r>
          </a:p>
        </p:txBody>
      </p:sp>
      <p:sp>
        <p:nvSpPr>
          <p:cNvPr id="10" name="文本占位符 9"/>
          <p:cNvSpPr>
            <a:spLocks noGrp="1"/>
          </p:cNvSpPr>
          <p:nvPr>
            <p:ph type="body" sz="quarter" idx="13"/>
          </p:nvPr>
        </p:nvSpPr>
        <p:spPr>
          <a:xfrm>
            <a:off x="1674812" y="3352800"/>
            <a:ext cx="8839202" cy="584200"/>
          </a:xfrm>
        </p:spPr>
        <p:txBody>
          <a:bodyPr rtlCol="0" anchor="ctr">
            <a:normAutofit/>
          </a:bodyPr>
          <a:lstStyle>
            <a:lvl1pPr marL="0" indent="0" algn="r">
              <a:buFontTx/>
              <a:buNone/>
              <a:defRPr sz="2000" baseline="0">
                <a:latin typeface="Microsoft YaHei UI" panose="020B0503020204020204" pitchFamily="34" charset="-122"/>
                <a:ea typeface="Microsoft YaHei UI" panose="020B0503020204020204" pitchFamily="3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rtl="0"/>
            <a:r>
              <a:rPr lang="zh-CN" altLang="en-US" noProof="1"/>
              <a:t>单击此处编辑母版文本样式</a:t>
            </a:r>
          </a:p>
        </p:txBody>
      </p:sp>
      <p:sp>
        <p:nvSpPr>
          <p:cNvPr id="3" name="文本占位符 2"/>
          <p:cNvSpPr>
            <a:spLocks noGrp="1"/>
          </p:cNvSpPr>
          <p:nvPr>
            <p:ph type="body" idx="1"/>
          </p:nvPr>
        </p:nvSpPr>
        <p:spPr>
          <a:xfrm>
            <a:off x="1295401" y="4343399"/>
            <a:ext cx="9609666" cy="1532467"/>
          </a:xfrm>
        </p:spPr>
        <p:txBody>
          <a:bodyPr rtlCol="0" anchor="ctr">
            <a:normAutofit/>
          </a:bodyPr>
          <a:lstStyle>
            <a:lvl1pPr marL="0" indent="0" algn="ctr">
              <a:buNone/>
              <a:defRPr sz="2000" baseline="0">
                <a:solidFill>
                  <a:schemeClr val="tx1"/>
                </a:solidFill>
                <a:latin typeface="Microsoft YaHei UI" panose="020B0503020204020204" pitchFamily="34" charset="-122"/>
                <a:ea typeface="Microsoft YaHei UI" panose="020B0503020204020204" pitchFamily="34" charset="-122"/>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zh-CN" altLang="en-US" noProof="1"/>
              <a:t>单击此处编辑母版文本样式</a:t>
            </a:r>
          </a:p>
        </p:txBody>
      </p:sp>
      <p:sp>
        <p:nvSpPr>
          <p:cNvPr id="4" name="日期占位符 3"/>
          <p:cNvSpPr>
            <a:spLocks noGrp="1"/>
          </p:cNvSpPr>
          <p:nvPr>
            <p:ph type="dt" sz="half" idx="10"/>
          </p:nvPr>
        </p:nvSpPr>
        <p:spPr/>
        <p:txBody>
          <a:bodyPr rtlCol="0"/>
          <a:lstStyle>
            <a:lvl1pPr>
              <a:defRPr baseline="0">
                <a:latin typeface="Microsoft YaHei UI" panose="020B0503020204020204" pitchFamily="34" charset="-122"/>
                <a:ea typeface="Microsoft YaHei UI" panose="020B0503020204020204" pitchFamily="34" charset="-122"/>
              </a:defRPr>
            </a:lvl1pPr>
          </a:lstStyle>
          <a:p>
            <a:fld id="{7C01EF34-F5B5-48B6-A935-0D372E42DE2F}" type="datetime1">
              <a:rPr lang="zh-CN" altLang="en-US" noProof="1" smtClean="0"/>
              <a:pPr/>
              <a:t>2024/5/10</a:t>
            </a:fld>
            <a:endParaRPr lang="zh-CN" altLang="en-US" noProof="1"/>
          </a:p>
        </p:txBody>
      </p:sp>
      <p:sp>
        <p:nvSpPr>
          <p:cNvPr id="5" name="页脚占位符 4"/>
          <p:cNvSpPr>
            <a:spLocks noGrp="1"/>
          </p:cNvSpPr>
          <p:nvPr>
            <p:ph type="ftr" sz="quarter" idx="11"/>
          </p:nvPr>
        </p:nvSpPr>
        <p:spPr/>
        <p:txBody>
          <a:bodyPr rtlCol="0"/>
          <a:lstStyle>
            <a:lvl1pPr>
              <a:defRPr baseline="0">
                <a:latin typeface="Microsoft YaHei UI" panose="020B0503020204020204" pitchFamily="34" charset="-122"/>
                <a:ea typeface="Microsoft YaHei UI" panose="020B0503020204020204" pitchFamily="34" charset="-122"/>
              </a:defRPr>
            </a:lvl1pPr>
          </a:lstStyle>
          <a:p>
            <a:endParaRPr lang="zh-CN" altLang="en-US" noProof="1"/>
          </a:p>
        </p:txBody>
      </p:sp>
      <p:sp>
        <p:nvSpPr>
          <p:cNvPr id="6" name="灯片编号占位符 5"/>
          <p:cNvSpPr>
            <a:spLocks noGrp="1"/>
          </p:cNvSpPr>
          <p:nvPr>
            <p:ph type="sldNum" sz="quarter" idx="12"/>
          </p:nvPr>
        </p:nvSpPr>
        <p:spPr/>
        <p:txBody>
          <a:bodyPr rtlCol="0"/>
          <a:lstStyle>
            <a:lvl1pPr>
              <a:defRPr baseline="0">
                <a:latin typeface="Microsoft YaHei UI" panose="020B0503020204020204" pitchFamily="34" charset="-122"/>
                <a:ea typeface="Microsoft YaHei UI" panose="020B0503020204020204" pitchFamily="34" charset="-122"/>
              </a:defRPr>
            </a:lvl1pPr>
          </a:lstStyle>
          <a:p>
            <a:fld id="{D57F1E4F-1CFF-5643-939E-217C01CDF565}" type="slidenum">
              <a:rPr lang="en-US" altLang="zh-CN" noProof="1" smtClean="0"/>
              <a:pPr/>
              <a:t>‹#›</a:t>
            </a:fld>
            <a:endParaRPr lang="zh-CN" altLang="en-US" noProof="1"/>
          </a:p>
        </p:txBody>
      </p:sp>
      <p:sp>
        <p:nvSpPr>
          <p:cNvPr id="14" name="文本框 13"/>
          <p:cNvSpPr txBox="1"/>
          <p:nvPr/>
        </p:nvSpPr>
        <p:spPr>
          <a:xfrm>
            <a:off x="862013" y="879961"/>
            <a:ext cx="609600" cy="584776"/>
          </a:xfrm>
          <a:prstGeom prst="rect">
            <a:avLst/>
          </a:prstGeom>
        </p:spPr>
        <p:txBody>
          <a:bodyPr vert="horz" lIns="91440" tIns="45720" rIns="91440" bIns="45720" rtlCol="0" anchor="ctr">
            <a:noAutofit/>
          </a:bodyPr>
          <a:lstStyle/>
          <a:p>
            <a:pPr lvl="0" rtl="0"/>
            <a:r>
              <a:rPr lang="zh-CN" altLang="en-US" sz="8000" baseline="0" noProof="1">
                <a:solidFill>
                  <a:schemeClr val="tx1"/>
                </a:solidFill>
                <a:effectLst/>
                <a:latin typeface="Microsoft YaHei UI" panose="020B0503020204020204" pitchFamily="34" charset="-122"/>
                <a:ea typeface="Microsoft YaHei UI" panose="020B0503020204020204" pitchFamily="34" charset="-122"/>
              </a:rPr>
              <a:t>“</a:t>
            </a:r>
          </a:p>
        </p:txBody>
      </p:sp>
      <p:sp>
        <p:nvSpPr>
          <p:cNvPr id="15" name="文本框 14"/>
          <p:cNvSpPr txBox="1"/>
          <p:nvPr/>
        </p:nvSpPr>
        <p:spPr>
          <a:xfrm>
            <a:off x="10600267" y="2827870"/>
            <a:ext cx="609600" cy="584776"/>
          </a:xfrm>
          <a:prstGeom prst="rect">
            <a:avLst/>
          </a:prstGeom>
        </p:spPr>
        <p:txBody>
          <a:bodyPr vert="horz" lIns="91440" tIns="45720" rIns="91440" bIns="45720" rtlCol="0" anchor="ctr">
            <a:noAutofit/>
          </a:bodyPr>
          <a:lstStyle/>
          <a:p>
            <a:pPr lvl="0" algn="r" rtl="0"/>
            <a:r>
              <a:rPr lang="zh-CN" altLang="en-US" sz="8000" baseline="0" noProof="1">
                <a:solidFill>
                  <a:schemeClr val="tx1"/>
                </a:solidFill>
                <a:effectLst/>
                <a:latin typeface="Microsoft YaHei UI" panose="020B0503020204020204" pitchFamily="34" charset="-122"/>
                <a:ea typeface="Microsoft YaHei UI" panose="020B0503020204020204" pitchFamily="34" charset="-122"/>
              </a:rPr>
              <a:t>”</a:t>
            </a:r>
          </a:p>
        </p:txBody>
      </p:sp>
      <p:cxnSp>
        <p:nvCxnSpPr>
          <p:cNvPr id="19" name="直接连接符​​(S)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58020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标题 1"/>
          <p:cNvSpPr>
            <a:spLocks noGrp="1"/>
          </p:cNvSpPr>
          <p:nvPr>
            <p:ph type="title"/>
          </p:nvPr>
        </p:nvSpPr>
        <p:spPr>
          <a:xfrm>
            <a:off x="1295402" y="3308581"/>
            <a:ext cx="9609668" cy="1468800"/>
          </a:xfrm>
        </p:spPr>
        <p:txBody>
          <a:bodyPr rtlCol="0" anchor="b">
            <a:normAutofit/>
          </a:bodyPr>
          <a:lstStyle>
            <a:lvl1pPr algn="l">
              <a:defRPr sz="3200" b="0" cap="none"/>
            </a:lvl1pPr>
          </a:lstStyle>
          <a:p>
            <a:pPr rtl="0"/>
            <a:r>
              <a:rPr lang="zh-CN" altLang="en-US" noProof="1"/>
              <a:t>单击此处编辑母版标题样式</a:t>
            </a:r>
          </a:p>
        </p:txBody>
      </p:sp>
      <p:sp>
        <p:nvSpPr>
          <p:cNvPr id="3" name="文本占位符 2"/>
          <p:cNvSpPr>
            <a:spLocks noGrp="1"/>
          </p:cNvSpPr>
          <p:nvPr>
            <p:ph type="body" idx="1"/>
          </p:nvPr>
        </p:nvSpPr>
        <p:spPr>
          <a:xfrm>
            <a:off x="1295401" y="4777381"/>
            <a:ext cx="9609668" cy="860400"/>
          </a:xfrm>
        </p:spPr>
        <p:txBody>
          <a:bodyPr rtlCol="0"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zh-CN" altLang="en-US" noProof="1"/>
              <a:t>单击此处编辑母版文本样式</a:t>
            </a:r>
          </a:p>
        </p:txBody>
      </p:sp>
      <p:sp>
        <p:nvSpPr>
          <p:cNvPr id="4" name="日期占位符 3"/>
          <p:cNvSpPr>
            <a:spLocks noGrp="1"/>
          </p:cNvSpPr>
          <p:nvPr>
            <p:ph type="dt" sz="half" idx="10"/>
          </p:nvPr>
        </p:nvSpPr>
        <p:spPr/>
        <p:txBody>
          <a:bodyPr rtlCol="0"/>
          <a:lstStyle/>
          <a:p>
            <a:pPr rtl="0"/>
            <a:fld id="{AC05806C-FB02-414C-AE1D-8185CA28081D}" type="datetime1">
              <a:rPr lang="zh-CN" altLang="en-US" noProof="1" smtClean="0"/>
              <a:t>2024/5/10</a:t>
            </a:fld>
            <a:endParaRPr lang="zh-CN" altLang="en-US" noProof="1"/>
          </a:p>
        </p:txBody>
      </p:sp>
      <p:sp>
        <p:nvSpPr>
          <p:cNvPr id="5" name="页脚占位符 4"/>
          <p:cNvSpPr>
            <a:spLocks noGrp="1"/>
          </p:cNvSpPr>
          <p:nvPr>
            <p:ph type="ftr" sz="quarter" idx="11"/>
          </p:nvPr>
        </p:nvSpPr>
        <p:spPr/>
        <p:txBody>
          <a:bodyPr rtlCol="0"/>
          <a:lstStyle/>
          <a:p>
            <a:pPr rtl="0"/>
            <a:endParaRPr lang="zh-CN" altLang="en-US" noProof="1"/>
          </a:p>
        </p:txBody>
      </p:sp>
      <p:sp>
        <p:nvSpPr>
          <p:cNvPr id="6" name="灯片编号占位符 5"/>
          <p:cNvSpPr>
            <a:spLocks noGrp="1"/>
          </p:cNvSpPr>
          <p:nvPr>
            <p:ph type="sldNum" sz="quarter" idx="12"/>
          </p:nvPr>
        </p:nvSpPr>
        <p:spPr/>
        <p:txBody>
          <a:bodyPr rtlCol="0"/>
          <a:lstStyle/>
          <a:p>
            <a:pPr rtl="0"/>
            <a:fld id="{D57F1E4F-1CFF-5643-939E-217C01CDF565}" type="slidenum">
              <a:rPr lang="en-US" altLang="zh-CN" noProof="1" dirty="0" smtClean="0"/>
              <a:pPr/>
              <a:t>‹#›</a:t>
            </a:fld>
            <a:endParaRPr lang="zh-CN" altLang="en-US" noProof="1"/>
          </a:p>
        </p:txBody>
      </p:sp>
    </p:spTree>
    <p:extLst>
      <p:ext uri="{BB962C8B-B14F-4D97-AF65-F5344CB8AC3E}">
        <p14:creationId xmlns:p14="http://schemas.microsoft.com/office/powerpoint/2010/main" val="23680684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引用名片">
    <p:spTree>
      <p:nvGrpSpPr>
        <p:cNvPr id="1" name=""/>
        <p:cNvGrpSpPr/>
        <p:nvPr/>
      </p:nvGrpSpPr>
      <p:grpSpPr>
        <a:xfrm>
          <a:off x="0" y="0"/>
          <a:ext cx="0" cy="0"/>
          <a:chOff x="0" y="0"/>
          <a:chExt cx="0" cy="0"/>
        </a:xfrm>
      </p:grpSpPr>
      <p:sp>
        <p:nvSpPr>
          <p:cNvPr id="2" name="标题 1"/>
          <p:cNvSpPr>
            <a:spLocks noGrp="1"/>
          </p:cNvSpPr>
          <p:nvPr>
            <p:ph type="title"/>
          </p:nvPr>
        </p:nvSpPr>
        <p:spPr>
          <a:xfrm>
            <a:off x="1446213" y="982132"/>
            <a:ext cx="9296398" cy="2243668"/>
          </a:xfrm>
        </p:spPr>
        <p:txBody>
          <a:bodyPr rtlCol="0" anchor="ctr">
            <a:normAutofit/>
          </a:bodyPr>
          <a:lstStyle>
            <a:lvl1pPr algn="ctr">
              <a:defRPr sz="3200" b="0" cap="none" baseline="0">
                <a:solidFill>
                  <a:schemeClr val="tx1"/>
                </a:solidFill>
                <a:latin typeface="Microsoft YaHei UI" panose="020B0503020204020204" pitchFamily="34" charset="-122"/>
                <a:ea typeface="Microsoft YaHei UI" panose="020B0503020204020204" pitchFamily="34" charset="-122"/>
              </a:defRPr>
            </a:lvl1pPr>
          </a:lstStyle>
          <a:p>
            <a:pPr rtl="0"/>
            <a:r>
              <a:rPr lang="zh-CN" altLang="en-US" noProof="1"/>
              <a:t>单击此处编辑母版标题样式</a:t>
            </a:r>
          </a:p>
        </p:txBody>
      </p:sp>
      <p:sp>
        <p:nvSpPr>
          <p:cNvPr id="14" name="文本占位符 2"/>
          <p:cNvSpPr>
            <a:spLocks noGrp="1"/>
          </p:cNvSpPr>
          <p:nvPr>
            <p:ph type="body" idx="13"/>
          </p:nvPr>
        </p:nvSpPr>
        <p:spPr>
          <a:xfrm>
            <a:off x="1295401" y="3639312"/>
            <a:ext cx="9609668" cy="886968"/>
          </a:xfrm>
        </p:spPr>
        <p:txBody>
          <a:bodyPr rtlCol="0" anchor="b">
            <a:normAutofit/>
          </a:bodyPr>
          <a:lstStyle>
            <a:lvl1pPr marL="0" indent="0" algn="l">
              <a:spcBef>
                <a:spcPts val="0"/>
              </a:spcBef>
              <a:buNone/>
              <a:defRPr sz="2400" baseline="0">
                <a:solidFill>
                  <a:schemeClr val="tx1"/>
                </a:solidFill>
                <a:latin typeface="Microsoft YaHei UI" panose="020B0503020204020204" pitchFamily="34" charset="-122"/>
                <a:ea typeface="Microsoft YaHei UI" panose="020B0503020204020204" pitchFamily="34" charset="-122"/>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zh-CN" altLang="en-US" noProof="1"/>
              <a:t>单击此处编辑母版文本样式</a:t>
            </a:r>
          </a:p>
        </p:txBody>
      </p:sp>
      <p:sp>
        <p:nvSpPr>
          <p:cNvPr id="3" name="文本占位符 2"/>
          <p:cNvSpPr>
            <a:spLocks noGrp="1"/>
          </p:cNvSpPr>
          <p:nvPr>
            <p:ph type="body" idx="1"/>
          </p:nvPr>
        </p:nvSpPr>
        <p:spPr>
          <a:xfrm>
            <a:off x="1295401" y="4529667"/>
            <a:ext cx="9609668" cy="1346200"/>
          </a:xfrm>
        </p:spPr>
        <p:txBody>
          <a:bodyPr rtlCol="0" anchor="t">
            <a:normAutofit/>
          </a:bodyPr>
          <a:lstStyle>
            <a:lvl1pPr marL="0" indent="0" algn="l">
              <a:buNone/>
              <a:defRPr sz="1800" baseline="0">
                <a:solidFill>
                  <a:schemeClr val="tx1"/>
                </a:solidFill>
                <a:latin typeface="Microsoft YaHei UI" panose="020B0503020204020204" pitchFamily="34" charset="-122"/>
                <a:ea typeface="Microsoft YaHei UI" panose="020B0503020204020204" pitchFamily="34" charset="-122"/>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zh-CN" altLang="en-US" noProof="1"/>
              <a:t>单击此处编辑母版文本样式</a:t>
            </a:r>
          </a:p>
        </p:txBody>
      </p:sp>
      <p:sp>
        <p:nvSpPr>
          <p:cNvPr id="4" name="日期占位符 3"/>
          <p:cNvSpPr>
            <a:spLocks noGrp="1"/>
          </p:cNvSpPr>
          <p:nvPr>
            <p:ph type="dt" sz="half" idx="10"/>
          </p:nvPr>
        </p:nvSpPr>
        <p:spPr/>
        <p:txBody>
          <a:bodyPr rtlCol="0"/>
          <a:lstStyle>
            <a:lvl1pPr>
              <a:defRPr baseline="0">
                <a:latin typeface="Microsoft YaHei UI" panose="020B0503020204020204" pitchFamily="34" charset="-122"/>
                <a:ea typeface="Microsoft YaHei UI" panose="020B0503020204020204" pitchFamily="34" charset="-122"/>
              </a:defRPr>
            </a:lvl1pPr>
          </a:lstStyle>
          <a:p>
            <a:fld id="{F51A07B8-0E64-4965-B7E9-DE0DBAF1D798}" type="datetime1">
              <a:rPr lang="zh-CN" altLang="en-US" noProof="1" smtClean="0"/>
              <a:pPr/>
              <a:t>2024/5/10</a:t>
            </a:fld>
            <a:endParaRPr lang="zh-CN" altLang="en-US" noProof="1"/>
          </a:p>
        </p:txBody>
      </p:sp>
      <p:sp>
        <p:nvSpPr>
          <p:cNvPr id="5" name="页脚占位符 4"/>
          <p:cNvSpPr>
            <a:spLocks noGrp="1"/>
          </p:cNvSpPr>
          <p:nvPr>
            <p:ph type="ftr" sz="quarter" idx="11"/>
          </p:nvPr>
        </p:nvSpPr>
        <p:spPr/>
        <p:txBody>
          <a:bodyPr rtlCol="0"/>
          <a:lstStyle>
            <a:lvl1pPr>
              <a:defRPr baseline="0">
                <a:latin typeface="Microsoft YaHei UI" panose="020B0503020204020204" pitchFamily="34" charset="-122"/>
                <a:ea typeface="Microsoft YaHei UI" panose="020B0503020204020204" pitchFamily="34" charset="-122"/>
              </a:defRPr>
            </a:lvl1pPr>
          </a:lstStyle>
          <a:p>
            <a:endParaRPr lang="zh-CN" altLang="en-US" noProof="1"/>
          </a:p>
        </p:txBody>
      </p:sp>
      <p:sp>
        <p:nvSpPr>
          <p:cNvPr id="6" name="灯片编号占位符 5"/>
          <p:cNvSpPr>
            <a:spLocks noGrp="1"/>
          </p:cNvSpPr>
          <p:nvPr>
            <p:ph type="sldNum" sz="quarter" idx="12"/>
          </p:nvPr>
        </p:nvSpPr>
        <p:spPr/>
        <p:txBody>
          <a:bodyPr rtlCol="0"/>
          <a:lstStyle>
            <a:lvl1pPr>
              <a:defRPr baseline="0">
                <a:latin typeface="Microsoft YaHei UI" panose="020B0503020204020204" pitchFamily="34" charset="-122"/>
                <a:ea typeface="Microsoft YaHei UI" panose="020B0503020204020204" pitchFamily="34" charset="-122"/>
              </a:defRPr>
            </a:lvl1pPr>
          </a:lstStyle>
          <a:p>
            <a:fld id="{D57F1E4F-1CFF-5643-939E-217C01CDF565}" type="slidenum">
              <a:rPr lang="en-US" altLang="zh-CN" noProof="1" smtClean="0"/>
              <a:pPr/>
              <a:t>‹#›</a:t>
            </a:fld>
            <a:endParaRPr lang="zh-CN" altLang="en-US" noProof="1"/>
          </a:p>
        </p:txBody>
      </p:sp>
      <p:sp>
        <p:nvSpPr>
          <p:cNvPr id="12" name="文本框 11"/>
          <p:cNvSpPr txBox="1"/>
          <p:nvPr/>
        </p:nvSpPr>
        <p:spPr>
          <a:xfrm>
            <a:off x="862013" y="879961"/>
            <a:ext cx="609600" cy="584776"/>
          </a:xfrm>
          <a:prstGeom prst="rect">
            <a:avLst/>
          </a:prstGeom>
        </p:spPr>
        <p:txBody>
          <a:bodyPr vert="horz" lIns="91440" tIns="45720" rIns="91440" bIns="45720" rtlCol="0" anchor="ctr">
            <a:noAutofit/>
          </a:bodyPr>
          <a:lstStyle/>
          <a:p>
            <a:pPr lvl="0" rtl="0"/>
            <a:r>
              <a:rPr lang="zh-CN" altLang="en-US" sz="8000" baseline="0" noProof="1">
                <a:solidFill>
                  <a:schemeClr val="tx1"/>
                </a:solidFill>
                <a:effectLst/>
                <a:latin typeface="Microsoft YaHei UI" panose="020B0503020204020204" pitchFamily="34" charset="-122"/>
                <a:ea typeface="Microsoft YaHei UI" panose="020B0503020204020204" pitchFamily="34" charset="-122"/>
              </a:rPr>
              <a:t>“</a:t>
            </a:r>
          </a:p>
        </p:txBody>
      </p:sp>
      <p:sp>
        <p:nvSpPr>
          <p:cNvPr id="13" name="文本框 12"/>
          <p:cNvSpPr txBox="1"/>
          <p:nvPr/>
        </p:nvSpPr>
        <p:spPr>
          <a:xfrm>
            <a:off x="10600267" y="2599261"/>
            <a:ext cx="609600" cy="584776"/>
          </a:xfrm>
          <a:prstGeom prst="rect">
            <a:avLst/>
          </a:prstGeom>
        </p:spPr>
        <p:txBody>
          <a:bodyPr vert="horz" lIns="91440" tIns="45720" rIns="91440" bIns="45720" rtlCol="0" anchor="ctr">
            <a:noAutofit/>
          </a:bodyPr>
          <a:lstStyle/>
          <a:p>
            <a:pPr lvl="0" algn="r" rtl="0"/>
            <a:r>
              <a:rPr lang="zh-CN" altLang="en-US" sz="8000" baseline="0" noProof="1">
                <a:solidFill>
                  <a:schemeClr val="tx1"/>
                </a:solidFill>
                <a:effectLst/>
                <a:latin typeface="Microsoft YaHei UI" panose="020B0503020204020204" pitchFamily="34" charset="-122"/>
                <a:ea typeface="Microsoft YaHei UI" panose="020B0503020204020204" pitchFamily="34" charset="-122"/>
              </a:rPr>
              <a:t>”</a:t>
            </a:r>
          </a:p>
        </p:txBody>
      </p:sp>
      <p:cxnSp>
        <p:nvCxnSpPr>
          <p:cNvPr id="26" name="直接连接符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969454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或 False">
    <p:spTree>
      <p:nvGrpSpPr>
        <p:cNvPr id="1" name=""/>
        <p:cNvGrpSpPr/>
        <p:nvPr/>
      </p:nvGrpSpPr>
      <p:grpSpPr>
        <a:xfrm>
          <a:off x="0" y="0"/>
          <a:ext cx="0" cy="0"/>
          <a:chOff x="0" y="0"/>
          <a:chExt cx="0" cy="0"/>
        </a:xfrm>
      </p:grpSpPr>
      <p:sp>
        <p:nvSpPr>
          <p:cNvPr id="2" name="标题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rtl="0"/>
            <a:r>
              <a:rPr lang="zh-CN" altLang="en-US" noProof="1"/>
              <a:t>单击此处编辑母版标题样式</a:t>
            </a:r>
          </a:p>
        </p:txBody>
      </p:sp>
      <p:sp>
        <p:nvSpPr>
          <p:cNvPr id="11" name="文本占位符 2"/>
          <p:cNvSpPr>
            <a:spLocks noGrp="1"/>
          </p:cNvSpPr>
          <p:nvPr>
            <p:ph type="body" idx="13"/>
          </p:nvPr>
        </p:nvSpPr>
        <p:spPr>
          <a:xfrm>
            <a:off x="1295401" y="3630168"/>
            <a:ext cx="9609668" cy="841248"/>
          </a:xfrm>
        </p:spPr>
        <p:txBody>
          <a:bodyPr rtlCol="0"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zh-CN" altLang="en-US" noProof="1"/>
              <a:t>单击此处编辑母版文本样式</a:t>
            </a:r>
          </a:p>
        </p:txBody>
      </p:sp>
      <p:sp>
        <p:nvSpPr>
          <p:cNvPr id="3" name="文本占位符 2"/>
          <p:cNvSpPr>
            <a:spLocks noGrp="1"/>
          </p:cNvSpPr>
          <p:nvPr>
            <p:ph type="body" idx="1"/>
          </p:nvPr>
        </p:nvSpPr>
        <p:spPr>
          <a:xfrm>
            <a:off x="1295400" y="4470399"/>
            <a:ext cx="9609670" cy="1405467"/>
          </a:xfrm>
        </p:spPr>
        <p:txBody>
          <a:bodyPr rtlCol="0"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zh-CN" altLang="en-US" noProof="1"/>
              <a:t>单击此处编辑母版文本样式</a:t>
            </a:r>
          </a:p>
        </p:txBody>
      </p:sp>
      <p:sp>
        <p:nvSpPr>
          <p:cNvPr id="4" name="日期占位符 3"/>
          <p:cNvSpPr>
            <a:spLocks noGrp="1"/>
          </p:cNvSpPr>
          <p:nvPr>
            <p:ph type="dt" sz="half" idx="10"/>
          </p:nvPr>
        </p:nvSpPr>
        <p:spPr/>
        <p:txBody>
          <a:bodyPr rtlCol="0"/>
          <a:lstStyle/>
          <a:p>
            <a:pPr rtl="0"/>
            <a:fld id="{0FDEA5CD-0389-41D1-BD5B-2B5293EB71F8}" type="datetime1">
              <a:rPr lang="zh-CN" altLang="en-US" noProof="1" smtClean="0"/>
              <a:t>2024/5/10</a:t>
            </a:fld>
            <a:endParaRPr lang="zh-CN" altLang="en-US" noProof="1"/>
          </a:p>
        </p:txBody>
      </p:sp>
      <p:sp>
        <p:nvSpPr>
          <p:cNvPr id="5" name="页脚占位符 4"/>
          <p:cNvSpPr>
            <a:spLocks noGrp="1"/>
          </p:cNvSpPr>
          <p:nvPr>
            <p:ph type="ftr" sz="quarter" idx="11"/>
          </p:nvPr>
        </p:nvSpPr>
        <p:spPr/>
        <p:txBody>
          <a:bodyPr rtlCol="0"/>
          <a:lstStyle/>
          <a:p>
            <a:pPr rtl="0"/>
            <a:endParaRPr lang="zh-CN" altLang="en-US" noProof="1"/>
          </a:p>
        </p:txBody>
      </p:sp>
      <p:sp>
        <p:nvSpPr>
          <p:cNvPr id="6" name="灯片编号占位符 5"/>
          <p:cNvSpPr>
            <a:spLocks noGrp="1"/>
          </p:cNvSpPr>
          <p:nvPr>
            <p:ph type="sldNum" sz="quarter" idx="12"/>
          </p:nvPr>
        </p:nvSpPr>
        <p:spPr/>
        <p:txBody>
          <a:bodyPr rtlCol="0"/>
          <a:lstStyle/>
          <a:p>
            <a:pPr rtl="0"/>
            <a:fld id="{D57F1E4F-1CFF-5643-939E-217C01CDF565}" type="slidenum">
              <a:rPr lang="en-US" altLang="zh-CN" noProof="1" dirty="0" smtClean="0"/>
              <a:pPr/>
              <a:t>‹#›</a:t>
            </a:fld>
            <a:endParaRPr lang="zh-CN" altLang="en-US" noProof="1"/>
          </a:p>
        </p:txBody>
      </p:sp>
      <p:cxnSp>
        <p:nvCxnSpPr>
          <p:cNvPr id="15" name="直接连接符​​(S)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5252811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lvl1pPr algn="ctr">
              <a:defRPr/>
            </a:lvl1pPr>
          </a:lstStyle>
          <a:p>
            <a:pPr rtl="0"/>
            <a:r>
              <a:rPr lang="zh-CN" altLang="en-US" noProof="1"/>
              <a:t>单击此处编辑母版标题样式</a:t>
            </a:r>
          </a:p>
        </p:txBody>
      </p:sp>
      <p:sp>
        <p:nvSpPr>
          <p:cNvPr id="3" name="垂直文本占位符 2"/>
          <p:cNvSpPr>
            <a:spLocks noGrp="1"/>
          </p:cNvSpPr>
          <p:nvPr>
            <p:ph type="body" orient="vert" idx="1"/>
          </p:nvPr>
        </p:nvSpPr>
        <p:spPr/>
        <p:txBody>
          <a:bodyPr vert="eaVert" rtlCol="0" anchor="t"/>
          <a:lstStyle/>
          <a:p>
            <a:pPr lvl="0" rtl="0"/>
            <a:r>
              <a:rPr lang="zh-CN" altLang="en-US" noProof="1"/>
              <a:t>单击此处编辑母版文本样式</a:t>
            </a:r>
          </a:p>
          <a:p>
            <a:pPr lvl="1" rtl="0"/>
            <a:r>
              <a:rPr lang="zh-CN" altLang="en-US" noProof="1"/>
              <a:t>二级</a:t>
            </a:r>
          </a:p>
          <a:p>
            <a:pPr lvl="2" rtl="0"/>
            <a:r>
              <a:rPr lang="zh-CN" altLang="en-US" noProof="1"/>
              <a:t>三级</a:t>
            </a:r>
          </a:p>
          <a:p>
            <a:pPr lvl="3" rtl="0"/>
            <a:r>
              <a:rPr lang="zh-CN" altLang="en-US" noProof="1"/>
              <a:t>四级</a:t>
            </a:r>
          </a:p>
          <a:p>
            <a:pPr lvl="4" rtl="0"/>
            <a:r>
              <a:rPr lang="zh-CN" altLang="en-US" noProof="1"/>
              <a:t>五级</a:t>
            </a:r>
          </a:p>
        </p:txBody>
      </p:sp>
      <p:sp>
        <p:nvSpPr>
          <p:cNvPr id="4" name="日期占位符 3"/>
          <p:cNvSpPr>
            <a:spLocks noGrp="1"/>
          </p:cNvSpPr>
          <p:nvPr>
            <p:ph type="dt" sz="half" idx="10"/>
          </p:nvPr>
        </p:nvSpPr>
        <p:spPr/>
        <p:txBody>
          <a:bodyPr rtlCol="0"/>
          <a:lstStyle/>
          <a:p>
            <a:pPr rtl="0"/>
            <a:fld id="{EE7BB6EE-17A7-42DB-AC2E-0D10442F06A1}" type="datetime1">
              <a:rPr lang="zh-CN" altLang="en-US" noProof="1" smtClean="0"/>
              <a:t>2024/5/10</a:t>
            </a:fld>
            <a:endParaRPr lang="zh-CN" altLang="en-US" noProof="1"/>
          </a:p>
        </p:txBody>
      </p:sp>
      <p:sp>
        <p:nvSpPr>
          <p:cNvPr id="5" name="页脚占位符 4"/>
          <p:cNvSpPr>
            <a:spLocks noGrp="1"/>
          </p:cNvSpPr>
          <p:nvPr>
            <p:ph type="ftr" sz="quarter" idx="11"/>
          </p:nvPr>
        </p:nvSpPr>
        <p:spPr/>
        <p:txBody>
          <a:bodyPr rtlCol="0"/>
          <a:lstStyle/>
          <a:p>
            <a:pPr rtl="0"/>
            <a:endParaRPr lang="zh-CN" altLang="en-US" noProof="1"/>
          </a:p>
        </p:txBody>
      </p:sp>
      <p:sp>
        <p:nvSpPr>
          <p:cNvPr id="6" name="灯片编号占位符 5"/>
          <p:cNvSpPr>
            <a:spLocks noGrp="1"/>
          </p:cNvSpPr>
          <p:nvPr>
            <p:ph type="sldNum" sz="quarter" idx="12"/>
          </p:nvPr>
        </p:nvSpPr>
        <p:spPr/>
        <p:txBody>
          <a:bodyPr rtlCol="0"/>
          <a:lstStyle/>
          <a:p>
            <a:pPr rtl="0"/>
            <a:fld id="{D57F1E4F-1CFF-5643-939E-217C01CDF565}" type="slidenum">
              <a:rPr lang="en-US" altLang="zh-CN" noProof="1" dirty="0" smtClean="0"/>
              <a:pPr/>
              <a:t>‹#›</a:t>
            </a:fld>
            <a:endParaRPr lang="zh-CN" altLang="en-US" noProof="1"/>
          </a:p>
        </p:txBody>
      </p:sp>
      <p:cxnSp>
        <p:nvCxnSpPr>
          <p:cNvPr id="14" name="直接连接​符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366672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垂直标题与文本">
    <p:spTree>
      <p:nvGrpSpPr>
        <p:cNvPr id="1" name=""/>
        <p:cNvGrpSpPr/>
        <p:nvPr/>
      </p:nvGrpSpPr>
      <p:grpSpPr>
        <a:xfrm>
          <a:off x="0" y="0"/>
          <a:ext cx="0" cy="0"/>
          <a:chOff x="0" y="0"/>
          <a:chExt cx="0" cy="0"/>
        </a:xfrm>
      </p:grpSpPr>
      <p:sp>
        <p:nvSpPr>
          <p:cNvPr id="2" name="垂直标题 1"/>
          <p:cNvSpPr>
            <a:spLocks noGrp="1"/>
          </p:cNvSpPr>
          <p:nvPr>
            <p:ph type="title" orient="vert"/>
          </p:nvPr>
        </p:nvSpPr>
        <p:spPr>
          <a:xfrm>
            <a:off x="8999356" y="982131"/>
            <a:ext cx="1890895" cy="4893735"/>
          </a:xfrm>
        </p:spPr>
        <p:txBody>
          <a:bodyPr vert="eaVert" rtlCol="0"/>
          <a:lstStyle/>
          <a:p>
            <a:pPr rtl="0"/>
            <a:r>
              <a:rPr lang="zh-CN" altLang="en-US" noProof="1"/>
              <a:t>单击此处编辑母版标题样式</a:t>
            </a:r>
          </a:p>
        </p:txBody>
      </p:sp>
      <p:sp>
        <p:nvSpPr>
          <p:cNvPr id="3" name="垂直文本占位符 2"/>
          <p:cNvSpPr>
            <a:spLocks noGrp="1"/>
          </p:cNvSpPr>
          <p:nvPr>
            <p:ph type="body" orient="vert" idx="1"/>
          </p:nvPr>
        </p:nvSpPr>
        <p:spPr>
          <a:xfrm>
            <a:off x="1295398" y="982132"/>
            <a:ext cx="7433025" cy="4893734"/>
          </a:xfrm>
        </p:spPr>
        <p:txBody>
          <a:bodyPr vert="eaVert" rtlCol="0" anchor="t"/>
          <a:lstStyle/>
          <a:p>
            <a:pPr lvl="0" rtl="0"/>
            <a:r>
              <a:rPr lang="zh-CN" altLang="en-US" noProof="1"/>
              <a:t>单击此处编辑母版文本样式</a:t>
            </a:r>
          </a:p>
          <a:p>
            <a:pPr lvl="1" rtl="0"/>
            <a:r>
              <a:rPr lang="zh-CN" altLang="en-US" noProof="1"/>
              <a:t>二级</a:t>
            </a:r>
          </a:p>
          <a:p>
            <a:pPr lvl="2" rtl="0"/>
            <a:r>
              <a:rPr lang="zh-CN" altLang="en-US" noProof="1"/>
              <a:t>三级</a:t>
            </a:r>
          </a:p>
          <a:p>
            <a:pPr lvl="3" rtl="0"/>
            <a:r>
              <a:rPr lang="zh-CN" altLang="en-US" noProof="1"/>
              <a:t>四级</a:t>
            </a:r>
          </a:p>
          <a:p>
            <a:pPr lvl="4" rtl="0"/>
            <a:r>
              <a:rPr lang="zh-CN" altLang="en-US" noProof="1"/>
              <a:t>五级</a:t>
            </a:r>
          </a:p>
        </p:txBody>
      </p:sp>
      <p:sp>
        <p:nvSpPr>
          <p:cNvPr id="4" name="日期占位符 3"/>
          <p:cNvSpPr>
            <a:spLocks noGrp="1"/>
          </p:cNvSpPr>
          <p:nvPr>
            <p:ph type="dt" sz="half" idx="10"/>
          </p:nvPr>
        </p:nvSpPr>
        <p:spPr/>
        <p:txBody>
          <a:bodyPr rtlCol="0"/>
          <a:lstStyle/>
          <a:p>
            <a:pPr rtl="0"/>
            <a:fld id="{DD57EA0A-B8EE-43CD-A8A6-4A3133711B6F}" type="datetime1">
              <a:rPr lang="zh-CN" altLang="en-US" noProof="1" smtClean="0"/>
              <a:t>2024/5/10</a:t>
            </a:fld>
            <a:endParaRPr lang="zh-CN" altLang="en-US" noProof="1"/>
          </a:p>
        </p:txBody>
      </p:sp>
      <p:sp>
        <p:nvSpPr>
          <p:cNvPr id="5" name="页脚占位符 4"/>
          <p:cNvSpPr>
            <a:spLocks noGrp="1"/>
          </p:cNvSpPr>
          <p:nvPr>
            <p:ph type="ftr" sz="quarter" idx="11"/>
          </p:nvPr>
        </p:nvSpPr>
        <p:spPr/>
        <p:txBody>
          <a:bodyPr rtlCol="0"/>
          <a:lstStyle/>
          <a:p>
            <a:pPr rtl="0"/>
            <a:endParaRPr lang="zh-CN" altLang="en-US" noProof="1"/>
          </a:p>
        </p:txBody>
      </p:sp>
      <p:sp>
        <p:nvSpPr>
          <p:cNvPr id="6" name="灯片编号占位符 5"/>
          <p:cNvSpPr>
            <a:spLocks noGrp="1"/>
          </p:cNvSpPr>
          <p:nvPr>
            <p:ph type="sldNum" sz="quarter" idx="12"/>
          </p:nvPr>
        </p:nvSpPr>
        <p:spPr/>
        <p:txBody>
          <a:bodyPr rtlCol="0"/>
          <a:lstStyle/>
          <a:p>
            <a:pPr rtl="0"/>
            <a:fld id="{D57F1E4F-1CFF-5643-939E-217C01CDF565}" type="slidenum">
              <a:rPr lang="en-US" altLang="zh-CN" noProof="1" dirty="0" smtClean="0"/>
              <a:pPr/>
              <a:t>‹#›</a:t>
            </a:fld>
            <a:endParaRPr lang="zh-CN" altLang="en-US" noProof="1"/>
          </a:p>
        </p:txBody>
      </p:sp>
      <p:cxnSp>
        <p:nvCxnSpPr>
          <p:cNvPr id="14" name="直接连接​符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5801520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Blank-OfficePLUS">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60961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图片 6" descr="HD-PanelContent-GrommetsCombined.png"/>
          <p:cNvPicPr>
            <a:picLocks noChangeAspect="1"/>
          </p:cNvPicPr>
          <p:nvPr/>
        </p:nvPicPr>
        <p:blipFill>
          <a:blip r:embed="rId20" cstate="email">
            <a:extLst>
              <a:ext uri="{28A0092B-C50C-407E-A947-70E740481C1C}">
                <a14:useLocalDpi xmlns:a14="http://schemas.microsoft.com/office/drawing/2010/main"/>
              </a:ext>
            </a:extLst>
          </a:blip>
          <a:stretch>
            <a:fillRect/>
          </a:stretch>
        </p:blipFill>
        <p:spPr>
          <a:xfrm>
            <a:off x="0" y="0"/>
            <a:ext cx="12188825" cy="6856214"/>
          </a:xfrm>
          <a:prstGeom prst="rect">
            <a:avLst/>
          </a:prstGeom>
        </p:spPr>
      </p:pic>
      <p:sp>
        <p:nvSpPr>
          <p:cNvPr id="2" name="标题占位符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pPr rtl="0"/>
            <a:r>
              <a:rPr lang="zh-CN" altLang="en-US" noProof="1"/>
              <a:t>单击此处编辑母版标题样式</a:t>
            </a:r>
          </a:p>
        </p:txBody>
      </p:sp>
      <p:sp>
        <p:nvSpPr>
          <p:cNvPr id="3" name="文本占位符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rtl="0"/>
            <a:r>
              <a:rPr lang="zh-CN" altLang="en-US" noProof="1"/>
              <a:t>单击此处编辑母版文本样式</a:t>
            </a:r>
          </a:p>
          <a:p>
            <a:pPr lvl="1" rtl="0"/>
            <a:r>
              <a:rPr lang="zh-CN" altLang="en-US" noProof="1"/>
              <a:t>第二级</a:t>
            </a:r>
          </a:p>
          <a:p>
            <a:pPr lvl="2" rtl="0"/>
            <a:r>
              <a:rPr lang="zh-CN" altLang="en-US" noProof="1"/>
              <a:t>第三级</a:t>
            </a:r>
          </a:p>
          <a:p>
            <a:pPr lvl="3" rtl="0"/>
            <a:r>
              <a:rPr lang="zh-CN" altLang="en-US" noProof="1"/>
              <a:t>第四级</a:t>
            </a:r>
          </a:p>
          <a:p>
            <a:pPr lvl="4" rtl="0"/>
            <a:r>
              <a:rPr lang="zh-CN" altLang="en-US" noProof="1"/>
              <a:t>第五级</a:t>
            </a:r>
          </a:p>
        </p:txBody>
      </p:sp>
      <p:sp>
        <p:nvSpPr>
          <p:cNvPr id="4" name="日期占位符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baseline="0">
                <a:solidFill>
                  <a:schemeClr val="tx1"/>
                </a:solidFill>
                <a:effectLst/>
                <a:latin typeface="Microsoft YaHei UI" panose="020B0503020204020204" pitchFamily="34" charset="-122"/>
                <a:ea typeface="Microsoft YaHei UI" panose="020B0503020204020204" pitchFamily="34" charset="-122"/>
              </a:defRPr>
            </a:lvl1pPr>
          </a:lstStyle>
          <a:p>
            <a:fld id="{1BB7843A-0CA6-4CE0-BB41-C1AA1D31064A}" type="datetime1">
              <a:rPr lang="en-US" altLang="zh-CN" noProof="1" smtClean="0"/>
              <a:pPr/>
              <a:t>5/10/2024</a:t>
            </a:fld>
            <a:endParaRPr lang="zh-CN" altLang="en-US" noProof="1"/>
          </a:p>
        </p:txBody>
      </p:sp>
      <p:sp>
        <p:nvSpPr>
          <p:cNvPr id="5" name="页脚占位符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baseline="0">
                <a:solidFill>
                  <a:schemeClr val="tx1"/>
                </a:solidFill>
                <a:effectLst/>
                <a:latin typeface="Microsoft YaHei UI" panose="020B0503020204020204" pitchFamily="34" charset="-122"/>
                <a:ea typeface="Microsoft YaHei UI" panose="020B0503020204020204" pitchFamily="34" charset="-122"/>
              </a:defRPr>
            </a:lvl1pPr>
          </a:lstStyle>
          <a:p>
            <a:endParaRPr lang="zh-CN" altLang="en-US" noProof="1"/>
          </a:p>
        </p:txBody>
      </p:sp>
      <p:sp>
        <p:nvSpPr>
          <p:cNvPr id="6" name="幻灯片编号占位符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baseline="0">
                <a:solidFill>
                  <a:schemeClr val="tx1"/>
                </a:solidFill>
                <a:effectLst/>
                <a:latin typeface="Microsoft YaHei UI" panose="020B0503020204020204" pitchFamily="34" charset="-122"/>
                <a:ea typeface="Microsoft YaHei UI" panose="020B0503020204020204" pitchFamily="34" charset="-122"/>
              </a:defRPr>
            </a:lvl1pPr>
          </a:lstStyle>
          <a:p>
            <a:fld id="{D57F1E4F-1CFF-5643-939E-217C01CDF565}" type="slidenum">
              <a:rPr lang="en-US" altLang="zh-CN" noProof="1" smtClean="0"/>
              <a:pPr/>
              <a:t>‹#›</a:t>
            </a:fld>
            <a:endParaRPr lang="zh-CN" altLang="en-US" noProof="1"/>
          </a:p>
        </p:txBody>
      </p:sp>
    </p:spTree>
    <p:extLst>
      <p:ext uri="{BB962C8B-B14F-4D97-AF65-F5344CB8AC3E}">
        <p14:creationId xmlns:p14="http://schemas.microsoft.com/office/powerpoint/2010/main" val="1170650840"/>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 id="2147483701" r:id="rId13"/>
    <p:sldLayoutId id="2147483702" r:id="rId14"/>
    <p:sldLayoutId id="2147483703" r:id="rId15"/>
    <p:sldLayoutId id="2147483704" r:id="rId16"/>
    <p:sldLayoutId id="2147483705" r:id="rId17"/>
    <p:sldLayoutId id="2147483706" r:id="rId18"/>
  </p:sldLayoutIdLst>
  <p:hf sldNum="0" hdr="0" ftr="0" dt="0"/>
  <p:txStyles>
    <p:titleStyle>
      <a:lvl1pPr algn="ctr" defTabSz="457200" rtl="0" eaLnBrk="1" latinLnBrk="0" hangingPunct="1">
        <a:spcBef>
          <a:spcPct val="0"/>
        </a:spcBef>
        <a:buNone/>
        <a:defRPr sz="4400" kern="1200" cap="none" baseline="0">
          <a:ln w="3175" cmpd="sng">
            <a:noFill/>
          </a:ln>
          <a:solidFill>
            <a:schemeClr val="tx1">
              <a:lumMod val="85000"/>
              <a:lumOff val="15000"/>
            </a:schemeClr>
          </a:solidFill>
          <a:effectLst/>
          <a:latin typeface="Microsoft YaHei UI" panose="020B0503020204020204" pitchFamily="34" charset="-122"/>
          <a:ea typeface="Microsoft YaHei UI" panose="020B0503020204020204" pitchFamily="3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baseline="0">
          <a:solidFill>
            <a:schemeClr val="tx1">
              <a:lumMod val="85000"/>
              <a:lumOff val="15000"/>
            </a:schemeClr>
          </a:solidFill>
          <a:effectLst/>
          <a:latin typeface="Microsoft YaHei UI" panose="020B0503020204020204" pitchFamily="34" charset="-122"/>
          <a:ea typeface="Microsoft YaHei UI" panose="020B0503020204020204" pitchFamily="34" charset="-122"/>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baseline="0">
          <a:solidFill>
            <a:schemeClr val="tx1">
              <a:lumMod val="85000"/>
              <a:lumOff val="15000"/>
            </a:schemeClr>
          </a:solidFill>
          <a:effectLst/>
          <a:latin typeface="Microsoft YaHei UI" panose="020B0503020204020204" pitchFamily="34" charset="-122"/>
          <a:ea typeface="Microsoft YaHei UI" panose="020B0503020204020204" pitchFamily="34" charset="-122"/>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baseline="0">
          <a:solidFill>
            <a:schemeClr val="tx1">
              <a:lumMod val="85000"/>
              <a:lumOff val="15000"/>
            </a:schemeClr>
          </a:solidFill>
          <a:effectLst/>
          <a:latin typeface="Microsoft YaHei UI" panose="020B0503020204020204" pitchFamily="34" charset="-122"/>
          <a:ea typeface="Microsoft YaHei UI" panose="020B0503020204020204" pitchFamily="34" charset="-122"/>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baseline="0">
          <a:solidFill>
            <a:schemeClr val="tx1">
              <a:lumMod val="85000"/>
              <a:lumOff val="15000"/>
            </a:schemeClr>
          </a:solidFill>
          <a:effectLst/>
          <a:latin typeface="Microsoft YaHei UI" panose="020B0503020204020204" pitchFamily="34" charset="-122"/>
          <a:ea typeface="Microsoft YaHei UI" panose="020B0503020204020204" pitchFamily="34" charset="-122"/>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baseline="0">
          <a:solidFill>
            <a:schemeClr val="tx1">
              <a:lumMod val="85000"/>
              <a:lumOff val="15000"/>
            </a:schemeClr>
          </a:solidFill>
          <a:effectLst/>
          <a:latin typeface="Microsoft YaHei UI" panose="020B0503020204020204" pitchFamily="34" charset="-122"/>
          <a:ea typeface="Microsoft YaHei UI" panose="020B0503020204020204" pitchFamily="34" charset="-122"/>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webp"/><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5.webp"/><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webp"/><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8.webp"/><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jp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hyperlink" Target="https://www.brainfacts.org/For-Educators/Programs-and-Events/Brain-Awareness-Video-Contest" TargetMode="External"/><Relationship Id="rId2" Type="http://schemas.openxmlformats.org/officeDocument/2006/relationships/image" Target="../media/image7.jp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jpg"/><Relationship Id="rId7" Type="http://schemas.openxmlformats.org/officeDocument/2006/relationships/customXml" Target="../ink/ink2.xml"/><Relationship Id="rId2" Type="http://schemas.openxmlformats.org/officeDocument/2006/relationships/notesSlide" Target="../notesSlides/notesSlide7.xml"/><Relationship Id="rId1" Type="http://schemas.openxmlformats.org/officeDocument/2006/relationships/slideLayout" Target="../slideLayouts/slideLayout18.xml"/><Relationship Id="rId6" Type="http://schemas.openxmlformats.org/officeDocument/2006/relationships/image" Target="../media/image110.png"/><Relationship Id="rId5" Type="http://schemas.openxmlformats.org/officeDocument/2006/relationships/customXml" Target="../ink/ink1.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9.xml"/><Relationship Id="rId1" Type="http://schemas.openxmlformats.org/officeDocument/2006/relationships/slideLayout" Target="../slideLayouts/slideLayout18.xml"/><Relationship Id="rId5" Type="http://schemas.openxmlformats.org/officeDocument/2006/relationships/image" Target="../media/image14.sv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0.xml"/><Relationship Id="rId1" Type="http://schemas.openxmlformats.org/officeDocument/2006/relationships/slideLayout" Target="../slideLayouts/slideLayout18.xml"/><Relationship Id="rId5" Type="http://schemas.openxmlformats.org/officeDocument/2006/relationships/image" Target="../media/image16.svg"/><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3" Type="http://schemas.openxmlformats.org/officeDocument/2006/relationships/image" Target="../media/image17.webp"/><Relationship Id="rId2" Type="http://schemas.openxmlformats.org/officeDocument/2006/relationships/image" Target="../media/image7.jp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3" Type="http://schemas.openxmlformats.org/officeDocument/2006/relationships/image" Target="../media/image17.webp"/><Relationship Id="rId2" Type="http://schemas.openxmlformats.org/officeDocument/2006/relationships/image" Target="../media/image7.jpg"/><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8.webp"/><Relationship Id="rId7" Type="http://schemas.openxmlformats.org/officeDocument/2006/relationships/diagramColors" Target="../diagrams/colors1.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22.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18.webp"/><Relationship Id="rId7" Type="http://schemas.openxmlformats.org/officeDocument/2006/relationships/diagramColors" Target="../diagrams/colors2.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23.xml.rels><?xml version="1.0" encoding="UTF-8" standalone="yes"?>
<Relationships xmlns="http://schemas.openxmlformats.org/package/2006/relationships"><Relationship Id="rId3" Type="http://schemas.openxmlformats.org/officeDocument/2006/relationships/image" Target="../media/image19.webp"/><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9.webp"/><Relationship Id="rId2" Type="http://schemas.openxmlformats.org/officeDocument/2006/relationships/notesSlide" Target="../notesSlides/notesSlide16.xml"/><Relationship Id="rId1" Type="http://schemas.openxmlformats.org/officeDocument/2006/relationships/slideLayout" Target="../slideLayouts/slideLayout11.xml"/><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30000" r="-30000"/>
          </a:stretch>
        </a:blipFill>
        <a:effectLst/>
      </p:bgPr>
    </p:bg>
    <p:spTree>
      <p:nvGrpSpPr>
        <p:cNvPr id="1" name=""/>
        <p:cNvGrpSpPr/>
        <p:nvPr/>
      </p:nvGrpSpPr>
      <p:grpSpPr>
        <a:xfrm>
          <a:off x="0" y="0"/>
          <a:ext cx="0" cy="0"/>
          <a:chOff x="0" y="0"/>
          <a:chExt cx="0" cy="0"/>
        </a:xfrm>
      </p:grpSpPr>
      <p:grpSp>
        <p:nvGrpSpPr>
          <p:cNvPr id="10" name="组 9">
            <a:extLst>
              <a:ext uri="{FF2B5EF4-FFF2-40B4-BE49-F238E27FC236}">
                <a16:creationId xmlns:a16="http://schemas.microsoft.com/office/drawing/2014/main" id="{EF41A68A-8CD1-4105-B4EC-A56286CB0F4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202616" y="1411015"/>
            <a:ext cx="7808159" cy="4103960"/>
            <a:chOff x="2202616" y="1411015"/>
            <a:chExt cx="7808159" cy="4103960"/>
          </a:xfrm>
        </p:grpSpPr>
        <p:sp>
          <p:nvSpPr>
            <p:cNvPr id="11" name="任意多边形 16">
              <a:extLst>
                <a:ext uri="{FF2B5EF4-FFF2-40B4-BE49-F238E27FC236}">
                  <a16:creationId xmlns:a16="http://schemas.microsoft.com/office/drawing/2014/main" id="{7B955F46-02E4-4A82-96F5-CBAFDD4A74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02616" y="1411015"/>
              <a:ext cx="7808159" cy="4103960"/>
            </a:xfrm>
            <a:custGeom>
              <a:avLst/>
              <a:gdLst>
                <a:gd name="connsiteX0" fmla="*/ 7589084 w 7808159"/>
                <a:gd name="connsiteY0" fmla="*/ 3803605 h 4103960"/>
                <a:gd name="connsiteX1" fmla="*/ 7512884 w 7808159"/>
                <a:gd name="connsiteY1" fmla="*/ 3879805 h 4103960"/>
                <a:gd name="connsiteX2" fmla="*/ 7589084 w 7808159"/>
                <a:gd name="connsiteY2" fmla="*/ 3956005 h 4103960"/>
                <a:gd name="connsiteX3" fmla="*/ 7665284 w 7808159"/>
                <a:gd name="connsiteY3" fmla="*/ 3879805 h 4103960"/>
                <a:gd name="connsiteX4" fmla="*/ 7589084 w 7808159"/>
                <a:gd name="connsiteY4" fmla="*/ 3803605 h 4103960"/>
                <a:gd name="connsiteX5" fmla="*/ 197684 w 7808159"/>
                <a:gd name="connsiteY5" fmla="*/ 3803605 h 4103960"/>
                <a:gd name="connsiteX6" fmla="*/ 121484 w 7808159"/>
                <a:gd name="connsiteY6" fmla="*/ 3879805 h 4103960"/>
                <a:gd name="connsiteX7" fmla="*/ 197684 w 7808159"/>
                <a:gd name="connsiteY7" fmla="*/ 3956005 h 4103960"/>
                <a:gd name="connsiteX8" fmla="*/ 273884 w 7808159"/>
                <a:gd name="connsiteY8" fmla="*/ 3879805 h 4103960"/>
                <a:gd name="connsiteX9" fmla="*/ 197684 w 7808159"/>
                <a:gd name="connsiteY9" fmla="*/ 3803605 h 4103960"/>
                <a:gd name="connsiteX10" fmla="*/ 7604324 w 7808159"/>
                <a:gd name="connsiteY10" fmla="*/ 130765 h 4103960"/>
                <a:gd name="connsiteX11" fmla="*/ 7528124 w 7808159"/>
                <a:gd name="connsiteY11" fmla="*/ 206965 h 4103960"/>
                <a:gd name="connsiteX12" fmla="*/ 7604324 w 7808159"/>
                <a:gd name="connsiteY12" fmla="*/ 283165 h 4103960"/>
                <a:gd name="connsiteX13" fmla="*/ 7680524 w 7808159"/>
                <a:gd name="connsiteY13" fmla="*/ 206965 h 4103960"/>
                <a:gd name="connsiteX14" fmla="*/ 7604324 w 7808159"/>
                <a:gd name="connsiteY14" fmla="*/ 130765 h 4103960"/>
                <a:gd name="connsiteX15" fmla="*/ 197684 w 7808159"/>
                <a:gd name="connsiteY15" fmla="*/ 130765 h 4103960"/>
                <a:gd name="connsiteX16" fmla="*/ 121484 w 7808159"/>
                <a:gd name="connsiteY16" fmla="*/ 206965 h 4103960"/>
                <a:gd name="connsiteX17" fmla="*/ 197684 w 7808159"/>
                <a:gd name="connsiteY17" fmla="*/ 283165 h 4103960"/>
                <a:gd name="connsiteX18" fmla="*/ 273884 w 7808159"/>
                <a:gd name="connsiteY18" fmla="*/ 206965 h 4103960"/>
                <a:gd name="connsiteX19" fmla="*/ 197684 w 7808159"/>
                <a:gd name="connsiteY19" fmla="*/ 130765 h 4103960"/>
                <a:gd name="connsiteX20" fmla="*/ 0 w 7808159"/>
                <a:gd name="connsiteY20" fmla="*/ 0 h 4103960"/>
                <a:gd name="connsiteX21" fmla="*/ 7808159 w 7808159"/>
                <a:gd name="connsiteY21" fmla="*/ 0 h 4103960"/>
                <a:gd name="connsiteX22" fmla="*/ 7808159 w 7808159"/>
                <a:gd name="connsiteY22" fmla="*/ 4103960 h 4103960"/>
                <a:gd name="connsiteX23" fmla="*/ 0 w 7808159"/>
                <a:gd name="connsiteY23" fmla="*/ 4103960 h 4103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808159" h="4103960">
                  <a:moveTo>
                    <a:pt x="7589084" y="3803605"/>
                  </a:moveTo>
                  <a:cubicBezTo>
                    <a:pt x="7547000" y="3803605"/>
                    <a:pt x="7512884" y="3837721"/>
                    <a:pt x="7512884" y="3879805"/>
                  </a:cubicBezTo>
                  <a:cubicBezTo>
                    <a:pt x="7512884" y="3921889"/>
                    <a:pt x="7547000" y="3956005"/>
                    <a:pt x="7589084" y="3956005"/>
                  </a:cubicBezTo>
                  <a:cubicBezTo>
                    <a:pt x="7631168" y="3956005"/>
                    <a:pt x="7665284" y="3921889"/>
                    <a:pt x="7665284" y="3879805"/>
                  </a:cubicBezTo>
                  <a:cubicBezTo>
                    <a:pt x="7665284" y="3837721"/>
                    <a:pt x="7631168" y="3803605"/>
                    <a:pt x="7589084" y="3803605"/>
                  </a:cubicBezTo>
                  <a:close/>
                  <a:moveTo>
                    <a:pt x="197684" y="3803605"/>
                  </a:moveTo>
                  <a:cubicBezTo>
                    <a:pt x="155600" y="3803605"/>
                    <a:pt x="121484" y="3837721"/>
                    <a:pt x="121484" y="3879805"/>
                  </a:cubicBezTo>
                  <a:cubicBezTo>
                    <a:pt x="121484" y="3921889"/>
                    <a:pt x="155600" y="3956005"/>
                    <a:pt x="197684" y="3956005"/>
                  </a:cubicBezTo>
                  <a:cubicBezTo>
                    <a:pt x="239768" y="3956005"/>
                    <a:pt x="273884" y="3921889"/>
                    <a:pt x="273884" y="3879805"/>
                  </a:cubicBezTo>
                  <a:cubicBezTo>
                    <a:pt x="273884" y="3837721"/>
                    <a:pt x="239768" y="3803605"/>
                    <a:pt x="197684" y="3803605"/>
                  </a:cubicBezTo>
                  <a:close/>
                  <a:moveTo>
                    <a:pt x="7604324" y="130765"/>
                  </a:moveTo>
                  <a:cubicBezTo>
                    <a:pt x="7562240" y="130765"/>
                    <a:pt x="7528124" y="164881"/>
                    <a:pt x="7528124" y="206965"/>
                  </a:cubicBezTo>
                  <a:cubicBezTo>
                    <a:pt x="7528124" y="249049"/>
                    <a:pt x="7562240" y="283165"/>
                    <a:pt x="7604324" y="283165"/>
                  </a:cubicBezTo>
                  <a:cubicBezTo>
                    <a:pt x="7646408" y="283165"/>
                    <a:pt x="7680524" y="249049"/>
                    <a:pt x="7680524" y="206965"/>
                  </a:cubicBezTo>
                  <a:cubicBezTo>
                    <a:pt x="7680524" y="164881"/>
                    <a:pt x="7646408" y="130765"/>
                    <a:pt x="7604324" y="130765"/>
                  </a:cubicBezTo>
                  <a:close/>
                  <a:moveTo>
                    <a:pt x="197684" y="130765"/>
                  </a:moveTo>
                  <a:cubicBezTo>
                    <a:pt x="155600" y="130765"/>
                    <a:pt x="121484" y="164881"/>
                    <a:pt x="121484" y="206965"/>
                  </a:cubicBezTo>
                  <a:cubicBezTo>
                    <a:pt x="121484" y="249049"/>
                    <a:pt x="155600" y="283165"/>
                    <a:pt x="197684" y="283165"/>
                  </a:cubicBezTo>
                  <a:cubicBezTo>
                    <a:pt x="239768" y="283165"/>
                    <a:pt x="273884" y="249049"/>
                    <a:pt x="273884" y="206965"/>
                  </a:cubicBezTo>
                  <a:cubicBezTo>
                    <a:pt x="273884" y="164881"/>
                    <a:pt x="239768" y="130765"/>
                    <a:pt x="197684" y="130765"/>
                  </a:cubicBezTo>
                  <a:close/>
                  <a:moveTo>
                    <a:pt x="0" y="0"/>
                  </a:moveTo>
                  <a:lnTo>
                    <a:pt x="7808159" y="0"/>
                  </a:lnTo>
                  <a:lnTo>
                    <a:pt x="7808159" y="4103960"/>
                  </a:lnTo>
                  <a:lnTo>
                    <a:pt x="0" y="4103960"/>
                  </a:lnTo>
                  <a:close/>
                </a:path>
              </a:pathLst>
            </a:custGeom>
            <a:blipFill dpi="0" rotWithShape="1">
              <a:blip r:embed="rId4">
                <a:alphaModFix amt="83000"/>
                <a:duotone>
                  <a:schemeClr val="bg2">
                    <a:shade val="45000"/>
                    <a:satMod val="135000"/>
                  </a:schemeClr>
                  <a:prstClr val="white"/>
                </a:duotone>
              </a:blip>
              <a:srcRect/>
              <a:tile tx="0" ty="0" sx="90000" sy="100000" flip="none" algn="ctr"/>
            </a:blipFill>
            <a:ln>
              <a:noFill/>
            </a:ln>
            <a:effectLst>
              <a:outerShdw blurRad="114300" dist="127000" dir="5400000" sx="99000" sy="99000" algn="t" rotWithShape="0">
                <a:prstClr val="black">
                  <a:alpha val="40000"/>
                </a:prstClr>
              </a:outerShdw>
            </a:effectLst>
            <a:scene3d>
              <a:camera prst="orthographicFront"/>
              <a:lightRig rig="twoPt" dir="t"/>
            </a:scene3d>
            <a:sp3d contourW="6350">
              <a:bevelT w="12700" h="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1">
                <a:latin typeface="Microsoft YaHei UI" panose="020B0503020204020204" pitchFamily="34" charset="-122"/>
                <a:ea typeface="Microsoft YaHei UI" panose="020B0503020204020204" pitchFamily="34" charset="-122"/>
              </a:endParaRPr>
            </a:p>
          </p:txBody>
        </p:sp>
        <p:grpSp>
          <p:nvGrpSpPr>
            <p:cNvPr id="12" name="组 11">
              <a:extLst>
                <a:ext uri="{FF2B5EF4-FFF2-40B4-BE49-F238E27FC236}">
                  <a16:creationId xmlns:a16="http://schemas.microsoft.com/office/drawing/2014/main" id="{879775EF-026C-4E4A-873B-185915FB4FC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278995" y="1501257"/>
              <a:ext cx="7645811" cy="3928374"/>
              <a:chOff x="2278995" y="1501257"/>
              <a:chExt cx="7645811" cy="3928374"/>
            </a:xfrm>
          </p:grpSpPr>
          <p:sp>
            <p:nvSpPr>
              <p:cNvPr id="13" name="同心圆 19">
                <a:extLst>
                  <a:ext uri="{FF2B5EF4-FFF2-40B4-BE49-F238E27FC236}">
                    <a16:creationId xmlns:a16="http://schemas.microsoft.com/office/drawing/2014/main" id="{400D0967-F02F-4275-8520-75D52A1DF6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77918" y="1501257"/>
                <a:ext cx="246888" cy="246888"/>
              </a:xfrm>
              <a:prstGeom prst="donut">
                <a:avLst>
                  <a:gd name="adj" fmla="val 26304"/>
                </a:avLst>
              </a:prstGeom>
              <a:gradFill>
                <a:gsLst>
                  <a:gs pos="20000">
                    <a:srgbClr val="949494"/>
                  </a:gs>
                  <a:gs pos="30000">
                    <a:srgbClr val="B2B2B2"/>
                  </a:gs>
                  <a:gs pos="51000">
                    <a:srgbClr val="E0DEDE">
                      <a:lumMod val="92000"/>
                    </a:srgbClr>
                  </a:gs>
                  <a:gs pos="8000">
                    <a:schemeClr val="bg1">
                      <a:lumMod val="41000"/>
                      <a:lumOff val="59000"/>
                    </a:schemeClr>
                  </a:gs>
                  <a:gs pos="89000">
                    <a:srgbClr val="7A7A7A"/>
                  </a:gs>
                </a:gsLst>
                <a:lin ang="3600000" scaled="0"/>
              </a:gradFill>
              <a:ln>
                <a:noFill/>
              </a:ln>
              <a:effectLst>
                <a:outerShdw blurRad="63500" sx="101000" sy="101000" algn="ctr" rotWithShape="0">
                  <a:prstClr val="black">
                    <a:alpha val="48000"/>
                  </a:prstClr>
                </a:outerShdw>
              </a:effectLst>
              <a:scene3d>
                <a:camera prst="orthographicFront"/>
                <a:lightRig rig="threePt" dir="t">
                  <a:rot lat="0" lon="0" rev="21360000"/>
                </a:lightRig>
              </a:scene3d>
              <a:sp3d>
                <a:bevelT w="19050" h="31750"/>
                <a:contourClr>
                  <a:srgbClr val="F1F1F1"/>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1">
                  <a:solidFill>
                    <a:schemeClr val="tx1"/>
                  </a:solidFill>
                  <a:latin typeface="Microsoft YaHei UI" panose="020B0503020204020204" pitchFamily="34" charset="-122"/>
                  <a:ea typeface="Microsoft YaHei UI" panose="020B0503020204020204" pitchFamily="34" charset="-122"/>
                </a:endParaRPr>
              </a:p>
            </p:txBody>
          </p:sp>
          <p:sp>
            <p:nvSpPr>
              <p:cNvPr id="14" name="同心圆 21">
                <a:extLst>
                  <a:ext uri="{FF2B5EF4-FFF2-40B4-BE49-F238E27FC236}">
                    <a16:creationId xmlns:a16="http://schemas.microsoft.com/office/drawing/2014/main" id="{B4B16BA1-0F90-43DD-9D6C-6F196A15A3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73719" y="5174722"/>
                <a:ext cx="246888" cy="246888"/>
              </a:xfrm>
              <a:prstGeom prst="donut">
                <a:avLst>
                  <a:gd name="adj" fmla="val 26304"/>
                </a:avLst>
              </a:prstGeom>
              <a:gradFill>
                <a:gsLst>
                  <a:gs pos="20000">
                    <a:srgbClr val="949494"/>
                  </a:gs>
                  <a:gs pos="30000">
                    <a:srgbClr val="B2B2B2"/>
                  </a:gs>
                  <a:gs pos="51000">
                    <a:srgbClr val="E0DEDE">
                      <a:lumMod val="92000"/>
                    </a:srgbClr>
                  </a:gs>
                  <a:gs pos="8000">
                    <a:schemeClr val="bg1">
                      <a:lumMod val="41000"/>
                      <a:lumOff val="59000"/>
                    </a:schemeClr>
                  </a:gs>
                  <a:gs pos="89000">
                    <a:srgbClr val="7A7A7A"/>
                  </a:gs>
                </a:gsLst>
                <a:lin ang="3600000" scaled="0"/>
              </a:gradFill>
              <a:ln>
                <a:noFill/>
              </a:ln>
              <a:effectLst>
                <a:outerShdw blurRad="63500" sx="101000" sy="101000" algn="ctr" rotWithShape="0">
                  <a:prstClr val="black">
                    <a:alpha val="48000"/>
                  </a:prstClr>
                </a:outerShdw>
              </a:effectLst>
              <a:scene3d>
                <a:camera prst="orthographicFront"/>
                <a:lightRig rig="threePt" dir="t">
                  <a:rot lat="0" lon="0" rev="21360000"/>
                </a:lightRig>
              </a:scene3d>
              <a:sp3d>
                <a:bevelT w="19050" h="31750"/>
                <a:contourClr>
                  <a:srgbClr val="F1F1F1"/>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1">
                  <a:solidFill>
                    <a:schemeClr val="tx1"/>
                  </a:solidFill>
                  <a:latin typeface="Microsoft YaHei UI" panose="020B0503020204020204" pitchFamily="34" charset="-122"/>
                  <a:ea typeface="Microsoft YaHei UI" panose="020B0503020204020204" pitchFamily="34" charset="-122"/>
                </a:endParaRPr>
              </a:p>
            </p:txBody>
          </p:sp>
          <p:sp>
            <p:nvSpPr>
              <p:cNvPr id="15" name="同心圆 22">
                <a:extLst>
                  <a:ext uri="{FF2B5EF4-FFF2-40B4-BE49-F238E27FC236}">
                    <a16:creationId xmlns:a16="http://schemas.microsoft.com/office/drawing/2014/main" id="{7B652CBC-3D51-4C0E-8DDE-2C4A49B387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78995" y="1501257"/>
                <a:ext cx="246888" cy="246888"/>
              </a:xfrm>
              <a:prstGeom prst="donut">
                <a:avLst>
                  <a:gd name="adj" fmla="val 26304"/>
                </a:avLst>
              </a:prstGeom>
              <a:gradFill>
                <a:gsLst>
                  <a:gs pos="20000">
                    <a:srgbClr val="949494"/>
                  </a:gs>
                  <a:gs pos="30000">
                    <a:srgbClr val="B2B2B2"/>
                  </a:gs>
                  <a:gs pos="51000">
                    <a:srgbClr val="E0DEDE">
                      <a:lumMod val="92000"/>
                    </a:srgbClr>
                  </a:gs>
                  <a:gs pos="8000">
                    <a:schemeClr val="bg1">
                      <a:lumMod val="41000"/>
                      <a:lumOff val="59000"/>
                    </a:schemeClr>
                  </a:gs>
                  <a:gs pos="89000">
                    <a:srgbClr val="7A7A7A"/>
                  </a:gs>
                </a:gsLst>
                <a:lin ang="3600000" scaled="0"/>
              </a:gradFill>
              <a:ln>
                <a:noFill/>
              </a:ln>
              <a:effectLst>
                <a:outerShdw blurRad="63500" sx="101000" sy="101000" algn="ctr" rotWithShape="0">
                  <a:prstClr val="black">
                    <a:alpha val="48000"/>
                  </a:prstClr>
                </a:outerShdw>
              </a:effectLst>
              <a:scene3d>
                <a:camera prst="orthographicFront"/>
                <a:lightRig rig="threePt" dir="t">
                  <a:rot lat="0" lon="0" rev="21360000"/>
                </a:lightRig>
              </a:scene3d>
              <a:sp3d>
                <a:bevelT w="19050" h="31750"/>
                <a:contourClr>
                  <a:srgbClr val="F1F1F1"/>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1">
                  <a:solidFill>
                    <a:schemeClr val="tx1"/>
                  </a:solidFill>
                  <a:latin typeface="Microsoft YaHei UI" panose="020B0503020204020204" pitchFamily="34" charset="-122"/>
                  <a:ea typeface="Microsoft YaHei UI" panose="020B0503020204020204" pitchFamily="34" charset="-122"/>
                </a:endParaRPr>
              </a:p>
            </p:txBody>
          </p:sp>
          <p:sp>
            <p:nvSpPr>
              <p:cNvPr id="16" name="同心圆 23">
                <a:extLst>
                  <a:ext uri="{FF2B5EF4-FFF2-40B4-BE49-F238E27FC236}">
                    <a16:creationId xmlns:a16="http://schemas.microsoft.com/office/drawing/2014/main" id="{3AFF0419-6554-4FDD-93AB-8A8C45FF5B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78995" y="5182743"/>
                <a:ext cx="246888" cy="246888"/>
              </a:xfrm>
              <a:prstGeom prst="donut">
                <a:avLst>
                  <a:gd name="adj" fmla="val 26304"/>
                </a:avLst>
              </a:prstGeom>
              <a:gradFill>
                <a:gsLst>
                  <a:gs pos="20000">
                    <a:srgbClr val="949494"/>
                  </a:gs>
                  <a:gs pos="30000">
                    <a:srgbClr val="B2B2B2"/>
                  </a:gs>
                  <a:gs pos="51000">
                    <a:srgbClr val="E0DEDE">
                      <a:lumMod val="92000"/>
                    </a:srgbClr>
                  </a:gs>
                  <a:gs pos="8000">
                    <a:schemeClr val="bg1">
                      <a:lumMod val="41000"/>
                      <a:lumOff val="59000"/>
                    </a:schemeClr>
                  </a:gs>
                  <a:gs pos="89000">
                    <a:srgbClr val="7A7A7A"/>
                  </a:gs>
                </a:gsLst>
                <a:lin ang="3600000" scaled="0"/>
              </a:gradFill>
              <a:ln>
                <a:noFill/>
              </a:ln>
              <a:effectLst>
                <a:outerShdw blurRad="63500" sx="101000" sy="101000" algn="ctr" rotWithShape="0">
                  <a:prstClr val="black">
                    <a:alpha val="48000"/>
                  </a:prstClr>
                </a:outerShdw>
              </a:effectLst>
              <a:scene3d>
                <a:camera prst="orthographicFront"/>
                <a:lightRig rig="threePt" dir="t">
                  <a:rot lat="0" lon="0" rev="21360000"/>
                </a:lightRig>
              </a:scene3d>
              <a:sp3d>
                <a:bevelT w="19050" h="31750"/>
                <a:contourClr>
                  <a:srgbClr val="F1F1F1"/>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1">
                  <a:solidFill>
                    <a:schemeClr val="tx1"/>
                  </a:solidFill>
                  <a:latin typeface="Microsoft YaHei UI" panose="020B0503020204020204" pitchFamily="34" charset="-122"/>
                  <a:ea typeface="Microsoft YaHei UI" panose="020B0503020204020204" pitchFamily="34" charset="-122"/>
                </a:endParaRPr>
              </a:p>
            </p:txBody>
          </p:sp>
        </p:grpSp>
      </p:grpSp>
      <p:sp>
        <p:nvSpPr>
          <p:cNvPr id="3" name="副标题 2">
            <a:extLst>
              <a:ext uri="{FF2B5EF4-FFF2-40B4-BE49-F238E27FC236}">
                <a16:creationId xmlns:a16="http://schemas.microsoft.com/office/drawing/2014/main" id="{C5370FC1-A32E-43A6-9E96-92974CB54F20}"/>
              </a:ext>
            </a:extLst>
          </p:cNvPr>
          <p:cNvSpPr>
            <a:spLocks noGrp="1"/>
          </p:cNvSpPr>
          <p:nvPr>
            <p:ph type="subTitle" idx="1"/>
          </p:nvPr>
        </p:nvSpPr>
        <p:spPr>
          <a:xfrm>
            <a:off x="2692398" y="3657597"/>
            <a:ext cx="6815669" cy="1320802"/>
          </a:xfrm>
        </p:spPr>
        <p:txBody>
          <a:bodyPr rtlCol="0">
            <a:normAutofit/>
          </a:bodyPr>
          <a:lstStyle/>
          <a:p>
            <a:pPr algn="r" rtl="0"/>
            <a:r>
              <a:rPr lang="en-US" altLang="zh-CN" sz="2400" noProof="1">
                <a:solidFill>
                  <a:schemeClr val="bg1">
                    <a:lumMod val="65000"/>
                  </a:schemeClr>
                </a:solidFill>
              </a:rPr>
              <a:t>——</a:t>
            </a:r>
            <a:r>
              <a:rPr lang="zh-CN" altLang="en-US" sz="2400" noProof="1">
                <a:solidFill>
                  <a:schemeClr val="bg1">
                    <a:lumMod val="65000"/>
                  </a:schemeClr>
                </a:solidFill>
              </a:rPr>
              <a:t>探究</a:t>
            </a:r>
            <a:r>
              <a:rPr lang="en-US" altLang="zh-CN" sz="2400" noProof="1">
                <a:solidFill>
                  <a:schemeClr val="bg1">
                    <a:lumMod val="65000"/>
                  </a:schemeClr>
                </a:solidFill>
              </a:rPr>
              <a:t>AIWS</a:t>
            </a:r>
            <a:r>
              <a:rPr lang="zh-CN" altLang="en-US" sz="2400" noProof="1">
                <a:solidFill>
                  <a:schemeClr val="bg1">
                    <a:lumMod val="65000"/>
                  </a:schemeClr>
                </a:solidFill>
              </a:rPr>
              <a:t>的病理与疾病表现</a:t>
            </a:r>
          </a:p>
        </p:txBody>
      </p:sp>
      <p:cxnSp>
        <p:nvCxnSpPr>
          <p:cNvPr id="18" name="直接连接符​​ 17">
            <a:extLst>
              <a:ext uri="{FF2B5EF4-FFF2-40B4-BE49-F238E27FC236}">
                <a16:creationId xmlns:a16="http://schemas.microsoft.com/office/drawing/2014/main" id="{5F310D7E-8F1E-4C2F-8824-E43E043DD85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
        <p:nvSpPr>
          <p:cNvPr id="22" name="矩形 21">
            <a:extLst>
              <a:ext uri="{FF2B5EF4-FFF2-40B4-BE49-F238E27FC236}">
                <a16:creationId xmlns:a16="http://schemas.microsoft.com/office/drawing/2014/main" id="{095C30AB-5060-98E5-1CB1-9BC0ED1949D0}"/>
              </a:ext>
            </a:extLst>
          </p:cNvPr>
          <p:cNvSpPr/>
          <p:nvPr/>
        </p:nvSpPr>
        <p:spPr>
          <a:xfrm>
            <a:off x="2564080" y="2598801"/>
            <a:ext cx="7109639" cy="923330"/>
          </a:xfrm>
          <a:prstGeom prst="rect">
            <a:avLst/>
          </a:prstGeom>
          <a:noFill/>
        </p:spPr>
        <p:txBody>
          <a:bodyPr wrap="none" lIns="91440" tIns="45720" rIns="91440" bIns="45720">
            <a:spAutoFit/>
          </a:bodyPr>
          <a:lstStyle/>
          <a:p>
            <a:pPr algn="ctr"/>
            <a:r>
              <a:rPr lang="zh-CN" altLang="en-US" sz="5400" b="0" cap="none" spc="0" noProof="1">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爱丽丝梦游仙境综合征</a:t>
            </a:r>
            <a:endParaRPr lang="zh-CN" altLang="en-US" sz="54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2" name="副标题 2">
            <a:extLst>
              <a:ext uri="{FF2B5EF4-FFF2-40B4-BE49-F238E27FC236}">
                <a16:creationId xmlns:a16="http://schemas.microsoft.com/office/drawing/2014/main" id="{B3BED3EC-3B56-F530-FC0A-795BD1FA1EFF}"/>
              </a:ext>
            </a:extLst>
          </p:cNvPr>
          <p:cNvSpPr txBox="1">
            <a:spLocks/>
          </p:cNvSpPr>
          <p:nvPr/>
        </p:nvSpPr>
        <p:spPr>
          <a:xfrm>
            <a:off x="9059332" y="5974821"/>
            <a:ext cx="2260601" cy="536576"/>
          </a:xfrm>
          <a:prstGeom prst="rect">
            <a:avLst/>
          </a:prstGeom>
        </p:spPr>
        <p:txBody>
          <a:bodyPr vert="horz" lIns="91440" tIns="45720" rIns="91440" bIns="45720" rtlCol="0" anchor="t">
            <a:normAutofit fontScale="92500"/>
          </a:bodyPr>
          <a:lstStyle>
            <a:lvl1pPr marL="0" indent="0" algn="ctr" defTabSz="457200" rtl="0" eaLnBrk="1" latinLnBrk="0" hangingPunct="1">
              <a:spcBef>
                <a:spcPct val="20000"/>
              </a:spcBef>
              <a:spcAft>
                <a:spcPts val="600"/>
              </a:spcAft>
              <a:buClr>
                <a:schemeClr val="accent1"/>
              </a:buClr>
              <a:buSzPct val="115000"/>
              <a:buFont typeface="Arial"/>
              <a:buNone/>
              <a:defRPr sz="2100" kern="1200" cap="none" baseline="0">
                <a:solidFill>
                  <a:schemeClr val="tx1"/>
                </a:solidFill>
                <a:effectLst/>
                <a:latin typeface="Microsoft YaHei UI" panose="020B0503020204020204" pitchFamily="34" charset="-122"/>
                <a:ea typeface="Microsoft YaHei UI" panose="020B0503020204020204" pitchFamily="34" charset="-122"/>
                <a:cs typeface="+mn-cs"/>
              </a:defRPr>
            </a:lvl1pPr>
            <a:lvl2pPr marL="457200" indent="0" algn="ctr" defTabSz="457200" rtl="0" eaLnBrk="1" latinLnBrk="0" hangingPunct="1">
              <a:spcBef>
                <a:spcPct val="20000"/>
              </a:spcBef>
              <a:spcAft>
                <a:spcPts val="600"/>
              </a:spcAft>
              <a:buClr>
                <a:schemeClr val="accent1"/>
              </a:buClr>
              <a:buSzPct val="115000"/>
              <a:buFont typeface="Arial"/>
              <a:buNone/>
              <a:defRPr sz="2000" kern="1200" cap="none" baseline="0">
                <a:solidFill>
                  <a:schemeClr val="tx1">
                    <a:tint val="75000"/>
                  </a:schemeClr>
                </a:solidFill>
                <a:effectLst/>
                <a:latin typeface="Microsoft YaHei UI" panose="020B0503020204020204" pitchFamily="34" charset="-122"/>
                <a:ea typeface="Microsoft YaHei UI" panose="020B0503020204020204" pitchFamily="34" charset="-122"/>
                <a:cs typeface="+mn-cs"/>
              </a:defRPr>
            </a:lvl2pPr>
            <a:lvl3pPr marL="914400" indent="0" algn="ctr" defTabSz="457200" rtl="0" eaLnBrk="1" latinLnBrk="0" hangingPunct="1">
              <a:spcBef>
                <a:spcPct val="20000"/>
              </a:spcBef>
              <a:spcAft>
                <a:spcPts val="600"/>
              </a:spcAft>
              <a:buClr>
                <a:schemeClr val="accent1"/>
              </a:buClr>
              <a:buSzPct val="115000"/>
              <a:buFont typeface="Arial"/>
              <a:buNone/>
              <a:defRPr sz="1800" kern="1200" cap="none" baseline="0">
                <a:solidFill>
                  <a:schemeClr val="tx1">
                    <a:tint val="75000"/>
                  </a:schemeClr>
                </a:solidFill>
                <a:effectLst/>
                <a:latin typeface="Microsoft YaHei UI" panose="020B0503020204020204" pitchFamily="34" charset="-122"/>
                <a:ea typeface="Microsoft YaHei UI" panose="020B0503020204020204" pitchFamily="34" charset="-122"/>
                <a:cs typeface="+mn-cs"/>
              </a:defRPr>
            </a:lvl3pPr>
            <a:lvl4pPr marL="1371600" indent="0" algn="ctr" defTabSz="457200" rtl="0" eaLnBrk="1" latinLnBrk="0" hangingPunct="1">
              <a:spcBef>
                <a:spcPct val="20000"/>
              </a:spcBef>
              <a:spcAft>
                <a:spcPts val="600"/>
              </a:spcAft>
              <a:buClr>
                <a:schemeClr val="accent1"/>
              </a:buClr>
              <a:buSzPct val="115000"/>
              <a:buFont typeface="Arial"/>
              <a:buNone/>
              <a:defRPr sz="1600" kern="1200" cap="none" baseline="0">
                <a:solidFill>
                  <a:schemeClr val="tx1">
                    <a:tint val="75000"/>
                  </a:schemeClr>
                </a:solidFill>
                <a:effectLst/>
                <a:latin typeface="Microsoft YaHei UI" panose="020B0503020204020204" pitchFamily="34" charset="-122"/>
                <a:ea typeface="Microsoft YaHei UI" panose="020B0503020204020204" pitchFamily="34" charset="-122"/>
                <a:cs typeface="+mn-cs"/>
              </a:defRPr>
            </a:lvl4pPr>
            <a:lvl5pPr marL="1828800" indent="0" algn="ctr" defTabSz="457200" rtl="0" eaLnBrk="1" latinLnBrk="0" hangingPunct="1">
              <a:spcBef>
                <a:spcPct val="20000"/>
              </a:spcBef>
              <a:spcAft>
                <a:spcPts val="600"/>
              </a:spcAft>
              <a:buClr>
                <a:schemeClr val="accent1"/>
              </a:buClr>
              <a:buSzPct val="115000"/>
              <a:buFont typeface="Arial"/>
              <a:buNone/>
              <a:defRPr sz="1400" kern="1200" cap="none" baseline="0">
                <a:solidFill>
                  <a:schemeClr val="tx1">
                    <a:tint val="75000"/>
                  </a:schemeClr>
                </a:solidFill>
                <a:effectLst/>
                <a:latin typeface="Microsoft YaHei UI" panose="020B0503020204020204" pitchFamily="34" charset="-122"/>
                <a:ea typeface="Microsoft YaHei UI" panose="020B0503020204020204" pitchFamily="34" charset="-122"/>
                <a:cs typeface="+mn-cs"/>
              </a:defRPr>
            </a:lvl5pPr>
            <a:lvl6pPr marL="2286000" indent="0" algn="ctr" defTabSz="457200" rtl="0" eaLnBrk="1" latinLnBrk="0" hangingPunct="1">
              <a:spcBef>
                <a:spcPct val="20000"/>
              </a:spcBef>
              <a:spcAft>
                <a:spcPts val="600"/>
              </a:spcAft>
              <a:buClr>
                <a:schemeClr val="accent1"/>
              </a:buClr>
              <a:buSzPct val="115000"/>
              <a:buFont typeface="Arial"/>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buClr>
              <a:buSzPct val="115000"/>
              <a:buFont typeface="Arial"/>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buClr>
              <a:buSzPct val="115000"/>
              <a:buFont typeface="Arial"/>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buClr>
              <a:buSzPct val="115000"/>
              <a:buFont typeface="Arial"/>
              <a:buNone/>
              <a:defRPr sz="1400" kern="1200" cap="none">
                <a:solidFill>
                  <a:schemeClr val="tx1">
                    <a:tint val="75000"/>
                  </a:schemeClr>
                </a:solidFill>
                <a:effectLst/>
                <a:latin typeface="+mn-lt"/>
                <a:ea typeface="+mn-ea"/>
                <a:cs typeface="+mn-cs"/>
              </a:defRPr>
            </a:lvl9pPr>
          </a:lstStyle>
          <a:p>
            <a:pPr algn="r"/>
            <a:r>
              <a:rPr lang="zh-CN" altLang="en-US" sz="2400" noProof="1">
                <a:solidFill>
                  <a:schemeClr val="bg1">
                    <a:lumMod val="95000"/>
                  </a:schemeClr>
                </a:solidFill>
              </a:rPr>
              <a:t>汇报人：陈奕凝</a:t>
            </a:r>
          </a:p>
        </p:txBody>
      </p:sp>
    </p:spTree>
    <p:extLst>
      <p:ext uri="{BB962C8B-B14F-4D97-AF65-F5344CB8AC3E}">
        <p14:creationId xmlns:p14="http://schemas.microsoft.com/office/powerpoint/2010/main" val="9699134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30000" r="-30000"/>
          </a:stretch>
        </a:blipFill>
        <a:effectLst/>
      </p:bgPr>
    </p:bg>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0CC6D248-42A6-65B2-8B0D-FF3CABC89A38}"/>
              </a:ext>
            </a:extLst>
          </p:cNvPr>
          <p:cNvSpPr txBox="1"/>
          <p:nvPr/>
        </p:nvSpPr>
        <p:spPr>
          <a:xfrm>
            <a:off x="5249615" y="936518"/>
            <a:ext cx="1692772" cy="914096"/>
          </a:xfrm>
          <a:prstGeom prst="rect">
            <a:avLst/>
          </a:prstGeom>
        </p:spPr>
        <p:txBody>
          <a:bodyPr wrap="none" lIns="0" tIns="0" rIns="0" bIns="0" rtlCol="0" anchor="t">
            <a:spAutoFit/>
          </a:bodyPr>
          <a:lstStyle/>
          <a:p>
            <a:pPr algn="ctr">
              <a:lnSpc>
                <a:spcPct val="90000"/>
              </a:lnSpc>
              <a:spcBef>
                <a:spcPct val="0"/>
              </a:spcBef>
            </a:pPr>
            <a:r>
              <a:rPr lang="zh-CN" altLang="en-US" sz="6600" dirty="0">
                <a:gradFill>
                  <a:gsLst>
                    <a:gs pos="0">
                      <a:schemeClr val="accent1">
                        <a:lumMod val="70000"/>
                        <a:lumOff val="30000"/>
                      </a:schemeClr>
                    </a:gs>
                    <a:gs pos="100000">
                      <a:schemeClr val="accent1"/>
                    </a:gs>
                  </a:gsLst>
                  <a:lin ang="13500000" scaled="1"/>
                </a:gradFill>
                <a:latin typeface="Garamond" panose="02020404030301010803" pitchFamily="18" charset="0"/>
                <a:ea typeface="方正舒体" panose="02010601030101010101" pitchFamily="2" charset="-122"/>
              </a:rPr>
              <a:t>目录</a:t>
            </a:r>
            <a:endParaRPr lang="en-US" altLang="zh-CN" sz="6600" dirty="0">
              <a:gradFill>
                <a:gsLst>
                  <a:gs pos="0">
                    <a:schemeClr val="accent1">
                      <a:lumMod val="70000"/>
                      <a:lumOff val="30000"/>
                    </a:schemeClr>
                  </a:gs>
                  <a:gs pos="100000">
                    <a:schemeClr val="accent1"/>
                  </a:gs>
                </a:gsLst>
                <a:lin ang="13500000" scaled="1"/>
              </a:gradFill>
              <a:latin typeface="Garamond" panose="02020404030301010803" pitchFamily="18" charset="0"/>
              <a:ea typeface="方正舒体" panose="02010601030101010101" pitchFamily="2" charset="-122"/>
            </a:endParaRPr>
          </a:p>
        </p:txBody>
      </p:sp>
      <p:sp>
        <p:nvSpPr>
          <p:cNvPr id="8" name="文本框 7">
            <a:extLst>
              <a:ext uri="{FF2B5EF4-FFF2-40B4-BE49-F238E27FC236}">
                <a16:creationId xmlns:a16="http://schemas.microsoft.com/office/drawing/2014/main" id="{1ED0C88E-4FBE-5CD8-DFE4-6FBD59BA91B1}"/>
              </a:ext>
            </a:extLst>
          </p:cNvPr>
          <p:cNvSpPr txBox="1"/>
          <p:nvPr/>
        </p:nvSpPr>
        <p:spPr>
          <a:xfrm>
            <a:off x="1343205" y="3913432"/>
            <a:ext cx="1231106" cy="1329595"/>
          </a:xfrm>
          <a:prstGeom prst="rect">
            <a:avLst/>
          </a:prstGeom>
        </p:spPr>
        <p:txBody>
          <a:bodyPr wrap="none" lIns="0" tIns="0" rIns="0" bIns="0" rtlCol="0" anchor="t">
            <a:spAutoFit/>
          </a:bodyPr>
          <a:lstStyle/>
          <a:p>
            <a:pPr algn="ctr">
              <a:lnSpc>
                <a:spcPct val="90000"/>
              </a:lnSpc>
              <a:spcBef>
                <a:spcPct val="0"/>
              </a:spcBef>
            </a:pPr>
            <a:r>
              <a:rPr lang="zh-CN" altLang="en-US" sz="4800" dirty="0">
                <a:gradFill>
                  <a:gsLst>
                    <a:gs pos="0">
                      <a:schemeClr val="accent1">
                        <a:lumMod val="70000"/>
                        <a:lumOff val="30000"/>
                      </a:schemeClr>
                    </a:gs>
                    <a:gs pos="100000">
                      <a:schemeClr val="accent1"/>
                    </a:gs>
                  </a:gsLst>
                  <a:lin ang="13500000" scaled="1"/>
                </a:gradFill>
                <a:latin typeface="Garamond" panose="02020404030301010803" pitchFamily="18" charset="0"/>
                <a:ea typeface="方正舒体" panose="02010601030101010101" pitchFamily="2" charset="-122"/>
              </a:rPr>
              <a:t>病症</a:t>
            </a:r>
            <a:endParaRPr lang="en-US" altLang="zh-CN" sz="4800" dirty="0">
              <a:gradFill>
                <a:gsLst>
                  <a:gs pos="0">
                    <a:schemeClr val="accent1">
                      <a:lumMod val="70000"/>
                      <a:lumOff val="30000"/>
                    </a:schemeClr>
                  </a:gs>
                  <a:gs pos="100000">
                    <a:schemeClr val="accent1"/>
                  </a:gs>
                </a:gsLst>
                <a:lin ang="13500000" scaled="1"/>
              </a:gradFill>
              <a:latin typeface="Garamond" panose="02020404030301010803" pitchFamily="18" charset="0"/>
              <a:ea typeface="方正舒体" panose="02010601030101010101" pitchFamily="2" charset="-122"/>
            </a:endParaRPr>
          </a:p>
          <a:p>
            <a:pPr algn="ctr">
              <a:lnSpc>
                <a:spcPct val="90000"/>
              </a:lnSpc>
              <a:spcBef>
                <a:spcPct val="0"/>
              </a:spcBef>
            </a:pPr>
            <a:r>
              <a:rPr lang="zh-CN" altLang="en-US" sz="4800" dirty="0">
                <a:gradFill>
                  <a:gsLst>
                    <a:gs pos="0">
                      <a:schemeClr val="accent1">
                        <a:lumMod val="70000"/>
                        <a:lumOff val="30000"/>
                      </a:schemeClr>
                    </a:gs>
                    <a:gs pos="100000">
                      <a:schemeClr val="accent1"/>
                    </a:gs>
                  </a:gsLst>
                  <a:lin ang="13500000" scaled="1"/>
                </a:gradFill>
                <a:latin typeface="Garamond" panose="02020404030301010803" pitchFamily="18" charset="0"/>
                <a:ea typeface="方正舒体" panose="02010601030101010101" pitchFamily="2" charset="-122"/>
              </a:rPr>
              <a:t>概述</a:t>
            </a:r>
            <a:endParaRPr lang="en-US" altLang="zh-CN" sz="4800" dirty="0">
              <a:gradFill>
                <a:gsLst>
                  <a:gs pos="0">
                    <a:schemeClr val="accent1">
                      <a:lumMod val="70000"/>
                      <a:lumOff val="30000"/>
                    </a:schemeClr>
                  </a:gs>
                  <a:gs pos="100000">
                    <a:schemeClr val="accent1"/>
                  </a:gs>
                </a:gsLst>
                <a:lin ang="13500000" scaled="1"/>
              </a:gradFill>
              <a:latin typeface="Garamond" panose="02020404030301010803" pitchFamily="18" charset="0"/>
              <a:ea typeface="方正舒体" panose="02010601030101010101" pitchFamily="2" charset="-122"/>
            </a:endParaRPr>
          </a:p>
        </p:txBody>
      </p:sp>
      <p:sp>
        <p:nvSpPr>
          <p:cNvPr id="9" name="椭圆 8">
            <a:extLst>
              <a:ext uri="{FF2B5EF4-FFF2-40B4-BE49-F238E27FC236}">
                <a16:creationId xmlns:a16="http://schemas.microsoft.com/office/drawing/2014/main" id="{7A7DE581-5503-BB2E-CBDC-84B5C2E7F3A8}"/>
              </a:ext>
            </a:extLst>
          </p:cNvPr>
          <p:cNvSpPr/>
          <p:nvPr/>
        </p:nvSpPr>
        <p:spPr>
          <a:xfrm>
            <a:off x="1038957" y="3433424"/>
            <a:ext cx="618127" cy="618127"/>
          </a:xfrm>
          <a:prstGeom prst="ellipse">
            <a:avLst/>
          </a:prstGeom>
          <a:solidFill>
            <a:srgbClr val="AB946B"/>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p>
        </p:txBody>
      </p:sp>
      <p:sp>
        <p:nvSpPr>
          <p:cNvPr id="10" name="文本框 9">
            <a:extLst>
              <a:ext uri="{FF2B5EF4-FFF2-40B4-BE49-F238E27FC236}">
                <a16:creationId xmlns:a16="http://schemas.microsoft.com/office/drawing/2014/main" id="{5B11A760-CC33-C714-14D6-7BFAF4259223}"/>
              </a:ext>
            </a:extLst>
          </p:cNvPr>
          <p:cNvSpPr txBox="1"/>
          <p:nvPr/>
        </p:nvSpPr>
        <p:spPr>
          <a:xfrm>
            <a:off x="1071680" y="3576805"/>
            <a:ext cx="543043" cy="369332"/>
          </a:xfrm>
          <a:prstGeom prst="rect">
            <a:avLst/>
          </a:prstGeom>
          <a:noFill/>
        </p:spPr>
        <p:txBody>
          <a:bodyPr wrap="square" lIns="0" tIns="0" rIns="0" bIns="0" rtlCol="0" anchor="t">
            <a:spAutoFit/>
          </a:bodyPr>
          <a:lstStyle/>
          <a:p>
            <a:pPr algn="ctr"/>
            <a:r>
              <a:rPr lang="en-US" altLang="zh-CN" sz="2400" b="1" dirty="0">
                <a:solidFill>
                  <a:schemeClr val="bg1"/>
                </a:solidFill>
                <a:latin typeface="Garamond" panose="02020404030301010803" pitchFamily="18" charset="0"/>
                <a:ea typeface="方正舒体" panose="02010601030101010101" pitchFamily="2" charset="-122"/>
              </a:rPr>
              <a:t>01</a:t>
            </a:r>
            <a:endParaRPr lang="zh-CN" altLang="en-US" sz="2400" b="1" dirty="0">
              <a:solidFill>
                <a:schemeClr val="bg1"/>
              </a:solidFill>
              <a:latin typeface="Garamond" panose="02020404030301010803" pitchFamily="18" charset="0"/>
              <a:ea typeface="方正舒体" panose="02010601030101010101" pitchFamily="2" charset="-122"/>
            </a:endParaRPr>
          </a:p>
        </p:txBody>
      </p:sp>
      <p:sp>
        <p:nvSpPr>
          <p:cNvPr id="11" name="椭圆 10">
            <a:extLst>
              <a:ext uri="{FF2B5EF4-FFF2-40B4-BE49-F238E27FC236}">
                <a16:creationId xmlns:a16="http://schemas.microsoft.com/office/drawing/2014/main" id="{948A73C1-5258-7593-F949-FB4FC36343AE}"/>
              </a:ext>
            </a:extLst>
          </p:cNvPr>
          <p:cNvSpPr/>
          <p:nvPr/>
        </p:nvSpPr>
        <p:spPr>
          <a:xfrm>
            <a:off x="3844209" y="3433424"/>
            <a:ext cx="618127" cy="618127"/>
          </a:xfrm>
          <a:prstGeom prst="ellipse">
            <a:avLst/>
          </a:prstGeom>
          <a:solidFill>
            <a:srgbClr val="AB946B"/>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12" name="文本框 11">
            <a:extLst>
              <a:ext uri="{FF2B5EF4-FFF2-40B4-BE49-F238E27FC236}">
                <a16:creationId xmlns:a16="http://schemas.microsoft.com/office/drawing/2014/main" id="{3B7D967F-DD1F-FEA3-5AD9-16E100FC76CF}"/>
              </a:ext>
            </a:extLst>
          </p:cNvPr>
          <p:cNvSpPr txBox="1"/>
          <p:nvPr/>
        </p:nvSpPr>
        <p:spPr>
          <a:xfrm>
            <a:off x="4153274" y="3913432"/>
            <a:ext cx="1231106" cy="1329595"/>
          </a:xfrm>
          <a:prstGeom prst="rect">
            <a:avLst/>
          </a:prstGeom>
        </p:spPr>
        <p:txBody>
          <a:bodyPr wrap="none" lIns="0" tIns="0" rIns="0" bIns="0" rtlCol="0" anchor="t">
            <a:spAutoFit/>
          </a:bodyPr>
          <a:lstStyle>
            <a:defPPr>
              <a:defRPr lang="zh-CN"/>
            </a:defPPr>
            <a:lvl1pPr algn="ctr">
              <a:lnSpc>
                <a:spcPct val="90000"/>
              </a:lnSpc>
              <a:spcBef>
                <a:spcPct val="0"/>
              </a:spcBef>
              <a:defRPr sz="4800">
                <a:gradFill>
                  <a:gsLst>
                    <a:gs pos="0">
                      <a:schemeClr val="accent1">
                        <a:lumMod val="70000"/>
                        <a:lumOff val="30000"/>
                      </a:schemeClr>
                    </a:gs>
                    <a:gs pos="100000">
                      <a:schemeClr val="accent1"/>
                    </a:gs>
                  </a:gsLst>
                  <a:lin ang="13500000" scaled="1"/>
                </a:gradFill>
                <a:latin typeface="+mj-ea"/>
                <a:ea typeface="+mj-ea"/>
              </a:defRPr>
            </a:lvl1pPr>
          </a:lstStyle>
          <a:p>
            <a:r>
              <a:rPr lang="zh-CN" altLang="en-US" dirty="0">
                <a:latin typeface="Garamond" panose="02020404030301010803" pitchFamily="18" charset="0"/>
                <a:ea typeface="方正舒体" panose="02010601030101010101" pitchFamily="2" charset="-122"/>
              </a:rPr>
              <a:t>病因</a:t>
            </a:r>
            <a:endParaRPr lang="en-US" altLang="zh-CN" dirty="0">
              <a:latin typeface="Garamond" panose="02020404030301010803" pitchFamily="18" charset="0"/>
              <a:ea typeface="方正舒体" panose="02010601030101010101" pitchFamily="2" charset="-122"/>
            </a:endParaRPr>
          </a:p>
          <a:p>
            <a:r>
              <a:rPr lang="zh-CN" altLang="en-US" dirty="0">
                <a:latin typeface="Garamond" panose="02020404030301010803" pitchFamily="18" charset="0"/>
                <a:ea typeface="方正舒体" panose="02010601030101010101" pitchFamily="2" charset="-122"/>
              </a:rPr>
              <a:t>探寻</a:t>
            </a:r>
            <a:endParaRPr lang="en-US" altLang="zh-CN" dirty="0">
              <a:latin typeface="Garamond" panose="02020404030301010803" pitchFamily="18" charset="0"/>
              <a:ea typeface="方正舒体" panose="02010601030101010101" pitchFamily="2" charset="-122"/>
            </a:endParaRPr>
          </a:p>
        </p:txBody>
      </p:sp>
      <p:sp>
        <p:nvSpPr>
          <p:cNvPr id="13" name="文本框 12">
            <a:extLst>
              <a:ext uri="{FF2B5EF4-FFF2-40B4-BE49-F238E27FC236}">
                <a16:creationId xmlns:a16="http://schemas.microsoft.com/office/drawing/2014/main" id="{E8560326-E782-DA06-383B-9C3918CB49C4}"/>
              </a:ext>
            </a:extLst>
          </p:cNvPr>
          <p:cNvSpPr txBox="1"/>
          <p:nvPr/>
        </p:nvSpPr>
        <p:spPr>
          <a:xfrm>
            <a:off x="3844405" y="3576805"/>
            <a:ext cx="543043" cy="369332"/>
          </a:xfrm>
          <a:prstGeom prst="rect">
            <a:avLst/>
          </a:prstGeom>
          <a:noFill/>
        </p:spPr>
        <p:txBody>
          <a:bodyPr wrap="square" lIns="0" tIns="0" rIns="0" bIns="0" rtlCol="0" anchor="t">
            <a:spAutoFit/>
          </a:bodyPr>
          <a:lstStyle/>
          <a:p>
            <a:pPr algn="ctr"/>
            <a:r>
              <a:rPr lang="en-US" altLang="zh-CN" sz="2400" b="1" dirty="0">
                <a:solidFill>
                  <a:schemeClr val="bg1"/>
                </a:solidFill>
                <a:latin typeface="Garamond" panose="02020404030301010803" pitchFamily="18" charset="0"/>
                <a:ea typeface="方正舒体" panose="02010601030101010101" pitchFamily="2" charset="-122"/>
              </a:rPr>
              <a:t>02</a:t>
            </a:r>
            <a:endParaRPr lang="zh-CN" altLang="en-US" sz="2400" b="1" dirty="0">
              <a:solidFill>
                <a:schemeClr val="bg1"/>
              </a:solidFill>
              <a:latin typeface="Garamond" panose="02020404030301010803" pitchFamily="18" charset="0"/>
              <a:ea typeface="方正舒体" panose="02010601030101010101" pitchFamily="2" charset="-122"/>
            </a:endParaRPr>
          </a:p>
        </p:txBody>
      </p:sp>
      <p:sp>
        <p:nvSpPr>
          <p:cNvPr id="14" name="椭圆 13">
            <a:extLst>
              <a:ext uri="{FF2B5EF4-FFF2-40B4-BE49-F238E27FC236}">
                <a16:creationId xmlns:a16="http://schemas.microsoft.com/office/drawing/2014/main" id="{E9453CB2-DF9E-2B29-0338-271210B8B98D}"/>
              </a:ext>
            </a:extLst>
          </p:cNvPr>
          <p:cNvSpPr/>
          <p:nvPr/>
        </p:nvSpPr>
        <p:spPr>
          <a:xfrm>
            <a:off x="6310997" y="3433424"/>
            <a:ext cx="618127" cy="618127"/>
          </a:xfrm>
          <a:prstGeom prst="ellipse">
            <a:avLst/>
          </a:prstGeom>
          <a:solidFill>
            <a:srgbClr val="AB946B"/>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15" name="文本框 14">
            <a:extLst>
              <a:ext uri="{FF2B5EF4-FFF2-40B4-BE49-F238E27FC236}">
                <a16:creationId xmlns:a16="http://schemas.microsoft.com/office/drawing/2014/main" id="{1DE9BF14-245B-8F5E-5230-A2A4344C4D1C}"/>
              </a:ext>
            </a:extLst>
          </p:cNvPr>
          <p:cNvSpPr txBox="1"/>
          <p:nvPr/>
        </p:nvSpPr>
        <p:spPr>
          <a:xfrm>
            <a:off x="6649222" y="3913432"/>
            <a:ext cx="1231106" cy="1329595"/>
          </a:xfrm>
          <a:prstGeom prst="rect">
            <a:avLst/>
          </a:prstGeom>
        </p:spPr>
        <p:txBody>
          <a:bodyPr wrap="none" lIns="0" tIns="0" rIns="0" bIns="0" rtlCol="0" anchor="t">
            <a:spAutoFit/>
          </a:bodyPr>
          <a:lstStyle>
            <a:defPPr>
              <a:defRPr lang="zh-CN"/>
            </a:defPPr>
            <a:lvl1pPr algn="ctr">
              <a:lnSpc>
                <a:spcPct val="90000"/>
              </a:lnSpc>
              <a:spcBef>
                <a:spcPct val="0"/>
              </a:spcBef>
              <a:defRPr sz="4800">
                <a:gradFill>
                  <a:gsLst>
                    <a:gs pos="0">
                      <a:schemeClr val="accent1">
                        <a:lumMod val="70000"/>
                        <a:lumOff val="30000"/>
                      </a:schemeClr>
                    </a:gs>
                    <a:gs pos="100000">
                      <a:schemeClr val="accent1"/>
                    </a:gs>
                  </a:gsLst>
                  <a:lin ang="13500000" scaled="1"/>
                </a:gradFill>
                <a:latin typeface="+mj-ea"/>
                <a:ea typeface="+mj-ea"/>
              </a:defRPr>
            </a:lvl1pPr>
          </a:lstStyle>
          <a:p>
            <a:r>
              <a:rPr lang="zh-CN" altLang="en-US" dirty="0">
                <a:latin typeface="Garamond" panose="02020404030301010803" pitchFamily="18" charset="0"/>
                <a:ea typeface="方正舒体" panose="02010601030101010101" pitchFamily="2" charset="-122"/>
              </a:rPr>
              <a:t>疾病</a:t>
            </a:r>
            <a:endParaRPr lang="en-US" altLang="zh-CN" dirty="0">
              <a:latin typeface="Garamond" panose="02020404030301010803" pitchFamily="18" charset="0"/>
              <a:ea typeface="方正舒体" panose="02010601030101010101" pitchFamily="2" charset="-122"/>
            </a:endParaRPr>
          </a:p>
          <a:p>
            <a:r>
              <a:rPr lang="zh-CN" altLang="en-US" dirty="0">
                <a:latin typeface="Garamond" panose="02020404030301010803" pitchFamily="18" charset="0"/>
                <a:ea typeface="方正舒体" panose="02010601030101010101" pitchFamily="2" charset="-122"/>
              </a:rPr>
              <a:t>表现</a:t>
            </a:r>
          </a:p>
        </p:txBody>
      </p:sp>
      <p:sp>
        <p:nvSpPr>
          <p:cNvPr id="16" name="文本框 15">
            <a:extLst>
              <a:ext uri="{FF2B5EF4-FFF2-40B4-BE49-F238E27FC236}">
                <a16:creationId xmlns:a16="http://schemas.microsoft.com/office/drawing/2014/main" id="{9B76EC5B-91F7-0B9A-A87C-307E372BF7B1}"/>
              </a:ext>
            </a:extLst>
          </p:cNvPr>
          <p:cNvSpPr txBox="1"/>
          <p:nvPr/>
        </p:nvSpPr>
        <p:spPr>
          <a:xfrm>
            <a:off x="6342987" y="3576805"/>
            <a:ext cx="543043" cy="369332"/>
          </a:xfrm>
          <a:prstGeom prst="rect">
            <a:avLst/>
          </a:prstGeom>
          <a:noFill/>
        </p:spPr>
        <p:txBody>
          <a:bodyPr wrap="square" lIns="0" tIns="0" rIns="0" bIns="0" rtlCol="0" anchor="t">
            <a:spAutoFit/>
          </a:bodyPr>
          <a:lstStyle/>
          <a:p>
            <a:pPr algn="ctr"/>
            <a:r>
              <a:rPr lang="en-US" altLang="zh-CN" sz="2400" b="1" dirty="0">
                <a:solidFill>
                  <a:schemeClr val="bg1"/>
                </a:solidFill>
                <a:latin typeface="Garamond" panose="02020404030301010803" pitchFamily="18" charset="0"/>
                <a:ea typeface="方正舒体" panose="02010601030101010101" pitchFamily="2" charset="-122"/>
              </a:rPr>
              <a:t>03</a:t>
            </a:r>
            <a:endParaRPr lang="zh-CN" altLang="en-US" sz="2400" b="1" dirty="0">
              <a:solidFill>
                <a:schemeClr val="bg1"/>
              </a:solidFill>
              <a:latin typeface="Garamond" panose="02020404030301010803" pitchFamily="18" charset="0"/>
              <a:ea typeface="方正舒体" panose="02010601030101010101" pitchFamily="2" charset="-122"/>
            </a:endParaRPr>
          </a:p>
        </p:txBody>
      </p:sp>
      <p:sp>
        <p:nvSpPr>
          <p:cNvPr id="17" name="椭圆 16">
            <a:extLst>
              <a:ext uri="{FF2B5EF4-FFF2-40B4-BE49-F238E27FC236}">
                <a16:creationId xmlns:a16="http://schemas.microsoft.com/office/drawing/2014/main" id="{A8FC1DD9-203A-7F10-2A23-639109CDEA92}"/>
              </a:ext>
            </a:extLst>
          </p:cNvPr>
          <p:cNvSpPr/>
          <p:nvPr/>
        </p:nvSpPr>
        <p:spPr>
          <a:xfrm>
            <a:off x="9066094" y="3433424"/>
            <a:ext cx="618127" cy="618127"/>
          </a:xfrm>
          <a:prstGeom prst="ellipse">
            <a:avLst/>
          </a:prstGeom>
          <a:solidFill>
            <a:srgbClr val="AB946B"/>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18" name="文本框 17">
            <a:extLst>
              <a:ext uri="{FF2B5EF4-FFF2-40B4-BE49-F238E27FC236}">
                <a16:creationId xmlns:a16="http://schemas.microsoft.com/office/drawing/2014/main" id="{952826E7-FDA5-3607-0E83-EC0FF3B16D1A}"/>
              </a:ext>
            </a:extLst>
          </p:cNvPr>
          <p:cNvSpPr txBox="1"/>
          <p:nvPr/>
        </p:nvSpPr>
        <p:spPr>
          <a:xfrm>
            <a:off x="9395916" y="3913432"/>
            <a:ext cx="1231106" cy="1329595"/>
          </a:xfrm>
          <a:prstGeom prst="rect">
            <a:avLst/>
          </a:prstGeom>
        </p:spPr>
        <p:txBody>
          <a:bodyPr wrap="none" lIns="0" tIns="0" rIns="0" bIns="0" rtlCol="0" anchor="t">
            <a:spAutoFit/>
          </a:bodyPr>
          <a:lstStyle>
            <a:defPPr>
              <a:defRPr lang="zh-CN"/>
            </a:defPPr>
            <a:lvl1pPr algn="ctr">
              <a:lnSpc>
                <a:spcPct val="90000"/>
              </a:lnSpc>
              <a:spcBef>
                <a:spcPct val="0"/>
              </a:spcBef>
              <a:defRPr sz="4800">
                <a:gradFill>
                  <a:gsLst>
                    <a:gs pos="0">
                      <a:schemeClr val="accent1">
                        <a:lumMod val="70000"/>
                        <a:lumOff val="30000"/>
                      </a:schemeClr>
                    </a:gs>
                    <a:gs pos="100000">
                      <a:schemeClr val="accent1"/>
                    </a:gs>
                  </a:gsLst>
                  <a:lin ang="13500000" scaled="1"/>
                </a:gradFill>
                <a:latin typeface="+mj-ea"/>
                <a:ea typeface="+mj-ea"/>
              </a:defRPr>
            </a:lvl1pPr>
          </a:lstStyle>
          <a:p>
            <a:r>
              <a:rPr lang="zh-CN" altLang="en-US" dirty="0">
                <a:latin typeface="Garamond" panose="02020404030301010803" pitchFamily="18" charset="0"/>
                <a:ea typeface="方正舒体" panose="02010601030101010101" pitchFamily="2" charset="-122"/>
              </a:rPr>
              <a:t>治疗</a:t>
            </a:r>
            <a:endParaRPr lang="en-US" altLang="zh-CN" dirty="0">
              <a:latin typeface="Garamond" panose="02020404030301010803" pitchFamily="18" charset="0"/>
              <a:ea typeface="方正舒体" panose="02010601030101010101" pitchFamily="2" charset="-122"/>
            </a:endParaRPr>
          </a:p>
          <a:p>
            <a:r>
              <a:rPr lang="zh-CN" altLang="en-US" dirty="0">
                <a:latin typeface="Garamond" panose="02020404030301010803" pitchFamily="18" charset="0"/>
                <a:ea typeface="方正舒体" panose="02010601030101010101" pitchFamily="2" charset="-122"/>
              </a:rPr>
              <a:t>方案</a:t>
            </a:r>
            <a:endParaRPr lang="en-US" altLang="zh-CN" dirty="0">
              <a:latin typeface="Garamond" panose="02020404030301010803" pitchFamily="18" charset="0"/>
              <a:ea typeface="方正舒体" panose="02010601030101010101" pitchFamily="2" charset="-122"/>
            </a:endParaRPr>
          </a:p>
        </p:txBody>
      </p:sp>
      <p:sp>
        <p:nvSpPr>
          <p:cNvPr id="19" name="文本框 18">
            <a:extLst>
              <a:ext uri="{FF2B5EF4-FFF2-40B4-BE49-F238E27FC236}">
                <a16:creationId xmlns:a16="http://schemas.microsoft.com/office/drawing/2014/main" id="{E1B38FD5-FA79-C4F5-1106-39C5913BFDE9}"/>
              </a:ext>
            </a:extLst>
          </p:cNvPr>
          <p:cNvSpPr txBox="1"/>
          <p:nvPr/>
        </p:nvSpPr>
        <p:spPr>
          <a:xfrm>
            <a:off x="9108245" y="3576805"/>
            <a:ext cx="543043" cy="369332"/>
          </a:xfrm>
          <a:prstGeom prst="rect">
            <a:avLst/>
          </a:prstGeom>
          <a:noFill/>
        </p:spPr>
        <p:txBody>
          <a:bodyPr wrap="square" lIns="0" tIns="0" rIns="0" bIns="0" rtlCol="0" anchor="t">
            <a:spAutoFit/>
          </a:bodyPr>
          <a:lstStyle/>
          <a:p>
            <a:pPr algn="ctr"/>
            <a:r>
              <a:rPr lang="en-US" altLang="zh-CN" sz="2400" b="1" dirty="0">
                <a:solidFill>
                  <a:schemeClr val="bg1"/>
                </a:solidFill>
                <a:latin typeface="Garamond" panose="02020404030301010803" pitchFamily="18" charset="0"/>
                <a:ea typeface="方正舒体" panose="02010601030101010101" pitchFamily="2" charset="-122"/>
              </a:rPr>
              <a:t>04</a:t>
            </a:r>
            <a:endParaRPr lang="zh-CN" altLang="en-US" sz="2400" b="1" dirty="0">
              <a:solidFill>
                <a:schemeClr val="bg1"/>
              </a:solidFill>
              <a:latin typeface="Garamond" panose="02020404030301010803" pitchFamily="18" charset="0"/>
              <a:ea typeface="方正舒体" panose="02010601030101010101" pitchFamily="2" charset="-122"/>
            </a:endParaRPr>
          </a:p>
        </p:txBody>
      </p:sp>
    </p:spTree>
    <p:extLst>
      <p:ext uri="{BB962C8B-B14F-4D97-AF65-F5344CB8AC3E}">
        <p14:creationId xmlns:p14="http://schemas.microsoft.com/office/powerpoint/2010/main" val="20264983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85000"/>
            <a:lumOff val="15000"/>
          </a:schemeClr>
        </a:solidFill>
        <a:effectLst/>
      </p:bgPr>
    </p:bg>
    <p:spTree>
      <p:nvGrpSpPr>
        <p:cNvPr id="1" name=""/>
        <p:cNvGrpSpPr/>
        <p:nvPr/>
      </p:nvGrpSpPr>
      <p:grpSpPr>
        <a:xfrm>
          <a:off x="0" y="0"/>
          <a:ext cx="0" cy="0"/>
          <a:chOff x="0" y="0"/>
          <a:chExt cx="0" cy="0"/>
        </a:xfrm>
      </p:grpSpPr>
      <p:sp useBgFill="1">
        <p:nvSpPr>
          <p:cNvPr id="8" name="矩形 7">
            <a:extLst>
              <a:ext uri="{FF2B5EF4-FFF2-40B4-BE49-F238E27FC236}">
                <a16:creationId xmlns:a16="http://schemas.microsoft.com/office/drawing/2014/main" id="{DA954E3F-C90F-4AED-8C5E-30BBC99870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1">
              <a:latin typeface="Microsoft YaHei UI" panose="020B0503020204020204" pitchFamily="34" charset="-122"/>
              <a:ea typeface="Microsoft YaHei UI" panose="020B0503020204020204" pitchFamily="34" charset="-122"/>
            </a:endParaRPr>
          </a:p>
        </p:txBody>
      </p:sp>
      <p:sp>
        <p:nvSpPr>
          <p:cNvPr id="10" name="矩形 9">
            <a:extLst>
              <a:ext uri="{FF2B5EF4-FFF2-40B4-BE49-F238E27FC236}">
                <a16:creationId xmlns:a16="http://schemas.microsoft.com/office/drawing/2014/main" id="{45F274D6-81B5-4350-AFD5-014504FF59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gradFill>
            <a:gsLst>
              <a:gs pos="0">
                <a:srgbClr val="FFFFFF"/>
              </a:gs>
              <a:gs pos="30000">
                <a:srgbClr val="FFFFFF"/>
              </a:gs>
              <a:gs pos="61000">
                <a:srgbClr val="F8F8F8"/>
              </a:gs>
              <a:gs pos="97000">
                <a:srgbClr val="E5E5E5"/>
              </a:gs>
            </a:gsLst>
            <a:path path="circle">
              <a:fillToRect l="50000" t="50000" r="50000" b="50000"/>
            </a:path>
          </a:gradFill>
          <a:ln>
            <a:noFill/>
          </a:ln>
          <a:effectLst>
            <a:innerShdw blurRad="63500" dist="12700">
              <a:prstClr val="black">
                <a:alpha val="3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1">
              <a:latin typeface="Microsoft YaHei UI" panose="020B0503020204020204" pitchFamily="34" charset="-122"/>
              <a:ea typeface="Microsoft YaHei UI" panose="020B0503020204020204" pitchFamily="34" charset="-122"/>
            </a:endParaRPr>
          </a:p>
        </p:txBody>
      </p:sp>
      <p:sp useBgFill="1">
        <p:nvSpPr>
          <p:cNvPr id="12" name="矩形 11">
            <a:extLst>
              <a:ext uri="{FF2B5EF4-FFF2-40B4-BE49-F238E27FC236}">
                <a16:creationId xmlns:a16="http://schemas.microsoft.com/office/drawing/2014/main" id="{8D21268E-FF5E-4624-BB9D-B825216E94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4082" y="469900"/>
            <a:ext cx="6582982" cy="5918200"/>
          </a:xfrm>
          <a:prstGeom prst="rect">
            <a:avLst/>
          </a:prstGeom>
          <a:ln>
            <a:noFill/>
          </a:ln>
          <a:effectLst>
            <a:outerShdw blurRad="50800" dist="38100" dir="5400000" algn="t" rotWithShape="0">
              <a:prstClr val="black">
                <a:alpha val="40000"/>
              </a:prstClr>
            </a:outerShdw>
          </a:effectLst>
          <a:scene3d>
            <a:camera prst="orthographicFront"/>
            <a:lightRig rig="balanced" dir="t"/>
          </a:scene3d>
          <a:sp3d>
            <a:bevelT w="635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1">
              <a:latin typeface="Microsoft YaHei UI" panose="020B0503020204020204" pitchFamily="34" charset="-122"/>
              <a:ea typeface="Microsoft YaHei UI" panose="020B0503020204020204" pitchFamily="34" charset="-122"/>
            </a:endParaRPr>
          </a:p>
        </p:txBody>
      </p:sp>
      <p:sp>
        <p:nvSpPr>
          <p:cNvPr id="14" name="矩形 13">
            <a:extLst>
              <a:ext uri="{FF2B5EF4-FFF2-40B4-BE49-F238E27FC236}">
                <a16:creationId xmlns:a16="http://schemas.microsoft.com/office/drawing/2014/main" id="{92819B5D-60BA-4995-92D8-FC547E6048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8325" y="635508"/>
            <a:ext cx="6254496" cy="5586984"/>
          </a:xfrm>
          <a:prstGeom prst="rect">
            <a:avLst/>
          </a:prstGeom>
          <a:noFill/>
          <a:ln w="15875" cap="flat">
            <a:solidFill>
              <a:schemeClr val="accent1"/>
            </a:solidFill>
            <a:miter lim="800000"/>
          </a:ln>
          <a:effectLst/>
        </p:spPr>
        <p:style>
          <a:lnRef idx="1">
            <a:schemeClr val="accent1"/>
          </a:lnRef>
          <a:fillRef idx="3">
            <a:schemeClr val="accent1"/>
          </a:fillRef>
          <a:effectRef idx="2">
            <a:schemeClr val="accent1"/>
          </a:effectRef>
          <a:fontRef idx="minor">
            <a:schemeClr val="lt1"/>
          </a:fontRef>
        </p:style>
      </p:sp>
      <p:sp>
        <p:nvSpPr>
          <p:cNvPr id="11" name="文本框 10">
            <a:extLst>
              <a:ext uri="{FF2B5EF4-FFF2-40B4-BE49-F238E27FC236}">
                <a16:creationId xmlns:a16="http://schemas.microsoft.com/office/drawing/2014/main" id="{BE7EDBFC-7778-ED26-4D49-9F3908994AA8}"/>
              </a:ext>
            </a:extLst>
          </p:cNvPr>
          <p:cNvSpPr txBox="1"/>
          <p:nvPr/>
        </p:nvSpPr>
        <p:spPr>
          <a:xfrm>
            <a:off x="1017691" y="2418552"/>
            <a:ext cx="2324303" cy="2020895"/>
          </a:xfrm>
          <a:prstGeom prst="rect">
            <a:avLst/>
          </a:prstGeom>
          <a:noFill/>
          <a:ln w="117475">
            <a:noFill/>
          </a:ln>
        </p:spPr>
        <p:txBody>
          <a:bodyPr wrap="none" rtlCol="0">
            <a:prstTxWarp prst="textPlain">
              <a:avLst/>
            </a:prstTxWarp>
            <a:spAutoFit/>
          </a:bodyPr>
          <a:lstStyle/>
          <a:p>
            <a:r>
              <a:rPr lang="en-US" altLang="zh-CN" spc="100" dirty="0">
                <a:solidFill>
                  <a:schemeClr val="accent1"/>
                </a:solidFill>
                <a:latin typeface="Garamond" panose="02020404030301010803" pitchFamily="18" charset="0"/>
                <a:ea typeface="方正舒体" panose="02010601030101010101" pitchFamily="2" charset="-122"/>
                <a:cs typeface="Arial" panose="020B0604020202020204" pitchFamily="34" charset="0"/>
              </a:rPr>
              <a:t>/01</a:t>
            </a:r>
            <a:endParaRPr lang="zh-CN" altLang="en-US" spc="100" dirty="0">
              <a:solidFill>
                <a:schemeClr val="accent1"/>
              </a:solidFill>
              <a:latin typeface="Garamond" panose="02020404030301010803" pitchFamily="18" charset="0"/>
              <a:ea typeface="方正舒体" panose="02010601030101010101" pitchFamily="2" charset="-122"/>
              <a:cs typeface="Arial" panose="020B0604020202020204" pitchFamily="34" charset="0"/>
            </a:endParaRPr>
          </a:p>
        </p:txBody>
      </p:sp>
      <p:sp>
        <p:nvSpPr>
          <p:cNvPr id="16" name="标题 4">
            <a:extLst>
              <a:ext uri="{FF2B5EF4-FFF2-40B4-BE49-F238E27FC236}">
                <a16:creationId xmlns:a16="http://schemas.microsoft.com/office/drawing/2014/main" id="{20424F65-6B9A-2FA2-3353-C11BC00DE744}"/>
              </a:ext>
            </a:extLst>
          </p:cNvPr>
          <p:cNvSpPr>
            <a:spLocks noGrp="1"/>
          </p:cNvSpPr>
          <p:nvPr>
            <p:ph type="title"/>
          </p:nvPr>
        </p:nvSpPr>
        <p:spPr>
          <a:xfrm>
            <a:off x="5715980" y="2827262"/>
            <a:ext cx="5419185" cy="895350"/>
          </a:xfrm>
        </p:spPr>
        <p:txBody>
          <a:bodyPr>
            <a:normAutofit fontScale="90000"/>
          </a:bodyPr>
          <a:lstStyle/>
          <a:p>
            <a:r>
              <a:rPr lang="zh-CN" altLang="en-US" sz="5400" dirty="0">
                <a:latin typeface="华文仿宋" panose="02010600040101010101" pitchFamily="2" charset="-122"/>
                <a:ea typeface="华文仿宋" panose="02010600040101010101" pitchFamily="2" charset="-122"/>
              </a:rPr>
              <a:t>病症概述</a:t>
            </a:r>
          </a:p>
        </p:txBody>
      </p:sp>
    </p:spTree>
    <p:extLst>
      <p:ext uri="{BB962C8B-B14F-4D97-AF65-F5344CB8AC3E}">
        <p14:creationId xmlns:p14="http://schemas.microsoft.com/office/powerpoint/2010/main" val="1615059694"/>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0" r="-10000"/>
          </a:stretch>
        </a:blipFill>
        <a:effectLst/>
      </p:bgPr>
    </p:bg>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318C6C76-F541-39AF-70E3-D06CC0AD6EDF}"/>
              </a:ext>
            </a:extLst>
          </p:cNvPr>
          <p:cNvSpPr txBox="1">
            <a:spLocks/>
          </p:cNvSpPr>
          <p:nvPr/>
        </p:nvSpPr>
        <p:spPr>
          <a:xfrm>
            <a:off x="0" y="505603"/>
            <a:ext cx="4611430" cy="707886"/>
          </a:xfrm>
          <a:prstGeom prst="rect">
            <a:avLst/>
          </a:prstGeom>
        </p:spPr>
        <p:txBody>
          <a:bodyPr wrap="square">
            <a:spAutoFit/>
          </a:bodyPr>
          <a:lstStyle>
            <a:lvl1pPr algn="ctr" defTabSz="457200" rtl="0" eaLnBrk="1" latinLnBrk="0" hangingPunct="1">
              <a:spcBef>
                <a:spcPct val="0"/>
              </a:spcBef>
              <a:buNone/>
              <a:defRPr sz="4400" kern="1200" cap="none" baseline="0">
                <a:ln w="3175" cmpd="sng">
                  <a:noFill/>
                </a:ln>
                <a:solidFill>
                  <a:schemeClr val="tx1">
                    <a:lumMod val="85000"/>
                    <a:lumOff val="15000"/>
                  </a:schemeClr>
                </a:solidFill>
                <a:effectLst/>
                <a:latin typeface="Microsoft YaHei UI" panose="020B0503020204020204" pitchFamily="34" charset="-122"/>
                <a:ea typeface="Microsoft YaHei UI" panose="020B0503020204020204" pitchFamily="3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kumimoji="0" lang="zh-CN" altLang="en-US" sz="4000" b="0" i="0" u="none" strike="noStrike" kern="1200" cap="none" spc="100" normalizeH="0" baseline="0" noProof="0" dirty="0">
                <a:ln w="3175" cmpd="sng">
                  <a:noFill/>
                </a:ln>
                <a:solidFill>
                  <a:srgbClr val="AB946B"/>
                </a:solidFill>
                <a:effectLst/>
                <a:uLnTx/>
                <a:uFillTx/>
                <a:latin typeface="Garamond" panose="02020404030301010803" pitchFamily="18" charset="0"/>
                <a:ea typeface="方正舒体" panose="02010601030101010101" pitchFamily="2" charset="-122"/>
                <a:cs typeface="+mn-cs"/>
              </a:rPr>
              <a:t>病症概述</a:t>
            </a:r>
            <a:endParaRPr lang="zh-CN" altLang="en-US" dirty="0">
              <a:latin typeface="Garamond" panose="02020404030301010803" pitchFamily="18" charset="0"/>
              <a:ea typeface="方正舒体" panose="02010601030101010101" pitchFamily="2" charset="-122"/>
            </a:endParaRPr>
          </a:p>
        </p:txBody>
      </p:sp>
      <p:sp>
        <p:nvSpPr>
          <p:cNvPr id="5" name="矩形 4">
            <a:extLst>
              <a:ext uri="{FF2B5EF4-FFF2-40B4-BE49-F238E27FC236}">
                <a16:creationId xmlns:a16="http://schemas.microsoft.com/office/drawing/2014/main" id="{D9F45663-30A3-A35B-E047-EB0583068C33}"/>
              </a:ext>
            </a:extLst>
          </p:cNvPr>
          <p:cNvSpPr/>
          <p:nvPr/>
        </p:nvSpPr>
        <p:spPr>
          <a:xfrm>
            <a:off x="1907178" y="2154646"/>
            <a:ext cx="7588881" cy="3581400"/>
          </a:xfrm>
          <a:prstGeom prst="rect">
            <a:avLst/>
          </a:prstGeom>
          <a:noFill/>
          <a:ln>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a:p>
        </p:txBody>
      </p:sp>
      <p:sp>
        <p:nvSpPr>
          <p:cNvPr id="6" name="椭圆 5">
            <a:extLst>
              <a:ext uri="{FF2B5EF4-FFF2-40B4-BE49-F238E27FC236}">
                <a16:creationId xmlns:a16="http://schemas.microsoft.com/office/drawing/2014/main" id="{21BB5732-79A8-1FD2-27B1-F81F34427957}"/>
              </a:ext>
            </a:extLst>
          </p:cNvPr>
          <p:cNvSpPr/>
          <p:nvPr/>
        </p:nvSpPr>
        <p:spPr>
          <a:xfrm>
            <a:off x="2018913" y="1559295"/>
            <a:ext cx="1968161" cy="904944"/>
          </a:xfrm>
          <a:prstGeom prst="ellipse">
            <a:avLst/>
          </a:prstGeom>
          <a:ln>
            <a:noFill/>
          </a:ln>
          <a:effectLst>
            <a:outerShdw blurRad="381000" dist="1270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a:p>
        </p:txBody>
      </p:sp>
      <p:sp>
        <p:nvSpPr>
          <p:cNvPr id="7" name="文本框 6">
            <a:extLst>
              <a:ext uri="{FF2B5EF4-FFF2-40B4-BE49-F238E27FC236}">
                <a16:creationId xmlns:a16="http://schemas.microsoft.com/office/drawing/2014/main" id="{29D3D5FC-2017-FB0F-69EB-106EF7B6B87A}"/>
              </a:ext>
            </a:extLst>
          </p:cNvPr>
          <p:cNvSpPr txBox="1"/>
          <p:nvPr/>
        </p:nvSpPr>
        <p:spPr>
          <a:xfrm>
            <a:off x="1746417" y="1655319"/>
            <a:ext cx="2513152" cy="707886"/>
          </a:xfrm>
          <a:prstGeom prst="rect">
            <a:avLst/>
          </a:prstGeom>
          <a:noFill/>
        </p:spPr>
        <p:txBody>
          <a:bodyPr wrap="square" rtlCol="0" anchor="ctr">
            <a:spAutoFit/>
          </a:bodyPr>
          <a:lstStyle/>
          <a:p>
            <a:pPr algn="ctr"/>
            <a:r>
              <a:rPr lang="en-US" altLang="zh-CN" sz="4000" dirty="0">
                <a:solidFill>
                  <a:schemeClr val="bg1"/>
                </a:solidFill>
                <a:latin typeface="Garamond" panose="02020404030301010803" pitchFamily="18" charset="0"/>
                <a:ea typeface="方正舒体" panose="02010601030101010101" pitchFamily="2" charset="-122"/>
              </a:rPr>
              <a:t>AIWS</a:t>
            </a:r>
          </a:p>
        </p:txBody>
      </p:sp>
      <p:pic>
        <p:nvPicPr>
          <p:cNvPr id="8" name="图片 7">
            <a:extLst>
              <a:ext uri="{FF2B5EF4-FFF2-40B4-BE49-F238E27FC236}">
                <a16:creationId xmlns:a16="http://schemas.microsoft.com/office/drawing/2014/main" id="{4A79F4BC-0EC4-32C1-9BF6-584D502EA88A}"/>
              </a:ext>
            </a:extLst>
          </p:cNvPr>
          <p:cNvPicPr>
            <a:picLocks noChangeAspect="1"/>
          </p:cNvPicPr>
          <p:nvPr/>
        </p:nvPicPr>
        <p:blipFill>
          <a:blip r:embed="rId3"/>
          <a:srcRect t="15254" b="15254"/>
          <a:stretch/>
        </p:blipFill>
        <p:spPr>
          <a:xfrm>
            <a:off x="7498256" y="2154046"/>
            <a:ext cx="3582000" cy="3582000"/>
          </a:xfrm>
          <a:prstGeom prst="ellipse">
            <a:avLst/>
          </a:prstGeom>
          <a:ln w="12700">
            <a:noFill/>
            <a:prstDash val="dash"/>
          </a:ln>
          <a:effectLst>
            <a:outerShdw blurRad="381000" dist="127000" dir="2700000" algn="tl" rotWithShape="0">
              <a:schemeClr val="accent1">
                <a:alpha val="10000"/>
              </a:schemeClr>
            </a:outerShdw>
          </a:effectLst>
        </p:spPr>
      </p:pic>
      <p:sp>
        <p:nvSpPr>
          <p:cNvPr id="9" name="文本框 8">
            <a:extLst>
              <a:ext uri="{FF2B5EF4-FFF2-40B4-BE49-F238E27FC236}">
                <a16:creationId xmlns:a16="http://schemas.microsoft.com/office/drawing/2014/main" id="{44FD39CD-3D52-7D3F-4827-1E8B1B8DC22B}"/>
              </a:ext>
            </a:extLst>
          </p:cNvPr>
          <p:cNvSpPr txBox="1"/>
          <p:nvPr/>
        </p:nvSpPr>
        <p:spPr>
          <a:xfrm>
            <a:off x="2101732" y="2820635"/>
            <a:ext cx="5396524" cy="2248821"/>
          </a:xfrm>
          <a:prstGeom prst="rect">
            <a:avLst/>
          </a:prstGeom>
          <a:noFill/>
        </p:spPr>
        <p:txBody>
          <a:bodyPr vert="horz" wrap="square" rtlCol="0" anchor="ctr">
            <a:spAutoFit/>
          </a:bodyPr>
          <a:lstStyle/>
          <a:p>
            <a:pPr algn="just">
              <a:lnSpc>
                <a:spcPct val="150000"/>
              </a:lnSpc>
            </a:pPr>
            <a:r>
              <a:rPr lang="zh-CN" altLang="zh-CN" sz="2400" b="1" kern="100" dirty="0">
                <a:effectLst/>
                <a:latin typeface="Times New Roman" panose="02020603050405020304" pitchFamily="18" charset="0"/>
                <a:ea typeface="宋体" panose="02010600030101010101" pitchFamily="2" charset="-122"/>
              </a:rPr>
              <a:t>爱丽丝梦游仙境综合征</a:t>
            </a:r>
            <a:r>
              <a:rPr lang="zh-CN" altLang="zh-CN" sz="2400" kern="100" dirty="0">
                <a:effectLst/>
                <a:latin typeface="Times New Roman" panose="02020603050405020304" pitchFamily="18" charset="0"/>
                <a:ea typeface="宋体" panose="02010600030101010101" pitchFamily="2" charset="-122"/>
              </a:rPr>
              <a:t>（</a:t>
            </a:r>
            <a:r>
              <a:rPr lang="en-US" altLang="zh-CN" sz="2400" kern="100" dirty="0">
                <a:solidFill>
                  <a:schemeClr val="bg1">
                    <a:lumMod val="65000"/>
                  </a:schemeClr>
                </a:solidFill>
                <a:effectLst/>
                <a:latin typeface="Times New Roman" panose="02020603050405020304" pitchFamily="18" charset="0"/>
                <a:ea typeface="宋体" panose="02010600030101010101" pitchFamily="2" charset="-122"/>
              </a:rPr>
              <a:t>Alice in Wonderland syndrome</a:t>
            </a:r>
            <a:r>
              <a:rPr lang="zh-CN" altLang="zh-CN" sz="2400" kern="100" dirty="0">
                <a:solidFill>
                  <a:schemeClr val="bg1">
                    <a:lumMod val="65000"/>
                  </a:schemeClr>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kern="100" dirty="0">
                <a:solidFill>
                  <a:schemeClr val="bg1">
                    <a:lumMod val="65000"/>
                  </a:schemeClr>
                </a:solidFill>
                <a:effectLst/>
                <a:latin typeface="Times New Roman" panose="02020603050405020304" pitchFamily="18" charset="0"/>
                <a:ea typeface="宋体" panose="02010600030101010101" pitchFamily="2" charset="-122"/>
              </a:rPr>
              <a:t>AIWS</a:t>
            </a:r>
            <a:r>
              <a:rPr lang="zh-CN" altLang="zh-CN" sz="2400" kern="100" dirty="0">
                <a:effectLst/>
                <a:latin typeface="Times New Roman" panose="02020603050405020304" pitchFamily="18" charset="0"/>
                <a:ea typeface="宋体" panose="02010600030101010101" pitchFamily="2" charset="-122"/>
                <a:cs typeface="Times New Roman" panose="02020603050405020304" pitchFamily="18" charset="0"/>
              </a:rPr>
              <a:t>），又称为托德综合征或视觉障碍，是一种神经心理疾病，其特征是导致感知扭曲。</a:t>
            </a:r>
            <a:endParaRPr lang="en-US" altLang="zh-CN" sz="2400" dirty="0">
              <a:latin typeface="Garamond" panose="02020404030301010803" pitchFamily="18" charset="0"/>
              <a:ea typeface="方正舒体" panose="02010601030101010101" pitchFamily="2" charset="-122"/>
              <a:cs typeface="OPPOSans R" panose="00020600040101010101" pitchFamily="18" charset="-122"/>
            </a:endParaRPr>
          </a:p>
        </p:txBody>
      </p:sp>
      <p:cxnSp>
        <p:nvCxnSpPr>
          <p:cNvPr id="2" name="直接连接符 1">
            <a:extLst>
              <a:ext uri="{FF2B5EF4-FFF2-40B4-BE49-F238E27FC236}">
                <a16:creationId xmlns:a16="http://schemas.microsoft.com/office/drawing/2014/main" id="{114A8E3F-8CA7-0319-0A36-249CF84D38EA}"/>
              </a:ext>
            </a:extLst>
          </p:cNvPr>
          <p:cNvCxnSpPr/>
          <p:nvPr/>
        </p:nvCxnSpPr>
        <p:spPr>
          <a:xfrm>
            <a:off x="723900" y="1445184"/>
            <a:ext cx="1211580" cy="0"/>
          </a:xfrm>
          <a:prstGeom prst="line">
            <a:avLst/>
          </a:prstGeom>
          <a:ln w="25400">
            <a:gradFill>
              <a:gsLst>
                <a:gs pos="0">
                  <a:schemeClr val="accent1"/>
                </a:gs>
                <a:gs pos="100000">
                  <a:schemeClr val="accent1">
                    <a:alpha val="0"/>
                  </a:schemeClr>
                </a:gs>
              </a:gsLst>
              <a:lin ang="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155117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0" r="-10000"/>
          </a:stretch>
        </a:blipFill>
        <a:effectLst/>
      </p:bgPr>
    </p:bg>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318C6C76-F541-39AF-70E3-D06CC0AD6EDF}"/>
              </a:ext>
            </a:extLst>
          </p:cNvPr>
          <p:cNvSpPr txBox="1">
            <a:spLocks/>
          </p:cNvSpPr>
          <p:nvPr/>
        </p:nvSpPr>
        <p:spPr>
          <a:xfrm>
            <a:off x="0" y="505603"/>
            <a:ext cx="4611430" cy="707886"/>
          </a:xfrm>
          <a:prstGeom prst="rect">
            <a:avLst/>
          </a:prstGeom>
        </p:spPr>
        <p:txBody>
          <a:bodyPr wrap="square">
            <a:spAutoFit/>
          </a:bodyPr>
          <a:lstStyle>
            <a:lvl1pPr algn="ctr" defTabSz="457200" rtl="0" eaLnBrk="1" latinLnBrk="0" hangingPunct="1">
              <a:spcBef>
                <a:spcPct val="0"/>
              </a:spcBef>
              <a:buNone/>
              <a:defRPr sz="4400" kern="1200" cap="none" baseline="0">
                <a:ln w="3175" cmpd="sng">
                  <a:noFill/>
                </a:ln>
                <a:solidFill>
                  <a:schemeClr val="tx1">
                    <a:lumMod val="85000"/>
                    <a:lumOff val="15000"/>
                  </a:schemeClr>
                </a:solidFill>
                <a:effectLst/>
                <a:latin typeface="Microsoft YaHei UI" panose="020B0503020204020204" pitchFamily="34" charset="-122"/>
                <a:ea typeface="Microsoft YaHei UI" panose="020B0503020204020204" pitchFamily="3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kumimoji="0" lang="zh-CN" altLang="en-US" sz="4000" b="0" i="0" u="none" strike="noStrike" kern="1200" cap="none" spc="100" normalizeH="0" baseline="0" noProof="0" dirty="0">
                <a:ln w="3175" cmpd="sng">
                  <a:noFill/>
                </a:ln>
                <a:solidFill>
                  <a:srgbClr val="AB946B"/>
                </a:solidFill>
                <a:effectLst/>
                <a:uLnTx/>
                <a:uFillTx/>
                <a:latin typeface="Garamond" panose="02020404030301010803" pitchFamily="18" charset="0"/>
                <a:ea typeface="方正舒体" panose="02010601030101010101" pitchFamily="2" charset="-122"/>
                <a:cs typeface="+mn-cs"/>
              </a:rPr>
              <a:t>病症概述</a:t>
            </a:r>
            <a:endParaRPr lang="zh-CN" altLang="en-US" dirty="0">
              <a:latin typeface="Garamond" panose="02020404030301010803" pitchFamily="18" charset="0"/>
              <a:ea typeface="方正舒体" panose="02010601030101010101" pitchFamily="2" charset="-122"/>
            </a:endParaRPr>
          </a:p>
        </p:txBody>
      </p:sp>
      <p:sp>
        <p:nvSpPr>
          <p:cNvPr id="5" name="矩形 4">
            <a:extLst>
              <a:ext uri="{FF2B5EF4-FFF2-40B4-BE49-F238E27FC236}">
                <a16:creationId xmlns:a16="http://schemas.microsoft.com/office/drawing/2014/main" id="{D9F45663-30A3-A35B-E047-EB0583068C33}"/>
              </a:ext>
            </a:extLst>
          </p:cNvPr>
          <p:cNvSpPr/>
          <p:nvPr/>
        </p:nvSpPr>
        <p:spPr>
          <a:xfrm>
            <a:off x="1907178" y="2154646"/>
            <a:ext cx="7588881" cy="3581400"/>
          </a:xfrm>
          <a:prstGeom prst="rect">
            <a:avLst/>
          </a:prstGeom>
          <a:noFill/>
          <a:ln>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a:p>
        </p:txBody>
      </p:sp>
      <p:sp>
        <p:nvSpPr>
          <p:cNvPr id="6" name="椭圆 5">
            <a:extLst>
              <a:ext uri="{FF2B5EF4-FFF2-40B4-BE49-F238E27FC236}">
                <a16:creationId xmlns:a16="http://schemas.microsoft.com/office/drawing/2014/main" id="{21BB5732-79A8-1FD2-27B1-F81F34427957}"/>
              </a:ext>
            </a:extLst>
          </p:cNvPr>
          <p:cNvSpPr/>
          <p:nvPr/>
        </p:nvSpPr>
        <p:spPr>
          <a:xfrm>
            <a:off x="2018913" y="1559295"/>
            <a:ext cx="1968161" cy="904944"/>
          </a:xfrm>
          <a:prstGeom prst="ellipse">
            <a:avLst/>
          </a:prstGeom>
          <a:ln>
            <a:noFill/>
          </a:ln>
          <a:effectLst>
            <a:outerShdw blurRad="381000" dist="1270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a:p>
        </p:txBody>
      </p:sp>
      <p:sp>
        <p:nvSpPr>
          <p:cNvPr id="7" name="文本框 6">
            <a:extLst>
              <a:ext uri="{FF2B5EF4-FFF2-40B4-BE49-F238E27FC236}">
                <a16:creationId xmlns:a16="http://schemas.microsoft.com/office/drawing/2014/main" id="{29D3D5FC-2017-FB0F-69EB-106EF7B6B87A}"/>
              </a:ext>
            </a:extLst>
          </p:cNvPr>
          <p:cNvSpPr txBox="1"/>
          <p:nvPr/>
        </p:nvSpPr>
        <p:spPr>
          <a:xfrm>
            <a:off x="1746417" y="1655319"/>
            <a:ext cx="2513152" cy="707886"/>
          </a:xfrm>
          <a:prstGeom prst="rect">
            <a:avLst/>
          </a:prstGeom>
          <a:noFill/>
        </p:spPr>
        <p:txBody>
          <a:bodyPr wrap="square" rtlCol="0" anchor="ctr">
            <a:spAutoFit/>
          </a:bodyPr>
          <a:lstStyle/>
          <a:p>
            <a:pPr algn="ctr"/>
            <a:r>
              <a:rPr lang="en-US" altLang="zh-CN" sz="4000" dirty="0">
                <a:solidFill>
                  <a:schemeClr val="bg1"/>
                </a:solidFill>
                <a:latin typeface="Garamond" panose="02020404030301010803" pitchFamily="18" charset="0"/>
                <a:ea typeface="方正舒体" panose="02010601030101010101" pitchFamily="2" charset="-122"/>
              </a:rPr>
              <a:t>AIWS</a:t>
            </a:r>
          </a:p>
        </p:txBody>
      </p:sp>
      <p:pic>
        <p:nvPicPr>
          <p:cNvPr id="8" name="图片 7">
            <a:extLst>
              <a:ext uri="{FF2B5EF4-FFF2-40B4-BE49-F238E27FC236}">
                <a16:creationId xmlns:a16="http://schemas.microsoft.com/office/drawing/2014/main" id="{4A79F4BC-0EC4-32C1-9BF6-584D502EA88A}"/>
              </a:ext>
            </a:extLst>
          </p:cNvPr>
          <p:cNvPicPr>
            <a:picLocks noChangeAspect="1"/>
          </p:cNvPicPr>
          <p:nvPr/>
        </p:nvPicPr>
        <p:blipFill>
          <a:blip r:embed="rId3"/>
          <a:srcRect t="15254" b="15254"/>
          <a:stretch/>
        </p:blipFill>
        <p:spPr>
          <a:xfrm>
            <a:off x="7498256" y="2154046"/>
            <a:ext cx="3582000" cy="3582000"/>
          </a:xfrm>
          <a:prstGeom prst="ellipse">
            <a:avLst/>
          </a:prstGeom>
          <a:ln w="12700">
            <a:noFill/>
            <a:prstDash val="dash"/>
          </a:ln>
          <a:effectLst>
            <a:outerShdw blurRad="381000" dist="127000" dir="2700000" algn="tl" rotWithShape="0">
              <a:schemeClr val="accent1">
                <a:alpha val="10000"/>
              </a:schemeClr>
            </a:outerShdw>
          </a:effectLst>
        </p:spPr>
      </p:pic>
      <p:sp>
        <p:nvSpPr>
          <p:cNvPr id="9" name="文本框 8">
            <a:extLst>
              <a:ext uri="{FF2B5EF4-FFF2-40B4-BE49-F238E27FC236}">
                <a16:creationId xmlns:a16="http://schemas.microsoft.com/office/drawing/2014/main" id="{44FD39CD-3D52-7D3F-4827-1E8B1B8DC22B}"/>
              </a:ext>
            </a:extLst>
          </p:cNvPr>
          <p:cNvSpPr txBox="1"/>
          <p:nvPr/>
        </p:nvSpPr>
        <p:spPr>
          <a:xfrm>
            <a:off x="2101732" y="2648216"/>
            <a:ext cx="5396524" cy="2802819"/>
          </a:xfrm>
          <a:prstGeom prst="rect">
            <a:avLst/>
          </a:prstGeom>
          <a:noFill/>
        </p:spPr>
        <p:txBody>
          <a:bodyPr vert="horz" wrap="square" rtlCol="0" anchor="ctr">
            <a:spAutoFit/>
          </a:bodyPr>
          <a:lstStyle/>
          <a:p>
            <a:pPr algn="just">
              <a:lnSpc>
                <a:spcPct val="150000"/>
              </a:lnSpc>
            </a:pPr>
            <a:r>
              <a:rPr lang="zh-CN" altLang="en-US" sz="2400" kern="100" dirty="0">
                <a:effectLst/>
                <a:latin typeface="Times New Roman" panose="02020603050405020304" pitchFamily="18" charset="0"/>
                <a:ea typeface="宋体" panose="02010600030101010101" pitchFamily="2" charset="-122"/>
              </a:rPr>
              <a:t>患者可能会出现对物体的</a:t>
            </a:r>
            <a:r>
              <a:rPr lang="zh-CN" altLang="en-US" sz="2400" b="1" kern="100" dirty="0">
                <a:effectLst/>
                <a:latin typeface="Times New Roman" panose="02020603050405020304" pitchFamily="18" charset="0"/>
                <a:ea typeface="宋体" panose="02010600030101010101" pitchFamily="2" charset="-122"/>
              </a:rPr>
              <a:t>视觉感知</a:t>
            </a:r>
            <a:r>
              <a:rPr lang="zh-CN" altLang="en-US" sz="2400" kern="100" dirty="0">
                <a:effectLst/>
                <a:latin typeface="Times New Roman" panose="02020603050405020304" pitchFamily="18" charset="0"/>
                <a:ea typeface="宋体" panose="02010600030101010101" pitchFamily="2" charset="-122"/>
              </a:rPr>
              <a:t>扭曲，包括但不限于物体看起来更小或更大，或者看起来比实际距离更近或更远。</a:t>
            </a:r>
            <a:endParaRPr lang="en-US" altLang="zh-CN" sz="2400" kern="100" dirty="0">
              <a:effectLst/>
              <a:latin typeface="Times New Roman" panose="02020603050405020304" pitchFamily="18" charset="0"/>
              <a:ea typeface="宋体" panose="02010600030101010101" pitchFamily="2" charset="-122"/>
            </a:endParaRPr>
          </a:p>
          <a:p>
            <a:pPr algn="just">
              <a:lnSpc>
                <a:spcPct val="150000"/>
              </a:lnSpc>
            </a:pPr>
            <a:r>
              <a:rPr lang="zh-CN" altLang="en-US" sz="2400" kern="100" dirty="0">
                <a:effectLst/>
                <a:latin typeface="Times New Roman" panose="02020603050405020304" pitchFamily="18" charset="0"/>
                <a:ea typeface="宋体" panose="02010600030101010101" pitchFamily="2" charset="-122"/>
              </a:rPr>
              <a:t>除了视觉方面，患者的</a:t>
            </a:r>
            <a:r>
              <a:rPr lang="zh-CN" altLang="en-US" sz="2400" b="1" kern="100" dirty="0">
                <a:effectLst/>
                <a:latin typeface="Times New Roman" panose="02020603050405020304" pitchFamily="18" charset="0"/>
                <a:ea typeface="宋体" panose="02010600030101010101" pitchFamily="2" charset="-122"/>
              </a:rPr>
              <a:t>其他感觉</a:t>
            </a:r>
            <a:r>
              <a:rPr lang="zh-CN" altLang="en-US" sz="2400" kern="100" dirty="0">
                <a:effectLst/>
                <a:latin typeface="Times New Roman" panose="02020603050405020304" pitchFamily="18" charset="0"/>
                <a:ea typeface="宋体" panose="02010600030101010101" pitchFamily="2" charset="-122"/>
              </a:rPr>
              <a:t>（听觉、时间感知）也可能发生失真。</a:t>
            </a:r>
            <a:endParaRPr lang="en-US" altLang="zh-CN" sz="2400" dirty="0">
              <a:latin typeface="Garamond" panose="02020404030301010803" pitchFamily="18" charset="0"/>
              <a:ea typeface="方正舒体" panose="02010601030101010101" pitchFamily="2" charset="-122"/>
              <a:cs typeface="OPPOSans R" panose="00020600040101010101" pitchFamily="18" charset="-122"/>
            </a:endParaRPr>
          </a:p>
        </p:txBody>
      </p:sp>
      <p:cxnSp>
        <p:nvCxnSpPr>
          <p:cNvPr id="2" name="直接连接符 1">
            <a:extLst>
              <a:ext uri="{FF2B5EF4-FFF2-40B4-BE49-F238E27FC236}">
                <a16:creationId xmlns:a16="http://schemas.microsoft.com/office/drawing/2014/main" id="{2D811953-C2AE-7D63-614A-B1B4EC5711EF}"/>
              </a:ext>
            </a:extLst>
          </p:cNvPr>
          <p:cNvCxnSpPr/>
          <p:nvPr/>
        </p:nvCxnSpPr>
        <p:spPr>
          <a:xfrm>
            <a:off x="723900" y="1445184"/>
            <a:ext cx="1211580" cy="0"/>
          </a:xfrm>
          <a:prstGeom prst="line">
            <a:avLst/>
          </a:prstGeom>
          <a:ln w="25400">
            <a:gradFill>
              <a:gsLst>
                <a:gs pos="0">
                  <a:schemeClr val="accent1"/>
                </a:gs>
                <a:gs pos="100000">
                  <a:schemeClr val="accent1">
                    <a:alpha val="0"/>
                  </a:schemeClr>
                </a:gs>
              </a:gsLst>
              <a:lin ang="0" scaled="0"/>
            </a:gradFill>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60ADA292-AE23-276D-591E-C6A0D29FE95F}"/>
              </a:ext>
            </a:extLst>
          </p:cNvPr>
          <p:cNvSpPr txBox="1"/>
          <p:nvPr/>
        </p:nvSpPr>
        <p:spPr>
          <a:xfrm>
            <a:off x="4884433" y="1406965"/>
            <a:ext cx="6096000" cy="707886"/>
          </a:xfrm>
          <a:prstGeom prst="rect">
            <a:avLst/>
          </a:prstGeom>
          <a:solidFill>
            <a:schemeClr val="accent5">
              <a:lumMod val="20000"/>
              <a:lumOff val="80000"/>
            </a:schemeClr>
          </a:solidFill>
        </p:spPr>
        <p:txBody>
          <a:bodyPr wrap="square">
            <a:spAutoFit/>
          </a:bodyPr>
          <a:lstStyle/>
          <a:p>
            <a:r>
              <a:rPr lang="zh-CN" altLang="en-US" sz="2000" kern="100" dirty="0">
                <a:effectLst/>
                <a:latin typeface="Times New Roman" panose="02020603050405020304" pitchFamily="18" charset="0"/>
                <a:ea typeface="宋体" panose="02010600030101010101" pitchFamily="2" charset="-122"/>
                <a:cs typeface="Times New Roman" panose="02020603050405020304" pitchFamily="18" charset="0"/>
              </a:rPr>
              <a:t>青少年和成人都有爱丽丝梦游仙境综合征的病例，但最常见于</a:t>
            </a:r>
            <a:r>
              <a:rPr lang="zh-CN" altLang="en-US" sz="2000" b="1" kern="100" dirty="0">
                <a:effectLst/>
                <a:latin typeface="Times New Roman" panose="02020603050405020304" pitchFamily="18" charset="0"/>
                <a:ea typeface="宋体" panose="02010600030101010101" pitchFamily="2" charset="-122"/>
                <a:cs typeface="Times New Roman" panose="02020603050405020304" pitchFamily="18" charset="0"/>
              </a:rPr>
              <a:t>儿童</a:t>
            </a:r>
            <a:r>
              <a:rPr lang="zh-CN" altLang="en-US" sz="20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en-US" sz="2000" dirty="0"/>
          </a:p>
        </p:txBody>
      </p:sp>
    </p:spTree>
    <p:extLst>
      <p:ext uri="{BB962C8B-B14F-4D97-AF65-F5344CB8AC3E}">
        <p14:creationId xmlns:p14="http://schemas.microsoft.com/office/powerpoint/2010/main" val="4001067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0" r="-10000"/>
          </a:stretch>
        </a:blipFill>
        <a:effectLst/>
      </p:bgPr>
    </p:bg>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A44A358C-E30F-4C55-FF64-298D42FF9D39}"/>
              </a:ext>
            </a:extLst>
          </p:cNvPr>
          <p:cNvSpPr/>
          <p:nvPr/>
        </p:nvSpPr>
        <p:spPr>
          <a:xfrm>
            <a:off x="0" y="0"/>
            <a:ext cx="5410200" cy="6934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hilosopher"/>
              <a:ea typeface="GenYoMin JP L"/>
              <a:cs typeface="+mn-cs"/>
            </a:endParaRPr>
          </a:p>
        </p:txBody>
      </p:sp>
      <p:pic>
        <p:nvPicPr>
          <p:cNvPr id="30" name="图片 29">
            <a:extLst>
              <a:ext uri="{FF2B5EF4-FFF2-40B4-BE49-F238E27FC236}">
                <a16:creationId xmlns:a16="http://schemas.microsoft.com/office/drawing/2014/main" id="{2964A2A6-6C0D-499D-3CAE-051A3C99A7C3}"/>
              </a:ext>
            </a:extLst>
          </p:cNvPr>
          <p:cNvPicPr>
            <a:picLocks noChangeAspect="1"/>
          </p:cNvPicPr>
          <p:nvPr/>
        </p:nvPicPr>
        <p:blipFill rotWithShape="1">
          <a:blip r:embed="rId3"/>
          <a:srcRect t="10733" b="37979"/>
          <a:stretch/>
        </p:blipFill>
        <p:spPr>
          <a:xfrm>
            <a:off x="5055558" y="1368372"/>
            <a:ext cx="7136443" cy="4893733"/>
          </a:xfrm>
          <a:custGeom>
            <a:avLst/>
            <a:gdLst>
              <a:gd name="connsiteX0" fmla="*/ 0 w 7136443"/>
              <a:gd name="connsiteY0" fmla="*/ 0 h 4893733"/>
              <a:gd name="connsiteX1" fmla="*/ 7136443 w 7136443"/>
              <a:gd name="connsiteY1" fmla="*/ 0 h 4893733"/>
              <a:gd name="connsiteX2" fmla="*/ 7136443 w 7136443"/>
              <a:gd name="connsiteY2" fmla="*/ 4893733 h 4893733"/>
              <a:gd name="connsiteX3" fmla="*/ 0 w 7136443"/>
              <a:gd name="connsiteY3" fmla="*/ 4893733 h 4893733"/>
            </a:gdLst>
            <a:ahLst/>
            <a:cxnLst>
              <a:cxn ang="0">
                <a:pos x="connsiteX0" y="connsiteY0"/>
              </a:cxn>
              <a:cxn ang="0">
                <a:pos x="connsiteX1" y="connsiteY1"/>
              </a:cxn>
              <a:cxn ang="0">
                <a:pos x="connsiteX2" y="connsiteY2"/>
              </a:cxn>
              <a:cxn ang="0">
                <a:pos x="connsiteX3" y="connsiteY3"/>
              </a:cxn>
            </a:cxnLst>
            <a:rect l="l" t="t" r="r" b="b"/>
            <a:pathLst>
              <a:path w="7136443" h="4893733">
                <a:moveTo>
                  <a:pt x="0" y="0"/>
                </a:moveTo>
                <a:lnTo>
                  <a:pt x="7136443" y="0"/>
                </a:lnTo>
                <a:lnTo>
                  <a:pt x="7136443" y="4893733"/>
                </a:lnTo>
                <a:lnTo>
                  <a:pt x="0" y="4893733"/>
                </a:lnTo>
                <a:close/>
              </a:path>
            </a:pathLst>
          </a:custGeom>
        </p:spPr>
      </p:pic>
      <p:grpSp>
        <p:nvGrpSpPr>
          <p:cNvPr id="31" name="组合 30">
            <a:extLst>
              <a:ext uri="{FF2B5EF4-FFF2-40B4-BE49-F238E27FC236}">
                <a16:creationId xmlns:a16="http://schemas.microsoft.com/office/drawing/2014/main" id="{92368A81-F7E1-8775-E2E2-4376431BF4FD}"/>
              </a:ext>
            </a:extLst>
          </p:cNvPr>
          <p:cNvGrpSpPr/>
          <p:nvPr/>
        </p:nvGrpSpPr>
        <p:grpSpPr>
          <a:xfrm rot="16200000">
            <a:off x="1930974" y="4765564"/>
            <a:ext cx="163031" cy="2608040"/>
            <a:chOff x="11623511" y="3915177"/>
            <a:chExt cx="198120" cy="2608040"/>
          </a:xfrm>
          <a:noFill/>
        </p:grpSpPr>
        <p:sp>
          <p:nvSpPr>
            <p:cNvPr id="32" name="菱形 31">
              <a:extLst>
                <a:ext uri="{FF2B5EF4-FFF2-40B4-BE49-F238E27FC236}">
                  <a16:creationId xmlns:a16="http://schemas.microsoft.com/office/drawing/2014/main" id="{6CFD4E27-C829-975F-0BEA-40E712FC1E59}"/>
                </a:ext>
              </a:extLst>
            </p:cNvPr>
            <p:cNvSpPr/>
            <p:nvPr/>
          </p:nvSpPr>
          <p:spPr>
            <a:xfrm>
              <a:off x="11623511" y="4109886"/>
              <a:ext cx="198120" cy="297382"/>
            </a:xfrm>
            <a:prstGeom prst="diamond">
              <a:avLst/>
            </a:prstGeom>
            <a:grp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hilosopher"/>
                <a:ea typeface="GenYoMin JP L"/>
                <a:cs typeface="+mn-cs"/>
              </a:endParaRPr>
            </a:p>
          </p:txBody>
        </p:sp>
        <p:sp>
          <p:nvSpPr>
            <p:cNvPr id="33" name="菱形 32">
              <a:extLst>
                <a:ext uri="{FF2B5EF4-FFF2-40B4-BE49-F238E27FC236}">
                  <a16:creationId xmlns:a16="http://schemas.microsoft.com/office/drawing/2014/main" id="{4E338E34-150A-B59F-E908-F7AAD195F364}"/>
                </a:ext>
              </a:extLst>
            </p:cNvPr>
            <p:cNvSpPr/>
            <p:nvPr/>
          </p:nvSpPr>
          <p:spPr>
            <a:xfrm>
              <a:off x="11623511" y="4302245"/>
              <a:ext cx="198120" cy="297382"/>
            </a:xfrm>
            <a:prstGeom prst="diamond">
              <a:avLst/>
            </a:prstGeom>
            <a:grp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hilosopher"/>
                <a:ea typeface="GenYoMin JP L"/>
                <a:cs typeface="+mn-cs"/>
              </a:endParaRPr>
            </a:p>
          </p:txBody>
        </p:sp>
        <p:sp>
          <p:nvSpPr>
            <p:cNvPr id="34" name="菱形 33">
              <a:extLst>
                <a:ext uri="{FF2B5EF4-FFF2-40B4-BE49-F238E27FC236}">
                  <a16:creationId xmlns:a16="http://schemas.microsoft.com/office/drawing/2014/main" id="{7AD98359-440E-135E-FACB-2E2BEF27D777}"/>
                </a:ext>
              </a:extLst>
            </p:cNvPr>
            <p:cNvSpPr/>
            <p:nvPr/>
          </p:nvSpPr>
          <p:spPr>
            <a:xfrm>
              <a:off x="11623511" y="4494604"/>
              <a:ext cx="198120" cy="297382"/>
            </a:xfrm>
            <a:prstGeom prst="diamond">
              <a:avLst/>
            </a:prstGeom>
            <a:grp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hilosopher"/>
                <a:ea typeface="GenYoMin JP L"/>
                <a:cs typeface="+mn-cs"/>
              </a:endParaRPr>
            </a:p>
          </p:txBody>
        </p:sp>
        <p:sp>
          <p:nvSpPr>
            <p:cNvPr id="35" name="菱形 34">
              <a:extLst>
                <a:ext uri="{FF2B5EF4-FFF2-40B4-BE49-F238E27FC236}">
                  <a16:creationId xmlns:a16="http://schemas.microsoft.com/office/drawing/2014/main" id="{53B09EF6-3366-22EF-7D2C-83F010FDB016}"/>
                </a:ext>
              </a:extLst>
            </p:cNvPr>
            <p:cNvSpPr/>
            <p:nvPr/>
          </p:nvSpPr>
          <p:spPr>
            <a:xfrm>
              <a:off x="11623511" y="4686963"/>
              <a:ext cx="198120" cy="297382"/>
            </a:xfrm>
            <a:prstGeom prst="diamond">
              <a:avLst/>
            </a:prstGeom>
            <a:grp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hilosopher"/>
                <a:ea typeface="GenYoMin JP L"/>
                <a:cs typeface="+mn-cs"/>
              </a:endParaRPr>
            </a:p>
          </p:txBody>
        </p:sp>
        <p:sp>
          <p:nvSpPr>
            <p:cNvPr id="36" name="菱形 35">
              <a:extLst>
                <a:ext uri="{FF2B5EF4-FFF2-40B4-BE49-F238E27FC236}">
                  <a16:creationId xmlns:a16="http://schemas.microsoft.com/office/drawing/2014/main" id="{AEB88D5F-EC72-C082-F335-311F6BCBB747}"/>
                </a:ext>
              </a:extLst>
            </p:cNvPr>
            <p:cNvSpPr/>
            <p:nvPr/>
          </p:nvSpPr>
          <p:spPr>
            <a:xfrm>
              <a:off x="11623511" y="4879322"/>
              <a:ext cx="198120" cy="297382"/>
            </a:xfrm>
            <a:prstGeom prst="diamond">
              <a:avLst/>
            </a:prstGeom>
            <a:grp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hilosopher"/>
                <a:ea typeface="GenYoMin JP L"/>
                <a:cs typeface="+mn-cs"/>
              </a:endParaRPr>
            </a:p>
          </p:txBody>
        </p:sp>
        <p:sp>
          <p:nvSpPr>
            <p:cNvPr id="37" name="菱形 36">
              <a:extLst>
                <a:ext uri="{FF2B5EF4-FFF2-40B4-BE49-F238E27FC236}">
                  <a16:creationId xmlns:a16="http://schemas.microsoft.com/office/drawing/2014/main" id="{97871C20-5FC4-1528-C8BE-F6C2F9B9D0B3}"/>
                </a:ext>
              </a:extLst>
            </p:cNvPr>
            <p:cNvSpPr/>
            <p:nvPr/>
          </p:nvSpPr>
          <p:spPr>
            <a:xfrm>
              <a:off x="11623511" y="5071681"/>
              <a:ext cx="198120" cy="297382"/>
            </a:xfrm>
            <a:prstGeom prst="diamond">
              <a:avLst/>
            </a:prstGeom>
            <a:grp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hilosopher"/>
                <a:ea typeface="GenYoMin JP L"/>
                <a:cs typeface="+mn-cs"/>
              </a:endParaRPr>
            </a:p>
          </p:txBody>
        </p:sp>
        <p:sp>
          <p:nvSpPr>
            <p:cNvPr id="38" name="菱形 37">
              <a:extLst>
                <a:ext uri="{FF2B5EF4-FFF2-40B4-BE49-F238E27FC236}">
                  <a16:creationId xmlns:a16="http://schemas.microsoft.com/office/drawing/2014/main" id="{12FCF13A-9A52-6599-F81A-0B289EA2EB66}"/>
                </a:ext>
              </a:extLst>
            </p:cNvPr>
            <p:cNvSpPr/>
            <p:nvPr/>
          </p:nvSpPr>
          <p:spPr>
            <a:xfrm>
              <a:off x="11623511" y="5264040"/>
              <a:ext cx="198120" cy="297382"/>
            </a:xfrm>
            <a:prstGeom prst="diamond">
              <a:avLst/>
            </a:prstGeom>
            <a:grp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hilosopher"/>
                <a:ea typeface="GenYoMin JP L"/>
                <a:cs typeface="+mn-cs"/>
              </a:endParaRPr>
            </a:p>
          </p:txBody>
        </p:sp>
        <p:sp>
          <p:nvSpPr>
            <p:cNvPr id="39" name="菱形 38">
              <a:extLst>
                <a:ext uri="{FF2B5EF4-FFF2-40B4-BE49-F238E27FC236}">
                  <a16:creationId xmlns:a16="http://schemas.microsoft.com/office/drawing/2014/main" id="{65CEF92F-886B-586F-DE11-3329389E1143}"/>
                </a:ext>
              </a:extLst>
            </p:cNvPr>
            <p:cNvSpPr/>
            <p:nvPr/>
          </p:nvSpPr>
          <p:spPr>
            <a:xfrm>
              <a:off x="11623511" y="5456399"/>
              <a:ext cx="198120" cy="297382"/>
            </a:xfrm>
            <a:prstGeom prst="diamond">
              <a:avLst/>
            </a:prstGeom>
            <a:grp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hilosopher"/>
                <a:ea typeface="GenYoMin JP L"/>
                <a:cs typeface="+mn-cs"/>
              </a:endParaRPr>
            </a:p>
          </p:txBody>
        </p:sp>
        <p:sp>
          <p:nvSpPr>
            <p:cNvPr id="40" name="菱形 39">
              <a:extLst>
                <a:ext uri="{FF2B5EF4-FFF2-40B4-BE49-F238E27FC236}">
                  <a16:creationId xmlns:a16="http://schemas.microsoft.com/office/drawing/2014/main" id="{99C1BE65-BAB2-AB24-DA51-6C8655008118}"/>
                </a:ext>
              </a:extLst>
            </p:cNvPr>
            <p:cNvSpPr/>
            <p:nvPr/>
          </p:nvSpPr>
          <p:spPr>
            <a:xfrm>
              <a:off x="11623511" y="5648758"/>
              <a:ext cx="198120" cy="297382"/>
            </a:xfrm>
            <a:prstGeom prst="diamond">
              <a:avLst/>
            </a:prstGeom>
            <a:grp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hilosopher"/>
                <a:ea typeface="GenYoMin JP L"/>
                <a:cs typeface="+mn-cs"/>
              </a:endParaRPr>
            </a:p>
          </p:txBody>
        </p:sp>
        <p:sp>
          <p:nvSpPr>
            <p:cNvPr id="41" name="菱形 40">
              <a:extLst>
                <a:ext uri="{FF2B5EF4-FFF2-40B4-BE49-F238E27FC236}">
                  <a16:creationId xmlns:a16="http://schemas.microsoft.com/office/drawing/2014/main" id="{DF1817FA-F218-6F10-34FD-07A56CEE1BEF}"/>
                </a:ext>
              </a:extLst>
            </p:cNvPr>
            <p:cNvSpPr/>
            <p:nvPr/>
          </p:nvSpPr>
          <p:spPr>
            <a:xfrm>
              <a:off x="11623511" y="5841117"/>
              <a:ext cx="198120" cy="297382"/>
            </a:xfrm>
            <a:prstGeom prst="diamond">
              <a:avLst/>
            </a:prstGeom>
            <a:grp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hilosopher"/>
                <a:ea typeface="GenYoMin JP L"/>
                <a:cs typeface="+mn-cs"/>
              </a:endParaRPr>
            </a:p>
          </p:txBody>
        </p:sp>
        <p:sp>
          <p:nvSpPr>
            <p:cNvPr id="42" name="菱形 41">
              <a:extLst>
                <a:ext uri="{FF2B5EF4-FFF2-40B4-BE49-F238E27FC236}">
                  <a16:creationId xmlns:a16="http://schemas.microsoft.com/office/drawing/2014/main" id="{1DB85113-B9E4-9052-54E7-6C42B327D9B5}"/>
                </a:ext>
              </a:extLst>
            </p:cNvPr>
            <p:cNvSpPr/>
            <p:nvPr/>
          </p:nvSpPr>
          <p:spPr>
            <a:xfrm>
              <a:off x="11623511" y="6033476"/>
              <a:ext cx="198120" cy="297382"/>
            </a:xfrm>
            <a:prstGeom prst="diamond">
              <a:avLst/>
            </a:prstGeom>
            <a:grp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hilosopher"/>
                <a:ea typeface="GenYoMin JP L"/>
                <a:cs typeface="+mn-cs"/>
              </a:endParaRPr>
            </a:p>
          </p:txBody>
        </p:sp>
        <p:sp>
          <p:nvSpPr>
            <p:cNvPr id="43" name="菱形 42">
              <a:extLst>
                <a:ext uri="{FF2B5EF4-FFF2-40B4-BE49-F238E27FC236}">
                  <a16:creationId xmlns:a16="http://schemas.microsoft.com/office/drawing/2014/main" id="{DCB58180-62B1-D6E3-CB72-6E5863DB0FC2}"/>
                </a:ext>
              </a:extLst>
            </p:cNvPr>
            <p:cNvSpPr/>
            <p:nvPr/>
          </p:nvSpPr>
          <p:spPr>
            <a:xfrm>
              <a:off x="11623511" y="6225835"/>
              <a:ext cx="198120" cy="297382"/>
            </a:xfrm>
            <a:prstGeom prst="diamond">
              <a:avLst/>
            </a:prstGeom>
            <a:grp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hilosopher"/>
                <a:ea typeface="GenYoMin JP L"/>
                <a:cs typeface="+mn-cs"/>
              </a:endParaRPr>
            </a:p>
          </p:txBody>
        </p:sp>
        <p:sp>
          <p:nvSpPr>
            <p:cNvPr id="44" name="菱形 43">
              <a:extLst>
                <a:ext uri="{FF2B5EF4-FFF2-40B4-BE49-F238E27FC236}">
                  <a16:creationId xmlns:a16="http://schemas.microsoft.com/office/drawing/2014/main" id="{1799084F-F893-CFB2-1A8D-FB337221DFDE}"/>
                </a:ext>
              </a:extLst>
            </p:cNvPr>
            <p:cNvSpPr/>
            <p:nvPr/>
          </p:nvSpPr>
          <p:spPr>
            <a:xfrm>
              <a:off x="11623511" y="3915177"/>
              <a:ext cx="198120" cy="297382"/>
            </a:xfrm>
            <a:prstGeom prst="diamond">
              <a:avLst/>
            </a:prstGeom>
            <a:grp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hilosopher"/>
                <a:ea typeface="GenYoMin JP L"/>
                <a:cs typeface="+mn-cs"/>
              </a:endParaRPr>
            </a:p>
          </p:txBody>
        </p:sp>
      </p:grpSp>
      <p:cxnSp>
        <p:nvCxnSpPr>
          <p:cNvPr id="51" name="直接连接符 50">
            <a:extLst>
              <a:ext uri="{FF2B5EF4-FFF2-40B4-BE49-F238E27FC236}">
                <a16:creationId xmlns:a16="http://schemas.microsoft.com/office/drawing/2014/main" id="{262686AE-BB55-1F40-E72C-A8ABBDA69837}"/>
              </a:ext>
            </a:extLst>
          </p:cNvPr>
          <p:cNvCxnSpPr>
            <a:cxnSpLocks/>
          </p:cNvCxnSpPr>
          <p:nvPr/>
        </p:nvCxnSpPr>
        <p:spPr>
          <a:xfrm>
            <a:off x="3124151" y="750216"/>
            <a:ext cx="9067849" cy="0"/>
          </a:xfrm>
          <a:prstGeom prst="line">
            <a:avLst/>
          </a:prstGeom>
        </p:spPr>
        <p:style>
          <a:lnRef idx="1">
            <a:schemeClr val="accent1"/>
          </a:lnRef>
          <a:fillRef idx="0">
            <a:schemeClr val="accent1"/>
          </a:fillRef>
          <a:effectRef idx="0">
            <a:schemeClr val="accent1"/>
          </a:effectRef>
          <a:fontRef idx="minor">
            <a:schemeClr val="tx1"/>
          </a:fontRef>
        </p:style>
      </p:cxnSp>
      <p:sp>
        <p:nvSpPr>
          <p:cNvPr id="4" name="文本框 3">
            <a:extLst>
              <a:ext uri="{FF2B5EF4-FFF2-40B4-BE49-F238E27FC236}">
                <a16:creationId xmlns:a16="http://schemas.microsoft.com/office/drawing/2014/main" id="{20604321-77DA-6667-FD11-0506EC630A33}"/>
              </a:ext>
            </a:extLst>
          </p:cNvPr>
          <p:cNvSpPr txBox="1"/>
          <p:nvPr/>
        </p:nvSpPr>
        <p:spPr>
          <a:xfrm>
            <a:off x="312747" y="848827"/>
            <a:ext cx="4468653" cy="4893647"/>
          </a:xfrm>
          <a:prstGeom prst="rect">
            <a:avLst/>
          </a:prstGeom>
          <a:noFill/>
        </p:spPr>
        <p:txBody>
          <a:bodyPr wrap="square">
            <a:spAutoFit/>
          </a:bodyPr>
          <a:lstStyle/>
          <a:p>
            <a:r>
              <a:rPr lang="zh-CN" altLang="en-US" sz="2400" dirty="0">
                <a:solidFill>
                  <a:schemeClr val="bg1"/>
                </a:solidFill>
                <a:latin typeface="微软雅黑 Light" panose="020B0502040204020203" pitchFamily="34" charset="-122"/>
                <a:ea typeface="微软雅黑 Light" panose="020B0502040204020203" pitchFamily="34" charset="-122"/>
              </a:rPr>
              <a:t>鲁迅推崇的</a:t>
            </a:r>
            <a:r>
              <a:rPr lang="en-US" altLang="zh-CN" sz="2400" dirty="0">
                <a:solidFill>
                  <a:schemeClr val="bg1"/>
                </a:solidFill>
                <a:latin typeface="微软雅黑 Light" panose="020B0502040204020203" pitchFamily="34" charset="-122"/>
                <a:ea typeface="微软雅黑 Light" panose="020B0502040204020203" pitchFamily="34" charset="-122"/>
              </a:rPr>
              <a:t>20</a:t>
            </a:r>
            <a:r>
              <a:rPr lang="zh-CN" altLang="en-US" sz="2400" dirty="0">
                <a:solidFill>
                  <a:schemeClr val="bg1"/>
                </a:solidFill>
                <a:latin typeface="微软雅黑 Light" panose="020B0502040204020203" pitchFamily="34" charset="-122"/>
                <a:ea typeface="微软雅黑 Light" panose="020B0502040204020203" pitchFamily="34" charset="-122"/>
              </a:rPr>
              <a:t>世纪德国艺术家</a:t>
            </a:r>
            <a:r>
              <a:rPr lang="en-US" altLang="zh-CN" sz="2400" dirty="0">
                <a:solidFill>
                  <a:schemeClr val="bg1"/>
                </a:solidFill>
                <a:latin typeface="微软雅黑 Light" panose="020B0502040204020203" pitchFamily="34" charset="-122"/>
                <a:ea typeface="微软雅黑 Light" panose="020B0502040204020203" pitchFamily="34" charset="-122"/>
              </a:rPr>
              <a:t>——</a:t>
            </a:r>
            <a:r>
              <a:rPr lang="zh-CN" altLang="en-US" sz="2400" dirty="0">
                <a:solidFill>
                  <a:schemeClr val="bg1"/>
                </a:solidFill>
                <a:latin typeface="微软雅黑 Light" panose="020B0502040204020203" pitchFamily="34" charset="-122"/>
                <a:ea typeface="微软雅黑 Light" panose="020B0502040204020203" pitchFamily="34" charset="-122"/>
              </a:rPr>
              <a:t>凯绥</a:t>
            </a:r>
            <a:r>
              <a:rPr lang="en-US" altLang="zh-CN" sz="2400" dirty="0">
                <a:solidFill>
                  <a:schemeClr val="bg1"/>
                </a:solidFill>
                <a:latin typeface="微软雅黑 Light" panose="020B0502040204020203" pitchFamily="34" charset="-122"/>
                <a:ea typeface="微软雅黑 Light" panose="020B0502040204020203" pitchFamily="34" charset="-122"/>
              </a:rPr>
              <a:t>·</a:t>
            </a:r>
            <a:r>
              <a:rPr lang="zh-CN" altLang="en-US" sz="2400" dirty="0">
                <a:solidFill>
                  <a:schemeClr val="bg1"/>
                </a:solidFill>
                <a:latin typeface="微软雅黑 Light" panose="020B0502040204020203" pitchFamily="34" charset="-122"/>
                <a:ea typeface="微软雅黑 Light" panose="020B0502040204020203" pitchFamily="34" charset="-122"/>
              </a:rPr>
              <a:t>珂勒惠支曾在日记中（</a:t>
            </a:r>
            <a:r>
              <a:rPr lang="en-US" altLang="zh-CN" sz="2400" dirty="0" err="1">
                <a:solidFill>
                  <a:schemeClr val="bg1"/>
                </a:solidFill>
                <a:latin typeface="微软雅黑 Light" panose="020B0502040204020203" pitchFamily="34" charset="-122"/>
                <a:ea typeface="微软雅黑 Light" panose="020B0502040204020203" pitchFamily="34" charset="-122"/>
              </a:rPr>
              <a:t>Kaethe</a:t>
            </a:r>
            <a:r>
              <a:rPr lang="en-US" altLang="zh-CN" sz="2400" dirty="0">
                <a:solidFill>
                  <a:schemeClr val="bg1"/>
                </a:solidFill>
                <a:latin typeface="微软雅黑 Light" panose="020B0502040204020203" pitchFamily="34" charset="-122"/>
                <a:ea typeface="微软雅黑 Light" panose="020B0502040204020203" pitchFamily="34" charset="-122"/>
              </a:rPr>
              <a:t> Kollwitz</a:t>
            </a:r>
            <a:r>
              <a:rPr lang="zh-CN" altLang="en-US" sz="2400" dirty="0">
                <a:solidFill>
                  <a:schemeClr val="bg1"/>
                </a:solidFill>
                <a:latin typeface="微软雅黑 Light" panose="020B0502040204020203" pitchFamily="34" charset="-122"/>
                <a:ea typeface="微软雅黑 Light" panose="020B0502040204020203" pitchFamily="34" charset="-122"/>
              </a:rPr>
              <a:t>）描述了她童年时期感觉遭受扭曲时的情境。</a:t>
            </a:r>
            <a:endParaRPr lang="en-US" altLang="zh-CN" sz="2400" dirty="0">
              <a:solidFill>
                <a:schemeClr val="bg1"/>
              </a:solidFill>
              <a:latin typeface="微软雅黑 Light" panose="020B0502040204020203" pitchFamily="34" charset="-122"/>
              <a:ea typeface="微软雅黑 Light" panose="020B0502040204020203" pitchFamily="34" charset="-122"/>
            </a:endParaRPr>
          </a:p>
          <a:p>
            <a:r>
              <a:rPr lang="zh-CN" altLang="en-US" sz="2400" dirty="0">
                <a:solidFill>
                  <a:schemeClr val="bg1"/>
                </a:solidFill>
                <a:latin typeface="微软雅黑 Light" panose="020B0502040204020203" pitchFamily="34" charset="-122"/>
                <a:ea typeface="微软雅黑 Light" panose="020B0502040204020203" pitchFamily="34" charset="-122"/>
              </a:rPr>
              <a:t>她抱怨说，有些时候，物体似乎在变大或者变小，自己好像也变小了，这令人恐惧。有的时候她也会觉得自己是在一个没有空气的房间里，或者感觉自己在下沉或消失。</a:t>
            </a:r>
          </a:p>
          <a:p>
            <a:endParaRPr lang="en-US" altLang="zh-CN" sz="2400" dirty="0">
              <a:solidFill>
                <a:schemeClr val="bg1"/>
              </a:solidFill>
              <a:latin typeface="微软雅黑 Light" panose="020B0502040204020203" pitchFamily="34" charset="-122"/>
              <a:ea typeface="微软雅黑 Light" panose="020B0502040204020203" pitchFamily="34" charset="-122"/>
            </a:endParaRPr>
          </a:p>
          <a:p>
            <a:r>
              <a:rPr lang="zh-CN" altLang="en-US" sz="2400" dirty="0">
                <a:solidFill>
                  <a:schemeClr val="bg1"/>
                </a:solidFill>
                <a:latin typeface="微软雅黑 Light" panose="020B0502040204020203" pitchFamily="34" charset="-122"/>
                <a:ea typeface="微软雅黑 Light" panose="020B0502040204020203" pitchFamily="34" charset="-122"/>
              </a:rPr>
              <a:t>艺术风格发生转变：写实的自然主义</a:t>
            </a:r>
            <a:r>
              <a:rPr lang="en-US" altLang="zh-CN" sz="2400" dirty="0">
                <a:solidFill>
                  <a:schemeClr val="bg1"/>
                </a:solidFill>
                <a:latin typeface="微软雅黑 Light" panose="020B0502040204020203" pitchFamily="34" charset="-122"/>
                <a:ea typeface="微软雅黑 Light" panose="020B0502040204020203" pitchFamily="34" charset="-122"/>
              </a:rPr>
              <a:t> =&gt; </a:t>
            </a:r>
            <a:r>
              <a:rPr lang="zh-CN" altLang="en-US" sz="2400" dirty="0">
                <a:solidFill>
                  <a:schemeClr val="bg1"/>
                </a:solidFill>
                <a:latin typeface="微软雅黑 Light" panose="020B0502040204020203" pitchFamily="34" charset="-122"/>
                <a:ea typeface="微软雅黑 Light" panose="020B0502040204020203" pitchFamily="34" charset="-122"/>
              </a:rPr>
              <a:t>现实扭曲、抽象化</a:t>
            </a:r>
          </a:p>
        </p:txBody>
      </p:sp>
    </p:spTree>
    <p:extLst>
      <p:ext uri="{BB962C8B-B14F-4D97-AF65-F5344CB8AC3E}">
        <p14:creationId xmlns:p14="http://schemas.microsoft.com/office/powerpoint/2010/main" val="19080598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0" r="-10000"/>
          </a:stretch>
        </a:blipFill>
        <a:effectLst/>
      </p:bgPr>
    </p:bg>
    <p:spTree>
      <p:nvGrpSpPr>
        <p:cNvPr id="1" name=""/>
        <p:cNvGrpSpPr/>
        <p:nvPr/>
      </p:nvGrpSpPr>
      <p:grpSpPr>
        <a:xfrm>
          <a:off x="0" y="0"/>
          <a:ext cx="0" cy="0"/>
          <a:chOff x="0" y="0"/>
          <a:chExt cx="0" cy="0"/>
        </a:xfrm>
      </p:grpSpPr>
      <p:sp>
        <p:nvSpPr>
          <p:cNvPr id="11" name="文本框 10">
            <a:extLst>
              <a:ext uri="{FF2B5EF4-FFF2-40B4-BE49-F238E27FC236}">
                <a16:creationId xmlns:a16="http://schemas.microsoft.com/office/drawing/2014/main" id="{7171FB6B-A015-7119-C110-5D742C2C9EF1}"/>
              </a:ext>
            </a:extLst>
          </p:cNvPr>
          <p:cNvSpPr txBox="1"/>
          <p:nvPr/>
        </p:nvSpPr>
        <p:spPr>
          <a:xfrm>
            <a:off x="939799" y="966801"/>
            <a:ext cx="7789333" cy="461665"/>
          </a:xfrm>
          <a:prstGeom prst="rect">
            <a:avLst/>
          </a:prstGeom>
          <a:noFill/>
        </p:spPr>
        <p:txBody>
          <a:bodyPr wrap="square">
            <a:spAutoFit/>
          </a:bodyPr>
          <a:lstStyle/>
          <a:p>
            <a:r>
              <a:rPr lang="en-US" altLang="zh-CN" sz="2400" b="0" i="0" dirty="0">
                <a:solidFill>
                  <a:srgbClr val="000000"/>
                </a:solidFill>
                <a:effectLst/>
                <a:highlight>
                  <a:srgbClr val="FFFFFF"/>
                </a:highlight>
                <a:latin typeface="Georgia" panose="02040502050405020303" pitchFamily="18" charset="0"/>
              </a:rPr>
              <a:t> A video from the </a:t>
            </a:r>
            <a:r>
              <a:rPr lang="en-US" altLang="zh-CN" sz="2400" b="0" i="0" u="none" strike="noStrike" dirty="0">
                <a:solidFill>
                  <a:srgbClr val="000000"/>
                </a:solidFill>
                <a:effectLst/>
                <a:highlight>
                  <a:srgbClr val="FFFFFF"/>
                </a:highlight>
                <a:latin typeface="Georgia" panose="02040502050405020303" pitchFamily="18" charset="0"/>
                <a:hlinkClick r:id="rId3"/>
              </a:rPr>
              <a:t>2023 Brain Awareness Video Contest</a:t>
            </a:r>
            <a:endParaRPr lang="zh-CN" altLang="en-US" sz="2400" dirty="0"/>
          </a:p>
        </p:txBody>
      </p:sp>
      <p:pic>
        <p:nvPicPr>
          <p:cNvPr id="4" name="图片 3">
            <a:extLst>
              <a:ext uri="{FF2B5EF4-FFF2-40B4-BE49-F238E27FC236}">
                <a16:creationId xmlns:a16="http://schemas.microsoft.com/office/drawing/2014/main" id="{105ED036-06C6-08C4-C27A-041CBFF59AD4}"/>
              </a:ext>
            </a:extLst>
          </p:cNvPr>
          <p:cNvPicPr>
            <a:picLocks noChangeAspect="1"/>
          </p:cNvPicPr>
          <p:nvPr/>
        </p:nvPicPr>
        <p:blipFill>
          <a:blip r:embed="rId4"/>
          <a:stretch>
            <a:fillRect/>
          </a:stretch>
        </p:blipFill>
        <p:spPr>
          <a:xfrm>
            <a:off x="2019180" y="1465609"/>
            <a:ext cx="8153640" cy="4650178"/>
          </a:xfrm>
          <a:prstGeom prst="rect">
            <a:avLst/>
          </a:prstGeom>
        </p:spPr>
      </p:pic>
    </p:spTree>
    <p:extLst>
      <p:ext uri="{BB962C8B-B14F-4D97-AF65-F5344CB8AC3E}">
        <p14:creationId xmlns:p14="http://schemas.microsoft.com/office/powerpoint/2010/main" val="2226271436"/>
      </p:ext>
    </p:extLst>
  </p:cSld>
  <p:clrMapOvr>
    <a:masterClrMapping/>
  </p:clrMapOvr>
  <mc:AlternateContent xmlns:mc="http://schemas.openxmlformats.org/markup-compatibility/2006" xmlns:p14="http://schemas.microsoft.com/office/powerpoint/2010/main">
    <mc:Choice Requires="p14">
      <p:transition spd="slow" p14:dur="2000" advTm="138027"/>
    </mc:Choice>
    <mc:Fallback xmlns="">
      <p:transition spd="slow" advTm="138027"/>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lumMod val="85000"/>
            <a:lumOff val="15000"/>
          </a:schemeClr>
        </a:solidFill>
        <a:effectLst/>
      </p:bgPr>
    </p:bg>
    <p:spTree>
      <p:nvGrpSpPr>
        <p:cNvPr id="1" name=""/>
        <p:cNvGrpSpPr/>
        <p:nvPr/>
      </p:nvGrpSpPr>
      <p:grpSpPr>
        <a:xfrm>
          <a:off x="0" y="0"/>
          <a:ext cx="0" cy="0"/>
          <a:chOff x="0" y="0"/>
          <a:chExt cx="0" cy="0"/>
        </a:xfrm>
      </p:grpSpPr>
      <p:sp useBgFill="1">
        <p:nvSpPr>
          <p:cNvPr id="8" name="矩形 7">
            <a:extLst>
              <a:ext uri="{FF2B5EF4-FFF2-40B4-BE49-F238E27FC236}">
                <a16:creationId xmlns:a16="http://schemas.microsoft.com/office/drawing/2014/main" id="{DA954E3F-C90F-4AED-8C5E-30BBC99870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1">
              <a:latin typeface="Microsoft YaHei UI" panose="020B0503020204020204" pitchFamily="34" charset="-122"/>
              <a:ea typeface="Microsoft YaHei UI" panose="020B0503020204020204" pitchFamily="34" charset="-122"/>
            </a:endParaRPr>
          </a:p>
        </p:txBody>
      </p:sp>
      <p:sp>
        <p:nvSpPr>
          <p:cNvPr id="10" name="矩形 9">
            <a:extLst>
              <a:ext uri="{FF2B5EF4-FFF2-40B4-BE49-F238E27FC236}">
                <a16:creationId xmlns:a16="http://schemas.microsoft.com/office/drawing/2014/main" id="{45F274D6-81B5-4350-AFD5-014504FF59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gradFill>
            <a:gsLst>
              <a:gs pos="0">
                <a:srgbClr val="FFFFFF"/>
              </a:gs>
              <a:gs pos="30000">
                <a:srgbClr val="FFFFFF"/>
              </a:gs>
              <a:gs pos="61000">
                <a:srgbClr val="F8F8F8"/>
              </a:gs>
              <a:gs pos="97000">
                <a:srgbClr val="E5E5E5"/>
              </a:gs>
            </a:gsLst>
            <a:path path="circle">
              <a:fillToRect l="50000" t="50000" r="50000" b="50000"/>
            </a:path>
          </a:gradFill>
          <a:ln>
            <a:noFill/>
          </a:ln>
          <a:effectLst>
            <a:innerShdw blurRad="63500" dist="12700">
              <a:prstClr val="black">
                <a:alpha val="3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1">
              <a:latin typeface="Microsoft YaHei UI" panose="020B0503020204020204" pitchFamily="34" charset="-122"/>
              <a:ea typeface="Microsoft YaHei UI" panose="020B0503020204020204" pitchFamily="34" charset="-122"/>
            </a:endParaRPr>
          </a:p>
        </p:txBody>
      </p:sp>
      <p:sp useBgFill="1">
        <p:nvSpPr>
          <p:cNvPr id="12" name="矩形 11">
            <a:extLst>
              <a:ext uri="{FF2B5EF4-FFF2-40B4-BE49-F238E27FC236}">
                <a16:creationId xmlns:a16="http://schemas.microsoft.com/office/drawing/2014/main" id="{8D21268E-FF5E-4624-BB9D-B825216E94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4082" y="469900"/>
            <a:ext cx="6582982" cy="5918200"/>
          </a:xfrm>
          <a:prstGeom prst="rect">
            <a:avLst/>
          </a:prstGeom>
          <a:ln>
            <a:noFill/>
          </a:ln>
          <a:effectLst>
            <a:outerShdw blurRad="50800" dist="38100" dir="5400000" algn="t" rotWithShape="0">
              <a:prstClr val="black">
                <a:alpha val="40000"/>
              </a:prstClr>
            </a:outerShdw>
          </a:effectLst>
          <a:scene3d>
            <a:camera prst="orthographicFront"/>
            <a:lightRig rig="balanced" dir="t"/>
          </a:scene3d>
          <a:sp3d>
            <a:bevelT w="635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1">
              <a:latin typeface="Microsoft YaHei UI" panose="020B0503020204020204" pitchFamily="34" charset="-122"/>
              <a:ea typeface="Microsoft YaHei UI" panose="020B0503020204020204" pitchFamily="34" charset="-122"/>
            </a:endParaRPr>
          </a:p>
        </p:txBody>
      </p:sp>
      <p:sp>
        <p:nvSpPr>
          <p:cNvPr id="14" name="矩形 13">
            <a:extLst>
              <a:ext uri="{FF2B5EF4-FFF2-40B4-BE49-F238E27FC236}">
                <a16:creationId xmlns:a16="http://schemas.microsoft.com/office/drawing/2014/main" id="{92819B5D-60BA-4995-92D8-FC547E6048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8325" y="635508"/>
            <a:ext cx="6254496" cy="5586984"/>
          </a:xfrm>
          <a:prstGeom prst="rect">
            <a:avLst/>
          </a:prstGeom>
          <a:noFill/>
          <a:ln w="15875" cap="flat">
            <a:solidFill>
              <a:schemeClr val="accent1"/>
            </a:solidFill>
            <a:miter lim="800000"/>
          </a:ln>
          <a:effectLst/>
        </p:spPr>
        <p:style>
          <a:lnRef idx="1">
            <a:schemeClr val="accent1"/>
          </a:lnRef>
          <a:fillRef idx="3">
            <a:schemeClr val="accent1"/>
          </a:fillRef>
          <a:effectRef idx="2">
            <a:schemeClr val="accent1"/>
          </a:effectRef>
          <a:fontRef idx="minor">
            <a:schemeClr val="lt1"/>
          </a:fontRef>
        </p:style>
      </p:sp>
      <p:sp>
        <p:nvSpPr>
          <p:cNvPr id="11" name="文本框 10">
            <a:extLst>
              <a:ext uri="{FF2B5EF4-FFF2-40B4-BE49-F238E27FC236}">
                <a16:creationId xmlns:a16="http://schemas.microsoft.com/office/drawing/2014/main" id="{BE7EDBFC-7778-ED26-4D49-9F3908994AA8}"/>
              </a:ext>
            </a:extLst>
          </p:cNvPr>
          <p:cNvSpPr txBox="1"/>
          <p:nvPr/>
        </p:nvSpPr>
        <p:spPr>
          <a:xfrm>
            <a:off x="1017691" y="2418552"/>
            <a:ext cx="2324303" cy="2020895"/>
          </a:xfrm>
          <a:prstGeom prst="rect">
            <a:avLst/>
          </a:prstGeom>
          <a:noFill/>
          <a:ln w="117475">
            <a:noFill/>
          </a:ln>
        </p:spPr>
        <p:txBody>
          <a:bodyPr wrap="none" rtlCol="0">
            <a:prstTxWarp prst="textPlain">
              <a:avLst/>
            </a:prstTxWarp>
            <a:spAutoFit/>
          </a:bodyPr>
          <a:lstStyle/>
          <a:p>
            <a:r>
              <a:rPr lang="en-US" altLang="zh-CN" spc="100" dirty="0">
                <a:solidFill>
                  <a:schemeClr val="accent1"/>
                </a:solidFill>
                <a:latin typeface="Garamond" panose="02020404030301010803" pitchFamily="18" charset="0"/>
                <a:ea typeface="方正舒体" panose="02010601030101010101" pitchFamily="2" charset="-122"/>
                <a:cs typeface="Arial" panose="020B0604020202020204" pitchFamily="34" charset="0"/>
              </a:rPr>
              <a:t>/02</a:t>
            </a:r>
            <a:endParaRPr lang="zh-CN" altLang="en-US" spc="100" dirty="0">
              <a:solidFill>
                <a:schemeClr val="accent1"/>
              </a:solidFill>
              <a:latin typeface="Garamond" panose="02020404030301010803" pitchFamily="18" charset="0"/>
              <a:ea typeface="方正舒体" panose="02010601030101010101" pitchFamily="2" charset="-122"/>
              <a:cs typeface="Arial" panose="020B0604020202020204" pitchFamily="34" charset="0"/>
            </a:endParaRPr>
          </a:p>
        </p:txBody>
      </p:sp>
      <p:sp>
        <p:nvSpPr>
          <p:cNvPr id="16" name="标题 4">
            <a:extLst>
              <a:ext uri="{FF2B5EF4-FFF2-40B4-BE49-F238E27FC236}">
                <a16:creationId xmlns:a16="http://schemas.microsoft.com/office/drawing/2014/main" id="{20424F65-6B9A-2FA2-3353-C11BC00DE744}"/>
              </a:ext>
            </a:extLst>
          </p:cNvPr>
          <p:cNvSpPr>
            <a:spLocks noGrp="1"/>
          </p:cNvSpPr>
          <p:nvPr>
            <p:ph type="title"/>
          </p:nvPr>
        </p:nvSpPr>
        <p:spPr>
          <a:xfrm>
            <a:off x="5715980" y="2827262"/>
            <a:ext cx="5419185" cy="895350"/>
          </a:xfrm>
        </p:spPr>
        <p:txBody>
          <a:bodyPr>
            <a:normAutofit fontScale="90000"/>
          </a:bodyPr>
          <a:lstStyle/>
          <a:p>
            <a:r>
              <a:rPr lang="zh-CN" altLang="en-US" sz="5400" dirty="0">
                <a:latin typeface="华文仿宋" panose="02010600040101010101" pitchFamily="2" charset="-122"/>
                <a:ea typeface="华文仿宋" panose="02010600040101010101" pitchFamily="2" charset="-122"/>
              </a:rPr>
              <a:t>病因探寻</a:t>
            </a:r>
          </a:p>
        </p:txBody>
      </p:sp>
    </p:spTree>
    <p:extLst>
      <p:ext uri="{BB962C8B-B14F-4D97-AF65-F5344CB8AC3E}">
        <p14:creationId xmlns:p14="http://schemas.microsoft.com/office/powerpoint/2010/main" val="3791267893"/>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0000" r="-10000"/>
          </a:stretch>
        </a:blipFill>
        <a:effectLst/>
      </p:bgPr>
    </p:bg>
    <p:spTree>
      <p:nvGrpSpPr>
        <p:cNvPr id="1" name="ïŝliḍê"/>
        <p:cNvGrpSpPr/>
        <p:nvPr/>
      </p:nvGrpSpPr>
      <p:grpSpPr>
        <a:xfrm>
          <a:off x="0" y="0"/>
          <a:ext cx="0" cy="0"/>
          <a:chOff x="0" y="0"/>
          <a:chExt cx="0" cy="0"/>
        </a:xfrm>
      </p:grpSpPr>
      <p:sp>
        <p:nvSpPr>
          <p:cNvPr id="4" name="标题 1">
            <a:extLst>
              <a:ext uri="{FF2B5EF4-FFF2-40B4-BE49-F238E27FC236}">
                <a16:creationId xmlns:a16="http://schemas.microsoft.com/office/drawing/2014/main" id="{2C783C2B-6FFC-D8DD-B9B6-FDE2896694BE}"/>
              </a:ext>
            </a:extLst>
          </p:cNvPr>
          <p:cNvSpPr txBox="1">
            <a:spLocks/>
          </p:cNvSpPr>
          <p:nvPr/>
        </p:nvSpPr>
        <p:spPr>
          <a:xfrm>
            <a:off x="0" y="505603"/>
            <a:ext cx="4611430" cy="707886"/>
          </a:xfrm>
          <a:prstGeom prst="rect">
            <a:avLst/>
          </a:prstGeom>
        </p:spPr>
        <p:txBody>
          <a:bodyPr wrap="square">
            <a:spAutoFit/>
          </a:bodyPr>
          <a:lstStyle>
            <a:lvl1pPr algn="ctr" defTabSz="457200" rtl="0" eaLnBrk="1" latinLnBrk="0" hangingPunct="1">
              <a:spcBef>
                <a:spcPct val="0"/>
              </a:spcBef>
              <a:buNone/>
              <a:defRPr sz="4400" kern="1200" cap="none" baseline="0">
                <a:ln w="3175" cmpd="sng">
                  <a:noFill/>
                </a:ln>
                <a:solidFill>
                  <a:schemeClr val="tx1">
                    <a:lumMod val="85000"/>
                    <a:lumOff val="15000"/>
                  </a:schemeClr>
                </a:solidFill>
                <a:effectLst/>
                <a:latin typeface="Microsoft YaHei UI" panose="020B0503020204020204" pitchFamily="34" charset="-122"/>
                <a:ea typeface="Microsoft YaHei UI" panose="020B0503020204020204" pitchFamily="3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kumimoji="0" lang="zh-CN" altLang="en-US" sz="4000" b="0" i="0" u="none" strike="noStrike" kern="1200" cap="none" spc="100" normalizeH="0" baseline="0" noProof="0" dirty="0">
                <a:ln w="3175" cmpd="sng">
                  <a:noFill/>
                </a:ln>
                <a:solidFill>
                  <a:srgbClr val="AB946B"/>
                </a:solidFill>
                <a:effectLst/>
                <a:uLnTx/>
                <a:uFillTx/>
                <a:latin typeface="Garamond" panose="02020404030301010803" pitchFamily="18" charset="0"/>
                <a:ea typeface="方正舒体" panose="02010601030101010101" pitchFamily="2" charset="-122"/>
                <a:cs typeface="+mn-cs"/>
              </a:rPr>
              <a:t>病因探寻</a:t>
            </a:r>
            <a:endParaRPr lang="zh-CN" altLang="en-US" dirty="0">
              <a:latin typeface="Garamond" panose="02020404030301010803" pitchFamily="18" charset="0"/>
              <a:ea typeface="方正舒体" panose="02010601030101010101" pitchFamily="2" charset="-122"/>
            </a:endParaRPr>
          </a:p>
        </p:txBody>
      </p:sp>
      <p:grpSp>
        <p:nvGrpSpPr>
          <p:cNvPr id="12" name="组合 11">
            <a:extLst>
              <a:ext uri="{FF2B5EF4-FFF2-40B4-BE49-F238E27FC236}">
                <a16:creationId xmlns:a16="http://schemas.microsoft.com/office/drawing/2014/main" id="{AC9D6B3E-129F-26D4-0FF8-39796C226D04}"/>
              </a:ext>
            </a:extLst>
          </p:cNvPr>
          <p:cNvGrpSpPr/>
          <p:nvPr/>
        </p:nvGrpSpPr>
        <p:grpSpPr>
          <a:xfrm>
            <a:off x="1067276" y="1661466"/>
            <a:ext cx="10463848" cy="4393362"/>
            <a:chOff x="1135009" y="1636066"/>
            <a:chExt cx="10463848" cy="4393362"/>
          </a:xfrm>
        </p:grpSpPr>
        <p:grpSp>
          <p:nvGrpSpPr>
            <p:cNvPr id="8" name="组合 7">
              <a:extLst>
                <a:ext uri="{FF2B5EF4-FFF2-40B4-BE49-F238E27FC236}">
                  <a16:creationId xmlns:a16="http://schemas.microsoft.com/office/drawing/2014/main" id="{15E40C09-8166-CF42-ED36-7C86B2EE7FA2}"/>
                </a:ext>
              </a:extLst>
            </p:cNvPr>
            <p:cNvGrpSpPr/>
            <p:nvPr/>
          </p:nvGrpSpPr>
          <p:grpSpPr>
            <a:xfrm>
              <a:off x="1135009" y="1636066"/>
              <a:ext cx="10463848" cy="4393362"/>
              <a:chOff x="957209" y="1522087"/>
              <a:chExt cx="10463848" cy="4393362"/>
            </a:xfrm>
          </p:grpSpPr>
          <p:grpSp>
            <p:nvGrpSpPr>
              <p:cNvPr id="2" name="îśļiḍê"/>
              <p:cNvGrpSpPr/>
              <p:nvPr/>
            </p:nvGrpSpPr>
            <p:grpSpPr>
              <a:xfrm>
                <a:off x="957209" y="1522087"/>
                <a:ext cx="10463848" cy="4393362"/>
                <a:chOff x="751681" y="2394154"/>
                <a:chExt cx="10463848" cy="4393362"/>
              </a:xfrm>
            </p:grpSpPr>
            <p:grpSp>
              <p:nvGrpSpPr>
                <p:cNvPr id="3" name="íṩ1ïḋê">
                  <a:extLst>
                    <a:ext uri="{FF2B5EF4-FFF2-40B4-BE49-F238E27FC236}">
                      <a16:creationId xmlns:a16="http://schemas.microsoft.com/office/drawing/2014/main" id="{A385B543-4236-464F-BEEA-BBE1D29A175B}"/>
                    </a:ext>
                  </a:extLst>
                </p:cNvPr>
                <p:cNvGrpSpPr/>
                <p:nvPr/>
              </p:nvGrpSpPr>
              <p:grpSpPr>
                <a:xfrm>
                  <a:off x="751681" y="2394154"/>
                  <a:ext cx="3379218" cy="2576277"/>
                  <a:chOff x="4879181" y="2533650"/>
                  <a:chExt cx="3379218" cy="2576277"/>
                </a:xfrm>
              </p:grpSpPr>
              <p:sp>
                <p:nvSpPr>
                  <p:cNvPr id="20" name="iṡļîḓê">
                    <a:extLst>
                      <a:ext uri="{FF2B5EF4-FFF2-40B4-BE49-F238E27FC236}">
                        <a16:creationId xmlns:a16="http://schemas.microsoft.com/office/drawing/2014/main" id="{DC634772-B64E-4D70-85C0-5F19FD032736}"/>
                      </a:ext>
                    </a:extLst>
                  </p:cNvPr>
                  <p:cNvSpPr/>
                  <p:nvPr/>
                </p:nvSpPr>
                <p:spPr>
                  <a:xfrm>
                    <a:off x="4879181" y="2533650"/>
                    <a:ext cx="224790" cy="224790"/>
                  </a:xfrm>
                  <a:prstGeom prst="ellipse">
                    <a:avLst/>
                  </a:prstGeom>
                  <a:gradFill>
                    <a:gsLst>
                      <a:gs pos="0">
                        <a:schemeClr val="accent1">
                          <a:lumMod val="60000"/>
                          <a:lumOff val="40000"/>
                        </a:schemeClr>
                      </a:gs>
                      <a:gs pos="60000">
                        <a:schemeClr val="accent1"/>
                      </a:gs>
                    </a:gsLst>
                    <a:lin ang="2700000" scaled="0"/>
                  </a:gradFill>
                  <a:ln w="57150" cap="rnd">
                    <a:noFill/>
                    <a:prstDash val="solid"/>
                    <a:round/>
                  </a:ln>
                  <a:effectLst>
                    <a:outerShdw blurRad="76200" dist="50800" dir="54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p>
                    <a:pPr algn="ctr" defTabSz="913765"/>
                    <a:endParaRPr lang="zh-CN" altLang="en-US" sz="2000" b="1">
                      <a:solidFill>
                        <a:schemeClr val="bg1"/>
                      </a:solidFill>
                    </a:endParaRPr>
                  </a:p>
                </p:txBody>
              </p:sp>
              <p:sp>
                <p:nvSpPr>
                  <p:cNvPr id="21" name="í$líde">
                    <a:extLst>
                      <a:ext uri="{FF2B5EF4-FFF2-40B4-BE49-F238E27FC236}">
                        <a16:creationId xmlns:a16="http://schemas.microsoft.com/office/drawing/2014/main" id="{0959D987-0561-43CE-A46D-E46AF5A94C8D}"/>
                      </a:ext>
                    </a:extLst>
                  </p:cNvPr>
                  <p:cNvSpPr txBox="1"/>
                  <p:nvPr/>
                </p:nvSpPr>
                <p:spPr>
                  <a:xfrm>
                    <a:off x="5103971" y="2800773"/>
                    <a:ext cx="3025934" cy="43518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pPr>
                    <a:r>
                      <a:rPr lang="en-US" altLang="zh-CN" sz="2000" b="1" kern="100" dirty="0">
                        <a:effectLst/>
                        <a:latin typeface="宋体" panose="02010600030101010101" pitchFamily="2" charset="-122"/>
                        <a:cs typeface="宋体" panose="02010600030101010101" pitchFamily="2" charset="-122"/>
                      </a:rPr>
                      <a:t>EB</a:t>
                    </a:r>
                    <a:r>
                      <a:rPr lang="zh-CN" altLang="zh-CN" sz="2000" b="1" kern="100" dirty="0">
                        <a:effectLst/>
                        <a:ea typeface="宋体" panose="02010600030101010101" pitchFamily="2" charset="-122"/>
                        <a:cs typeface="宋体" panose="02010600030101010101" pitchFamily="2" charset="-122"/>
                      </a:rPr>
                      <a:t>（</a:t>
                    </a:r>
                    <a:r>
                      <a:rPr lang="en-US" altLang="zh-CN" sz="2000" b="1" kern="100" dirty="0">
                        <a:solidFill>
                          <a:srgbClr val="333333"/>
                        </a:solidFill>
                        <a:effectLst/>
                        <a:highlight>
                          <a:srgbClr val="FFFFFF"/>
                        </a:highlight>
                        <a:latin typeface="Arial" panose="020B0604020202020204" pitchFamily="34" charset="0"/>
                        <a:ea typeface="宋体" panose="02010600030101010101" pitchFamily="2" charset="-122"/>
                      </a:rPr>
                      <a:t>Epstein-Barr</a:t>
                    </a:r>
                    <a:r>
                      <a:rPr lang="zh-CN" altLang="zh-CN" sz="2000" b="1" kern="100" dirty="0">
                        <a:effectLst/>
                        <a:ea typeface="宋体" panose="02010600030101010101" pitchFamily="2" charset="-122"/>
                        <a:cs typeface="宋体" panose="02010600030101010101" pitchFamily="2" charset="-122"/>
                      </a:rPr>
                      <a:t>）病毒</a:t>
                    </a:r>
                    <a:endParaRPr lang="en-US" altLang="zh-CN" sz="1600" b="1" dirty="0">
                      <a:latin typeface="Garamond" panose="02020404030301010803" pitchFamily="18" charset="0"/>
                      <a:ea typeface="方正舒体" panose="02010601030101010101" pitchFamily="2" charset="-122"/>
                    </a:endParaRPr>
                  </a:p>
                </p:txBody>
              </p:sp>
              <p:sp>
                <p:nvSpPr>
                  <p:cNvPr id="22" name="íšḷíḓè">
                    <a:extLst>
                      <a:ext uri="{FF2B5EF4-FFF2-40B4-BE49-F238E27FC236}">
                        <a16:creationId xmlns:a16="http://schemas.microsoft.com/office/drawing/2014/main" id="{5B5715A0-A125-4E88-804D-E8A43F2E5811}"/>
                      </a:ext>
                    </a:extLst>
                  </p:cNvPr>
                  <p:cNvSpPr txBox="1"/>
                  <p:nvPr/>
                </p:nvSpPr>
                <p:spPr>
                  <a:xfrm>
                    <a:off x="5103971" y="3381953"/>
                    <a:ext cx="3154428" cy="172797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pPr>
                    <a:r>
                      <a:rPr lang="en-US" altLang="zh-CN" dirty="0">
                        <a:latin typeface="微软雅黑 Light" panose="020B0502040204020203" pitchFamily="34" charset="-122"/>
                        <a:ea typeface="微软雅黑 Light" panose="020B0502040204020203" pitchFamily="34" charset="-122"/>
                      </a:rPr>
                      <a:t>EB</a:t>
                    </a:r>
                    <a:r>
                      <a:rPr lang="zh-CN" altLang="en-US" dirty="0">
                        <a:latin typeface="微软雅黑 Light" panose="020B0502040204020203" pitchFamily="34" charset="-122"/>
                        <a:ea typeface="微软雅黑 Light" panose="020B0502040204020203" pitchFamily="34" charset="-122"/>
                      </a:rPr>
                      <a:t>病毒在</a:t>
                    </a:r>
                    <a:r>
                      <a:rPr lang="en-US" altLang="zh-CN" dirty="0">
                        <a:latin typeface="微软雅黑 Light" panose="020B0502040204020203" pitchFamily="34" charset="-122"/>
                        <a:ea typeface="微软雅黑 Light" panose="020B0502040204020203" pitchFamily="34" charset="-122"/>
                      </a:rPr>
                      <a:t>1964</a:t>
                    </a:r>
                    <a:r>
                      <a:rPr lang="zh-CN" altLang="en-US" dirty="0">
                        <a:latin typeface="微软雅黑 Light" panose="020B0502040204020203" pitchFamily="34" charset="-122"/>
                        <a:ea typeface="微软雅黑 Light" panose="020B0502040204020203" pitchFamily="34" charset="-122"/>
                      </a:rPr>
                      <a:t>年被</a:t>
                    </a:r>
                    <a:r>
                      <a:rPr lang="en-US" altLang="zh-CN" dirty="0">
                        <a:latin typeface="微软雅黑 Light" panose="020B0502040204020203" pitchFamily="34" charset="-122"/>
                        <a:ea typeface="微软雅黑 Light" panose="020B0502040204020203" pitchFamily="34" charset="-122"/>
                      </a:rPr>
                      <a:t>Epstein</a:t>
                    </a:r>
                    <a:r>
                      <a:rPr lang="zh-CN" altLang="en-US" dirty="0">
                        <a:latin typeface="微软雅黑 Light" panose="020B0502040204020203" pitchFamily="34" charset="-122"/>
                        <a:ea typeface="微软雅黑 Light" panose="020B0502040204020203" pitchFamily="34" charset="-122"/>
                      </a:rPr>
                      <a:t>和</a:t>
                    </a:r>
                    <a:r>
                      <a:rPr lang="en-US" altLang="zh-CN" dirty="0">
                        <a:latin typeface="微软雅黑 Light" panose="020B0502040204020203" pitchFamily="34" charset="-122"/>
                        <a:ea typeface="微软雅黑 Light" panose="020B0502040204020203" pitchFamily="34" charset="-122"/>
                      </a:rPr>
                      <a:t>Barr</a:t>
                    </a:r>
                    <a:r>
                      <a:rPr lang="zh-CN" altLang="en-US" dirty="0">
                        <a:latin typeface="微软雅黑 Light" panose="020B0502040204020203" pitchFamily="34" charset="-122"/>
                        <a:ea typeface="微软雅黑 Light" panose="020B0502040204020203" pitchFamily="34" charset="-122"/>
                      </a:rPr>
                      <a:t>发现，是从非洲儿童恶性淋巴瘤的细胞培养物中发现的一种新型人类疱疹病毒。</a:t>
                    </a:r>
                    <a:endParaRPr lang="en-US" altLang="zh-CN" dirty="0">
                      <a:latin typeface="微软雅黑 Light" panose="020B0502040204020203" pitchFamily="34" charset="-122"/>
                      <a:ea typeface="微软雅黑 Light" panose="020B0502040204020203" pitchFamily="34" charset="-122"/>
                    </a:endParaRPr>
                  </a:p>
                  <a:p>
                    <a:pPr>
                      <a:lnSpc>
                        <a:spcPct val="120000"/>
                      </a:lnSpc>
                    </a:pPr>
                    <a:r>
                      <a:rPr lang="zh-CN" altLang="en-US" dirty="0">
                        <a:latin typeface="微软雅黑 Light" panose="020B0502040204020203" pitchFamily="34" charset="-122"/>
                        <a:ea typeface="微软雅黑 Light" panose="020B0502040204020203" pitchFamily="34" charset="-122"/>
                        <a:sym typeface="Wingdings" panose="05000000000000000000" pitchFamily="2" charset="2"/>
                      </a:rPr>
                      <a:t></a:t>
                    </a:r>
                    <a:r>
                      <a:rPr lang="zh-CN" altLang="en-US" dirty="0">
                        <a:latin typeface="微软雅黑 Light" panose="020B0502040204020203" pitchFamily="34" charset="-122"/>
                        <a:ea typeface="微软雅黑 Light" panose="020B0502040204020203" pitchFamily="34" charset="-122"/>
                      </a:rPr>
                      <a:t>最常见的已知病因</a:t>
                    </a:r>
                  </a:p>
                </p:txBody>
              </p:sp>
            </p:grpSp>
            <p:grpSp>
              <p:nvGrpSpPr>
                <p:cNvPr id="42" name="î$ľiḑe">
                  <a:extLst>
                    <a:ext uri="{FF2B5EF4-FFF2-40B4-BE49-F238E27FC236}">
                      <a16:creationId xmlns:a16="http://schemas.microsoft.com/office/drawing/2014/main" id="{10518450-8EA9-4C01-8D6C-8619177A7866}"/>
                    </a:ext>
                  </a:extLst>
                </p:cNvPr>
                <p:cNvGrpSpPr/>
                <p:nvPr/>
              </p:nvGrpSpPr>
              <p:grpSpPr>
                <a:xfrm>
                  <a:off x="4477729" y="5031317"/>
                  <a:ext cx="4184091" cy="1756199"/>
                  <a:chOff x="8605229" y="3008327"/>
                  <a:chExt cx="4184091" cy="1756199"/>
                </a:xfrm>
              </p:grpSpPr>
              <p:sp>
                <p:nvSpPr>
                  <p:cNvPr id="43" name="îṣľiḑe">
                    <a:extLst>
                      <a:ext uri="{FF2B5EF4-FFF2-40B4-BE49-F238E27FC236}">
                        <a16:creationId xmlns:a16="http://schemas.microsoft.com/office/drawing/2014/main" id="{C2755065-8529-494E-A33E-3DF482459E78}"/>
                      </a:ext>
                    </a:extLst>
                  </p:cNvPr>
                  <p:cNvSpPr/>
                  <p:nvPr/>
                </p:nvSpPr>
                <p:spPr>
                  <a:xfrm>
                    <a:off x="8605229" y="3008327"/>
                    <a:ext cx="224790" cy="224790"/>
                  </a:xfrm>
                  <a:prstGeom prst="ellipse">
                    <a:avLst/>
                  </a:prstGeom>
                  <a:gradFill>
                    <a:gsLst>
                      <a:gs pos="0">
                        <a:schemeClr val="accent6">
                          <a:lumMod val="60000"/>
                          <a:lumOff val="40000"/>
                        </a:schemeClr>
                      </a:gs>
                      <a:gs pos="60000">
                        <a:schemeClr val="accent6"/>
                      </a:gs>
                    </a:gsLst>
                    <a:lin ang="2700000" scaled="0"/>
                  </a:gradFill>
                  <a:ln w="57150" cap="rnd">
                    <a:noFill/>
                    <a:prstDash val="solid"/>
                    <a:round/>
                  </a:ln>
                  <a:effectLst>
                    <a:outerShdw blurRad="76200" dist="50800" dir="5400000" algn="ctr" rotWithShape="0">
                      <a:schemeClr val="accent6">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p>
                    <a:pPr algn="ctr" defTabSz="913765"/>
                    <a:endParaRPr lang="zh-CN" altLang="en-US" sz="2000" b="1">
                      <a:solidFill>
                        <a:schemeClr val="bg1"/>
                      </a:solidFill>
                    </a:endParaRPr>
                  </a:p>
                </p:txBody>
              </p:sp>
              <p:sp>
                <p:nvSpPr>
                  <p:cNvPr id="44" name="isḷiḑê">
                    <a:extLst>
                      <a:ext uri="{FF2B5EF4-FFF2-40B4-BE49-F238E27FC236}">
                        <a16:creationId xmlns:a16="http://schemas.microsoft.com/office/drawing/2014/main" id="{50D31626-7F64-4B63-BE3B-3B8CEEFCEE3A}"/>
                      </a:ext>
                    </a:extLst>
                  </p:cNvPr>
                  <p:cNvSpPr txBox="1"/>
                  <p:nvPr/>
                </p:nvSpPr>
                <p:spPr>
                  <a:xfrm>
                    <a:off x="8852799" y="3735333"/>
                    <a:ext cx="3936521" cy="1029193"/>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pPr>
                    <a:r>
                      <a:rPr lang="zh-CN" altLang="zh-CN" kern="100" dirty="0">
                        <a:effectLst/>
                        <a:latin typeface="微软雅黑 Light" panose="020B0502040204020203" pitchFamily="34" charset="-122"/>
                        <a:ea typeface="微软雅黑 Light" panose="020B0502040204020203" pitchFamily="34" charset="-122"/>
                        <a:cs typeface="宋体" panose="02010600030101010101" pitchFamily="2" charset="-122"/>
                      </a:rPr>
                      <a:t>癫痫发作</a:t>
                    </a:r>
                    <a:r>
                      <a:rPr lang="zh-CN" altLang="en-US" kern="100" dirty="0">
                        <a:effectLst/>
                        <a:latin typeface="微软雅黑 Light" panose="020B0502040204020203" pitchFamily="34" charset="-122"/>
                        <a:ea typeface="微软雅黑 Light" panose="020B0502040204020203" pitchFamily="34" charset="-122"/>
                        <a:cs typeface="宋体" panose="02010600030101010101" pitchFamily="2" charset="-122"/>
                      </a:rPr>
                      <a:t>、</a:t>
                    </a:r>
                    <a:r>
                      <a:rPr lang="zh-CN" altLang="zh-CN" kern="100" dirty="0">
                        <a:effectLst/>
                        <a:latin typeface="微软雅黑 Light" panose="020B0502040204020203" pitchFamily="34" charset="-122"/>
                        <a:ea typeface="微软雅黑 Light" panose="020B0502040204020203" pitchFamily="34" charset="-122"/>
                        <a:cs typeface="宋体" panose="02010600030101010101" pitchFamily="2" charset="-122"/>
                      </a:rPr>
                      <a:t>重度抑郁症</a:t>
                    </a:r>
                    <a:r>
                      <a:rPr lang="zh-CN" altLang="en-US" kern="100" dirty="0">
                        <a:effectLst/>
                        <a:latin typeface="微软雅黑 Light" panose="020B0502040204020203" pitchFamily="34" charset="-122"/>
                        <a:ea typeface="微软雅黑 Light" panose="020B0502040204020203" pitchFamily="34" charset="-122"/>
                        <a:cs typeface="宋体" panose="02010600030101010101" pitchFamily="2" charset="-122"/>
                      </a:rPr>
                      <a:t>、右侧</a:t>
                    </a:r>
                    <a:endParaRPr lang="en-US" altLang="zh-CN" kern="100" dirty="0">
                      <a:effectLst/>
                      <a:latin typeface="微软雅黑 Light" panose="020B0502040204020203" pitchFamily="34" charset="-122"/>
                      <a:ea typeface="微软雅黑 Light" panose="020B0502040204020203" pitchFamily="34" charset="-122"/>
                      <a:cs typeface="宋体" panose="02010600030101010101" pitchFamily="2" charset="-122"/>
                    </a:endParaRPr>
                  </a:p>
                  <a:p>
                    <a:pPr>
                      <a:lnSpc>
                        <a:spcPct val="120000"/>
                      </a:lnSpc>
                    </a:pPr>
                    <a:r>
                      <a:rPr lang="zh-CN" altLang="en-US" kern="100" dirty="0">
                        <a:effectLst/>
                        <a:latin typeface="微软雅黑 Light" panose="020B0502040204020203" pitchFamily="34" charset="-122"/>
                        <a:ea typeface="微软雅黑 Light" panose="020B0502040204020203" pitchFamily="34" charset="-122"/>
                        <a:cs typeface="宋体" panose="02010600030101010101" pitchFamily="2" charset="-122"/>
                      </a:rPr>
                      <a:t>颞中叶梗死</a:t>
                    </a:r>
                    <a:endParaRPr lang="en-US" altLang="zh-CN" dirty="0">
                      <a:latin typeface="微软雅黑 Light" panose="020B0502040204020203" pitchFamily="34" charset="-122"/>
                      <a:ea typeface="微软雅黑 Light" panose="020B0502040204020203" pitchFamily="34" charset="-122"/>
                    </a:endParaRPr>
                  </a:p>
                  <a:p>
                    <a:pPr>
                      <a:lnSpc>
                        <a:spcPct val="120000"/>
                      </a:lnSpc>
                    </a:pPr>
                    <a:endParaRPr lang="en-US" altLang="zh-CN" sz="1600" dirty="0">
                      <a:latin typeface="微软雅黑 Light" panose="020B0502040204020203" pitchFamily="34" charset="-122"/>
                      <a:ea typeface="微软雅黑 Light" panose="020B0502040204020203" pitchFamily="34" charset="-122"/>
                    </a:endParaRPr>
                  </a:p>
                </p:txBody>
              </p:sp>
            </p:grpSp>
            <p:grpSp>
              <p:nvGrpSpPr>
                <p:cNvPr id="50" name="ïŝlïḋé">
                  <a:extLst>
                    <a:ext uri="{FF2B5EF4-FFF2-40B4-BE49-F238E27FC236}">
                      <a16:creationId xmlns:a16="http://schemas.microsoft.com/office/drawing/2014/main" id="{214F4604-1B97-4F5E-BD84-FE70DF276A0D}"/>
                    </a:ext>
                  </a:extLst>
                </p:cNvPr>
                <p:cNvGrpSpPr/>
                <p:nvPr/>
              </p:nvGrpSpPr>
              <p:grpSpPr>
                <a:xfrm>
                  <a:off x="4477729" y="2394154"/>
                  <a:ext cx="3011752" cy="1915909"/>
                  <a:chOff x="4879181" y="2533650"/>
                  <a:chExt cx="3011752" cy="1915909"/>
                </a:xfrm>
              </p:grpSpPr>
              <p:sp>
                <p:nvSpPr>
                  <p:cNvPr id="51" name="íṥḻiḑè">
                    <a:extLst>
                      <a:ext uri="{FF2B5EF4-FFF2-40B4-BE49-F238E27FC236}">
                        <a16:creationId xmlns:a16="http://schemas.microsoft.com/office/drawing/2014/main" id="{C25567AE-B1FC-4189-8392-69BF7A48C6F1}"/>
                      </a:ext>
                    </a:extLst>
                  </p:cNvPr>
                  <p:cNvSpPr/>
                  <p:nvPr/>
                </p:nvSpPr>
                <p:spPr>
                  <a:xfrm>
                    <a:off x="4879181" y="2533650"/>
                    <a:ext cx="224790" cy="224790"/>
                  </a:xfrm>
                  <a:prstGeom prst="ellipse">
                    <a:avLst/>
                  </a:prstGeom>
                  <a:gradFill>
                    <a:gsLst>
                      <a:gs pos="0">
                        <a:schemeClr val="accent3">
                          <a:lumMod val="60000"/>
                          <a:lumOff val="40000"/>
                        </a:schemeClr>
                      </a:gs>
                      <a:gs pos="60000">
                        <a:schemeClr val="accent3"/>
                      </a:gs>
                    </a:gsLst>
                    <a:lin ang="2700000" scaled="0"/>
                  </a:gradFill>
                  <a:ln w="57150" cap="rnd">
                    <a:noFill/>
                    <a:prstDash val="solid"/>
                    <a:round/>
                  </a:ln>
                  <a:effectLst>
                    <a:outerShdw blurRad="76200" dist="50800" dir="5400000" algn="ctr" rotWithShape="0">
                      <a:schemeClr val="accent3">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p>
                    <a:pPr algn="ctr" defTabSz="913765"/>
                    <a:endParaRPr lang="zh-CN" altLang="en-US" sz="2000" b="1" dirty="0">
                      <a:solidFill>
                        <a:schemeClr val="bg1"/>
                      </a:solidFill>
                    </a:endParaRPr>
                  </a:p>
                </p:txBody>
              </p:sp>
              <p:sp>
                <p:nvSpPr>
                  <p:cNvPr id="52" name="išľíďé">
                    <a:extLst>
                      <a:ext uri="{FF2B5EF4-FFF2-40B4-BE49-F238E27FC236}">
                        <a16:creationId xmlns:a16="http://schemas.microsoft.com/office/drawing/2014/main" id="{028FA344-847E-4C9F-8D84-3662B9081488}"/>
                      </a:ext>
                    </a:extLst>
                  </p:cNvPr>
                  <p:cNvSpPr txBox="1"/>
                  <p:nvPr/>
                </p:nvSpPr>
                <p:spPr>
                  <a:xfrm>
                    <a:off x="5103971" y="2800773"/>
                    <a:ext cx="2786962" cy="43518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pPr>
                    <a:r>
                      <a:rPr lang="zh-CN" altLang="en-US" sz="2000" b="1" kern="100" dirty="0">
                        <a:effectLst/>
                        <a:ea typeface="宋体" panose="02010600030101010101" pitchFamily="2" charset="-122"/>
                        <a:cs typeface="宋体" panose="02010600030101010101" pitchFamily="2" charset="-122"/>
                      </a:rPr>
                      <a:t>遗传偏头痛</a:t>
                    </a:r>
                    <a:endParaRPr lang="en-US" altLang="zh-CN" sz="1600" b="1" dirty="0">
                      <a:latin typeface="Garamond" panose="02020404030301010803" pitchFamily="18" charset="0"/>
                      <a:ea typeface="方正舒体" panose="02010601030101010101" pitchFamily="2" charset="-122"/>
                    </a:endParaRPr>
                  </a:p>
                </p:txBody>
              </p:sp>
              <p:sp>
                <p:nvSpPr>
                  <p:cNvPr id="53" name="íṡ1îďe">
                    <a:extLst>
                      <a:ext uri="{FF2B5EF4-FFF2-40B4-BE49-F238E27FC236}">
                        <a16:creationId xmlns:a16="http://schemas.microsoft.com/office/drawing/2014/main" id="{B3DFD4CF-B2CA-4126-9EF8-616277B3280F}"/>
                      </a:ext>
                    </a:extLst>
                  </p:cNvPr>
                  <p:cNvSpPr txBox="1"/>
                  <p:nvPr/>
                </p:nvSpPr>
                <p:spPr>
                  <a:xfrm>
                    <a:off x="4991576" y="3386383"/>
                    <a:ext cx="2786962" cy="1063176"/>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pPr>
                    <a:r>
                      <a:rPr lang="en-US" altLang="zh-CN" dirty="0">
                        <a:latin typeface="微软雅黑 Light" panose="020B0502040204020203" pitchFamily="34" charset="-122"/>
                        <a:ea typeface="微软雅黑 Light" panose="020B0502040204020203" pitchFamily="34" charset="-122"/>
                      </a:rPr>
                      <a:t>AIWS</a:t>
                    </a:r>
                    <a:r>
                      <a:rPr lang="zh-CN" altLang="en-US" dirty="0">
                        <a:latin typeface="微软雅黑 Light" panose="020B0502040204020203" pitchFamily="34" charset="-122"/>
                        <a:ea typeface="微软雅黑 Light" panose="020B0502040204020203" pitchFamily="34" charset="-122"/>
                      </a:rPr>
                      <a:t>显示出一定的遗传倾向</a:t>
                    </a:r>
                    <a:r>
                      <a:rPr lang="en-US" altLang="zh-CN" dirty="0">
                        <a:latin typeface="微软雅黑 Light" panose="020B0502040204020203" pitchFamily="34" charset="-122"/>
                        <a:ea typeface="微软雅黑 Light" panose="020B0502040204020203" pitchFamily="34" charset="-122"/>
                      </a:rPr>
                      <a:t>,</a:t>
                    </a:r>
                    <a:r>
                      <a:rPr lang="zh-CN" altLang="en-US" dirty="0">
                        <a:latin typeface="微软雅黑 Light" panose="020B0502040204020203" pitchFamily="34" charset="-122"/>
                        <a:ea typeface="微软雅黑 Light" panose="020B0502040204020203" pitchFamily="34" charset="-122"/>
                      </a:rPr>
                      <a:t>具有偏头痛家族史的患者更易罹患此症</a:t>
                    </a:r>
                  </a:p>
                </p:txBody>
              </p:sp>
            </p:grpSp>
            <p:sp>
              <p:nvSpPr>
                <p:cNvPr id="56" name="iśḷîḑé">
                  <a:extLst>
                    <a:ext uri="{FF2B5EF4-FFF2-40B4-BE49-F238E27FC236}">
                      <a16:creationId xmlns:a16="http://schemas.microsoft.com/office/drawing/2014/main" id="{7A64D079-361C-437D-803C-881E271744DB}"/>
                    </a:ext>
                  </a:extLst>
                </p:cNvPr>
                <p:cNvSpPr txBox="1"/>
                <p:nvPr/>
              </p:nvSpPr>
              <p:spPr>
                <a:xfrm>
                  <a:off x="4725299" y="5277716"/>
                  <a:ext cx="2786962" cy="43518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pPr>
                  <a:r>
                    <a:rPr lang="zh-CN" altLang="en-US" sz="2000" b="1" kern="100" dirty="0">
                      <a:effectLst/>
                      <a:ea typeface="宋体" panose="02010600030101010101" pitchFamily="2" charset="-122"/>
                      <a:cs typeface="宋体" panose="02010600030101010101" pitchFamily="2" charset="-122"/>
                    </a:rPr>
                    <a:t>其他：</a:t>
                  </a:r>
                  <a:endParaRPr lang="en-US" altLang="zh-CN" sz="1600" b="1" dirty="0">
                    <a:latin typeface="Garamond" panose="02020404030301010803" pitchFamily="18" charset="0"/>
                    <a:ea typeface="方正舒体" panose="02010601030101010101" pitchFamily="2" charset="-122"/>
                  </a:endParaRPr>
                </a:p>
              </p:txBody>
            </p:sp>
            <p:grpSp>
              <p:nvGrpSpPr>
                <p:cNvPr id="62" name="îşḻiďè">
                  <a:extLst>
                    <a:ext uri="{FF2B5EF4-FFF2-40B4-BE49-F238E27FC236}">
                      <a16:creationId xmlns:a16="http://schemas.microsoft.com/office/drawing/2014/main" id="{AE2A7231-1C14-4E73-BC08-8495D48496EF}"/>
                    </a:ext>
                  </a:extLst>
                </p:cNvPr>
                <p:cNvGrpSpPr/>
                <p:nvPr/>
              </p:nvGrpSpPr>
              <p:grpSpPr>
                <a:xfrm>
                  <a:off x="8203777" y="2394154"/>
                  <a:ext cx="3011752" cy="1915909"/>
                  <a:chOff x="4879181" y="2533650"/>
                  <a:chExt cx="3011752" cy="1915909"/>
                </a:xfrm>
              </p:grpSpPr>
              <p:sp>
                <p:nvSpPr>
                  <p:cNvPr id="63" name="ïsḻîḍé">
                    <a:extLst>
                      <a:ext uri="{FF2B5EF4-FFF2-40B4-BE49-F238E27FC236}">
                        <a16:creationId xmlns:a16="http://schemas.microsoft.com/office/drawing/2014/main" id="{1F5743DA-75A2-4E79-8F30-337AA6C1DB81}"/>
                      </a:ext>
                    </a:extLst>
                  </p:cNvPr>
                  <p:cNvSpPr/>
                  <p:nvPr/>
                </p:nvSpPr>
                <p:spPr>
                  <a:xfrm>
                    <a:off x="4879181" y="2533650"/>
                    <a:ext cx="224790" cy="224790"/>
                  </a:xfrm>
                  <a:prstGeom prst="ellipse">
                    <a:avLst/>
                  </a:prstGeom>
                  <a:gradFill>
                    <a:gsLst>
                      <a:gs pos="0">
                        <a:schemeClr val="accent5">
                          <a:lumMod val="60000"/>
                          <a:lumOff val="40000"/>
                        </a:schemeClr>
                      </a:gs>
                      <a:gs pos="60000">
                        <a:schemeClr val="accent5"/>
                      </a:gs>
                    </a:gsLst>
                    <a:lin ang="2700000" scaled="0"/>
                  </a:gradFill>
                  <a:ln w="57150" cap="rnd">
                    <a:noFill/>
                    <a:prstDash val="solid"/>
                    <a:round/>
                  </a:ln>
                  <a:effectLst>
                    <a:outerShdw blurRad="76200" dist="50800" dir="5400000" algn="ctr" rotWithShape="0">
                      <a:schemeClr val="accent5">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p>
                    <a:pPr algn="ctr" defTabSz="913765"/>
                    <a:endParaRPr lang="zh-CN" altLang="en-US" sz="2000" b="1">
                      <a:solidFill>
                        <a:schemeClr val="bg1"/>
                      </a:solidFill>
                    </a:endParaRPr>
                  </a:p>
                </p:txBody>
              </p:sp>
              <p:sp>
                <p:nvSpPr>
                  <p:cNvPr id="64" name="ïṩľïḓê">
                    <a:extLst>
                      <a:ext uri="{FF2B5EF4-FFF2-40B4-BE49-F238E27FC236}">
                        <a16:creationId xmlns:a16="http://schemas.microsoft.com/office/drawing/2014/main" id="{45B05A71-E975-4E46-A93A-1C9337E55D28}"/>
                      </a:ext>
                    </a:extLst>
                  </p:cNvPr>
                  <p:cNvSpPr txBox="1"/>
                  <p:nvPr/>
                </p:nvSpPr>
                <p:spPr>
                  <a:xfrm>
                    <a:off x="5103971" y="2800773"/>
                    <a:ext cx="2786962" cy="43518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pPr>
                    <a:r>
                      <a:rPr lang="zh-CN" altLang="en-US" sz="2000" b="1" kern="100" dirty="0">
                        <a:effectLst/>
                        <a:ea typeface="宋体" panose="02010600030101010101" pitchFamily="2" charset="-122"/>
                        <a:cs typeface="宋体" panose="02010600030101010101" pitchFamily="2" charset="-122"/>
                      </a:rPr>
                      <a:t>其它</a:t>
                    </a:r>
                    <a:r>
                      <a:rPr lang="zh-CN" altLang="zh-CN" sz="2000" b="1" kern="100" dirty="0">
                        <a:effectLst/>
                        <a:ea typeface="宋体" panose="02010600030101010101" pitchFamily="2" charset="-122"/>
                        <a:cs typeface="宋体" panose="02010600030101010101" pitchFamily="2" charset="-122"/>
                      </a:rPr>
                      <a:t>感染性疾病</a:t>
                    </a:r>
                    <a:endParaRPr lang="en-US" altLang="zh-CN" sz="1600" b="1" dirty="0">
                      <a:latin typeface="Garamond" panose="02020404030301010803" pitchFamily="18" charset="0"/>
                      <a:ea typeface="方正舒体" panose="02010601030101010101" pitchFamily="2" charset="-122"/>
                    </a:endParaRPr>
                  </a:p>
                </p:txBody>
              </p:sp>
              <p:sp>
                <p:nvSpPr>
                  <p:cNvPr id="65" name="íslïďe">
                    <a:extLst>
                      <a:ext uri="{FF2B5EF4-FFF2-40B4-BE49-F238E27FC236}">
                        <a16:creationId xmlns:a16="http://schemas.microsoft.com/office/drawing/2014/main" id="{A143F26E-7BEB-4501-8EE1-AC58EC48D721}"/>
                      </a:ext>
                    </a:extLst>
                  </p:cNvPr>
                  <p:cNvSpPr txBox="1"/>
                  <p:nvPr/>
                </p:nvSpPr>
                <p:spPr>
                  <a:xfrm>
                    <a:off x="5103971" y="3386383"/>
                    <a:ext cx="2786962" cy="1063176"/>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pPr>
                    <a:r>
                      <a:rPr lang="zh-CN" altLang="en-US" dirty="0">
                        <a:latin typeface="微软雅黑 Light" panose="020B0502040204020203" pitchFamily="34" charset="-122"/>
                        <a:ea typeface="微软雅黑 Light" panose="020B0502040204020203" pitchFamily="34" charset="-122"/>
                      </a:rPr>
                      <a:t>如人疱疹病毒</a:t>
                    </a:r>
                    <a:r>
                      <a:rPr lang="en-US" altLang="zh-CN" dirty="0">
                        <a:latin typeface="微软雅黑 Light" panose="020B0502040204020203" pitchFamily="34" charset="-122"/>
                        <a:ea typeface="微软雅黑 Light" panose="020B0502040204020203" pitchFamily="34" charset="-122"/>
                      </a:rPr>
                      <a:t>1</a:t>
                    </a:r>
                    <a:r>
                      <a:rPr lang="zh-CN" altLang="en-US" dirty="0">
                        <a:latin typeface="微软雅黑 Light" panose="020B0502040204020203" pitchFamily="34" charset="-122"/>
                        <a:ea typeface="微软雅黑 Light" panose="020B0502040204020203" pitchFamily="34" charset="-122"/>
                      </a:rPr>
                      <a:t>型</a:t>
                    </a:r>
                    <a:r>
                      <a:rPr lang="en-US" altLang="zh-CN" dirty="0">
                        <a:latin typeface="微软雅黑 Light" panose="020B0502040204020203" pitchFamily="34" charset="-122"/>
                        <a:ea typeface="微软雅黑 Light" panose="020B0502040204020203" pitchFamily="34" charset="-122"/>
                      </a:rPr>
                      <a:t>,</a:t>
                    </a:r>
                    <a:r>
                      <a:rPr lang="zh-CN" altLang="en-US" dirty="0">
                        <a:latin typeface="微软雅黑 Light" panose="020B0502040204020203" pitchFamily="34" charset="-122"/>
                        <a:ea typeface="微软雅黑 Light" panose="020B0502040204020203" pitchFamily="34" charset="-122"/>
                      </a:rPr>
                      <a:t>柯萨奇</a:t>
                    </a:r>
                    <a:r>
                      <a:rPr lang="en-US" altLang="zh-CN" dirty="0">
                        <a:latin typeface="微软雅黑 Light" panose="020B0502040204020203" pitchFamily="34" charset="-122"/>
                        <a:ea typeface="微软雅黑 Light" panose="020B0502040204020203" pitchFamily="34" charset="-122"/>
                      </a:rPr>
                      <a:t>B1</a:t>
                    </a:r>
                    <a:r>
                      <a:rPr lang="zh-CN" altLang="en-US" dirty="0">
                        <a:latin typeface="微软雅黑 Light" panose="020B0502040204020203" pitchFamily="34" charset="-122"/>
                        <a:ea typeface="微软雅黑 Light" panose="020B0502040204020203" pitchFamily="34" charset="-122"/>
                      </a:rPr>
                      <a:t>病毒感染</a:t>
                    </a:r>
                    <a:r>
                      <a:rPr lang="en-US" altLang="zh-CN" dirty="0">
                        <a:latin typeface="微软雅黑 Light" panose="020B0502040204020203" pitchFamily="34" charset="-122"/>
                        <a:ea typeface="微软雅黑 Light" panose="020B0502040204020203" pitchFamily="34" charset="-122"/>
                      </a:rPr>
                      <a:t>,</a:t>
                    </a:r>
                    <a:r>
                      <a:rPr lang="zh-CN" altLang="en-US" dirty="0">
                        <a:latin typeface="微软雅黑 Light" panose="020B0502040204020203" pitchFamily="34" charset="-122"/>
                        <a:ea typeface="微软雅黑 Light" panose="020B0502040204020203" pitchFamily="34" charset="-122"/>
                      </a:rPr>
                      <a:t>水痘、</a:t>
                    </a:r>
                    <a:r>
                      <a:rPr lang="en-US" altLang="zh-CN" dirty="0">
                        <a:latin typeface="微软雅黑 Light" panose="020B0502040204020203" pitchFamily="34" charset="-122"/>
                        <a:ea typeface="微软雅黑 Light" panose="020B0502040204020203" pitchFamily="34" charset="-122"/>
                      </a:rPr>
                      <a:t>H1N1</a:t>
                    </a:r>
                    <a:r>
                      <a:rPr lang="zh-CN" altLang="en-US" dirty="0">
                        <a:latin typeface="微软雅黑 Light" panose="020B0502040204020203" pitchFamily="34" charset="-122"/>
                        <a:ea typeface="微软雅黑 Light" panose="020B0502040204020203" pitchFamily="34" charset="-122"/>
                      </a:rPr>
                      <a:t>流感、莱姆病</a:t>
                    </a:r>
                  </a:p>
                </p:txBody>
              </p:sp>
            </p:grpSp>
          </p:grpSp>
          <p:sp>
            <p:nvSpPr>
              <p:cNvPr id="6" name="isḷiḑê">
                <a:extLst>
                  <a:ext uri="{FF2B5EF4-FFF2-40B4-BE49-F238E27FC236}">
                    <a16:creationId xmlns:a16="http://schemas.microsoft.com/office/drawing/2014/main" id="{DDEE1872-A8F0-1FD0-9965-2EC8E925975C}"/>
                  </a:ext>
                </a:extLst>
              </p:cNvPr>
              <p:cNvSpPr txBox="1"/>
              <p:nvPr/>
            </p:nvSpPr>
            <p:spPr>
              <a:xfrm>
                <a:off x="5080479" y="5318350"/>
                <a:ext cx="2786962" cy="37151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pPr>
                <a:endParaRPr lang="en-US" altLang="zh-CN" sz="1600" b="1" dirty="0">
                  <a:latin typeface="Garamond" panose="02020404030301010803" pitchFamily="18" charset="0"/>
                  <a:ea typeface="方正舒体" panose="02010601030101010101" pitchFamily="2" charset="-122"/>
                </a:endParaRPr>
              </a:p>
            </p:txBody>
          </p:sp>
        </p:grpSp>
        <p:sp>
          <p:nvSpPr>
            <p:cNvPr id="9" name="iš1îḑê">
              <a:extLst>
                <a:ext uri="{FF2B5EF4-FFF2-40B4-BE49-F238E27FC236}">
                  <a16:creationId xmlns:a16="http://schemas.microsoft.com/office/drawing/2014/main" id="{C02E1A78-7C93-4361-B357-B806D84D8529}"/>
                </a:ext>
              </a:extLst>
            </p:cNvPr>
            <p:cNvSpPr/>
            <p:nvPr/>
          </p:nvSpPr>
          <p:spPr>
            <a:xfrm>
              <a:off x="1135009" y="4230896"/>
              <a:ext cx="224790" cy="224790"/>
            </a:xfrm>
            <a:prstGeom prst="ellipse">
              <a:avLst/>
            </a:prstGeom>
            <a:gradFill>
              <a:gsLst>
                <a:gs pos="0">
                  <a:schemeClr val="accent2">
                    <a:lumMod val="60000"/>
                    <a:lumOff val="40000"/>
                  </a:schemeClr>
                </a:gs>
                <a:gs pos="60000">
                  <a:schemeClr val="accent2"/>
                </a:gs>
              </a:gsLst>
              <a:lin ang="2700000" scaled="0"/>
            </a:gradFill>
            <a:ln w="57150" cap="rnd">
              <a:noFill/>
              <a:prstDash val="solid"/>
              <a:round/>
            </a:ln>
            <a:effectLst>
              <a:outerShdw blurRad="76200" dist="50800" dir="5400000" algn="ctr"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p>
              <a:pPr algn="ctr" defTabSz="913765"/>
              <a:endParaRPr lang="zh-CN" altLang="en-US" sz="2000" b="1">
                <a:solidFill>
                  <a:schemeClr val="bg1"/>
                </a:solidFill>
              </a:endParaRPr>
            </a:p>
          </p:txBody>
        </p:sp>
        <p:sp>
          <p:nvSpPr>
            <p:cNvPr id="10" name="îṩ1îďê">
              <a:extLst>
                <a:ext uri="{FF2B5EF4-FFF2-40B4-BE49-F238E27FC236}">
                  <a16:creationId xmlns:a16="http://schemas.microsoft.com/office/drawing/2014/main" id="{A61AD630-9A71-4903-94A5-7475BD9E08A5}"/>
                </a:ext>
              </a:extLst>
            </p:cNvPr>
            <p:cNvSpPr txBox="1"/>
            <p:nvPr/>
          </p:nvSpPr>
          <p:spPr>
            <a:xfrm>
              <a:off x="1359799" y="4498019"/>
              <a:ext cx="2786962" cy="43518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pPr>
              <a:r>
                <a:rPr lang="zh-CN" altLang="zh-CN" sz="2000" b="1" kern="100" dirty="0">
                  <a:effectLst/>
                  <a:ea typeface="宋体" panose="02010600030101010101" pitchFamily="2" charset="-122"/>
                  <a:cs typeface="宋体" panose="02010600030101010101" pitchFamily="2" charset="-122"/>
                </a:rPr>
                <a:t>药物</a:t>
              </a:r>
              <a:endParaRPr lang="en-US" altLang="zh-CN" sz="1600" b="1" dirty="0">
                <a:latin typeface="Garamond" panose="02020404030301010803" pitchFamily="18" charset="0"/>
                <a:ea typeface="方正舒体" panose="02010601030101010101" pitchFamily="2" charset="-122"/>
              </a:endParaRPr>
            </a:p>
          </p:txBody>
        </p:sp>
        <p:sp>
          <p:nvSpPr>
            <p:cNvPr id="11" name="îSḷíḓe">
              <a:extLst>
                <a:ext uri="{FF2B5EF4-FFF2-40B4-BE49-F238E27FC236}">
                  <a16:creationId xmlns:a16="http://schemas.microsoft.com/office/drawing/2014/main" id="{C3BF9A09-7102-4A57-8080-D1839CD63CCB}"/>
                </a:ext>
              </a:extLst>
            </p:cNvPr>
            <p:cNvSpPr txBox="1"/>
            <p:nvPr/>
          </p:nvSpPr>
          <p:spPr>
            <a:xfrm>
              <a:off x="1359799" y="5083629"/>
              <a:ext cx="2786962" cy="73077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pPr>
              <a:r>
                <a:rPr lang="zh-CN" altLang="en-US" dirty="0">
                  <a:latin typeface="微软雅黑 Light" panose="020B0502040204020203" pitchFamily="34" charset="-122"/>
                  <a:ea typeface="微软雅黑 Light" panose="020B0502040204020203" pitchFamily="34" charset="-122"/>
                </a:rPr>
                <a:t>例如托吡酯、孟鲁司特及止咳糖浆中的某些成分</a:t>
              </a:r>
            </a:p>
          </p:txBody>
        </p:sp>
      </p:grpSp>
      <p:cxnSp>
        <p:nvCxnSpPr>
          <p:cNvPr id="5" name="直接连接符 4">
            <a:extLst>
              <a:ext uri="{FF2B5EF4-FFF2-40B4-BE49-F238E27FC236}">
                <a16:creationId xmlns:a16="http://schemas.microsoft.com/office/drawing/2014/main" id="{D1ECB1E5-C9C9-9498-A2D9-85A330E82DD2}"/>
              </a:ext>
            </a:extLst>
          </p:cNvPr>
          <p:cNvCxnSpPr/>
          <p:nvPr/>
        </p:nvCxnSpPr>
        <p:spPr>
          <a:xfrm>
            <a:off x="723900" y="1445184"/>
            <a:ext cx="1211580" cy="0"/>
          </a:xfrm>
          <a:prstGeom prst="line">
            <a:avLst/>
          </a:prstGeom>
          <a:ln w="25400">
            <a:gradFill>
              <a:gsLst>
                <a:gs pos="0">
                  <a:schemeClr val="accent1"/>
                </a:gs>
                <a:gs pos="100000">
                  <a:schemeClr val="accent1">
                    <a:alpha val="0"/>
                  </a:schemeClr>
                </a:gs>
              </a:gsLst>
              <a:lin ang="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262840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0" r="-10000"/>
          </a:stretch>
        </a:blipFill>
        <a:effectLst/>
      </p:bgPr>
    </p:bg>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318C6C76-F541-39AF-70E3-D06CC0AD6EDF}"/>
              </a:ext>
            </a:extLst>
          </p:cNvPr>
          <p:cNvSpPr txBox="1">
            <a:spLocks/>
          </p:cNvSpPr>
          <p:nvPr/>
        </p:nvSpPr>
        <p:spPr>
          <a:xfrm>
            <a:off x="0" y="505603"/>
            <a:ext cx="4611430" cy="707886"/>
          </a:xfrm>
          <a:prstGeom prst="rect">
            <a:avLst/>
          </a:prstGeom>
        </p:spPr>
        <p:txBody>
          <a:bodyPr wrap="square">
            <a:spAutoFit/>
          </a:bodyPr>
          <a:lstStyle>
            <a:lvl1pPr algn="ctr" defTabSz="457200" rtl="0" eaLnBrk="1" latinLnBrk="0" hangingPunct="1">
              <a:spcBef>
                <a:spcPct val="0"/>
              </a:spcBef>
              <a:buNone/>
              <a:defRPr sz="4400" kern="1200" cap="none" baseline="0">
                <a:ln w="3175" cmpd="sng">
                  <a:noFill/>
                </a:ln>
                <a:solidFill>
                  <a:schemeClr val="tx1">
                    <a:lumMod val="85000"/>
                    <a:lumOff val="15000"/>
                  </a:schemeClr>
                </a:solidFill>
                <a:effectLst/>
                <a:latin typeface="Microsoft YaHei UI" panose="020B0503020204020204" pitchFamily="34" charset="-122"/>
                <a:ea typeface="Microsoft YaHei UI" panose="020B0503020204020204" pitchFamily="3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kumimoji="0" lang="zh-CN" altLang="en-US" sz="4000" b="0" i="0" u="none" strike="noStrike" kern="1200" cap="none" spc="100" normalizeH="0" baseline="0" noProof="0" dirty="0">
                <a:ln w="3175" cmpd="sng">
                  <a:noFill/>
                </a:ln>
                <a:solidFill>
                  <a:srgbClr val="AB946B"/>
                </a:solidFill>
                <a:effectLst/>
                <a:uLnTx/>
                <a:uFillTx/>
                <a:latin typeface="Garamond" panose="02020404030301010803" pitchFamily="18" charset="0"/>
                <a:ea typeface="方正舒体" panose="02010601030101010101" pitchFamily="2" charset="-122"/>
                <a:cs typeface="+mn-cs"/>
              </a:rPr>
              <a:t>病因探寻</a:t>
            </a:r>
            <a:endParaRPr lang="zh-CN" altLang="en-US" dirty="0">
              <a:latin typeface="Garamond" panose="02020404030301010803" pitchFamily="18" charset="0"/>
              <a:ea typeface="方正舒体" panose="02010601030101010101" pitchFamily="2" charset="-122"/>
            </a:endParaRPr>
          </a:p>
        </p:txBody>
      </p:sp>
      <p:sp>
        <p:nvSpPr>
          <p:cNvPr id="12" name="íšḷíḓè">
            <a:extLst>
              <a:ext uri="{FF2B5EF4-FFF2-40B4-BE49-F238E27FC236}">
                <a16:creationId xmlns:a16="http://schemas.microsoft.com/office/drawing/2014/main" id="{F58A2BD5-E8F8-0876-9BC6-5D2F58068146}"/>
              </a:ext>
            </a:extLst>
          </p:cNvPr>
          <p:cNvSpPr txBox="1"/>
          <p:nvPr/>
        </p:nvSpPr>
        <p:spPr>
          <a:xfrm>
            <a:off x="1740798" y="1625301"/>
            <a:ext cx="8520801" cy="3607398"/>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pPr>
            <a:r>
              <a:rPr lang="zh-CN" altLang="en-US" sz="2800" b="1" dirty="0">
                <a:latin typeface="微软雅黑 Light" panose="020B0502040204020203" pitchFamily="34" charset="-122"/>
                <a:ea typeface="微软雅黑 Light" panose="020B0502040204020203" pitchFamily="34" charset="-122"/>
              </a:rPr>
              <a:t>  发病机制：</a:t>
            </a:r>
            <a:endParaRPr lang="en-US" altLang="zh-CN" sz="2800" b="1" dirty="0">
              <a:latin typeface="微软雅黑 Light" panose="020B0502040204020203" pitchFamily="34" charset="-122"/>
              <a:ea typeface="微软雅黑 Light" panose="020B0502040204020203" pitchFamily="34" charset="-122"/>
            </a:endParaRPr>
          </a:p>
          <a:p>
            <a:pPr>
              <a:lnSpc>
                <a:spcPct val="150000"/>
              </a:lnSpc>
            </a:pPr>
            <a:endParaRPr lang="en-US" altLang="zh-CN" b="1" dirty="0">
              <a:latin typeface="微软雅黑 Light" panose="020B0502040204020203" pitchFamily="34" charset="-122"/>
              <a:ea typeface="微软雅黑 Light" panose="020B0502040204020203" pitchFamily="34" charset="-122"/>
            </a:endParaRPr>
          </a:p>
          <a:p>
            <a:pPr>
              <a:lnSpc>
                <a:spcPct val="150000"/>
              </a:lnSpc>
            </a:pPr>
            <a:r>
              <a:rPr lang="en-US" altLang="zh-CN" sz="2400" dirty="0">
                <a:latin typeface="微软雅黑 Light" panose="020B0502040204020203" pitchFamily="34" charset="-122"/>
                <a:ea typeface="微软雅黑 Light" panose="020B0502040204020203" pitchFamily="34" charset="-122"/>
                <a:sym typeface="Wingdings" panose="05000000000000000000" pitchFamily="2" charset="2"/>
              </a:rPr>
              <a:t></a:t>
            </a:r>
            <a:r>
              <a:rPr lang="en-US" altLang="zh-CN" sz="2400" dirty="0">
                <a:latin typeface="微软雅黑 Light" panose="020B0502040204020203" pitchFamily="34" charset="-122"/>
                <a:ea typeface="微软雅黑 Light" panose="020B0502040204020203" pitchFamily="34" charset="-122"/>
              </a:rPr>
              <a:t>AIWS</a:t>
            </a:r>
            <a:r>
              <a:rPr lang="zh-CN" altLang="en-US" sz="2400" dirty="0">
                <a:latin typeface="微软雅黑 Light" panose="020B0502040204020203" pitchFamily="34" charset="-122"/>
                <a:ea typeface="微软雅黑 Light" panose="020B0502040204020203" pitchFamily="34" charset="-122"/>
              </a:rPr>
              <a:t>患者复杂的感知变化主要为</a:t>
            </a:r>
            <a:r>
              <a:rPr lang="zh-CN" altLang="en-US" sz="2400" b="1" dirty="0">
                <a:latin typeface="微软雅黑 Light" panose="020B0502040204020203" pitchFamily="34" charset="-122"/>
                <a:ea typeface="微软雅黑 Light" panose="020B0502040204020203" pitchFamily="34" charset="-122"/>
              </a:rPr>
              <a:t>视觉异常</a:t>
            </a:r>
            <a:r>
              <a:rPr lang="zh-CN" altLang="en-US" sz="2400" dirty="0">
                <a:latin typeface="微软雅黑 Light" panose="020B0502040204020203" pitchFamily="34" charset="-122"/>
                <a:ea typeface="微软雅黑 Light" panose="020B0502040204020203" pitchFamily="34" charset="-122"/>
              </a:rPr>
              <a:t>而非产生了幻觉。</a:t>
            </a:r>
            <a:endParaRPr lang="en-US" altLang="zh-CN" sz="2400" dirty="0">
              <a:latin typeface="微软雅黑 Light" panose="020B0502040204020203" pitchFamily="34" charset="-122"/>
              <a:ea typeface="微软雅黑 Light" panose="020B0502040204020203" pitchFamily="34" charset="-122"/>
            </a:endParaRPr>
          </a:p>
          <a:p>
            <a:pPr>
              <a:lnSpc>
                <a:spcPct val="150000"/>
              </a:lnSpc>
            </a:pPr>
            <a:endParaRPr lang="en-US" altLang="zh-CN" sz="1100" dirty="0">
              <a:latin typeface="微软雅黑 Light" panose="020B0502040204020203" pitchFamily="34" charset="-122"/>
              <a:ea typeface="微软雅黑 Light" panose="020B0502040204020203" pitchFamily="34" charset="-122"/>
            </a:endParaRPr>
          </a:p>
          <a:p>
            <a:pPr>
              <a:lnSpc>
                <a:spcPct val="150000"/>
              </a:lnSpc>
            </a:pPr>
            <a:r>
              <a:rPr lang="en-US" altLang="zh-CN" sz="2400" dirty="0">
                <a:latin typeface="微软雅黑 Light" panose="020B0502040204020203" pitchFamily="34" charset="-122"/>
                <a:ea typeface="微软雅黑 Light" panose="020B0502040204020203" pitchFamily="34" charset="-122"/>
                <a:sym typeface="Wingdings" panose="05000000000000000000" pitchFamily="2" charset="2"/>
              </a:rPr>
              <a:t></a:t>
            </a:r>
            <a:r>
              <a:rPr lang="en-US" altLang="zh-CN" sz="2400" dirty="0">
                <a:latin typeface="微软雅黑 Light" panose="020B0502040204020203" pitchFamily="34" charset="-122"/>
                <a:ea typeface="微软雅黑 Light" panose="020B0502040204020203" pitchFamily="34" charset="-122"/>
              </a:rPr>
              <a:t>AIWS</a:t>
            </a:r>
            <a:r>
              <a:rPr lang="zh-CN" altLang="en-US" sz="2400" dirty="0">
                <a:latin typeface="微软雅黑 Light" panose="020B0502040204020203" pitchFamily="34" charset="-122"/>
                <a:ea typeface="微软雅黑 Light" panose="020B0502040204020203" pitchFamily="34" charset="-122"/>
              </a:rPr>
              <a:t>患者的感觉传入是正常的</a:t>
            </a:r>
            <a:r>
              <a:rPr lang="en-US" altLang="zh-CN" sz="2400" dirty="0">
                <a:latin typeface="微软雅黑 Light" panose="020B0502040204020203" pitchFamily="34" charset="-122"/>
                <a:ea typeface="微软雅黑 Light" panose="020B0502040204020203" pitchFamily="34" charset="-122"/>
              </a:rPr>
              <a:t>,</a:t>
            </a:r>
            <a:r>
              <a:rPr lang="zh-CN" altLang="en-US" sz="2400" dirty="0">
                <a:latin typeface="微软雅黑 Light" panose="020B0502040204020203" pitchFamily="34" charset="-122"/>
                <a:ea typeface="微软雅黑 Light" panose="020B0502040204020203" pitchFamily="34" charset="-122"/>
              </a:rPr>
              <a:t>但错误的感觉信息处理导致了皮层的不恰当兴奋。</a:t>
            </a:r>
            <a:r>
              <a:rPr lang="en-US" altLang="zh-CN" sz="2400" dirty="0">
                <a:latin typeface="微软雅黑 Light" panose="020B0502040204020203" pitchFamily="34" charset="-122"/>
                <a:ea typeface="微软雅黑 Light" panose="020B0502040204020203" pitchFamily="34" charset="-122"/>
              </a:rPr>
              <a:t>AIWS</a:t>
            </a:r>
            <a:r>
              <a:rPr lang="zh-CN" altLang="en-US" sz="2400" dirty="0">
                <a:latin typeface="微软雅黑 Light" panose="020B0502040204020203" pitchFamily="34" charset="-122"/>
                <a:ea typeface="微软雅黑 Light" panose="020B0502040204020203" pitchFamily="34" charset="-122"/>
              </a:rPr>
              <a:t>的临床特征可能是由于</a:t>
            </a:r>
            <a:r>
              <a:rPr lang="zh-CN" altLang="en-US" sz="2400" b="1" dirty="0">
                <a:latin typeface="微软雅黑 Light" panose="020B0502040204020203" pitchFamily="34" charset="-122"/>
                <a:ea typeface="微软雅黑 Light" panose="020B0502040204020203" pitchFamily="34" charset="-122"/>
              </a:rPr>
              <a:t>异常数量的电活动</a:t>
            </a:r>
            <a:r>
              <a:rPr lang="zh-CN" altLang="en-US" sz="2400" dirty="0">
                <a:latin typeface="微软雅黑 Light" panose="020B0502040204020203" pitchFamily="34" charset="-122"/>
                <a:ea typeface="微软雅黑 Light" panose="020B0502040204020203" pitchFamily="34" charset="-122"/>
              </a:rPr>
              <a:t>引起处理视觉感知及构造的脑区血流改变所致。</a:t>
            </a:r>
          </a:p>
        </p:txBody>
      </p:sp>
      <p:cxnSp>
        <p:nvCxnSpPr>
          <p:cNvPr id="2" name="直接连接符 1">
            <a:extLst>
              <a:ext uri="{FF2B5EF4-FFF2-40B4-BE49-F238E27FC236}">
                <a16:creationId xmlns:a16="http://schemas.microsoft.com/office/drawing/2014/main" id="{367B8D37-5640-338A-46B9-4E2116F1B351}"/>
              </a:ext>
            </a:extLst>
          </p:cNvPr>
          <p:cNvCxnSpPr/>
          <p:nvPr/>
        </p:nvCxnSpPr>
        <p:spPr>
          <a:xfrm>
            <a:off x="723900" y="1445184"/>
            <a:ext cx="1211580" cy="0"/>
          </a:xfrm>
          <a:prstGeom prst="line">
            <a:avLst/>
          </a:prstGeom>
          <a:ln w="25400">
            <a:gradFill>
              <a:gsLst>
                <a:gs pos="0">
                  <a:schemeClr val="accent1"/>
                </a:gs>
                <a:gs pos="100000">
                  <a:schemeClr val="accent1">
                    <a:alpha val="0"/>
                  </a:schemeClr>
                </a:gs>
              </a:gsLst>
              <a:lin ang="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49895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0000" r="-10000"/>
          </a:stretch>
        </a:blipFill>
        <a:effectLst/>
      </p:bgPr>
    </p:bg>
    <p:spTree>
      <p:nvGrpSpPr>
        <p:cNvPr id="1" name="ïŝliḍê"/>
        <p:cNvGrpSpPr/>
        <p:nvPr/>
      </p:nvGrpSpPr>
      <p:grpSpPr>
        <a:xfrm>
          <a:off x="0" y="0"/>
          <a:ext cx="0" cy="0"/>
          <a:chOff x="0" y="0"/>
          <a:chExt cx="0" cy="0"/>
        </a:xfrm>
      </p:grpSpPr>
      <p:sp>
        <p:nvSpPr>
          <p:cNvPr id="4" name="标题 1">
            <a:extLst>
              <a:ext uri="{FF2B5EF4-FFF2-40B4-BE49-F238E27FC236}">
                <a16:creationId xmlns:a16="http://schemas.microsoft.com/office/drawing/2014/main" id="{2C783C2B-6FFC-D8DD-B9B6-FDE2896694BE}"/>
              </a:ext>
            </a:extLst>
          </p:cNvPr>
          <p:cNvSpPr txBox="1">
            <a:spLocks/>
          </p:cNvSpPr>
          <p:nvPr/>
        </p:nvSpPr>
        <p:spPr>
          <a:xfrm>
            <a:off x="0" y="505603"/>
            <a:ext cx="4611430" cy="707886"/>
          </a:xfrm>
          <a:prstGeom prst="rect">
            <a:avLst/>
          </a:prstGeom>
        </p:spPr>
        <p:txBody>
          <a:bodyPr wrap="square">
            <a:spAutoFit/>
          </a:bodyPr>
          <a:lstStyle>
            <a:lvl1pPr algn="ctr" defTabSz="457200" rtl="0" eaLnBrk="1" latinLnBrk="0" hangingPunct="1">
              <a:spcBef>
                <a:spcPct val="0"/>
              </a:spcBef>
              <a:buNone/>
              <a:defRPr sz="4400" kern="1200" cap="none" baseline="0">
                <a:ln w="3175" cmpd="sng">
                  <a:noFill/>
                </a:ln>
                <a:solidFill>
                  <a:schemeClr val="tx1">
                    <a:lumMod val="85000"/>
                    <a:lumOff val="15000"/>
                  </a:schemeClr>
                </a:solidFill>
                <a:effectLst/>
                <a:latin typeface="Microsoft YaHei UI" panose="020B0503020204020204" pitchFamily="34" charset="-122"/>
                <a:ea typeface="Microsoft YaHei UI" panose="020B0503020204020204" pitchFamily="3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kumimoji="0" lang="zh-CN" altLang="en-US" sz="4000" b="0" i="0" u="none" strike="noStrike" kern="1200" cap="none" spc="100" normalizeH="0" baseline="0" noProof="0" dirty="0">
                <a:ln w="3175" cmpd="sng">
                  <a:noFill/>
                </a:ln>
                <a:solidFill>
                  <a:srgbClr val="AB946B"/>
                </a:solidFill>
                <a:effectLst/>
                <a:uLnTx/>
                <a:uFillTx/>
                <a:latin typeface="Garamond" panose="02020404030301010803" pitchFamily="18" charset="0"/>
                <a:ea typeface="方正舒体" panose="02010601030101010101" pitchFamily="2" charset="-122"/>
                <a:cs typeface="+mn-cs"/>
              </a:rPr>
              <a:t>病因探寻</a:t>
            </a:r>
            <a:endParaRPr lang="zh-CN" altLang="en-US" dirty="0">
              <a:latin typeface="Garamond" panose="02020404030301010803" pitchFamily="18" charset="0"/>
              <a:ea typeface="方正舒体" panose="02010601030101010101" pitchFamily="2" charset="-122"/>
            </a:endParaRPr>
          </a:p>
        </p:txBody>
      </p:sp>
      <p:cxnSp>
        <p:nvCxnSpPr>
          <p:cNvPr id="5" name="直接连接符 4">
            <a:extLst>
              <a:ext uri="{FF2B5EF4-FFF2-40B4-BE49-F238E27FC236}">
                <a16:creationId xmlns:a16="http://schemas.microsoft.com/office/drawing/2014/main" id="{D1ECB1E5-C9C9-9498-A2D9-85A330E82DD2}"/>
              </a:ext>
            </a:extLst>
          </p:cNvPr>
          <p:cNvCxnSpPr/>
          <p:nvPr/>
        </p:nvCxnSpPr>
        <p:spPr>
          <a:xfrm>
            <a:off x="723900" y="1445184"/>
            <a:ext cx="1211580" cy="0"/>
          </a:xfrm>
          <a:prstGeom prst="line">
            <a:avLst/>
          </a:prstGeom>
          <a:ln w="25400">
            <a:gradFill>
              <a:gsLst>
                <a:gs pos="0">
                  <a:schemeClr val="accent1"/>
                </a:gs>
                <a:gs pos="100000">
                  <a:schemeClr val="accent1">
                    <a:alpha val="0"/>
                  </a:schemeClr>
                </a:gs>
              </a:gsLst>
              <a:lin ang="0" scaled="0"/>
            </a:gradFill>
          </a:ln>
        </p:spPr>
        <p:style>
          <a:lnRef idx="1">
            <a:schemeClr val="accent1"/>
          </a:lnRef>
          <a:fillRef idx="0">
            <a:schemeClr val="accent1"/>
          </a:fillRef>
          <a:effectRef idx="0">
            <a:schemeClr val="accent1"/>
          </a:effectRef>
          <a:fontRef idx="minor">
            <a:schemeClr val="tx1"/>
          </a:fontRef>
        </p:style>
      </p:cxnSp>
      <p:sp>
        <p:nvSpPr>
          <p:cNvPr id="7" name="íšḷíḓè">
            <a:extLst>
              <a:ext uri="{FF2B5EF4-FFF2-40B4-BE49-F238E27FC236}">
                <a16:creationId xmlns:a16="http://schemas.microsoft.com/office/drawing/2014/main" id="{FB049571-CC95-9B03-FB67-448A6A4A95EA}"/>
              </a:ext>
            </a:extLst>
          </p:cNvPr>
          <p:cNvSpPr txBox="1"/>
          <p:nvPr/>
        </p:nvSpPr>
        <p:spPr>
          <a:xfrm>
            <a:off x="1821616" y="1752259"/>
            <a:ext cx="8548768" cy="335348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pPr>
            <a:r>
              <a:rPr lang="en-US" altLang="zh-CN" sz="2400" dirty="0">
                <a:latin typeface="微软雅黑 Light" panose="020B0502040204020203" pitchFamily="34" charset="-122"/>
                <a:ea typeface="微软雅黑 Light" panose="020B0502040204020203" pitchFamily="34" charset="-122"/>
              </a:rPr>
              <a:t>       </a:t>
            </a:r>
            <a:r>
              <a:rPr lang="zh-CN" altLang="en-US" sz="2400" dirty="0">
                <a:latin typeface="微软雅黑 Light" panose="020B0502040204020203" pitchFamily="34" charset="-122"/>
                <a:ea typeface="微软雅黑 Light" panose="020B0502040204020203" pitchFamily="34" charset="-122"/>
              </a:rPr>
              <a:t>一项研究显示，在</a:t>
            </a:r>
            <a:r>
              <a:rPr lang="en-US" altLang="zh-CN" sz="2400" dirty="0">
                <a:latin typeface="微软雅黑 Light" panose="020B0502040204020203" pitchFamily="34" charset="-122"/>
                <a:ea typeface="微软雅黑 Light" panose="020B0502040204020203" pitchFamily="34" charset="-122"/>
              </a:rPr>
              <a:t>1</a:t>
            </a:r>
            <a:r>
              <a:rPr lang="zh-CN" altLang="en-US" sz="2400" dirty="0">
                <a:latin typeface="微软雅黑 Light" panose="020B0502040204020203" pitchFamily="34" charset="-122"/>
                <a:ea typeface="微软雅黑 Light" panose="020B0502040204020203" pitchFamily="34" charset="-122"/>
              </a:rPr>
              <a:t>例</a:t>
            </a:r>
            <a:r>
              <a:rPr lang="en-US" altLang="zh-CN" sz="2400" dirty="0">
                <a:latin typeface="微软雅黑 Light" panose="020B0502040204020203" pitchFamily="34" charset="-122"/>
                <a:ea typeface="微软雅黑 Light" panose="020B0502040204020203" pitchFamily="34" charset="-122"/>
              </a:rPr>
              <a:t>12</a:t>
            </a:r>
            <a:r>
              <a:rPr lang="zh-CN" altLang="en-US" sz="2400" dirty="0">
                <a:latin typeface="微软雅黑 Light" panose="020B0502040204020203" pitchFamily="34" charset="-122"/>
                <a:ea typeface="微软雅黑 Light" panose="020B0502040204020203" pitchFamily="34" charset="-122"/>
              </a:rPr>
              <a:t>岁因病毒感染所致</a:t>
            </a:r>
            <a:r>
              <a:rPr lang="en-US" altLang="zh-CN" sz="2400" dirty="0">
                <a:latin typeface="微软雅黑 Light" panose="020B0502040204020203" pitchFamily="34" charset="-122"/>
                <a:ea typeface="微软雅黑 Light" panose="020B0502040204020203" pitchFamily="34" charset="-122"/>
              </a:rPr>
              <a:t>AIWS</a:t>
            </a:r>
            <a:r>
              <a:rPr lang="zh-CN" altLang="en-US" sz="2400" dirty="0">
                <a:latin typeface="微软雅黑 Light" panose="020B0502040204020203" pitchFamily="34" charset="-122"/>
                <a:ea typeface="微软雅黑 Light" panose="020B0502040204020203" pitchFamily="34" charset="-122"/>
              </a:rPr>
              <a:t>男性患儿的视物显小症发作时</a:t>
            </a:r>
            <a:r>
              <a:rPr lang="en-US" altLang="zh-CN" sz="2400" dirty="0">
                <a:latin typeface="微软雅黑 Light" panose="020B0502040204020203" pitchFamily="34" charset="-122"/>
                <a:ea typeface="微软雅黑 Light" panose="020B0502040204020203" pitchFamily="34" charset="-122"/>
              </a:rPr>
              <a:t>,</a:t>
            </a:r>
            <a:r>
              <a:rPr lang="zh-CN" altLang="en-US" sz="2400" dirty="0">
                <a:latin typeface="微软雅黑 Light" panose="020B0502040204020203" pitchFamily="34" charset="-122"/>
                <a:ea typeface="微软雅黑 Light" panose="020B0502040204020203" pitchFamily="34" charset="-122"/>
              </a:rPr>
              <a:t>要求患儿执行被动视觉任务</a:t>
            </a:r>
            <a:r>
              <a:rPr lang="en-US" altLang="zh-CN" sz="2400" dirty="0">
                <a:latin typeface="微软雅黑 Light" panose="020B0502040204020203" pitchFamily="34" charset="-122"/>
                <a:ea typeface="微软雅黑 Light" panose="020B0502040204020203" pitchFamily="34" charset="-122"/>
              </a:rPr>
              <a:t>(</a:t>
            </a:r>
            <a:r>
              <a:rPr lang="zh-CN" altLang="en-US" sz="2400" dirty="0">
                <a:latin typeface="微软雅黑 Light" panose="020B0502040204020203" pitchFamily="34" charset="-122"/>
                <a:ea typeface="微软雅黑 Light" panose="020B0502040204020203" pitchFamily="34" charset="-122"/>
              </a:rPr>
              <a:t>变换的棋盘格刺激</a:t>
            </a:r>
            <a:r>
              <a:rPr lang="en-US" altLang="zh-CN" sz="2400" dirty="0">
                <a:latin typeface="微软雅黑 Light" panose="020B0502040204020203" pitchFamily="34" charset="-122"/>
                <a:ea typeface="微软雅黑 Light" panose="020B0502040204020203" pitchFamily="34" charset="-122"/>
              </a:rPr>
              <a:t>)</a:t>
            </a:r>
            <a:r>
              <a:rPr lang="zh-CN" altLang="en-US" sz="2400" dirty="0">
                <a:latin typeface="微软雅黑 Light" panose="020B0502040204020203" pitchFamily="34" charset="-122"/>
                <a:ea typeface="微软雅黑 Light" panose="020B0502040204020203" pitchFamily="34" charset="-122"/>
              </a:rPr>
              <a:t>及主动视觉任务</a:t>
            </a:r>
            <a:r>
              <a:rPr lang="en-US" altLang="zh-CN" sz="2400" dirty="0">
                <a:latin typeface="微软雅黑 Light" panose="020B0502040204020203" pitchFamily="34" charset="-122"/>
                <a:ea typeface="微软雅黑 Light" panose="020B0502040204020203" pitchFamily="34" charset="-122"/>
              </a:rPr>
              <a:t>(</a:t>
            </a:r>
            <a:r>
              <a:rPr lang="zh-CN" altLang="en-US" sz="2400" dirty="0">
                <a:latin typeface="微软雅黑 Light" panose="020B0502040204020203" pitchFamily="34" charset="-122"/>
                <a:ea typeface="微软雅黑 Light" panose="020B0502040204020203" pitchFamily="34" charset="-122"/>
              </a:rPr>
              <a:t>判断蓬佐错觉图像中的线段长度</a:t>
            </a:r>
            <a:r>
              <a:rPr lang="en-US" altLang="zh-CN" sz="2400" dirty="0">
                <a:latin typeface="微软雅黑 Light" panose="020B0502040204020203" pitchFamily="34" charset="-122"/>
                <a:ea typeface="微软雅黑 Light" panose="020B0502040204020203" pitchFamily="34" charset="-122"/>
              </a:rPr>
              <a:t>),</a:t>
            </a:r>
            <a:r>
              <a:rPr lang="zh-CN" altLang="en-US" sz="2400" dirty="0">
                <a:latin typeface="微软雅黑 Light" panose="020B0502040204020203" pitchFamily="34" charset="-122"/>
                <a:ea typeface="微软雅黑 Light" panose="020B0502040204020203" pitchFamily="34" charset="-122"/>
              </a:rPr>
              <a:t>同时进行功能磁共振成像检查。结果显示</a:t>
            </a:r>
            <a:r>
              <a:rPr lang="en-US" altLang="zh-CN" sz="2400" dirty="0">
                <a:latin typeface="微软雅黑 Light" panose="020B0502040204020203" pitchFamily="34" charset="-122"/>
                <a:ea typeface="微软雅黑 Light" panose="020B0502040204020203" pitchFamily="34" charset="-122"/>
              </a:rPr>
              <a:t>,</a:t>
            </a:r>
            <a:r>
              <a:rPr lang="zh-CN" altLang="en-US" sz="2400" dirty="0">
                <a:latin typeface="微软雅黑 Light" panose="020B0502040204020203" pitchFamily="34" charset="-122"/>
                <a:ea typeface="微软雅黑 Light" panose="020B0502040204020203" pitchFamily="34" charset="-122"/>
              </a:rPr>
              <a:t>与匹配的对照者相比</a:t>
            </a:r>
            <a:r>
              <a:rPr lang="en-US" altLang="zh-CN" sz="2400" dirty="0">
                <a:latin typeface="微软雅黑 Light" panose="020B0502040204020203" pitchFamily="34" charset="-122"/>
                <a:ea typeface="微软雅黑 Light" panose="020B0502040204020203" pitchFamily="34" charset="-122"/>
              </a:rPr>
              <a:t>,</a:t>
            </a:r>
            <a:r>
              <a:rPr lang="zh-CN" altLang="en-US" sz="2400" dirty="0">
                <a:latin typeface="微软雅黑 Light" panose="020B0502040204020203" pitchFamily="34" charset="-122"/>
                <a:ea typeface="微软雅黑 Light" panose="020B0502040204020203" pitchFamily="34" charset="-122"/>
              </a:rPr>
              <a:t>患儿在执行两种任务时均表现出</a:t>
            </a:r>
            <a:r>
              <a:rPr lang="zh-CN" altLang="en-US" sz="2400" b="1" dirty="0">
                <a:latin typeface="微软雅黑 Light" panose="020B0502040204020203" pitchFamily="34" charset="-122"/>
                <a:ea typeface="微软雅黑 Light" panose="020B0502040204020203" pitchFamily="34" charset="-122"/>
              </a:rPr>
              <a:t>初级视皮层</a:t>
            </a:r>
            <a:r>
              <a:rPr lang="zh-CN" altLang="en-US" sz="2400" dirty="0">
                <a:latin typeface="微软雅黑 Light" panose="020B0502040204020203" pitchFamily="34" charset="-122"/>
                <a:ea typeface="微软雅黑 Light" panose="020B0502040204020203" pitchFamily="34" charset="-122"/>
              </a:rPr>
              <a:t>和</a:t>
            </a:r>
            <a:r>
              <a:rPr lang="zh-CN" altLang="en-US" sz="2400" b="1" dirty="0">
                <a:latin typeface="微软雅黑 Light" panose="020B0502040204020203" pitchFamily="34" charset="-122"/>
                <a:ea typeface="微软雅黑 Light" panose="020B0502040204020203" pitchFamily="34" charset="-122"/>
              </a:rPr>
              <a:t>纹外区视皮层</a:t>
            </a:r>
            <a:r>
              <a:rPr lang="zh-CN" altLang="en-US" sz="2400" dirty="0">
                <a:latin typeface="微软雅黑 Light" panose="020B0502040204020203" pitchFamily="34" charset="-122"/>
                <a:ea typeface="微软雅黑 Light" panose="020B0502040204020203" pitchFamily="34" charset="-122"/>
              </a:rPr>
              <a:t>激活减少</a:t>
            </a:r>
            <a:r>
              <a:rPr lang="en-US" altLang="zh-CN" sz="2400" dirty="0">
                <a:latin typeface="微软雅黑 Light" panose="020B0502040204020203" pitchFamily="34" charset="-122"/>
                <a:ea typeface="微软雅黑 Light" panose="020B0502040204020203" pitchFamily="34" charset="-122"/>
              </a:rPr>
              <a:t>,</a:t>
            </a:r>
            <a:r>
              <a:rPr lang="zh-CN" altLang="en-US" sz="2400" dirty="0">
                <a:latin typeface="微软雅黑 Light" panose="020B0502040204020203" pitchFamily="34" charset="-122"/>
                <a:ea typeface="微软雅黑 Light" panose="020B0502040204020203" pitchFamily="34" charset="-122"/>
              </a:rPr>
              <a:t>但顶叶皮层激活增加。</a:t>
            </a:r>
            <a:endParaRPr lang="en-US" altLang="zh-CN" sz="2400" dirty="0">
              <a:latin typeface="微软雅黑 Light" panose="020B0502040204020203" pitchFamily="34" charset="-122"/>
              <a:ea typeface="微软雅黑 Light" panose="020B0502040204020203" pitchFamily="34" charset="-122"/>
            </a:endParaRPr>
          </a:p>
        </p:txBody>
      </p:sp>
    </p:spTree>
    <p:extLst>
      <p:ext uri="{BB962C8B-B14F-4D97-AF65-F5344CB8AC3E}">
        <p14:creationId xmlns:p14="http://schemas.microsoft.com/office/powerpoint/2010/main" val="17684665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0000" r="-10000"/>
          </a:stretch>
        </a:blipFill>
        <a:effectLst/>
      </p:bgPr>
    </p:bg>
    <p:spTree>
      <p:nvGrpSpPr>
        <p:cNvPr id="1" name="ïŝliḍê"/>
        <p:cNvGrpSpPr/>
        <p:nvPr/>
      </p:nvGrpSpPr>
      <p:grpSpPr>
        <a:xfrm>
          <a:off x="0" y="0"/>
          <a:ext cx="0" cy="0"/>
          <a:chOff x="0" y="0"/>
          <a:chExt cx="0" cy="0"/>
        </a:xfrm>
      </p:grpSpPr>
      <p:sp>
        <p:nvSpPr>
          <p:cNvPr id="4" name="标题 1">
            <a:extLst>
              <a:ext uri="{FF2B5EF4-FFF2-40B4-BE49-F238E27FC236}">
                <a16:creationId xmlns:a16="http://schemas.microsoft.com/office/drawing/2014/main" id="{2C783C2B-6FFC-D8DD-B9B6-FDE2896694BE}"/>
              </a:ext>
            </a:extLst>
          </p:cNvPr>
          <p:cNvSpPr txBox="1">
            <a:spLocks/>
          </p:cNvSpPr>
          <p:nvPr/>
        </p:nvSpPr>
        <p:spPr>
          <a:xfrm>
            <a:off x="0" y="505603"/>
            <a:ext cx="4611430" cy="707886"/>
          </a:xfrm>
          <a:prstGeom prst="rect">
            <a:avLst/>
          </a:prstGeom>
        </p:spPr>
        <p:txBody>
          <a:bodyPr wrap="square">
            <a:spAutoFit/>
          </a:bodyPr>
          <a:lstStyle>
            <a:lvl1pPr algn="ctr" defTabSz="457200" rtl="0" eaLnBrk="1" latinLnBrk="0" hangingPunct="1">
              <a:spcBef>
                <a:spcPct val="0"/>
              </a:spcBef>
              <a:buNone/>
              <a:defRPr sz="4400" kern="1200" cap="none" baseline="0">
                <a:ln w="3175" cmpd="sng">
                  <a:noFill/>
                </a:ln>
                <a:solidFill>
                  <a:schemeClr val="tx1">
                    <a:lumMod val="85000"/>
                    <a:lumOff val="15000"/>
                  </a:schemeClr>
                </a:solidFill>
                <a:effectLst/>
                <a:latin typeface="Microsoft YaHei UI" panose="020B0503020204020204" pitchFamily="34" charset="-122"/>
                <a:ea typeface="Microsoft YaHei UI" panose="020B0503020204020204" pitchFamily="3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kumimoji="0" lang="zh-CN" altLang="en-US" sz="4000" b="0" i="0" u="none" strike="noStrike" kern="1200" cap="none" spc="100" normalizeH="0" baseline="0" noProof="0" dirty="0">
                <a:ln w="3175" cmpd="sng">
                  <a:noFill/>
                </a:ln>
                <a:solidFill>
                  <a:srgbClr val="AB946B"/>
                </a:solidFill>
                <a:effectLst/>
                <a:uLnTx/>
                <a:uFillTx/>
                <a:latin typeface="Garamond" panose="02020404030301010803" pitchFamily="18" charset="0"/>
                <a:ea typeface="方正舒体" panose="02010601030101010101" pitchFamily="2" charset="-122"/>
                <a:cs typeface="+mn-cs"/>
              </a:rPr>
              <a:t>病因探寻</a:t>
            </a:r>
            <a:endParaRPr lang="zh-CN" altLang="en-US" dirty="0">
              <a:latin typeface="Garamond" panose="02020404030301010803" pitchFamily="18" charset="0"/>
              <a:ea typeface="方正舒体" panose="02010601030101010101" pitchFamily="2" charset="-122"/>
            </a:endParaRPr>
          </a:p>
        </p:txBody>
      </p:sp>
      <p:cxnSp>
        <p:nvCxnSpPr>
          <p:cNvPr id="5" name="直接连接符 4">
            <a:extLst>
              <a:ext uri="{FF2B5EF4-FFF2-40B4-BE49-F238E27FC236}">
                <a16:creationId xmlns:a16="http://schemas.microsoft.com/office/drawing/2014/main" id="{D1ECB1E5-C9C9-9498-A2D9-85A330E82DD2}"/>
              </a:ext>
            </a:extLst>
          </p:cNvPr>
          <p:cNvCxnSpPr/>
          <p:nvPr/>
        </p:nvCxnSpPr>
        <p:spPr>
          <a:xfrm>
            <a:off x="723900" y="1445184"/>
            <a:ext cx="1211580" cy="0"/>
          </a:xfrm>
          <a:prstGeom prst="line">
            <a:avLst/>
          </a:prstGeom>
          <a:ln w="25400">
            <a:gradFill>
              <a:gsLst>
                <a:gs pos="0">
                  <a:schemeClr val="accent1"/>
                </a:gs>
                <a:gs pos="100000">
                  <a:schemeClr val="accent1">
                    <a:alpha val="0"/>
                  </a:schemeClr>
                </a:gs>
              </a:gsLst>
              <a:lin ang="0" scaled="0"/>
            </a:gradFill>
          </a:ln>
        </p:spPr>
        <p:style>
          <a:lnRef idx="1">
            <a:schemeClr val="accent1"/>
          </a:lnRef>
          <a:fillRef idx="0">
            <a:schemeClr val="accent1"/>
          </a:fillRef>
          <a:effectRef idx="0">
            <a:schemeClr val="accent1"/>
          </a:effectRef>
          <a:fontRef idx="minor">
            <a:schemeClr val="tx1"/>
          </a:fontRef>
        </p:style>
      </p:cxnSp>
      <p:sp>
        <p:nvSpPr>
          <p:cNvPr id="7" name="íšḷíḓè">
            <a:extLst>
              <a:ext uri="{FF2B5EF4-FFF2-40B4-BE49-F238E27FC236}">
                <a16:creationId xmlns:a16="http://schemas.microsoft.com/office/drawing/2014/main" id="{FB049571-CC95-9B03-FB67-448A6A4A95EA}"/>
              </a:ext>
            </a:extLst>
          </p:cNvPr>
          <p:cNvSpPr txBox="1"/>
          <p:nvPr/>
        </p:nvSpPr>
        <p:spPr>
          <a:xfrm>
            <a:off x="1677041" y="1737511"/>
            <a:ext cx="8837917" cy="169148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pPr>
            <a:r>
              <a:rPr lang="en-US" altLang="zh-CN" sz="2400" dirty="0">
                <a:latin typeface="微软雅黑 Light" panose="020B0502040204020203" pitchFamily="34" charset="-122"/>
                <a:ea typeface="微软雅黑 Light" panose="020B0502040204020203" pitchFamily="34" charset="-122"/>
              </a:rPr>
              <a:t>       </a:t>
            </a:r>
            <a:r>
              <a:rPr lang="zh-CN" altLang="en-US" sz="2400" dirty="0">
                <a:latin typeface="微软雅黑 Light" panose="020B0502040204020203" pitchFamily="34" charset="-122"/>
                <a:ea typeface="微软雅黑 Light" panose="020B0502040204020203" pitchFamily="34" charset="-122"/>
              </a:rPr>
              <a:t>因此目前的证据提示后部的视觉处理区</a:t>
            </a:r>
            <a:r>
              <a:rPr lang="en-US" altLang="zh-CN" sz="2400" dirty="0">
                <a:latin typeface="微软雅黑 Light" panose="020B0502040204020203" pitchFamily="34" charset="-122"/>
                <a:ea typeface="微软雅黑 Light" panose="020B0502040204020203" pitchFamily="34" charset="-122"/>
              </a:rPr>
              <a:t>,</a:t>
            </a:r>
            <a:r>
              <a:rPr lang="zh-CN" altLang="en-US" sz="2400" dirty="0">
                <a:latin typeface="微软雅黑 Light" panose="020B0502040204020203" pitchFamily="34" charset="-122"/>
                <a:ea typeface="微软雅黑 Light" panose="020B0502040204020203" pitchFamily="34" charset="-122"/>
              </a:rPr>
              <a:t>包括枕叶和顶目前的证据提示脑后部的视觉处理区</a:t>
            </a:r>
            <a:r>
              <a:rPr lang="en-US" altLang="zh-CN" sz="2400" dirty="0">
                <a:latin typeface="微软雅黑 Light" panose="020B0502040204020203" pitchFamily="34" charset="-122"/>
                <a:ea typeface="微软雅黑 Light" panose="020B0502040204020203" pitchFamily="34" charset="-122"/>
              </a:rPr>
              <a:t>,</a:t>
            </a:r>
            <a:r>
              <a:rPr lang="zh-CN" altLang="en-US" sz="2400" dirty="0">
                <a:latin typeface="微软雅黑 Light" panose="020B0502040204020203" pitchFamily="34" charset="-122"/>
                <a:ea typeface="微软雅黑 Light" panose="020B0502040204020203" pitchFamily="34" charset="-122"/>
              </a:rPr>
              <a:t>包括</a:t>
            </a:r>
            <a:r>
              <a:rPr lang="zh-CN" altLang="en-US" sz="2400" b="1" dirty="0">
                <a:latin typeface="微软雅黑 Light" panose="020B0502040204020203" pitchFamily="34" charset="-122"/>
                <a:ea typeface="微软雅黑 Light" panose="020B0502040204020203" pitchFamily="34" charset="-122"/>
              </a:rPr>
              <a:t>枕叶</a:t>
            </a:r>
            <a:r>
              <a:rPr lang="zh-CN" altLang="en-US" sz="2400" dirty="0">
                <a:latin typeface="微软雅黑 Light" panose="020B0502040204020203" pitchFamily="34" charset="-122"/>
                <a:ea typeface="微软雅黑 Light" panose="020B0502040204020203" pitchFamily="34" charset="-122"/>
              </a:rPr>
              <a:t>和</a:t>
            </a:r>
            <a:r>
              <a:rPr lang="zh-CN" altLang="en-US" sz="2400" b="1" dirty="0">
                <a:latin typeface="微软雅黑 Light" panose="020B0502040204020203" pitchFamily="34" charset="-122"/>
                <a:ea typeface="微软雅黑 Light" panose="020B0502040204020203" pitchFamily="34" charset="-122"/>
              </a:rPr>
              <a:t>顶叶</a:t>
            </a:r>
            <a:r>
              <a:rPr lang="zh-CN" altLang="en-US" sz="2400" dirty="0">
                <a:latin typeface="微软雅黑 Light" panose="020B0502040204020203" pitchFamily="34" charset="-122"/>
                <a:ea typeface="微软雅黑 Light" panose="020B0502040204020203" pitchFamily="34" charset="-122"/>
              </a:rPr>
              <a:t>皮层</a:t>
            </a:r>
            <a:r>
              <a:rPr lang="en-US" altLang="zh-CN" sz="2400" dirty="0">
                <a:latin typeface="微软雅黑 Light" panose="020B0502040204020203" pitchFamily="34" charset="-122"/>
                <a:ea typeface="微软雅黑 Light" panose="020B0502040204020203" pitchFamily="34" charset="-122"/>
              </a:rPr>
              <a:t>,</a:t>
            </a:r>
            <a:r>
              <a:rPr lang="zh-CN" altLang="en-US" sz="2400" dirty="0">
                <a:latin typeface="微软雅黑 Light" panose="020B0502040204020203" pitchFamily="34" charset="-122"/>
                <a:ea typeface="微软雅黑 Light" panose="020B0502040204020203" pitchFamily="34" charset="-122"/>
              </a:rPr>
              <a:t>在</a:t>
            </a:r>
            <a:r>
              <a:rPr lang="en-US" altLang="zh-CN" sz="2400" dirty="0">
                <a:latin typeface="微软雅黑 Light" panose="020B0502040204020203" pitchFamily="34" charset="-122"/>
                <a:ea typeface="微软雅黑 Light" panose="020B0502040204020203" pitchFamily="34" charset="-122"/>
              </a:rPr>
              <a:t>AIWS</a:t>
            </a:r>
            <a:r>
              <a:rPr lang="zh-CN" altLang="en-US" sz="2400" dirty="0">
                <a:latin typeface="微软雅黑 Light" panose="020B0502040204020203" pitchFamily="34" charset="-122"/>
                <a:ea typeface="微软雅黑 Light" panose="020B0502040204020203" pitchFamily="34" charset="-122"/>
              </a:rPr>
              <a:t>的视觉障碍中具有重要的作用。</a:t>
            </a:r>
          </a:p>
        </p:txBody>
      </p:sp>
      <p:pic>
        <p:nvPicPr>
          <p:cNvPr id="3" name="图片 2">
            <a:extLst>
              <a:ext uri="{FF2B5EF4-FFF2-40B4-BE49-F238E27FC236}">
                <a16:creationId xmlns:a16="http://schemas.microsoft.com/office/drawing/2014/main" id="{D50653E8-AFAE-D200-B3D5-D6425C708B07}"/>
              </a:ext>
            </a:extLst>
          </p:cNvPr>
          <p:cNvPicPr>
            <a:picLocks noChangeAspect="1"/>
          </p:cNvPicPr>
          <p:nvPr/>
        </p:nvPicPr>
        <p:blipFill rotWithShape="1">
          <a:blip r:embed="rId4"/>
          <a:srcRect b="9389"/>
          <a:stretch/>
        </p:blipFill>
        <p:spPr>
          <a:xfrm>
            <a:off x="6224567" y="2971800"/>
            <a:ext cx="5101303" cy="3268133"/>
          </a:xfrm>
          <a:prstGeom prst="rect">
            <a:avLst/>
          </a:prstGeom>
        </p:spPr>
      </p:pic>
      <mc:AlternateContent xmlns:mc="http://schemas.openxmlformats.org/markup-compatibility/2006" xmlns:p14="http://schemas.microsoft.com/office/powerpoint/2010/main">
        <mc:Choice Requires="p14">
          <p:contentPart p14:bwMode="auto" r:id="rId5">
            <p14:nvContentPartPr>
              <p14:cNvPr id="6" name="墨迹 5">
                <a:extLst>
                  <a:ext uri="{FF2B5EF4-FFF2-40B4-BE49-F238E27FC236}">
                    <a16:creationId xmlns:a16="http://schemas.microsoft.com/office/drawing/2014/main" id="{ECC4426C-B512-9D21-02D6-E59683FC2C9A}"/>
                  </a:ext>
                </a:extLst>
              </p14:cNvPr>
              <p14:cNvContentPartPr/>
              <p14:nvPr/>
            </p14:nvContentPartPr>
            <p14:xfrm>
              <a:off x="10540867" y="3969627"/>
              <a:ext cx="253440" cy="18720"/>
            </p14:xfrm>
          </p:contentPart>
        </mc:Choice>
        <mc:Fallback xmlns="">
          <p:pic>
            <p:nvPicPr>
              <p:cNvPr id="6" name="墨迹 5">
                <a:extLst>
                  <a:ext uri="{FF2B5EF4-FFF2-40B4-BE49-F238E27FC236}">
                    <a16:creationId xmlns:a16="http://schemas.microsoft.com/office/drawing/2014/main" id="{ECC4426C-B512-9D21-02D6-E59683FC2C9A}"/>
                  </a:ext>
                </a:extLst>
              </p:cNvPr>
              <p:cNvPicPr/>
              <p:nvPr/>
            </p:nvPicPr>
            <p:blipFill>
              <a:blip r:embed="rId6"/>
              <a:stretch>
                <a:fillRect/>
              </a:stretch>
            </p:blipFill>
            <p:spPr>
              <a:xfrm>
                <a:off x="10487227" y="3861987"/>
                <a:ext cx="361080" cy="2343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墨迹 7">
                <a:extLst>
                  <a:ext uri="{FF2B5EF4-FFF2-40B4-BE49-F238E27FC236}">
                    <a16:creationId xmlns:a16="http://schemas.microsoft.com/office/drawing/2014/main" id="{223B3788-B80A-C05D-C540-EBD975DBAF57}"/>
                  </a:ext>
                </a:extLst>
              </p14:cNvPr>
              <p14:cNvContentPartPr/>
              <p14:nvPr/>
            </p14:nvContentPartPr>
            <p14:xfrm>
              <a:off x="10490107" y="4527627"/>
              <a:ext cx="263520" cy="10080"/>
            </p14:xfrm>
          </p:contentPart>
        </mc:Choice>
        <mc:Fallback xmlns="">
          <p:pic>
            <p:nvPicPr>
              <p:cNvPr id="8" name="墨迹 7">
                <a:extLst>
                  <a:ext uri="{FF2B5EF4-FFF2-40B4-BE49-F238E27FC236}">
                    <a16:creationId xmlns:a16="http://schemas.microsoft.com/office/drawing/2014/main" id="{223B3788-B80A-C05D-C540-EBD975DBAF57}"/>
                  </a:ext>
                </a:extLst>
              </p:cNvPr>
              <p:cNvPicPr/>
              <p:nvPr/>
            </p:nvPicPr>
            <p:blipFill>
              <a:blip r:embed="rId8"/>
              <a:stretch>
                <a:fillRect/>
              </a:stretch>
            </p:blipFill>
            <p:spPr>
              <a:xfrm>
                <a:off x="10436467" y="4419987"/>
                <a:ext cx="371160" cy="225720"/>
              </a:xfrm>
              <a:prstGeom prst="rect">
                <a:avLst/>
              </a:prstGeom>
            </p:spPr>
          </p:pic>
        </mc:Fallback>
      </mc:AlternateContent>
    </p:spTree>
    <p:extLst>
      <p:ext uri="{BB962C8B-B14F-4D97-AF65-F5344CB8AC3E}">
        <p14:creationId xmlns:p14="http://schemas.microsoft.com/office/powerpoint/2010/main" val="11118835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lumMod val="85000"/>
            <a:lumOff val="15000"/>
          </a:schemeClr>
        </a:solidFill>
        <a:effectLst/>
      </p:bgPr>
    </p:bg>
    <p:spTree>
      <p:nvGrpSpPr>
        <p:cNvPr id="1" name=""/>
        <p:cNvGrpSpPr/>
        <p:nvPr/>
      </p:nvGrpSpPr>
      <p:grpSpPr>
        <a:xfrm>
          <a:off x="0" y="0"/>
          <a:ext cx="0" cy="0"/>
          <a:chOff x="0" y="0"/>
          <a:chExt cx="0" cy="0"/>
        </a:xfrm>
      </p:grpSpPr>
      <p:sp useBgFill="1">
        <p:nvSpPr>
          <p:cNvPr id="8" name="矩形 7">
            <a:extLst>
              <a:ext uri="{FF2B5EF4-FFF2-40B4-BE49-F238E27FC236}">
                <a16:creationId xmlns:a16="http://schemas.microsoft.com/office/drawing/2014/main" id="{DA954E3F-C90F-4AED-8C5E-30BBC99870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1">
              <a:latin typeface="Microsoft YaHei UI" panose="020B0503020204020204" pitchFamily="34" charset="-122"/>
              <a:ea typeface="Microsoft YaHei UI" panose="020B0503020204020204" pitchFamily="34" charset="-122"/>
            </a:endParaRPr>
          </a:p>
        </p:txBody>
      </p:sp>
      <p:sp>
        <p:nvSpPr>
          <p:cNvPr id="10" name="矩形 9">
            <a:extLst>
              <a:ext uri="{FF2B5EF4-FFF2-40B4-BE49-F238E27FC236}">
                <a16:creationId xmlns:a16="http://schemas.microsoft.com/office/drawing/2014/main" id="{45F274D6-81B5-4350-AFD5-014504FF59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gradFill>
            <a:gsLst>
              <a:gs pos="0">
                <a:srgbClr val="FFFFFF"/>
              </a:gs>
              <a:gs pos="30000">
                <a:srgbClr val="FFFFFF"/>
              </a:gs>
              <a:gs pos="61000">
                <a:srgbClr val="F8F8F8"/>
              </a:gs>
              <a:gs pos="97000">
                <a:srgbClr val="E5E5E5"/>
              </a:gs>
            </a:gsLst>
            <a:path path="circle">
              <a:fillToRect l="50000" t="50000" r="50000" b="50000"/>
            </a:path>
          </a:gradFill>
          <a:ln>
            <a:noFill/>
          </a:ln>
          <a:effectLst>
            <a:innerShdw blurRad="63500" dist="12700">
              <a:prstClr val="black">
                <a:alpha val="3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1">
              <a:latin typeface="Microsoft YaHei UI" panose="020B0503020204020204" pitchFamily="34" charset="-122"/>
              <a:ea typeface="Microsoft YaHei UI" panose="020B0503020204020204" pitchFamily="34" charset="-122"/>
            </a:endParaRPr>
          </a:p>
        </p:txBody>
      </p:sp>
      <p:sp useBgFill="1">
        <p:nvSpPr>
          <p:cNvPr id="12" name="矩形 11">
            <a:extLst>
              <a:ext uri="{FF2B5EF4-FFF2-40B4-BE49-F238E27FC236}">
                <a16:creationId xmlns:a16="http://schemas.microsoft.com/office/drawing/2014/main" id="{8D21268E-FF5E-4624-BB9D-B825216E94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4082" y="469900"/>
            <a:ext cx="6582982" cy="5918200"/>
          </a:xfrm>
          <a:prstGeom prst="rect">
            <a:avLst/>
          </a:prstGeom>
          <a:ln>
            <a:noFill/>
          </a:ln>
          <a:effectLst>
            <a:outerShdw blurRad="50800" dist="38100" dir="5400000" algn="t" rotWithShape="0">
              <a:prstClr val="black">
                <a:alpha val="40000"/>
              </a:prstClr>
            </a:outerShdw>
          </a:effectLst>
          <a:scene3d>
            <a:camera prst="orthographicFront"/>
            <a:lightRig rig="balanced" dir="t"/>
          </a:scene3d>
          <a:sp3d>
            <a:bevelT w="635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1">
              <a:latin typeface="Microsoft YaHei UI" panose="020B0503020204020204" pitchFamily="34" charset="-122"/>
              <a:ea typeface="Microsoft YaHei UI" panose="020B0503020204020204" pitchFamily="34" charset="-122"/>
            </a:endParaRPr>
          </a:p>
        </p:txBody>
      </p:sp>
      <p:sp>
        <p:nvSpPr>
          <p:cNvPr id="14" name="矩形 13">
            <a:extLst>
              <a:ext uri="{FF2B5EF4-FFF2-40B4-BE49-F238E27FC236}">
                <a16:creationId xmlns:a16="http://schemas.microsoft.com/office/drawing/2014/main" id="{92819B5D-60BA-4995-92D8-FC547E6048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8325" y="635508"/>
            <a:ext cx="6254496" cy="5586984"/>
          </a:xfrm>
          <a:prstGeom prst="rect">
            <a:avLst/>
          </a:prstGeom>
          <a:noFill/>
          <a:ln w="15875" cap="flat">
            <a:solidFill>
              <a:schemeClr val="accent1"/>
            </a:solidFill>
            <a:miter lim="800000"/>
          </a:ln>
          <a:effectLst/>
        </p:spPr>
        <p:style>
          <a:lnRef idx="1">
            <a:schemeClr val="accent1"/>
          </a:lnRef>
          <a:fillRef idx="3">
            <a:schemeClr val="accent1"/>
          </a:fillRef>
          <a:effectRef idx="2">
            <a:schemeClr val="accent1"/>
          </a:effectRef>
          <a:fontRef idx="minor">
            <a:schemeClr val="lt1"/>
          </a:fontRef>
        </p:style>
      </p:sp>
      <p:sp>
        <p:nvSpPr>
          <p:cNvPr id="11" name="文本框 10">
            <a:extLst>
              <a:ext uri="{FF2B5EF4-FFF2-40B4-BE49-F238E27FC236}">
                <a16:creationId xmlns:a16="http://schemas.microsoft.com/office/drawing/2014/main" id="{BE7EDBFC-7778-ED26-4D49-9F3908994AA8}"/>
              </a:ext>
            </a:extLst>
          </p:cNvPr>
          <p:cNvSpPr txBox="1"/>
          <p:nvPr/>
        </p:nvSpPr>
        <p:spPr>
          <a:xfrm>
            <a:off x="1017691" y="2418552"/>
            <a:ext cx="2324303" cy="2020895"/>
          </a:xfrm>
          <a:prstGeom prst="rect">
            <a:avLst/>
          </a:prstGeom>
          <a:noFill/>
          <a:ln w="117475">
            <a:noFill/>
          </a:ln>
        </p:spPr>
        <p:txBody>
          <a:bodyPr wrap="none" rtlCol="0">
            <a:prstTxWarp prst="textPlain">
              <a:avLst/>
            </a:prstTxWarp>
            <a:spAutoFit/>
          </a:bodyPr>
          <a:lstStyle/>
          <a:p>
            <a:r>
              <a:rPr lang="en-US" altLang="zh-CN" spc="100" dirty="0">
                <a:solidFill>
                  <a:schemeClr val="accent1"/>
                </a:solidFill>
                <a:latin typeface="Garamond" panose="02020404030301010803" pitchFamily="18" charset="0"/>
                <a:ea typeface="方正舒体" panose="02010601030101010101" pitchFamily="2" charset="-122"/>
                <a:cs typeface="Arial" panose="020B0604020202020204" pitchFamily="34" charset="0"/>
              </a:rPr>
              <a:t>/03</a:t>
            </a:r>
            <a:endParaRPr lang="zh-CN" altLang="en-US" spc="100" dirty="0">
              <a:solidFill>
                <a:schemeClr val="accent1"/>
              </a:solidFill>
              <a:latin typeface="Garamond" panose="02020404030301010803" pitchFamily="18" charset="0"/>
              <a:ea typeface="方正舒体" panose="02010601030101010101" pitchFamily="2" charset="-122"/>
              <a:cs typeface="Arial" panose="020B0604020202020204" pitchFamily="34" charset="0"/>
            </a:endParaRPr>
          </a:p>
        </p:txBody>
      </p:sp>
      <p:sp>
        <p:nvSpPr>
          <p:cNvPr id="16" name="标题 4">
            <a:extLst>
              <a:ext uri="{FF2B5EF4-FFF2-40B4-BE49-F238E27FC236}">
                <a16:creationId xmlns:a16="http://schemas.microsoft.com/office/drawing/2014/main" id="{20424F65-6B9A-2FA2-3353-C11BC00DE744}"/>
              </a:ext>
            </a:extLst>
          </p:cNvPr>
          <p:cNvSpPr>
            <a:spLocks noGrp="1"/>
          </p:cNvSpPr>
          <p:nvPr>
            <p:ph type="title"/>
          </p:nvPr>
        </p:nvSpPr>
        <p:spPr>
          <a:xfrm>
            <a:off x="5715980" y="2827262"/>
            <a:ext cx="5419185" cy="895350"/>
          </a:xfrm>
        </p:spPr>
        <p:txBody>
          <a:bodyPr>
            <a:normAutofit fontScale="90000"/>
          </a:bodyPr>
          <a:lstStyle/>
          <a:p>
            <a:r>
              <a:rPr lang="zh-CN" altLang="en-US" sz="5400" dirty="0">
                <a:latin typeface="华文仿宋" panose="02010600040101010101" pitchFamily="2" charset="-122"/>
                <a:ea typeface="华文仿宋" panose="02010600040101010101" pitchFamily="2" charset="-122"/>
              </a:rPr>
              <a:t>疾病表现</a:t>
            </a:r>
          </a:p>
        </p:txBody>
      </p:sp>
    </p:spTree>
    <p:extLst>
      <p:ext uri="{BB962C8B-B14F-4D97-AF65-F5344CB8AC3E}">
        <p14:creationId xmlns:p14="http://schemas.microsoft.com/office/powerpoint/2010/main" val="919555841"/>
      </p:ext>
    </p:extLst>
  </p:cSld>
  <p:clrMapOvr>
    <a:overrideClrMapping bg1="dk1" tx1="lt1" bg2="dk2" tx2="lt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0" r="-10000"/>
          </a:stretch>
        </a:blipFill>
        <a:effectLst/>
      </p:bgPr>
    </p:bg>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318C6C76-F541-39AF-70E3-D06CC0AD6EDF}"/>
              </a:ext>
            </a:extLst>
          </p:cNvPr>
          <p:cNvSpPr txBox="1">
            <a:spLocks/>
          </p:cNvSpPr>
          <p:nvPr/>
        </p:nvSpPr>
        <p:spPr>
          <a:xfrm>
            <a:off x="0" y="505603"/>
            <a:ext cx="4611430" cy="707886"/>
          </a:xfrm>
          <a:prstGeom prst="rect">
            <a:avLst/>
          </a:prstGeom>
        </p:spPr>
        <p:txBody>
          <a:bodyPr wrap="square">
            <a:spAutoFit/>
          </a:bodyPr>
          <a:lstStyle>
            <a:lvl1pPr algn="ctr" defTabSz="457200" rtl="0" eaLnBrk="1" latinLnBrk="0" hangingPunct="1">
              <a:spcBef>
                <a:spcPct val="0"/>
              </a:spcBef>
              <a:buNone/>
              <a:defRPr sz="4400" kern="1200" cap="none" baseline="0">
                <a:ln w="3175" cmpd="sng">
                  <a:noFill/>
                </a:ln>
                <a:solidFill>
                  <a:schemeClr val="tx1">
                    <a:lumMod val="85000"/>
                    <a:lumOff val="15000"/>
                  </a:schemeClr>
                </a:solidFill>
                <a:effectLst/>
                <a:latin typeface="Microsoft YaHei UI" panose="020B0503020204020204" pitchFamily="34" charset="-122"/>
                <a:ea typeface="Microsoft YaHei UI" panose="020B0503020204020204" pitchFamily="3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kumimoji="0" lang="zh-CN" altLang="en-US" sz="4000" b="0" i="0" u="none" strike="noStrike" kern="1200" cap="none" spc="100" normalizeH="0" baseline="0" noProof="0" dirty="0">
                <a:ln w="3175" cmpd="sng">
                  <a:noFill/>
                </a:ln>
                <a:solidFill>
                  <a:srgbClr val="AB946B"/>
                </a:solidFill>
                <a:effectLst/>
                <a:uLnTx/>
                <a:uFillTx/>
                <a:latin typeface="Garamond" panose="02020404030301010803" pitchFamily="18" charset="0"/>
                <a:ea typeface="方正舒体" panose="02010601030101010101" pitchFamily="2" charset="-122"/>
                <a:cs typeface="+mn-cs"/>
              </a:rPr>
              <a:t>疾病表现</a:t>
            </a:r>
            <a:endParaRPr lang="zh-CN" altLang="en-US" dirty="0">
              <a:latin typeface="Garamond" panose="02020404030301010803" pitchFamily="18" charset="0"/>
              <a:ea typeface="方正舒体" panose="02010601030101010101" pitchFamily="2" charset="-122"/>
            </a:endParaRPr>
          </a:p>
        </p:txBody>
      </p:sp>
      <p:cxnSp>
        <p:nvCxnSpPr>
          <p:cNvPr id="2" name="直接连接符 1">
            <a:extLst>
              <a:ext uri="{FF2B5EF4-FFF2-40B4-BE49-F238E27FC236}">
                <a16:creationId xmlns:a16="http://schemas.microsoft.com/office/drawing/2014/main" id="{5C75D41A-A5B2-AEDD-800D-5F23F9A7A741}"/>
              </a:ext>
            </a:extLst>
          </p:cNvPr>
          <p:cNvCxnSpPr/>
          <p:nvPr/>
        </p:nvCxnSpPr>
        <p:spPr>
          <a:xfrm>
            <a:off x="723900" y="1445184"/>
            <a:ext cx="1211580" cy="0"/>
          </a:xfrm>
          <a:prstGeom prst="line">
            <a:avLst/>
          </a:prstGeom>
          <a:ln w="25400">
            <a:gradFill>
              <a:gsLst>
                <a:gs pos="0">
                  <a:schemeClr val="accent1"/>
                </a:gs>
                <a:gs pos="100000">
                  <a:schemeClr val="accent1">
                    <a:alpha val="0"/>
                  </a:schemeClr>
                </a:gs>
              </a:gsLst>
              <a:lin ang="0" scaled="0"/>
            </a:gradFill>
          </a:ln>
        </p:spPr>
        <p:style>
          <a:lnRef idx="1">
            <a:schemeClr val="accent1"/>
          </a:lnRef>
          <a:fillRef idx="0">
            <a:schemeClr val="accent1"/>
          </a:fillRef>
          <a:effectRef idx="0">
            <a:schemeClr val="accent1"/>
          </a:effectRef>
          <a:fontRef idx="minor">
            <a:schemeClr val="tx1"/>
          </a:fontRef>
        </p:style>
      </p:cxnSp>
      <p:sp>
        <p:nvSpPr>
          <p:cNvPr id="3" name="矩形: 圆角 2">
            <a:extLst>
              <a:ext uri="{FF2B5EF4-FFF2-40B4-BE49-F238E27FC236}">
                <a16:creationId xmlns:a16="http://schemas.microsoft.com/office/drawing/2014/main" id="{0C950BC2-1D35-9368-B16D-5EE501A19D54}"/>
              </a:ext>
            </a:extLst>
          </p:cNvPr>
          <p:cNvSpPr/>
          <p:nvPr/>
        </p:nvSpPr>
        <p:spPr>
          <a:xfrm>
            <a:off x="825500" y="2102798"/>
            <a:ext cx="3136900" cy="4031302"/>
          </a:xfrm>
          <a:prstGeom prst="roundRect">
            <a:avLst>
              <a:gd name="adj" fmla="val 6136"/>
            </a:avLst>
          </a:prstGeom>
          <a:solidFill>
            <a:schemeClr val="bg1"/>
          </a:solidFill>
          <a:ln>
            <a:noFill/>
          </a:ln>
          <a:effectLst>
            <a:outerShdw blurRad="254000" dist="38100" dir="5400000" algn="ctr" rotWithShape="0">
              <a:schemeClr val="accent1">
                <a:lumMod val="50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5" name="矩形: 圆角 4">
            <a:extLst>
              <a:ext uri="{FF2B5EF4-FFF2-40B4-BE49-F238E27FC236}">
                <a16:creationId xmlns:a16="http://schemas.microsoft.com/office/drawing/2014/main" id="{5F0737D7-D5A0-663A-ED74-FD28FB75DA0A}"/>
              </a:ext>
            </a:extLst>
          </p:cNvPr>
          <p:cNvSpPr/>
          <p:nvPr/>
        </p:nvSpPr>
        <p:spPr>
          <a:xfrm>
            <a:off x="4527550" y="2102798"/>
            <a:ext cx="3136900" cy="4031302"/>
          </a:xfrm>
          <a:prstGeom prst="roundRect">
            <a:avLst>
              <a:gd name="adj" fmla="val 6136"/>
            </a:avLst>
          </a:prstGeom>
          <a:solidFill>
            <a:schemeClr val="bg1"/>
          </a:solidFill>
          <a:ln>
            <a:noFill/>
          </a:ln>
          <a:effectLst>
            <a:outerShdw blurRad="254000" dist="38100" dir="5400000" algn="ctr" rotWithShape="0">
              <a:schemeClr val="accent1">
                <a:lumMod val="50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6" name="矩形: 圆角 5">
            <a:extLst>
              <a:ext uri="{FF2B5EF4-FFF2-40B4-BE49-F238E27FC236}">
                <a16:creationId xmlns:a16="http://schemas.microsoft.com/office/drawing/2014/main" id="{94AF62BE-FAE3-1BED-6B63-76A425454277}"/>
              </a:ext>
            </a:extLst>
          </p:cNvPr>
          <p:cNvSpPr/>
          <p:nvPr/>
        </p:nvSpPr>
        <p:spPr>
          <a:xfrm>
            <a:off x="8218157" y="2102798"/>
            <a:ext cx="3136900" cy="4031302"/>
          </a:xfrm>
          <a:prstGeom prst="roundRect">
            <a:avLst>
              <a:gd name="adj" fmla="val 6136"/>
            </a:avLst>
          </a:prstGeom>
          <a:solidFill>
            <a:schemeClr val="bg1"/>
          </a:solidFill>
          <a:ln>
            <a:noFill/>
          </a:ln>
          <a:effectLst>
            <a:outerShdw blurRad="254000" dist="38100" dir="5400000" algn="ctr" rotWithShape="0">
              <a:schemeClr val="accent1">
                <a:lumMod val="50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p>
        </p:txBody>
      </p:sp>
      <p:grpSp>
        <p:nvGrpSpPr>
          <p:cNvPr id="7" name="组合 6">
            <a:extLst>
              <a:ext uri="{FF2B5EF4-FFF2-40B4-BE49-F238E27FC236}">
                <a16:creationId xmlns:a16="http://schemas.microsoft.com/office/drawing/2014/main" id="{4691CB15-51A9-9154-AC1B-140BADC9AD37}"/>
              </a:ext>
            </a:extLst>
          </p:cNvPr>
          <p:cNvGrpSpPr/>
          <p:nvPr/>
        </p:nvGrpSpPr>
        <p:grpSpPr>
          <a:xfrm>
            <a:off x="1839703" y="1691477"/>
            <a:ext cx="1108495" cy="1057633"/>
            <a:chOff x="1699964" y="1630517"/>
            <a:chExt cx="1108495" cy="1057633"/>
          </a:xfrm>
        </p:grpSpPr>
        <p:sp>
          <p:nvSpPr>
            <p:cNvPr id="8" name="椭圆 7">
              <a:extLst>
                <a:ext uri="{FF2B5EF4-FFF2-40B4-BE49-F238E27FC236}">
                  <a16:creationId xmlns:a16="http://schemas.microsoft.com/office/drawing/2014/main" id="{545CD0A4-E3D2-2E13-CD48-D607182D3970}"/>
                </a:ext>
              </a:extLst>
            </p:cNvPr>
            <p:cNvSpPr/>
            <p:nvPr/>
          </p:nvSpPr>
          <p:spPr>
            <a:xfrm>
              <a:off x="1726829" y="1630517"/>
              <a:ext cx="1054765" cy="1057633"/>
            </a:xfrm>
            <a:prstGeom prst="ellipse">
              <a:avLst/>
            </a:prstGeom>
            <a:gradFill>
              <a:gsLst>
                <a:gs pos="24000">
                  <a:schemeClr val="accent1">
                    <a:lumMod val="60000"/>
                    <a:lumOff val="40000"/>
                  </a:schemeClr>
                </a:gs>
                <a:gs pos="100000">
                  <a:schemeClr val="accent1"/>
                </a:gs>
              </a:gsLst>
              <a:lin ang="2700000" scaled="0"/>
            </a:gradFill>
            <a:ln w="6350">
              <a:solidFill>
                <a:schemeClr val="bg1">
                  <a:alpha val="40000"/>
                </a:schemeClr>
              </a:solidFill>
            </a:ln>
            <a:effectLst>
              <a:outerShdw blurRad="177800" dist="114300" dir="2700000" algn="ctr" rotWithShape="0">
                <a:schemeClr val="accent1">
                  <a:alpha val="4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sz="4200" b="1">
                <a:latin typeface="+mj-ea"/>
                <a:ea typeface="+mj-ea"/>
                <a:cs typeface="微软雅黑" panose="020B0503020204020204" pitchFamily="34" charset="-122"/>
              </a:endParaRPr>
            </a:p>
          </p:txBody>
        </p:sp>
        <p:sp>
          <p:nvSpPr>
            <p:cNvPr id="9" name="文本框 8">
              <a:extLst>
                <a:ext uri="{FF2B5EF4-FFF2-40B4-BE49-F238E27FC236}">
                  <a16:creationId xmlns:a16="http://schemas.microsoft.com/office/drawing/2014/main" id="{55699DAA-7880-572A-4CB8-10A832F920C6}"/>
                </a:ext>
              </a:extLst>
            </p:cNvPr>
            <p:cNvSpPr txBox="1"/>
            <p:nvPr/>
          </p:nvSpPr>
          <p:spPr>
            <a:xfrm>
              <a:off x="1699964" y="1790001"/>
              <a:ext cx="1108495" cy="738664"/>
            </a:xfrm>
            <a:prstGeom prst="rect">
              <a:avLst/>
            </a:prstGeom>
            <a:noFill/>
          </p:spPr>
          <p:txBody>
            <a:bodyPr wrap="square">
              <a:spAutoFit/>
            </a:bodyPr>
            <a:lstStyle/>
            <a:p>
              <a:pPr algn="ctr">
                <a:spcBef>
                  <a:spcPct val="0"/>
                </a:spcBef>
              </a:pPr>
              <a:r>
                <a:rPr lang="en-US" altLang="zh-CN" sz="4200" b="1" dirty="0">
                  <a:solidFill>
                    <a:schemeClr val="lt1"/>
                  </a:solidFill>
                  <a:latin typeface="Garamond" panose="02020404030301010803" pitchFamily="18" charset="0"/>
                  <a:ea typeface="方正舒体" panose="02010601030101010101" pitchFamily="2" charset="-122"/>
                  <a:cs typeface="微软雅黑" panose="020B0503020204020204" pitchFamily="34" charset="-122"/>
                  <a:sym typeface="微软雅黑" panose="020B0503020204020204" pitchFamily="34" charset="-122"/>
                </a:rPr>
                <a:t>01</a:t>
              </a:r>
              <a:endParaRPr lang="zh-CN" altLang="en-US" sz="4200" b="1" dirty="0">
                <a:solidFill>
                  <a:schemeClr val="accent1"/>
                </a:solidFill>
                <a:latin typeface="Garamond" panose="02020404030301010803" pitchFamily="18" charset="0"/>
                <a:ea typeface="方正舒体" panose="02010601030101010101" pitchFamily="2" charset="-122"/>
                <a:cs typeface="微软雅黑" panose="020B0503020204020204" pitchFamily="34" charset="-122"/>
                <a:sym typeface="微软雅黑" panose="020B0503020204020204" pitchFamily="34" charset="-122"/>
              </a:endParaRPr>
            </a:p>
          </p:txBody>
        </p:sp>
      </p:grpSp>
      <p:grpSp>
        <p:nvGrpSpPr>
          <p:cNvPr id="10" name="组合 9">
            <a:extLst>
              <a:ext uri="{FF2B5EF4-FFF2-40B4-BE49-F238E27FC236}">
                <a16:creationId xmlns:a16="http://schemas.microsoft.com/office/drawing/2014/main" id="{D89C288E-49FB-2ECC-55AC-5D24439E4FA9}"/>
              </a:ext>
            </a:extLst>
          </p:cNvPr>
          <p:cNvGrpSpPr/>
          <p:nvPr/>
        </p:nvGrpSpPr>
        <p:grpSpPr>
          <a:xfrm>
            <a:off x="5541753" y="1691477"/>
            <a:ext cx="1108495" cy="1057633"/>
            <a:chOff x="1699964" y="1630517"/>
            <a:chExt cx="1108495" cy="1057633"/>
          </a:xfrm>
        </p:grpSpPr>
        <p:sp>
          <p:nvSpPr>
            <p:cNvPr id="11" name="椭圆 10">
              <a:extLst>
                <a:ext uri="{FF2B5EF4-FFF2-40B4-BE49-F238E27FC236}">
                  <a16:creationId xmlns:a16="http://schemas.microsoft.com/office/drawing/2014/main" id="{E01686DC-79C2-AB90-E1CF-9E4A1DDA355A}"/>
                </a:ext>
              </a:extLst>
            </p:cNvPr>
            <p:cNvSpPr/>
            <p:nvPr/>
          </p:nvSpPr>
          <p:spPr>
            <a:xfrm>
              <a:off x="1726829" y="1630517"/>
              <a:ext cx="1054765" cy="1057633"/>
            </a:xfrm>
            <a:prstGeom prst="ellipse">
              <a:avLst/>
            </a:prstGeom>
            <a:gradFill>
              <a:gsLst>
                <a:gs pos="24000">
                  <a:schemeClr val="accent1">
                    <a:lumMod val="60000"/>
                    <a:lumOff val="40000"/>
                  </a:schemeClr>
                </a:gs>
                <a:gs pos="100000">
                  <a:schemeClr val="accent1"/>
                </a:gs>
              </a:gsLst>
              <a:lin ang="2700000" scaled="0"/>
            </a:gradFill>
            <a:ln w="6350">
              <a:solidFill>
                <a:schemeClr val="bg1">
                  <a:alpha val="40000"/>
                </a:schemeClr>
              </a:solidFill>
            </a:ln>
            <a:effectLst>
              <a:outerShdw blurRad="177800" dist="114300" dir="2700000" algn="ctr" rotWithShape="0">
                <a:schemeClr val="accent1">
                  <a:alpha val="4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sz="4200" b="1">
                <a:latin typeface="+mj-ea"/>
                <a:ea typeface="+mj-ea"/>
                <a:cs typeface="微软雅黑" panose="020B0503020204020204" pitchFamily="34" charset="-122"/>
              </a:endParaRPr>
            </a:p>
          </p:txBody>
        </p:sp>
        <p:sp>
          <p:nvSpPr>
            <p:cNvPr id="13" name="文本框 12">
              <a:extLst>
                <a:ext uri="{FF2B5EF4-FFF2-40B4-BE49-F238E27FC236}">
                  <a16:creationId xmlns:a16="http://schemas.microsoft.com/office/drawing/2014/main" id="{E717629B-D6D6-BE8F-B9DE-B88873D9B9E2}"/>
                </a:ext>
              </a:extLst>
            </p:cNvPr>
            <p:cNvSpPr txBox="1"/>
            <p:nvPr/>
          </p:nvSpPr>
          <p:spPr>
            <a:xfrm>
              <a:off x="1699964" y="1790001"/>
              <a:ext cx="1108495" cy="738664"/>
            </a:xfrm>
            <a:prstGeom prst="rect">
              <a:avLst/>
            </a:prstGeom>
            <a:noFill/>
          </p:spPr>
          <p:txBody>
            <a:bodyPr wrap="square">
              <a:spAutoFit/>
            </a:bodyPr>
            <a:lstStyle/>
            <a:p>
              <a:pPr algn="ctr">
                <a:spcBef>
                  <a:spcPct val="0"/>
                </a:spcBef>
              </a:pPr>
              <a:r>
                <a:rPr lang="en-US" altLang="zh-CN" sz="4200" b="1">
                  <a:solidFill>
                    <a:schemeClr val="lt1"/>
                  </a:solidFill>
                  <a:latin typeface="Garamond" panose="02020404030301010803" pitchFamily="18" charset="0"/>
                  <a:ea typeface="方正舒体" panose="02010601030101010101" pitchFamily="2" charset="-122"/>
                  <a:cs typeface="微软雅黑" panose="020B0503020204020204" pitchFamily="34" charset="-122"/>
                  <a:sym typeface="微软雅黑" panose="020B0503020204020204" pitchFamily="34" charset="-122"/>
                </a:rPr>
                <a:t>02</a:t>
              </a:r>
              <a:endParaRPr lang="zh-CN" altLang="en-US" sz="4200" b="1" dirty="0">
                <a:solidFill>
                  <a:schemeClr val="accent1"/>
                </a:solidFill>
                <a:latin typeface="Garamond" panose="02020404030301010803" pitchFamily="18" charset="0"/>
                <a:ea typeface="方正舒体" panose="02010601030101010101" pitchFamily="2" charset="-122"/>
                <a:cs typeface="微软雅黑" panose="020B0503020204020204" pitchFamily="34" charset="-122"/>
                <a:sym typeface="微软雅黑" panose="020B0503020204020204" pitchFamily="34" charset="-122"/>
              </a:endParaRPr>
            </a:p>
          </p:txBody>
        </p:sp>
      </p:grpSp>
      <p:grpSp>
        <p:nvGrpSpPr>
          <p:cNvPr id="14" name="组合 13">
            <a:extLst>
              <a:ext uri="{FF2B5EF4-FFF2-40B4-BE49-F238E27FC236}">
                <a16:creationId xmlns:a16="http://schemas.microsoft.com/office/drawing/2014/main" id="{270AC44A-891A-2C14-398B-209A6A7E4C2C}"/>
              </a:ext>
            </a:extLst>
          </p:cNvPr>
          <p:cNvGrpSpPr/>
          <p:nvPr/>
        </p:nvGrpSpPr>
        <p:grpSpPr>
          <a:xfrm>
            <a:off x="9243803" y="1691477"/>
            <a:ext cx="1108495" cy="1057633"/>
            <a:chOff x="1699964" y="1630517"/>
            <a:chExt cx="1108495" cy="1057633"/>
          </a:xfrm>
        </p:grpSpPr>
        <p:sp>
          <p:nvSpPr>
            <p:cNvPr id="15" name="椭圆 14">
              <a:extLst>
                <a:ext uri="{FF2B5EF4-FFF2-40B4-BE49-F238E27FC236}">
                  <a16:creationId xmlns:a16="http://schemas.microsoft.com/office/drawing/2014/main" id="{14F8EF4F-2E00-678E-54D7-822A5E98F265}"/>
                </a:ext>
              </a:extLst>
            </p:cNvPr>
            <p:cNvSpPr/>
            <p:nvPr/>
          </p:nvSpPr>
          <p:spPr>
            <a:xfrm>
              <a:off x="1726829" y="1630517"/>
              <a:ext cx="1054765" cy="1057633"/>
            </a:xfrm>
            <a:prstGeom prst="ellipse">
              <a:avLst/>
            </a:prstGeom>
            <a:gradFill>
              <a:gsLst>
                <a:gs pos="24000">
                  <a:schemeClr val="accent1">
                    <a:lumMod val="60000"/>
                    <a:lumOff val="40000"/>
                  </a:schemeClr>
                </a:gs>
                <a:gs pos="100000">
                  <a:schemeClr val="accent1"/>
                </a:gs>
              </a:gsLst>
              <a:lin ang="2700000" scaled="0"/>
            </a:gradFill>
            <a:ln w="6350">
              <a:solidFill>
                <a:schemeClr val="bg1">
                  <a:alpha val="40000"/>
                </a:schemeClr>
              </a:solidFill>
            </a:ln>
            <a:effectLst>
              <a:outerShdw blurRad="177800" dist="114300" dir="2700000" algn="ctr" rotWithShape="0">
                <a:schemeClr val="accent1">
                  <a:alpha val="4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sz="4200" b="1">
                <a:latin typeface="+mj-ea"/>
                <a:ea typeface="+mj-ea"/>
                <a:cs typeface="微软雅黑" panose="020B0503020204020204" pitchFamily="34" charset="-122"/>
              </a:endParaRPr>
            </a:p>
          </p:txBody>
        </p:sp>
        <p:sp>
          <p:nvSpPr>
            <p:cNvPr id="16" name="文本框 15">
              <a:extLst>
                <a:ext uri="{FF2B5EF4-FFF2-40B4-BE49-F238E27FC236}">
                  <a16:creationId xmlns:a16="http://schemas.microsoft.com/office/drawing/2014/main" id="{570AEDCE-925A-398B-2E5C-2AA6BF795CD4}"/>
                </a:ext>
              </a:extLst>
            </p:cNvPr>
            <p:cNvSpPr txBox="1"/>
            <p:nvPr/>
          </p:nvSpPr>
          <p:spPr>
            <a:xfrm>
              <a:off x="1699964" y="1790001"/>
              <a:ext cx="1108495" cy="738664"/>
            </a:xfrm>
            <a:prstGeom prst="rect">
              <a:avLst/>
            </a:prstGeom>
            <a:noFill/>
          </p:spPr>
          <p:txBody>
            <a:bodyPr wrap="square">
              <a:spAutoFit/>
            </a:bodyPr>
            <a:lstStyle/>
            <a:p>
              <a:pPr algn="ctr">
                <a:spcBef>
                  <a:spcPct val="0"/>
                </a:spcBef>
              </a:pPr>
              <a:r>
                <a:rPr lang="en-US" altLang="zh-CN" sz="4200" b="1">
                  <a:solidFill>
                    <a:schemeClr val="lt1"/>
                  </a:solidFill>
                  <a:latin typeface="Garamond" panose="02020404030301010803" pitchFamily="18" charset="0"/>
                  <a:ea typeface="方正舒体" panose="02010601030101010101" pitchFamily="2" charset="-122"/>
                  <a:cs typeface="微软雅黑" panose="020B0503020204020204" pitchFamily="34" charset="-122"/>
                  <a:sym typeface="微软雅黑" panose="020B0503020204020204" pitchFamily="34" charset="-122"/>
                </a:rPr>
                <a:t>03</a:t>
              </a:r>
              <a:endParaRPr lang="zh-CN" altLang="en-US" sz="4200" b="1" dirty="0">
                <a:solidFill>
                  <a:schemeClr val="accent1"/>
                </a:solidFill>
                <a:latin typeface="Garamond" panose="02020404030301010803" pitchFamily="18" charset="0"/>
                <a:ea typeface="方正舒体" panose="02010601030101010101" pitchFamily="2" charset="-122"/>
                <a:cs typeface="微软雅黑" panose="020B0503020204020204" pitchFamily="34" charset="-122"/>
                <a:sym typeface="微软雅黑" panose="020B0503020204020204" pitchFamily="34" charset="-122"/>
              </a:endParaRPr>
            </a:p>
          </p:txBody>
        </p:sp>
      </p:grpSp>
      <p:sp>
        <p:nvSpPr>
          <p:cNvPr id="29" name="文本框 28">
            <a:extLst>
              <a:ext uri="{FF2B5EF4-FFF2-40B4-BE49-F238E27FC236}">
                <a16:creationId xmlns:a16="http://schemas.microsoft.com/office/drawing/2014/main" id="{18B4C31D-2734-4209-F9B7-838E334AABF6}"/>
              </a:ext>
            </a:extLst>
          </p:cNvPr>
          <p:cNvSpPr txBox="1"/>
          <p:nvPr/>
        </p:nvSpPr>
        <p:spPr>
          <a:xfrm>
            <a:off x="737265" y="2896166"/>
            <a:ext cx="3136900" cy="461665"/>
          </a:xfrm>
          <a:prstGeom prst="rect">
            <a:avLst/>
          </a:prstGeom>
          <a:noFill/>
        </p:spPr>
        <p:txBody>
          <a:bodyPr wrap="square">
            <a:spAutoFit/>
          </a:bodyPr>
          <a:lstStyle/>
          <a:p>
            <a:pPr algn="ctr">
              <a:spcBef>
                <a:spcPct val="0"/>
              </a:spcBef>
            </a:pPr>
            <a:r>
              <a:rPr lang="en-US" altLang="zh-CN" sz="2400" b="1" dirty="0">
                <a:solidFill>
                  <a:schemeClr val="accent1"/>
                </a:solidFill>
                <a:latin typeface="Garamond" panose="02020404030301010803" pitchFamily="18" charset="0"/>
                <a:ea typeface="方正舒体" panose="02010601030101010101" pitchFamily="2" charset="-122"/>
                <a:cs typeface="微软雅黑" panose="020B0503020204020204" pitchFamily="34" charset="-122"/>
                <a:sym typeface="微软雅黑" panose="020B0503020204020204" pitchFamily="34" charset="-122"/>
              </a:rPr>
              <a:t>A</a:t>
            </a:r>
            <a:r>
              <a:rPr lang="zh-CN" altLang="en-US" sz="2400" b="1" dirty="0">
                <a:solidFill>
                  <a:schemeClr val="accent1"/>
                </a:solidFill>
                <a:latin typeface="Garamond" panose="02020404030301010803" pitchFamily="18" charset="0"/>
                <a:ea typeface="方正舒体" panose="02010601030101010101" pitchFamily="2" charset="-122"/>
                <a:cs typeface="微软雅黑" panose="020B0503020204020204" pitchFamily="34" charset="-122"/>
                <a:sym typeface="微软雅黑" panose="020B0503020204020204" pitchFamily="34" charset="-122"/>
              </a:rPr>
              <a:t>型：自我感知异常</a:t>
            </a:r>
          </a:p>
        </p:txBody>
      </p:sp>
      <p:sp>
        <p:nvSpPr>
          <p:cNvPr id="31" name="文本框 30">
            <a:extLst>
              <a:ext uri="{FF2B5EF4-FFF2-40B4-BE49-F238E27FC236}">
                <a16:creationId xmlns:a16="http://schemas.microsoft.com/office/drawing/2014/main" id="{F536C268-5E66-3D00-EA6A-B758E15C4E5F}"/>
              </a:ext>
            </a:extLst>
          </p:cNvPr>
          <p:cNvSpPr txBox="1"/>
          <p:nvPr/>
        </p:nvSpPr>
        <p:spPr>
          <a:xfrm>
            <a:off x="8370688" y="2896164"/>
            <a:ext cx="2854723" cy="461665"/>
          </a:xfrm>
          <a:prstGeom prst="rect">
            <a:avLst/>
          </a:prstGeom>
          <a:noFill/>
        </p:spPr>
        <p:txBody>
          <a:bodyPr wrap="square">
            <a:spAutoFit/>
          </a:bodyPr>
          <a:lstStyle/>
          <a:p>
            <a:pPr algn="ctr">
              <a:spcBef>
                <a:spcPct val="0"/>
              </a:spcBef>
            </a:pPr>
            <a:r>
              <a:rPr lang="en-US" altLang="zh-CN" sz="2400" b="1" dirty="0">
                <a:solidFill>
                  <a:schemeClr val="accent1"/>
                </a:solidFill>
                <a:latin typeface="Garamond" panose="02020404030301010803" pitchFamily="18" charset="0"/>
                <a:ea typeface="方正舒体" panose="02010601030101010101" pitchFamily="2" charset="-122"/>
                <a:cs typeface="微软雅黑" panose="020B0503020204020204" pitchFamily="34" charset="-122"/>
                <a:sym typeface="微软雅黑" panose="020B0503020204020204" pitchFamily="34" charset="-122"/>
              </a:rPr>
              <a:t>C</a:t>
            </a:r>
            <a:r>
              <a:rPr lang="zh-CN" altLang="en-US" sz="2400" b="1" dirty="0">
                <a:solidFill>
                  <a:schemeClr val="accent1"/>
                </a:solidFill>
                <a:latin typeface="Garamond" panose="02020404030301010803" pitchFamily="18" charset="0"/>
                <a:ea typeface="方正舒体" panose="02010601030101010101" pitchFamily="2" charset="-122"/>
                <a:cs typeface="微软雅黑" panose="020B0503020204020204" pitchFamily="34" charset="-122"/>
                <a:sym typeface="微软雅黑" panose="020B0503020204020204" pitchFamily="34" charset="-122"/>
              </a:rPr>
              <a:t>型：合并症状</a:t>
            </a:r>
          </a:p>
        </p:txBody>
      </p:sp>
      <p:sp>
        <p:nvSpPr>
          <p:cNvPr id="33" name="文本框 32">
            <a:extLst>
              <a:ext uri="{FF2B5EF4-FFF2-40B4-BE49-F238E27FC236}">
                <a16:creationId xmlns:a16="http://schemas.microsoft.com/office/drawing/2014/main" id="{D19F8C04-F329-FB0D-F926-24FF318784B2}"/>
              </a:ext>
            </a:extLst>
          </p:cNvPr>
          <p:cNvSpPr txBox="1"/>
          <p:nvPr/>
        </p:nvSpPr>
        <p:spPr>
          <a:xfrm>
            <a:off x="4527550" y="2896165"/>
            <a:ext cx="3136900" cy="461665"/>
          </a:xfrm>
          <a:prstGeom prst="rect">
            <a:avLst/>
          </a:prstGeom>
          <a:noFill/>
        </p:spPr>
        <p:txBody>
          <a:bodyPr wrap="square">
            <a:spAutoFit/>
          </a:bodyPr>
          <a:lstStyle/>
          <a:p>
            <a:pPr algn="ctr">
              <a:spcBef>
                <a:spcPct val="0"/>
              </a:spcBef>
            </a:pPr>
            <a:r>
              <a:rPr lang="en-US" altLang="zh-CN" sz="2400" b="1" dirty="0">
                <a:solidFill>
                  <a:schemeClr val="accent1"/>
                </a:solidFill>
                <a:latin typeface="Garamond" panose="02020404030301010803" pitchFamily="18" charset="0"/>
                <a:ea typeface="方正舒体" panose="02010601030101010101" pitchFamily="2" charset="-122"/>
                <a:cs typeface="微软雅黑" panose="020B0503020204020204" pitchFamily="34" charset="-122"/>
                <a:sym typeface="微软雅黑" panose="020B0503020204020204" pitchFamily="34" charset="-122"/>
              </a:rPr>
              <a:t>B</a:t>
            </a:r>
            <a:r>
              <a:rPr lang="zh-CN" altLang="en-US" sz="2400" b="1" dirty="0">
                <a:solidFill>
                  <a:schemeClr val="accent1"/>
                </a:solidFill>
                <a:latin typeface="Garamond" panose="02020404030301010803" pitchFamily="18" charset="0"/>
                <a:ea typeface="方正舒体" panose="02010601030101010101" pitchFamily="2" charset="-122"/>
                <a:cs typeface="微软雅黑" panose="020B0503020204020204" pitchFamily="34" charset="-122"/>
                <a:sym typeface="微软雅黑" panose="020B0503020204020204" pitchFamily="34" charset="-122"/>
              </a:rPr>
              <a:t>型：视觉感知异常</a:t>
            </a:r>
          </a:p>
        </p:txBody>
      </p:sp>
      <p:sp>
        <p:nvSpPr>
          <p:cNvPr id="34" name="íšḷíḓè">
            <a:extLst>
              <a:ext uri="{FF2B5EF4-FFF2-40B4-BE49-F238E27FC236}">
                <a16:creationId xmlns:a16="http://schemas.microsoft.com/office/drawing/2014/main" id="{5285A820-3351-1638-5203-990F2D137B63}"/>
              </a:ext>
            </a:extLst>
          </p:cNvPr>
          <p:cNvSpPr txBox="1"/>
          <p:nvPr/>
        </p:nvSpPr>
        <p:spPr>
          <a:xfrm>
            <a:off x="4706015" y="3382992"/>
            <a:ext cx="2779970" cy="2769028"/>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pPr>
            <a:r>
              <a:rPr lang="zh-CN" altLang="en-US" sz="2000" dirty="0">
                <a:latin typeface="微软雅黑 Light" panose="020B0502040204020203" pitchFamily="34" charset="-122"/>
                <a:ea typeface="微软雅黑 Light" panose="020B0502040204020203" pitchFamily="34" charset="-122"/>
              </a:rPr>
              <a:t>视觉扭曲和尺寸变化</a:t>
            </a:r>
            <a:endParaRPr lang="en-US" altLang="zh-CN" sz="2000" dirty="0">
              <a:latin typeface="微软雅黑 Light" panose="020B0502040204020203" pitchFamily="34" charset="-122"/>
              <a:ea typeface="微软雅黑 Light" panose="020B0502040204020203" pitchFamily="34" charset="-122"/>
            </a:endParaRPr>
          </a:p>
          <a:p>
            <a:pPr>
              <a:lnSpc>
                <a:spcPct val="150000"/>
              </a:lnSpc>
            </a:pPr>
            <a:r>
              <a:rPr lang="zh-CN" altLang="en-US" sz="2000" dirty="0">
                <a:latin typeface="微软雅黑 Light" panose="020B0502040204020203" pitchFamily="34" charset="-122"/>
                <a:ea typeface="微软雅黑 Light" panose="020B0502040204020203" pitchFamily="34" charset="-122"/>
              </a:rPr>
              <a:t>患者可能会感觉物体变得巨大或缩小，房间似乎在收缩或扩张，以及其他视觉上的错觉。</a:t>
            </a:r>
            <a:endParaRPr lang="en-US" altLang="zh-CN" sz="2000" dirty="0">
              <a:latin typeface="微软雅黑 Light" panose="020B0502040204020203" pitchFamily="34" charset="-122"/>
              <a:ea typeface="微软雅黑 Light" panose="020B0502040204020203" pitchFamily="34" charset="-122"/>
            </a:endParaRPr>
          </a:p>
          <a:p>
            <a:pPr>
              <a:lnSpc>
                <a:spcPct val="150000"/>
              </a:lnSpc>
            </a:pPr>
            <a:endParaRPr lang="en-US" altLang="zh-CN" b="1" dirty="0">
              <a:latin typeface="微软雅黑 Light" panose="020B0502040204020203" pitchFamily="34" charset="-122"/>
              <a:ea typeface="微软雅黑 Light" panose="020B0502040204020203" pitchFamily="34" charset="-122"/>
            </a:endParaRPr>
          </a:p>
        </p:txBody>
      </p:sp>
      <p:sp>
        <p:nvSpPr>
          <p:cNvPr id="35" name="íšḷíḓè">
            <a:extLst>
              <a:ext uri="{FF2B5EF4-FFF2-40B4-BE49-F238E27FC236}">
                <a16:creationId xmlns:a16="http://schemas.microsoft.com/office/drawing/2014/main" id="{F3CCDAF4-4212-75E5-A411-468858306288}"/>
              </a:ext>
            </a:extLst>
          </p:cNvPr>
          <p:cNvSpPr txBox="1"/>
          <p:nvPr/>
        </p:nvSpPr>
        <p:spPr>
          <a:xfrm>
            <a:off x="1015408" y="3382992"/>
            <a:ext cx="2779970" cy="142494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pPr>
            <a:r>
              <a:rPr lang="zh-CN" altLang="en-US" sz="2000" dirty="0">
                <a:latin typeface="微软雅黑 Light" panose="020B0502040204020203" pitchFamily="34" charset="-122"/>
                <a:ea typeface="微软雅黑 Light" panose="020B0502040204020203" pitchFamily="34" charset="-122"/>
              </a:rPr>
              <a:t>视觉上对自身产生错觉，同时也可能伴随着听觉和时间感知的异常。</a:t>
            </a:r>
            <a:endParaRPr lang="en-US" altLang="zh-CN" b="1" dirty="0">
              <a:latin typeface="微软雅黑 Light" panose="020B0502040204020203" pitchFamily="34" charset="-122"/>
              <a:ea typeface="微软雅黑 Light" panose="020B0502040204020203" pitchFamily="34" charset="-122"/>
            </a:endParaRPr>
          </a:p>
        </p:txBody>
      </p:sp>
      <p:sp>
        <p:nvSpPr>
          <p:cNvPr id="36" name="íšḷíḓè">
            <a:extLst>
              <a:ext uri="{FF2B5EF4-FFF2-40B4-BE49-F238E27FC236}">
                <a16:creationId xmlns:a16="http://schemas.microsoft.com/office/drawing/2014/main" id="{CEF012DA-F80A-546C-17C8-E91B1F767AE9}"/>
              </a:ext>
            </a:extLst>
          </p:cNvPr>
          <p:cNvSpPr txBox="1"/>
          <p:nvPr/>
        </p:nvSpPr>
        <p:spPr>
          <a:xfrm>
            <a:off x="8408064" y="3429000"/>
            <a:ext cx="2779970" cy="96327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pPr>
            <a:r>
              <a:rPr lang="zh-CN" altLang="en-US" sz="2000" dirty="0">
                <a:latin typeface="微软雅黑 Light" panose="020B0502040204020203" pitchFamily="34" charset="-122"/>
                <a:ea typeface="微软雅黑 Light" panose="020B0502040204020203" pitchFamily="34" charset="-122"/>
              </a:rPr>
              <a:t>症状表现既有</a:t>
            </a:r>
            <a:r>
              <a:rPr lang="en-US" altLang="zh-CN" sz="2000" dirty="0">
                <a:latin typeface="微软雅黑 Light" panose="020B0502040204020203" pitchFamily="34" charset="-122"/>
                <a:ea typeface="微软雅黑 Light" panose="020B0502040204020203" pitchFamily="34" charset="-122"/>
              </a:rPr>
              <a:t>A</a:t>
            </a:r>
            <a:r>
              <a:rPr lang="zh-CN" altLang="en-US" sz="2000" dirty="0">
                <a:latin typeface="微软雅黑 Light" panose="020B0502040204020203" pitchFamily="34" charset="-122"/>
                <a:ea typeface="微软雅黑 Light" panose="020B0502040204020203" pitchFamily="34" charset="-122"/>
              </a:rPr>
              <a:t>型，也有</a:t>
            </a:r>
            <a:r>
              <a:rPr lang="en-US" altLang="zh-CN" sz="2000" dirty="0">
                <a:latin typeface="微软雅黑 Light" panose="020B0502040204020203" pitchFamily="34" charset="-122"/>
                <a:ea typeface="微软雅黑 Light" panose="020B0502040204020203" pitchFamily="34" charset="-122"/>
              </a:rPr>
              <a:t>B</a:t>
            </a:r>
            <a:r>
              <a:rPr lang="zh-CN" altLang="en-US" sz="2000" dirty="0">
                <a:latin typeface="微软雅黑 Light" panose="020B0502040204020203" pitchFamily="34" charset="-122"/>
                <a:ea typeface="微软雅黑 Light" panose="020B0502040204020203" pitchFamily="34" charset="-122"/>
              </a:rPr>
              <a:t>型。</a:t>
            </a:r>
            <a:endParaRPr lang="en-US" altLang="zh-CN" dirty="0">
              <a:latin typeface="微软雅黑 Light" panose="020B0502040204020203" pitchFamily="34" charset="-122"/>
              <a:ea typeface="微软雅黑 Light" panose="020B0502040204020203" pitchFamily="34" charset="-122"/>
            </a:endParaRPr>
          </a:p>
        </p:txBody>
      </p:sp>
    </p:spTree>
    <p:extLst>
      <p:ext uri="{BB962C8B-B14F-4D97-AF65-F5344CB8AC3E}">
        <p14:creationId xmlns:p14="http://schemas.microsoft.com/office/powerpoint/2010/main" val="24671279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0000" r="-10000"/>
          </a:stretch>
        </a:blipFill>
        <a:effectLst/>
      </p:bgPr>
    </p:bg>
    <p:spTree>
      <p:nvGrpSpPr>
        <p:cNvPr id="1" name=""/>
        <p:cNvGrpSpPr/>
        <p:nvPr/>
      </p:nvGrpSpPr>
      <p:grpSpPr>
        <a:xfrm>
          <a:off x="0" y="0"/>
          <a:ext cx="0" cy="0"/>
          <a:chOff x="0" y="0"/>
          <a:chExt cx="0" cy="0"/>
        </a:xfrm>
      </p:grpSpPr>
      <p:sp>
        <p:nvSpPr>
          <p:cNvPr id="54" name="文本框 53">
            <a:extLst>
              <a:ext uri="{FF2B5EF4-FFF2-40B4-BE49-F238E27FC236}">
                <a16:creationId xmlns:a16="http://schemas.microsoft.com/office/drawing/2014/main" id="{47AC5BC9-5507-4660-8CDE-B06AD5E7FEF6}"/>
              </a:ext>
            </a:extLst>
          </p:cNvPr>
          <p:cNvSpPr txBox="1">
            <a:spLocks/>
          </p:cNvSpPr>
          <p:nvPr/>
        </p:nvSpPr>
        <p:spPr>
          <a:xfrm>
            <a:off x="2321799" y="1708620"/>
            <a:ext cx="2440744" cy="1804789"/>
          </a:xfrm>
          <a:prstGeom prst="rect">
            <a:avLst/>
          </a:prstGeom>
          <a:noFill/>
        </p:spPr>
        <p:txBody>
          <a:bodyPr wrap="square" lIns="0" tIns="0" rIns="0" bIns="0" rtlCol="0">
            <a:spAutoFit/>
          </a:bodyPr>
          <a:lstStyle/>
          <a:p>
            <a:pPr>
              <a:lnSpc>
                <a:spcPct val="150000"/>
              </a:lnSpc>
            </a:pPr>
            <a:r>
              <a:rPr lang="zh-CN" altLang="en-US" sz="1600" dirty="0">
                <a:latin typeface="微软雅黑 Light" panose="020B0502040204020203" pitchFamily="34" charset="-122"/>
                <a:ea typeface="微软雅黑 Light" panose="020B0502040204020203" pitchFamily="34" charset="-122"/>
              </a:rPr>
              <a:t>对</a:t>
            </a:r>
            <a:r>
              <a:rPr lang="zh-CN" altLang="en-US" sz="1600" b="1" dirty="0">
                <a:latin typeface="微软雅黑 Light" panose="020B0502040204020203" pitchFamily="34" charset="-122"/>
                <a:ea typeface="微软雅黑 Light" panose="020B0502040204020203" pitchFamily="34" charset="-122"/>
              </a:rPr>
              <a:t>身体的看法</a:t>
            </a:r>
            <a:r>
              <a:rPr lang="zh-CN" altLang="en-US" sz="1600" dirty="0">
                <a:latin typeface="微软雅黑 Light" panose="020B0502040204020203" pitchFamily="34" charset="-122"/>
                <a:ea typeface="微软雅黑 Light" panose="020B0502040204020203" pitchFamily="34" charset="-122"/>
              </a:rPr>
              <a:t>发生变化</a:t>
            </a:r>
            <a:r>
              <a:rPr lang="en-US" altLang="zh-CN" sz="1600" dirty="0">
                <a:latin typeface="微软雅黑 Light" panose="020B0502040204020203" pitchFamily="34" charset="-122"/>
                <a:ea typeface="微软雅黑 Light" panose="020B0502040204020203" pitchFamily="34" charset="-122"/>
              </a:rPr>
              <a:t>:</a:t>
            </a:r>
          </a:p>
          <a:p>
            <a:pPr>
              <a:lnSpc>
                <a:spcPct val="150000"/>
              </a:lnSpc>
            </a:pPr>
            <a:r>
              <a:rPr lang="zh-CN" altLang="en-US" sz="1600" dirty="0">
                <a:latin typeface="微软雅黑 Light" panose="020B0502040204020203" pitchFamily="34" charset="-122"/>
                <a:ea typeface="微软雅黑 Light" panose="020B0502040204020203" pitchFamily="34" charset="-122"/>
              </a:rPr>
              <a:t>导致身体的某些部位感觉太大或太小</a:t>
            </a:r>
            <a:r>
              <a:rPr lang="en-US" altLang="zh-CN" sz="1600" dirty="0">
                <a:latin typeface="微软雅黑 Light" panose="020B0502040204020203" pitchFamily="34" charset="-122"/>
                <a:ea typeface="微软雅黑 Light" panose="020B0502040204020203" pitchFamily="34" charset="-122"/>
              </a:rPr>
              <a:t>,</a:t>
            </a:r>
            <a:r>
              <a:rPr lang="zh-CN" altLang="en-US" sz="1600" dirty="0">
                <a:latin typeface="微软雅黑 Light" panose="020B0502040204020203" pitchFamily="34" charset="-122"/>
                <a:ea typeface="微软雅黑 Light" panose="020B0502040204020203" pitchFamily="34" charset="-122"/>
              </a:rPr>
              <a:t>身体感觉异常高或异常矮小。</a:t>
            </a:r>
            <a:endParaRPr lang="en-US" altLang="zh-CN" sz="1600" dirty="0">
              <a:latin typeface="微软雅黑 Light" panose="020B0502040204020203" pitchFamily="34" charset="-122"/>
              <a:ea typeface="微软雅黑 Light" panose="020B0502040204020203" pitchFamily="34" charset="-122"/>
            </a:endParaRPr>
          </a:p>
          <a:p>
            <a:pPr>
              <a:lnSpc>
                <a:spcPct val="150000"/>
              </a:lnSpc>
            </a:pPr>
            <a:endParaRPr lang="zh-CN" altLang="en-US" sz="1600" dirty="0">
              <a:latin typeface="微软雅黑 Light" panose="020B0502040204020203" pitchFamily="34" charset="-122"/>
              <a:ea typeface="微软雅黑 Light" panose="020B0502040204020203" pitchFamily="34" charset="-122"/>
            </a:endParaRPr>
          </a:p>
        </p:txBody>
      </p:sp>
      <p:grpSp>
        <p:nvGrpSpPr>
          <p:cNvPr id="36" name="组合 35">
            <a:extLst>
              <a:ext uri="{FF2B5EF4-FFF2-40B4-BE49-F238E27FC236}">
                <a16:creationId xmlns:a16="http://schemas.microsoft.com/office/drawing/2014/main" id="{252C0E22-9A2D-4A6A-BDA3-BCEEC54D76C1}"/>
              </a:ext>
            </a:extLst>
          </p:cNvPr>
          <p:cNvGrpSpPr/>
          <p:nvPr/>
        </p:nvGrpSpPr>
        <p:grpSpPr>
          <a:xfrm>
            <a:off x="4912208" y="2106637"/>
            <a:ext cx="2610858" cy="2610858"/>
            <a:chOff x="3388208" y="2123570"/>
            <a:chExt cx="2610858" cy="2610858"/>
          </a:xfrm>
        </p:grpSpPr>
        <p:sp>
          <p:nvSpPr>
            <p:cNvPr id="52" name="菱形 51">
              <a:extLst>
                <a:ext uri="{FF2B5EF4-FFF2-40B4-BE49-F238E27FC236}">
                  <a16:creationId xmlns:a16="http://schemas.microsoft.com/office/drawing/2014/main" id="{96EBC16A-8CBF-4B1B-AB38-DFB596D71F2C}"/>
                </a:ext>
              </a:extLst>
            </p:cNvPr>
            <p:cNvSpPr/>
            <p:nvPr/>
          </p:nvSpPr>
          <p:spPr>
            <a:xfrm>
              <a:off x="3388208" y="2123570"/>
              <a:ext cx="2610858" cy="2610858"/>
            </a:xfrm>
            <a:prstGeom prst="diamond">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p>
          </p:txBody>
        </p:sp>
        <p:sp>
          <p:nvSpPr>
            <p:cNvPr id="49" name="矩形 48">
              <a:extLst>
                <a:ext uri="{FF2B5EF4-FFF2-40B4-BE49-F238E27FC236}">
                  <a16:creationId xmlns:a16="http://schemas.microsoft.com/office/drawing/2014/main" id="{5C89B867-0332-4288-A938-46FE94170F6C}"/>
                </a:ext>
              </a:extLst>
            </p:cNvPr>
            <p:cNvSpPr/>
            <p:nvPr/>
          </p:nvSpPr>
          <p:spPr>
            <a:xfrm>
              <a:off x="4145569" y="3347874"/>
              <a:ext cx="1096136" cy="572192"/>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Autofit/>
            </a:bodyPr>
            <a:lstStyle/>
            <a:p>
              <a:pPr algn="ctr" defTabSz="913765"/>
              <a:r>
                <a:rPr lang="en-US" altLang="zh-CN" sz="2400" b="1" dirty="0">
                  <a:solidFill>
                    <a:schemeClr val="bg1"/>
                  </a:solidFill>
                  <a:latin typeface="Garamond" panose="02020404030301010803" pitchFamily="18" charset="0"/>
                  <a:ea typeface="方正舒体" panose="02010601030101010101" pitchFamily="2" charset="-122"/>
                </a:rPr>
                <a:t>   A</a:t>
              </a:r>
              <a:r>
                <a:rPr lang="zh-CN" altLang="en-US" sz="2400" b="1" dirty="0">
                  <a:solidFill>
                    <a:schemeClr val="bg1"/>
                  </a:solidFill>
                  <a:latin typeface="Garamond" panose="02020404030301010803" pitchFamily="18" charset="0"/>
                  <a:ea typeface="方正舒体" panose="02010601030101010101" pitchFamily="2" charset="-122"/>
                </a:rPr>
                <a:t>型：自我感知异常</a:t>
              </a:r>
            </a:p>
          </p:txBody>
        </p:sp>
        <p:pic>
          <p:nvPicPr>
            <p:cNvPr id="7" name="图形 6" descr="用户">
              <a:extLst>
                <a:ext uri="{FF2B5EF4-FFF2-40B4-BE49-F238E27FC236}">
                  <a16:creationId xmlns:a16="http://schemas.microsoft.com/office/drawing/2014/main" id="{22466A47-FA20-4ED5-A777-06C8B428FCF2}"/>
                </a:ext>
              </a:extLst>
            </p:cNvPr>
            <p:cNvPicPr>
              <a:picLocks/>
            </p:cNvPicPr>
            <p:nvPr/>
          </p:nvPicPr>
          <p:blipFill>
            <a:blip r:embed="rId4">
              <a:extLst>
                <a:ext uri="{96DAC541-7B7A-43D3-8B79-37D633B846F1}">
                  <asvg:svgBlip xmlns:asvg="http://schemas.microsoft.com/office/drawing/2016/SVG/main" r:embed="rId5"/>
                </a:ext>
              </a:extLst>
            </a:blip>
            <a:srcRect/>
            <a:stretch/>
          </p:blipFill>
          <p:spPr>
            <a:xfrm>
              <a:off x="4533747" y="2567705"/>
              <a:ext cx="336035" cy="336035"/>
            </a:xfrm>
            <a:prstGeom prst="rect">
              <a:avLst/>
            </a:prstGeom>
          </p:spPr>
        </p:pic>
      </p:grpSp>
      <p:sp>
        <p:nvSpPr>
          <p:cNvPr id="13" name="标题 1">
            <a:extLst>
              <a:ext uri="{FF2B5EF4-FFF2-40B4-BE49-F238E27FC236}">
                <a16:creationId xmlns:a16="http://schemas.microsoft.com/office/drawing/2014/main" id="{387C2203-88D3-78C9-91F9-16CAA6C387DE}"/>
              </a:ext>
            </a:extLst>
          </p:cNvPr>
          <p:cNvSpPr txBox="1">
            <a:spLocks/>
          </p:cNvSpPr>
          <p:nvPr/>
        </p:nvSpPr>
        <p:spPr>
          <a:xfrm>
            <a:off x="0" y="505603"/>
            <a:ext cx="4611430" cy="707886"/>
          </a:xfrm>
          <a:prstGeom prst="rect">
            <a:avLst/>
          </a:prstGeom>
        </p:spPr>
        <p:txBody>
          <a:bodyPr wrap="square">
            <a:spAutoFit/>
          </a:bodyPr>
          <a:lstStyle>
            <a:lvl1pPr algn="ctr" defTabSz="457200" rtl="0" eaLnBrk="1" latinLnBrk="0" hangingPunct="1">
              <a:spcBef>
                <a:spcPct val="0"/>
              </a:spcBef>
              <a:buNone/>
              <a:defRPr sz="4400" kern="1200" cap="none" baseline="0">
                <a:ln w="3175" cmpd="sng">
                  <a:noFill/>
                </a:ln>
                <a:solidFill>
                  <a:schemeClr val="tx1">
                    <a:lumMod val="85000"/>
                    <a:lumOff val="15000"/>
                  </a:schemeClr>
                </a:solidFill>
                <a:effectLst/>
                <a:latin typeface="Microsoft YaHei UI" panose="020B0503020204020204" pitchFamily="34" charset="-122"/>
                <a:ea typeface="Microsoft YaHei UI" panose="020B0503020204020204" pitchFamily="3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kumimoji="0" lang="zh-CN" altLang="en-US" sz="4000" b="0" i="0" u="none" strike="noStrike" kern="1200" cap="none" spc="100" normalizeH="0" baseline="0" noProof="0" dirty="0">
                <a:ln w="3175" cmpd="sng">
                  <a:noFill/>
                </a:ln>
                <a:solidFill>
                  <a:srgbClr val="AB946B"/>
                </a:solidFill>
                <a:effectLst/>
                <a:uLnTx/>
                <a:uFillTx/>
                <a:latin typeface="Garamond" panose="02020404030301010803" pitchFamily="18" charset="0"/>
                <a:ea typeface="方正舒体" panose="02010601030101010101" pitchFamily="2" charset="-122"/>
                <a:cs typeface="+mn-cs"/>
              </a:rPr>
              <a:t>疾病表现</a:t>
            </a:r>
            <a:endParaRPr lang="zh-CN" altLang="en-US" dirty="0">
              <a:latin typeface="Garamond" panose="02020404030301010803" pitchFamily="18" charset="0"/>
              <a:ea typeface="方正舒体" panose="02010601030101010101" pitchFamily="2" charset="-122"/>
            </a:endParaRPr>
          </a:p>
        </p:txBody>
      </p:sp>
      <p:sp>
        <p:nvSpPr>
          <p:cNvPr id="16" name="文本框 15">
            <a:extLst>
              <a:ext uri="{FF2B5EF4-FFF2-40B4-BE49-F238E27FC236}">
                <a16:creationId xmlns:a16="http://schemas.microsoft.com/office/drawing/2014/main" id="{3E8AC745-590C-157E-CD87-9C3C1941969F}"/>
              </a:ext>
            </a:extLst>
          </p:cNvPr>
          <p:cNvSpPr txBox="1">
            <a:spLocks/>
          </p:cNvSpPr>
          <p:nvPr/>
        </p:nvSpPr>
        <p:spPr>
          <a:xfrm>
            <a:off x="1176260" y="3523437"/>
            <a:ext cx="2440744" cy="1066126"/>
          </a:xfrm>
          <a:prstGeom prst="rect">
            <a:avLst/>
          </a:prstGeom>
          <a:noFill/>
        </p:spPr>
        <p:txBody>
          <a:bodyPr wrap="square" lIns="0" tIns="0" rIns="0" bIns="0" rtlCol="0">
            <a:spAutoFit/>
          </a:bodyPr>
          <a:lstStyle/>
          <a:p>
            <a:pPr>
              <a:lnSpc>
                <a:spcPct val="150000"/>
              </a:lnSpc>
            </a:pPr>
            <a:r>
              <a:rPr lang="zh-CN" altLang="en-US" sz="1600" b="1" dirty="0">
                <a:latin typeface="微软雅黑 Light" panose="020B0502040204020203" pitchFamily="34" charset="-122"/>
                <a:ea typeface="微软雅黑 Light" panose="020B0502040204020203" pitchFamily="34" charset="-122"/>
              </a:rPr>
              <a:t>现实解离</a:t>
            </a:r>
            <a:r>
              <a:rPr lang="zh-CN" altLang="en-US" sz="1600" dirty="0">
                <a:latin typeface="微软雅黑 Light" panose="020B0502040204020203" pitchFamily="34" charset="-122"/>
                <a:ea typeface="微软雅黑 Light" panose="020B0502040204020203" pitchFamily="34" charset="-122"/>
              </a:rPr>
              <a:t>：相信自己不存在或不真实，感到与周围的世界脱节。</a:t>
            </a:r>
          </a:p>
        </p:txBody>
      </p:sp>
      <p:sp>
        <p:nvSpPr>
          <p:cNvPr id="19" name="文本框 18">
            <a:extLst>
              <a:ext uri="{FF2B5EF4-FFF2-40B4-BE49-F238E27FC236}">
                <a16:creationId xmlns:a16="http://schemas.microsoft.com/office/drawing/2014/main" id="{5B96254E-4D28-9192-C51C-FBDE01BAB2A1}"/>
              </a:ext>
            </a:extLst>
          </p:cNvPr>
          <p:cNvSpPr txBox="1">
            <a:spLocks/>
          </p:cNvSpPr>
          <p:nvPr/>
        </p:nvSpPr>
        <p:spPr>
          <a:xfrm>
            <a:off x="2471464" y="5017088"/>
            <a:ext cx="2440744" cy="696794"/>
          </a:xfrm>
          <a:prstGeom prst="rect">
            <a:avLst/>
          </a:prstGeom>
          <a:noFill/>
        </p:spPr>
        <p:txBody>
          <a:bodyPr wrap="square" lIns="0" tIns="0" rIns="0" bIns="0" rtlCol="0">
            <a:spAutoFit/>
          </a:bodyPr>
          <a:lstStyle/>
          <a:p>
            <a:pPr>
              <a:lnSpc>
                <a:spcPct val="150000"/>
              </a:lnSpc>
            </a:pPr>
            <a:r>
              <a:rPr lang="zh-CN" altLang="en-US" sz="1600" b="1" dirty="0">
                <a:latin typeface="微软雅黑 Light" panose="020B0502040204020203" pitchFamily="34" charset="-122"/>
                <a:ea typeface="微软雅黑 Light" panose="020B0502040204020203" pitchFamily="34" charset="-122"/>
              </a:rPr>
              <a:t>人格解离</a:t>
            </a:r>
            <a:r>
              <a:rPr lang="zh-CN" altLang="en-US" sz="1600" dirty="0">
                <a:latin typeface="微软雅黑 Light" panose="020B0502040204020203" pitchFamily="34" charset="-122"/>
                <a:ea typeface="微软雅黑 Light" panose="020B0502040204020203" pitchFamily="34" charset="-122"/>
              </a:rPr>
              <a:t>：就像是以第三人称视角观看自己的生活。</a:t>
            </a:r>
          </a:p>
        </p:txBody>
      </p:sp>
      <p:sp>
        <p:nvSpPr>
          <p:cNvPr id="20" name="文本框 19">
            <a:extLst>
              <a:ext uri="{FF2B5EF4-FFF2-40B4-BE49-F238E27FC236}">
                <a16:creationId xmlns:a16="http://schemas.microsoft.com/office/drawing/2014/main" id="{957584B5-ACB6-AC0D-6108-C5E31B8C3CF0}"/>
              </a:ext>
            </a:extLst>
          </p:cNvPr>
          <p:cNvSpPr txBox="1">
            <a:spLocks/>
          </p:cNvSpPr>
          <p:nvPr/>
        </p:nvSpPr>
        <p:spPr>
          <a:xfrm>
            <a:off x="7881169" y="1592431"/>
            <a:ext cx="3281352" cy="1066126"/>
          </a:xfrm>
          <a:prstGeom prst="rect">
            <a:avLst/>
          </a:prstGeom>
          <a:noFill/>
        </p:spPr>
        <p:txBody>
          <a:bodyPr wrap="square" lIns="0" tIns="0" rIns="0" bIns="0" rtlCol="0">
            <a:spAutoFit/>
          </a:bodyPr>
          <a:lstStyle/>
          <a:p>
            <a:pPr>
              <a:lnSpc>
                <a:spcPct val="150000"/>
              </a:lnSpc>
            </a:pPr>
            <a:r>
              <a:rPr lang="zh-CN" altLang="en-US" sz="1600" b="1" dirty="0">
                <a:latin typeface="微软雅黑 Light" panose="020B0502040204020203" pitchFamily="34" charset="-122"/>
                <a:ea typeface="微软雅黑 Light" panose="020B0502040204020203" pitchFamily="34" charset="-122"/>
              </a:rPr>
              <a:t>身心二元</a:t>
            </a:r>
            <a:r>
              <a:rPr lang="zh-CN" altLang="en-US" sz="1600" dirty="0">
                <a:latin typeface="微软雅黑 Light" panose="020B0502040204020203" pitchFamily="34" charset="-122"/>
                <a:ea typeface="微软雅黑 Light" panose="020B0502040204020203" pitchFamily="34" charset="-122"/>
              </a:rPr>
              <a:t>性：感觉自己的身体被分成了两个部分，左半部分和右半部分分开存在，但患者仍然可以感觉到两者。</a:t>
            </a:r>
          </a:p>
        </p:txBody>
      </p:sp>
      <p:sp>
        <p:nvSpPr>
          <p:cNvPr id="21" name="文本框 20">
            <a:extLst>
              <a:ext uri="{FF2B5EF4-FFF2-40B4-BE49-F238E27FC236}">
                <a16:creationId xmlns:a16="http://schemas.microsoft.com/office/drawing/2014/main" id="{E3BFAD34-D867-D9E4-DC0D-B2B3FBAB54A4}"/>
              </a:ext>
            </a:extLst>
          </p:cNvPr>
          <p:cNvSpPr txBox="1">
            <a:spLocks/>
          </p:cNvSpPr>
          <p:nvPr/>
        </p:nvSpPr>
        <p:spPr>
          <a:xfrm>
            <a:off x="8087218" y="3162468"/>
            <a:ext cx="2869253" cy="1066126"/>
          </a:xfrm>
          <a:prstGeom prst="rect">
            <a:avLst/>
          </a:prstGeom>
          <a:noFill/>
        </p:spPr>
        <p:txBody>
          <a:bodyPr wrap="square" lIns="0" tIns="0" rIns="0" bIns="0" rtlCol="0">
            <a:spAutoFit/>
          </a:bodyPr>
          <a:lstStyle/>
          <a:p>
            <a:pPr>
              <a:lnSpc>
                <a:spcPct val="150000"/>
              </a:lnSpc>
            </a:pPr>
            <a:r>
              <a:rPr lang="zh-CN" altLang="en-US" sz="1600" b="1" dirty="0">
                <a:latin typeface="微软雅黑 Light" panose="020B0502040204020203" pitchFamily="34" charset="-122"/>
                <a:ea typeface="微软雅黑 Light" panose="020B0502040204020203" pitchFamily="34" charset="-122"/>
              </a:rPr>
              <a:t>时间扭曲</a:t>
            </a:r>
            <a:r>
              <a:rPr lang="zh-CN" altLang="en-US" sz="1600" dirty="0">
                <a:latin typeface="微软雅黑 Light" panose="020B0502040204020203" pitchFamily="34" charset="-122"/>
                <a:ea typeface="微软雅黑 Light" panose="020B0502040204020203" pitchFamily="34" charset="-122"/>
              </a:rPr>
              <a:t>：无法准确判断时间流逝。患者可能会觉得时间停滞不前，或者时间大大减慢或加快了。</a:t>
            </a:r>
          </a:p>
        </p:txBody>
      </p:sp>
      <p:sp>
        <p:nvSpPr>
          <p:cNvPr id="22" name="文本框 21">
            <a:extLst>
              <a:ext uri="{FF2B5EF4-FFF2-40B4-BE49-F238E27FC236}">
                <a16:creationId xmlns:a16="http://schemas.microsoft.com/office/drawing/2014/main" id="{91E0B213-A3D1-B7A4-58B4-EFDBC80DB841}"/>
              </a:ext>
            </a:extLst>
          </p:cNvPr>
          <p:cNvSpPr txBox="1">
            <a:spLocks/>
          </p:cNvSpPr>
          <p:nvPr/>
        </p:nvSpPr>
        <p:spPr>
          <a:xfrm>
            <a:off x="7128446" y="4732506"/>
            <a:ext cx="3887293" cy="1066126"/>
          </a:xfrm>
          <a:prstGeom prst="rect">
            <a:avLst/>
          </a:prstGeom>
          <a:noFill/>
        </p:spPr>
        <p:txBody>
          <a:bodyPr wrap="square" lIns="0" tIns="0" rIns="0" bIns="0" rtlCol="0">
            <a:spAutoFit/>
          </a:bodyPr>
          <a:lstStyle/>
          <a:p>
            <a:pPr>
              <a:lnSpc>
                <a:spcPct val="150000"/>
              </a:lnSpc>
            </a:pPr>
            <a:r>
              <a:rPr lang="zh-CN" altLang="en-US" sz="1600" b="1" dirty="0">
                <a:latin typeface="微软雅黑 Light" panose="020B0502040204020203" pitchFamily="34" charset="-122"/>
                <a:ea typeface="微软雅黑 Light" panose="020B0502040204020203" pitchFamily="34" charset="-122"/>
              </a:rPr>
              <a:t>声音感知障碍</a:t>
            </a:r>
            <a:r>
              <a:rPr lang="zh-CN" altLang="en-US" sz="1600" dirty="0">
                <a:latin typeface="微软雅黑 Light" panose="020B0502040204020203" pitchFamily="34" charset="-122"/>
                <a:ea typeface="微软雅黑 Light" panose="020B0502040204020203" pitchFamily="34" charset="-122"/>
              </a:rPr>
              <a:t>：对柔和声音的放大或对常见声音的误解、音调和音调失真，以及听到难以区分和奇怪的声音、噪音或音乐。</a:t>
            </a:r>
          </a:p>
        </p:txBody>
      </p:sp>
      <p:cxnSp>
        <p:nvCxnSpPr>
          <p:cNvPr id="23" name="直接连接符 22">
            <a:extLst>
              <a:ext uri="{FF2B5EF4-FFF2-40B4-BE49-F238E27FC236}">
                <a16:creationId xmlns:a16="http://schemas.microsoft.com/office/drawing/2014/main" id="{98D03E5C-E2D9-A04E-F304-BA4FF6527556}"/>
              </a:ext>
            </a:extLst>
          </p:cNvPr>
          <p:cNvCxnSpPr/>
          <p:nvPr/>
        </p:nvCxnSpPr>
        <p:spPr>
          <a:xfrm>
            <a:off x="1480250" y="3249083"/>
            <a:ext cx="33584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6BE3F0DA-E334-DA10-3A1A-939378780192}"/>
              </a:ext>
            </a:extLst>
          </p:cNvPr>
          <p:cNvCxnSpPr/>
          <p:nvPr/>
        </p:nvCxnSpPr>
        <p:spPr>
          <a:xfrm>
            <a:off x="2321799" y="4723845"/>
            <a:ext cx="33584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A2A4D4AC-BCE0-24E0-B377-5AA7CABDB21F}"/>
              </a:ext>
            </a:extLst>
          </p:cNvPr>
          <p:cNvCxnSpPr/>
          <p:nvPr/>
        </p:nvCxnSpPr>
        <p:spPr>
          <a:xfrm>
            <a:off x="7523066" y="2794989"/>
            <a:ext cx="33584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00AFB9B3-F126-DDAB-0AEE-856B7F7941B8}"/>
              </a:ext>
            </a:extLst>
          </p:cNvPr>
          <p:cNvCxnSpPr/>
          <p:nvPr/>
        </p:nvCxnSpPr>
        <p:spPr>
          <a:xfrm>
            <a:off x="6966650" y="4511247"/>
            <a:ext cx="33584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7899C54E-7B01-6226-78E7-E9B31DF3A58B}"/>
              </a:ext>
            </a:extLst>
          </p:cNvPr>
          <p:cNvCxnSpPr/>
          <p:nvPr/>
        </p:nvCxnSpPr>
        <p:spPr>
          <a:xfrm>
            <a:off x="723900" y="1445184"/>
            <a:ext cx="1211580" cy="0"/>
          </a:xfrm>
          <a:prstGeom prst="line">
            <a:avLst/>
          </a:prstGeom>
          <a:ln w="25400">
            <a:gradFill>
              <a:gsLst>
                <a:gs pos="0">
                  <a:schemeClr val="accent1"/>
                </a:gs>
                <a:gs pos="100000">
                  <a:schemeClr val="accent1">
                    <a:alpha val="0"/>
                  </a:schemeClr>
                </a:gs>
              </a:gsLst>
              <a:lin ang="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302458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0000" r="-10000"/>
          </a:stretch>
        </a:blipFill>
        <a:effectLst/>
      </p:bgPr>
    </p:bg>
    <p:spTree>
      <p:nvGrpSpPr>
        <p:cNvPr id="1" name=""/>
        <p:cNvGrpSpPr/>
        <p:nvPr/>
      </p:nvGrpSpPr>
      <p:grpSpPr>
        <a:xfrm>
          <a:off x="0" y="0"/>
          <a:ext cx="0" cy="0"/>
          <a:chOff x="0" y="0"/>
          <a:chExt cx="0" cy="0"/>
        </a:xfrm>
      </p:grpSpPr>
      <p:sp>
        <p:nvSpPr>
          <p:cNvPr id="54" name="文本框 53">
            <a:extLst>
              <a:ext uri="{FF2B5EF4-FFF2-40B4-BE49-F238E27FC236}">
                <a16:creationId xmlns:a16="http://schemas.microsoft.com/office/drawing/2014/main" id="{47AC5BC9-5507-4660-8CDE-B06AD5E7FEF6}"/>
              </a:ext>
            </a:extLst>
          </p:cNvPr>
          <p:cNvSpPr txBox="1">
            <a:spLocks/>
          </p:cNvSpPr>
          <p:nvPr/>
        </p:nvSpPr>
        <p:spPr>
          <a:xfrm>
            <a:off x="2321799" y="1708620"/>
            <a:ext cx="2440744" cy="1066126"/>
          </a:xfrm>
          <a:prstGeom prst="rect">
            <a:avLst/>
          </a:prstGeom>
          <a:noFill/>
        </p:spPr>
        <p:txBody>
          <a:bodyPr wrap="square" lIns="0" tIns="0" rIns="0" bIns="0" rtlCol="0">
            <a:spAutoFit/>
          </a:bodyPr>
          <a:lstStyle/>
          <a:p>
            <a:pPr>
              <a:lnSpc>
                <a:spcPct val="150000"/>
              </a:lnSpc>
            </a:pPr>
            <a:r>
              <a:rPr lang="zh-CN" altLang="en-US" sz="1600" b="1" dirty="0">
                <a:latin typeface="微软雅黑 Light" panose="020B0502040204020203" pitchFamily="34" charset="-122"/>
                <a:ea typeface="微软雅黑 Light" panose="020B0502040204020203" pitchFamily="34" charset="-122"/>
              </a:rPr>
              <a:t>大小</a:t>
            </a:r>
            <a:r>
              <a:rPr lang="zh-CN" altLang="en-US" sz="1600" dirty="0">
                <a:latin typeface="微软雅黑 Light" panose="020B0502040204020203" pitchFamily="34" charset="-122"/>
                <a:ea typeface="微软雅黑 Light" panose="020B0502040204020203" pitchFamily="34" charset="-122"/>
              </a:rPr>
              <a:t>变化：物体可能看起来比实际更大（大）或更小（小）。</a:t>
            </a:r>
          </a:p>
        </p:txBody>
      </p:sp>
      <p:grpSp>
        <p:nvGrpSpPr>
          <p:cNvPr id="36" name="组合 35">
            <a:extLst>
              <a:ext uri="{FF2B5EF4-FFF2-40B4-BE49-F238E27FC236}">
                <a16:creationId xmlns:a16="http://schemas.microsoft.com/office/drawing/2014/main" id="{252C0E22-9A2D-4A6A-BDA3-BCEEC54D76C1}"/>
              </a:ext>
            </a:extLst>
          </p:cNvPr>
          <p:cNvGrpSpPr/>
          <p:nvPr/>
        </p:nvGrpSpPr>
        <p:grpSpPr>
          <a:xfrm>
            <a:off x="4912208" y="2106637"/>
            <a:ext cx="2610858" cy="2610858"/>
            <a:chOff x="3388208" y="2123570"/>
            <a:chExt cx="2610858" cy="2610858"/>
          </a:xfrm>
        </p:grpSpPr>
        <p:sp>
          <p:nvSpPr>
            <p:cNvPr id="52" name="菱形 51">
              <a:extLst>
                <a:ext uri="{FF2B5EF4-FFF2-40B4-BE49-F238E27FC236}">
                  <a16:creationId xmlns:a16="http://schemas.microsoft.com/office/drawing/2014/main" id="{96EBC16A-8CBF-4B1B-AB38-DFB596D71F2C}"/>
                </a:ext>
              </a:extLst>
            </p:cNvPr>
            <p:cNvSpPr/>
            <p:nvPr/>
          </p:nvSpPr>
          <p:spPr>
            <a:xfrm>
              <a:off x="3388208" y="2123570"/>
              <a:ext cx="2610858" cy="2610858"/>
            </a:xfrm>
            <a:prstGeom prst="diamond">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p>
          </p:txBody>
        </p:sp>
        <p:sp>
          <p:nvSpPr>
            <p:cNvPr id="49" name="矩形 48">
              <a:extLst>
                <a:ext uri="{FF2B5EF4-FFF2-40B4-BE49-F238E27FC236}">
                  <a16:creationId xmlns:a16="http://schemas.microsoft.com/office/drawing/2014/main" id="{5C89B867-0332-4288-A938-46FE94170F6C}"/>
                </a:ext>
              </a:extLst>
            </p:cNvPr>
            <p:cNvSpPr/>
            <p:nvPr/>
          </p:nvSpPr>
          <p:spPr>
            <a:xfrm>
              <a:off x="4145569" y="3347874"/>
              <a:ext cx="1096136" cy="572192"/>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Autofit/>
            </a:bodyPr>
            <a:lstStyle/>
            <a:p>
              <a:pPr algn="ctr" defTabSz="913765"/>
              <a:r>
                <a:rPr lang="en-US" altLang="zh-CN" sz="2400" b="1" dirty="0">
                  <a:solidFill>
                    <a:schemeClr val="bg1"/>
                  </a:solidFill>
                  <a:latin typeface="Garamond" panose="02020404030301010803" pitchFamily="18" charset="0"/>
                  <a:ea typeface="方正舒体" panose="02010601030101010101" pitchFamily="2" charset="-122"/>
                </a:rPr>
                <a:t>   B</a:t>
              </a:r>
              <a:r>
                <a:rPr lang="zh-CN" altLang="en-US" sz="2400" b="1" dirty="0">
                  <a:solidFill>
                    <a:schemeClr val="bg1"/>
                  </a:solidFill>
                  <a:latin typeface="Garamond" panose="02020404030301010803" pitchFamily="18" charset="0"/>
                  <a:ea typeface="方正舒体" panose="02010601030101010101" pitchFamily="2" charset="-122"/>
                </a:rPr>
                <a:t>型：视觉感知异常</a:t>
              </a:r>
            </a:p>
          </p:txBody>
        </p:sp>
        <p:pic>
          <p:nvPicPr>
            <p:cNvPr id="7" name="图形 6" descr="行星">
              <a:extLst>
                <a:ext uri="{FF2B5EF4-FFF2-40B4-BE49-F238E27FC236}">
                  <a16:creationId xmlns:a16="http://schemas.microsoft.com/office/drawing/2014/main" id="{22466A47-FA20-4ED5-A777-06C8B428FCF2}"/>
                </a:ext>
              </a:extLst>
            </p:cNvPr>
            <p:cNvPicPr>
              <a:picLocks/>
            </p:cNvPicPr>
            <p:nvPr/>
          </p:nvPicPr>
          <p:blipFill>
            <a:blip r:embed="rId4">
              <a:extLst>
                <a:ext uri="{96DAC541-7B7A-43D3-8B79-37D633B846F1}">
                  <asvg:svgBlip xmlns:asvg="http://schemas.microsoft.com/office/drawing/2016/SVG/main" r:embed="rId5"/>
                </a:ext>
              </a:extLst>
            </a:blip>
            <a:srcRect/>
            <a:stretch/>
          </p:blipFill>
          <p:spPr>
            <a:xfrm>
              <a:off x="4533747" y="2567705"/>
              <a:ext cx="336035" cy="336035"/>
            </a:xfrm>
            <a:prstGeom prst="rect">
              <a:avLst/>
            </a:prstGeom>
          </p:spPr>
        </p:pic>
      </p:grpSp>
      <p:sp>
        <p:nvSpPr>
          <p:cNvPr id="13" name="标题 1">
            <a:extLst>
              <a:ext uri="{FF2B5EF4-FFF2-40B4-BE49-F238E27FC236}">
                <a16:creationId xmlns:a16="http://schemas.microsoft.com/office/drawing/2014/main" id="{387C2203-88D3-78C9-91F9-16CAA6C387DE}"/>
              </a:ext>
            </a:extLst>
          </p:cNvPr>
          <p:cNvSpPr txBox="1">
            <a:spLocks/>
          </p:cNvSpPr>
          <p:nvPr/>
        </p:nvSpPr>
        <p:spPr>
          <a:xfrm>
            <a:off x="0" y="505603"/>
            <a:ext cx="4611430" cy="707886"/>
          </a:xfrm>
          <a:prstGeom prst="rect">
            <a:avLst/>
          </a:prstGeom>
        </p:spPr>
        <p:txBody>
          <a:bodyPr wrap="square">
            <a:spAutoFit/>
          </a:bodyPr>
          <a:lstStyle>
            <a:lvl1pPr algn="ctr" defTabSz="457200" rtl="0" eaLnBrk="1" latinLnBrk="0" hangingPunct="1">
              <a:spcBef>
                <a:spcPct val="0"/>
              </a:spcBef>
              <a:buNone/>
              <a:defRPr sz="4400" kern="1200" cap="none" baseline="0">
                <a:ln w="3175" cmpd="sng">
                  <a:noFill/>
                </a:ln>
                <a:solidFill>
                  <a:schemeClr val="tx1">
                    <a:lumMod val="85000"/>
                    <a:lumOff val="15000"/>
                  </a:schemeClr>
                </a:solidFill>
                <a:effectLst/>
                <a:latin typeface="Microsoft YaHei UI" panose="020B0503020204020204" pitchFamily="34" charset="-122"/>
                <a:ea typeface="Microsoft YaHei UI" panose="020B0503020204020204" pitchFamily="3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kumimoji="0" lang="zh-CN" altLang="en-US" sz="4000" b="0" i="0" u="none" strike="noStrike" kern="1200" cap="none" spc="100" normalizeH="0" baseline="0" noProof="0" dirty="0">
                <a:ln w="3175" cmpd="sng">
                  <a:noFill/>
                </a:ln>
                <a:solidFill>
                  <a:srgbClr val="AB946B"/>
                </a:solidFill>
                <a:effectLst/>
                <a:uLnTx/>
                <a:uFillTx/>
                <a:latin typeface="Garamond" panose="02020404030301010803" pitchFamily="18" charset="0"/>
                <a:ea typeface="方正舒体" panose="02010601030101010101" pitchFamily="2" charset="-122"/>
                <a:cs typeface="+mn-cs"/>
              </a:rPr>
              <a:t>疾病表现</a:t>
            </a:r>
            <a:endParaRPr lang="zh-CN" altLang="en-US" dirty="0">
              <a:latin typeface="Garamond" panose="02020404030301010803" pitchFamily="18" charset="0"/>
              <a:ea typeface="方正舒体" panose="02010601030101010101" pitchFamily="2" charset="-122"/>
            </a:endParaRPr>
          </a:p>
        </p:txBody>
      </p:sp>
      <p:sp>
        <p:nvSpPr>
          <p:cNvPr id="16" name="文本框 15">
            <a:extLst>
              <a:ext uri="{FF2B5EF4-FFF2-40B4-BE49-F238E27FC236}">
                <a16:creationId xmlns:a16="http://schemas.microsoft.com/office/drawing/2014/main" id="{3E8AC745-590C-157E-CD87-9C3C1941969F}"/>
              </a:ext>
            </a:extLst>
          </p:cNvPr>
          <p:cNvSpPr txBox="1">
            <a:spLocks/>
          </p:cNvSpPr>
          <p:nvPr/>
        </p:nvSpPr>
        <p:spPr>
          <a:xfrm>
            <a:off x="1714103" y="3599184"/>
            <a:ext cx="2440744" cy="696794"/>
          </a:xfrm>
          <a:prstGeom prst="rect">
            <a:avLst/>
          </a:prstGeom>
          <a:noFill/>
        </p:spPr>
        <p:txBody>
          <a:bodyPr wrap="square" lIns="0" tIns="0" rIns="0" bIns="0" rtlCol="0">
            <a:spAutoFit/>
          </a:bodyPr>
          <a:lstStyle/>
          <a:p>
            <a:pPr>
              <a:lnSpc>
                <a:spcPct val="150000"/>
              </a:lnSpc>
            </a:pPr>
            <a:r>
              <a:rPr lang="zh-CN" altLang="en-US" sz="1600" b="1" dirty="0">
                <a:latin typeface="微软雅黑 Light" panose="020B0502040204020203" pitchFamily="34" charset="-122"/>
                <a:ea typeface="微软雅黑 Light" panose="020B0502040204020203" pitchFamily="34" charset="-122"/>
              </a:rPr>
              <a:t>距离</a:t>
            </a:r>
            <a:r>
              <a:rPr lang="zh-CN" altLang="en-US" sz="1600" dirty="0">
                <a:latin typeface="微软雅黑 Light" panose="020B0502040204020203" pitchFamily="34" charset="-122"/>
                <a:ea typeface="微软雅黑 Light" panose="020B0502040204020203" pitchFamily="34" charset="-122"/>
              </a:rPr>
              <a:t>变化：物体可能看起来比实际更近或更远。</a:t>
            </a:r>
          </a:p>
        </p:txBody>
      </p:sp>
      <p:sp>
        <p:nvSpPr>
          <p:cNvPr id="20" name="文本框 19">
            <a:extLst>
              <a:ext uri="{FF2B5EF4-FFF2-40B4-BE49-F238E27FC236}">
                <a16:creationId xmlns:a16="http://schemas.microsoft.com/office/drawing/2014/main" id="{957584B5-ACB6-AC0D-6108-C5E31B8C3CF0}"/>
              </a:ext>
            </a:extLst>
          </p:cNvPr>
          <p:cNvSpPr txBox="1">
            <a:spLocks/>
          </p:cNvSpPr>
          <p:nvPr/>
        </p:nvSpPr>
        <p:spPr>
          <a:xfrm>
            <a:off x="7864585" y="3268640"/>
            <a:ext cx="3281352" cy="696794"/>
          </a:xfrm>
          <a:prstGeom prst="rect">
            <a:avLst/>
          </a:prstGeom>
          <a:noFill/>
        </p:spPr>
        <p:txBody>
          <a:bodyPr wrap="square" lIns="0" tIns="0" rIns="0" bIns="0" rtlCol="0">
            <a:spAutoFit/>
          </a:bodyPr>
          <a:lstStyle/>
          <a:p>
            <a:pPr>
              <a:lnSpc>
                <a:spcPct val="150000"/>
              </a:lnSpc>
            </a:pPr>
            <a:r>
              <a:rPr lang="zh-CN" altLang="en-US" sz="1600" b="1" dirty="0">
                <a:latin typeface="微软雅黑 Light" panose="020B0502040204020203" pitchFamily="34" charset="-122"/>
                <a:ea typeface="微软雅黑 Light" panose="020B0502040204020203" pitchFamily="34" charset="-122"/>
              </a:rPr>
              <a:t>小人国主义</a:t>
            </a:r>
            <a:r>
              <a:rPr lang="zh-CN" altLang="en-US" sz="1600" dirty="0">
                <a:latin typeface="微软雅黑 Light" panose="020B0502040204020203" pitchFamily="34" charset="-122"/>
                <a:ea typeface="微软雅黑 Light" panose="020B0502040204020203" pitchFamily="34" charset="-122"/>
              </a:rPr>
              <a:t>：人们看起来比实际上更小</a:t>
            </a:r>
          </a:p>
        </p:txBody>
      </p:sp>
      <p:sp>
        <p:nvSpPr>
          <p:cNvPr id="22" name="文本框 21">
            <a:extLst>
              <a:ext uri="{FF2B5EF4-FFF2-40B4-BE49-F238E27FC236}">
                <a16:creationId xmlns:a16="http://schemas.microsoft.com/office/drawing/2014/main" id="{91E0B213-A3D1-B7A4-58B4-EFDBC80DB841}"/>
              </a:ext>
            </a:extLst>
          </p:cNvPr>
          <p:cNvSpPr txBox="1">
            <a:spLocks/>
          </p:cNvSpPr>
          <p:nvPr/>
        </p:nvSpPr>
        <p:spPr>
          <a:xfrm>
            <a:off x="7258644" y="4723845"/>
            <a:ext cx="3887293" cy="1066126"/>
          </a:xfrm>
          <a:prstGeom prst="rect">
            <a:avLst/>
          </a:prstGeom>
          <a:noFill/>
        </p:spPr>
        <p:txBody>
          <a:bodyPr wrap="square" lIns="0" tIns="0" rIns="0" bIns="0" rtlCol="0">
            <a:spAutoFit/>
          </a:bodyPr>
          <a:lstStyle/>
          <a:p>
            <a:pPr>
              <a:lnSpc>
                <a:spcPct val="150000"/>
              </a:lnSpc>
            </a:pPr>
            <a:r>
              <a:rPr lang="zh-CN" altLang="en-US" sz="1600" b="1" dirty="0">
                <a:latin typeface="微软雅黑 Light" panose="020B0502040204020203" pitchFamily="34" charset="-122"/>
                <a:ea typeface="微软雅黑 Light" panose="020B0502040204020203" pitchFamily="34" charset="-122"/>
              </a:rPr>
              <a:t>对象外观的变化</a:t>
            </a:r>
            <a:r>
              <a:rPr lang="zh-CN" altLang="en-US" sz="1600" dirty="0">
                <a:latin typeface="微软雅黑 Light" panose="020B0502040204020203" pitchFamily="34" charset="-122"/>
                <a:ea typeface="微软雅黑 Light" panose="020B0502040204020203" pitchFamily="34" charset="-122"/>
              </a:rPr>
              <a:t>：对象可能会变形。直线可以看起来是波浪形或波浪形的。垂直或水平的线条可能看起来是倾斜的或倾斜的。</a:t>
            </a:r>
          </a:p>
        </p:txBody>
      </p:sp>
      <p:cxnSp>
        <p:nvCxnSpPr>
          <p:cNvPr id="23" name="直接连接符 22">
            <a:extLst>
              <a:ext uri="{FF2B5EF4-FFF2-40B4-BE49-F238E27FC236}">
                <a16:creationId xmlns:a16="http://schemas.microsoft.com/office/drawing/2014/main" id="{98D03E5C-E2D9-A04E-F304-BA4FF6527556}"/>
              </a:ext>
            </a:extLst>
          </p:cNvPr>
          <p:cNvCxnSpPr/>
          <p:nvPr/>
        </p:nvCxnSpPr>
        <p:spPr>
          <a:xfrm>
            <a:off x="1480250" y="3249083"/>
            <a:ext cx="33584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6BE3F0DA-E334-DA10-3A1A-939378780192}"/>
              </a:ext>
            </a:extLst>
          </p:cNvPr>
          <p:cNvCxnSpPr/>
          <p:nvPr/>
        </p:nvCxnSpPr>
        <p:spPr>
          <a:xfrm>
            <a:off x="2321799" y="4723845"/>
            <a:ext cx="33584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A2A4D4AC-BCE0-24E0-B377-5AA7CABDB21F}"/>
              </a:ext>
            </a:extLst>
          </p:cNvPr>
          <p:cNvCxnSpPr/>
          <p:nvPr/>
        </p:nvCxnSpPr>
        <p:spPr>
          <a:xfrm>
            <a:off x="7523066" y="2794989"/>
            <a:ext cx="33584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00AFB9B3-F126-DDAB-0AEE-856B7F7941B8}"/>
              </a:ext>
            </a:extLst>
          </p:cNvPr>
          <p:cNvCxnSpPr/>
          <p:nvPr/>
        </p:nvCxnSpPr>
        <p:spPr>
          <a:xfrm>
            <a:off x="6966650" y="4511247"/>
            <a:ext cx="33584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 name="直接连接符 1">
            <a:extLst>
              <a:ext uri="{FF2B5EF4-FFF2-40B4-BE49-F238E27FC236}">
                <a16:creationId xmlns:a16="http://schemas.microsoft.com/office/drawing/2014/main" id="{710A76EE-CDE1-E878-32AA-E39279D32BE8}"/>
              </a:ext>
            </a:extLst>
          </p:cNvPr>
          <p:cNvCxnSpPr/>
          <p:nvPr/>
        </p:nvCxnSpPr>
        <p:spPr>
          <a:xfrm>
            <a:off x="723900" y="1445184"/>
            <a:ext cx="1211580" cy="0"/>
          </a:xfrm>
          <a:prstGeom prst="line">
            <a:avLst/>
          </a:prstGeom>
          <a:ln w="25400">
            <a:gradFill>
              <a:gsLst>
                <a:gs pos="0">
                  <a:schemeClr val="accent1"/>
                </a:gs>
                <a:gs pos="100000">
                  <a:schemeClr val="accent1">
                    <a:alpha val="0"/>
                  </a:schemeClr>
                </a:gs>
              </a:gsLst>
              <a:lin ang="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75829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lumMod val="85000"/>
            <a:lumOff val="15000"/>
          </a:schemeClr>
        </a:solidFill>
        <a:effectLst/>
      </p:bgPr>
    </p:bg>
    <p:spTree>
      <p:nvGrpSpPr>
        <p:cNvPr id="1" name=""/>
        <p:cNvGrpSpPr/>
        <p:nvPr/>
      </p:nvGrpSpPr>
      <p:grpSpPr>
        <a:xfrm>
          <a:off x="0" y="0"/>
          <a:ext cx="0" cy="0"/>
          <a:chOff x="0" y="0"/>
          <a:chExt cx="0" cy="0"/>
        </a:xfrm>
      </p:grpSpPr>
      <p:sp useBgFill="1">
        <p:nvSpPr>
          <p:cNvPr id="8" name="矩形 7">
            <a:extLst>
              <a:ext uri="{FF2B5EF4-FFF2-40B4-BE49-F238E27FC236}">
                <a16:creationId xmlns:a16="http://schemas.microsoft.com/office/drawing/2014/main" id="{DA954E3F-C90F-4AED-8C5E-30BBC99870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1">
              <a:latin typeface="Microsoft YaHei UI" panose="020B0503020204020204" pitchFamily="34" charset="-122"/>
              <a:ea typeface="Microsoft YaHei UI" panose="020B0503020204020204" pitchFamily="34" charset="-122"/>
            </a:endParaRPr>
          </a:p>
        </p:txBody>
      </p:sp>
      <p:sp>
        <p:nvSpPr>
          <p:cNvPr id="10" name="矩形 9">
            <a:extLst>
              <a:ext uri="{FF2B5EF4-FFF2-40B4-BE49-F238E27FC236}">
                <a16:creationId xmlns:a16="http://schemas.microsoft.com/office/drawing/2014/main" id="{45F274D6-81B5-4350-AFD5-014504FF59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gradFill>
            <a:gsLst>
              <a:gs pos="0">
                <a:srgbClr val="FFFFFF"/>
              </a:gs>
              <a:gs pos="30000">
                <a:srgbClr val="FFFFFF"/>
              </a:gs>
              <a:gs pos="61000">
                <a:srgbClr val="F8F8F8"/>
              </a:gs>
              <a:gs pos="97000">
                <a:srgbClr val="E5E5E5"/>
              </a:gs>
            </a:gsLst>
            <a:path path="circle">
              <a:fillToRect l="50000" t="50000" r="50000" b="50000"/>
            </a:path>
          </a:gradFill>
          <a:ln>
            <a:noFill/>
          </a:ln>
          <a:effectLst>
            <a:innerShdw blurRad="63500" dist="12700">
              <a:prstClr val="black">
                <a:alpha val="3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1">
              <a:latin typeface="Microsoft YaHei UI" panose="020B0503020204020204" pitchFamily="34" charset="-122"/>
              <a:ea typeface="Microsoft YaHei UI" panose="020B0503020204020204" pitchFamily="34" charset="-122"/>
            </a:endParaRPr>
          </a:p>
        </p:txBody>
      </p:sp>
      <p:sp useBgFill="1">
        <p:nvSpPr>
          <p:cNvPr id="12" name="矩形 11">
            <a:extLst>
              <a:ext uri="{FF2B5EF4-FFF2-40B4-BE49-F238E27FC236}">
                <a16:creationId xmlns:a16="http://schemas.microsoft.com/office/drawing/2014/main" id="{8D21268E-FF5E-4624-BB9D-B825216E94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4082" y="469900"/>
            <a:ext cx="6582982" cy="5918200"/>
          </a:xfrm>
          <a:prstGeom prst="rect">
            <a:avLst/>
          </a:prstGeom>
          <a:ln>
            <a:noFill/>
          </a:ln>
          <a:effectLst>
            <a:outerShdw blurRad="50800" dist="38100" dir="5400000" algn="t" rotWithShape="0">
              <a:prstClr val="black">
                <a:alpha val="40000"/>
              </a:prstClr>
            </a:outerShdw>
          </a:effectLst>
          <a:scene3d>
            <a:camera prst="orthographicFront"/>
            <a:lightRig rig="balanced" dir="t"/>
          </a:scene3d>
          <a:sp3d>
            <a:bevelT w="635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1">
              <a:latin typeface="Microsoft YaHei UI" panose="020B0503020204020204" pitchFamily="34" charset="-122"/>
              <a:ea typeface="Microsoft YaHei UI" panose="020B0503020204020204" pitchFamily="34" charset="-122"/>
            </a:endParaRPr>
          </a:p>
        </p:txBody>
      </p:sp>
      <p:sp>
        <p:nvSpPr>
          <p:cNvPr id="14" name="矩形 13">
            <a:extLst>
              <a:ext uri="{FF2B5EF4-FFF2-40B4-BE49-F238E27FC236}">
                <a16:creationId xmlns:a16="http://schemas.microsoft.com/office/drawing/2014/main" id="{92819B5D-60BA-4995-92D8-FC547E6048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8325" y="635508"/>
            <a:ext cx="6254496" cy="5586984"/>
          </a:xfrm>
          <a:prstGeom prst="rect">
            <a:avLst/>
          </a:prstGeom>
          <a:noFill/>
          <a:ln w="15875" cap="flat">
            <a:solidFill>
              <a:schemeClr val="accent1"/>
            </a:solidFill>
            <a:miter lim="800000"/>
          </a:ln>
          <a:effectLst/>
        </p:spPr>
        <p:style>
          <a:lnRef idx="1">
            <a:schemeClr val="accent1"/>
          </a:lnRef>
          <a:fillRef idx="3">
            <a:schemeClr val="accent1"/>
          </a:fillRef>
          <a:effectRef idx="2">
            <a:schemeClr val="accent1"/>
          </a:effectRef>
          <a:fontRef idx="minor">
            <a:schemeClr val="lt1"/>
          </a:fontRef>
        </p:style>
      </p:sp>
      <p:sp>
        <p:nvSpPr>
          <p:cNvPr id="11" name="文本框 10">
            <a:extLst>
              <a:ext uri="{FF2B5EF4-FFF2-40B4-BE49-F238E27FC236}">
                <a16:creationId xmlns:a16="http://schemas.microsoft.com/office/drawing/2014/main" id="{BE7EDBFC-7778-ED26-4D49-9F3908994AA8}"/>
              </a:ext>
            </a:extLst>
          </p:cNvPr>
          <p:cNvSpPr txBox="1"/>
          <p:nvPr/>
        </p:nvSpPr>
        <p:spPr>
          <a:xfrm>
            <a:off x="1017691" y="2418552"/>
            <a:ext cx="2324303" cy="2020895"/>
          </a:xfrm>
          <a:prstGeom prst="rect">
            <a:avLst/>
          </a:prstGeom>
          <a:noFill/>
          <a:ln w="117475">
            <a:noFill/>
          </a:ln>
        </p:spPr>
        <p:txBody>
          <a:bodyPr wrap="none" rtlCol="0">
            <a:prstTxWarp prst="textPlain">
              <a:avLst/>
            </a:prstTxWarp>
            <a:spAutoFit/>
          </a:bodyPr>
          <a:lstStyle/>
          <a:p>
            <a:r>
              <a:rPr lang="en-US" altLang="zh-CN" spc="100" dirty="0">
                <a:solidFill>
                  <a:schemeClr val="accent1"/>
                </a:solidFill>
                <a:latin typeface="Garamond" panose="02020404030301010803" pitchFamily="18" charset="0"/>
                <a:ea typeface="方正舒体" panose="02010601030101010101" pitchFamily="2" charset="-122"/>
                <a:cs typeface="Arial" panose="020B0604020202020204" pitchFamily="34" charset="0"/>
              </a:rPr>
              <a:t>/04</a:t>
            </a:r>
            <a:endParaRPr lang="zh-CN" altLang="en-US" spc="100" dirty="0">
              <a:solidFill>
                <a:schemeClr val="accent1"/>
              </a:solidFill>
              <a:latin typeface="Garamond" panose="02020404030301010803" pitchFamily="18" charset="0"/>
              <a:ea typeface="方正舒体" panose="02010601030101010101" pitchFamily="2" charset="-122"/>
              <a:cs typeface="Arial" panose="020B0604020202020204" pitchFamily="34" charset="0"/>
            </a:endParaRPr>
          </a:p>
        </p:txBody>
      </p:sp>
      <p:sp>
        <p:nvSpPr>
          <p:cNvPr id="16" name="标题 4">
            <a:extLst>
              <a:ext uri="{FF2B5EF4-FFF2-40B4-BE49-F238E27FC236}">
                <a16:creationId xmlns:a16="http://schemas.microsoft.com/office/drawing/2014/main" id="{20424F65-6B9A-2FA2-3353-C11BC00DE744}"/>
              </a:ext>
            </a:extLst>
          </p:cNvPr>
          <p:cNvSpPr>
            <a:spLocks noGrp="1"/>
          </p:cNvSpPr>
          <p:nvPr>
            <p:ph type="title"/>
          </p:nvPr>
        </p:nvSpPr>
        <p:spPr>
          <a:xfrm>
            <a:off x="5715980" y="2827262"/>
            <a:ext cx="5419185" cy="895350"/>
          </a:xfrm>
        </p:spPr>
        <p:txBody>
          <a:bodyPr>
            <a:normAutofit fontScale="90000"/>
          </a:bodyPr>
          <a:lstStyle/>
          <a:p>
            <a:r>
              <a:rPr lang="zh-CN" altLang="en-US" sz="5400" dirty="0">
                <a:latin typeface="华文仿宋" panose="02010600040101010101" pitchFamily="2" charset="-122"/>
                <a:ea typeface="华文仿宋" panose="02010600040101010101" pitchFamily="2" charset="-122"/>
              </a:rPr>
              <a:t>治疗方案</a:t>
            </a:r>
          </a:p>
        </p:txBody>
      </p:sp>
    </p:spTree>
    <p:extLst>
      <p:ext uri="{BB962C8B-B14F-4D97-AF65-F5344CB8AC3E}">
        <p14:creationId xmlns:p14="http://schemas.microsoft.com/office/powerpoint/2010/main" val="2395517242"/>
      </p:ext>
    </p:extLst>
  </p:cSld>
  <p:clrMapOvr>
    <a:overrideClrMapping bg1="dk1" tx1="lt1" bg2="dk2" tx2="lt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0000" r="-10000"/>
          </a:stretch>
        </a:blipFill>
        <a:effectLst/>
      </p:bgPr>
    </p:bg>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CC1FFF11-1BC5-B56F-F2E4-B8CD8801F910}"/>
              </a:ext>
            </a:extLst>
          </p:cNvPr>
          <p:cNvSpPr txBox="1">
            <a:spLocks/>
          </p:cNvSpPr>
          <p:nvPr/>
        </p:nvSpPr>
        <p:spPr>
          <a:xfrm>
            <a:off x="0" y="505603"/>
            <a:ext cx="4611430" cy="707886"/>
          </a:xfrm>
          <a:prstGeom prst="rect">
            <a:avLst/>
          </a:prstGeom>
        </p:spPr>
        <p:txBody>
          <a:bodyPr wrap="square">
            <a:spAutoFit/>
          </a:bodyPr>
          <a:lstStyle>
            <a:lvl1pPr algn="ctr" defTabSz="457200" rtl="0" eaLnBrk="1" latinLnBrk="0" hangingPunct="1">
              <a:spcBef>
                <a:spcPct val="0"/>
              </a:spcBef>
              <a:buNone/>
              <a:defRPr sz="4400" kern="1200" cap="none" baseline="0">
                <a:ln w="3175" cmpd="sng">
                  <a:noFill/>
                </a:ln>
                <a:solidFill>
                  <a:schemeClr val="tx1">
                    <a:lumMod val="85000"/>
                    <a:lumOff val="15000"/>
                  </a:schemeClr>
                </a:solidFill>
                <a:effectLst/>
                <a:latin typeface="Microsoft YaHei UI" panose="020B0503020204020204" pitchFamily="34" charset="-122"/>
                <a:ea typeface="Microsoft YaHei UI" panose="020B0503020204020204" pitchFamily="3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zh-CN" altLang="en-US" sz="4000" spc="100" dirty="0">
                <a:solidFill>
                  <a:srgbClr val="AB946B"/>
                </a:solidFill>
                <a:latin typeface="Garamond" panose="02020404030301010803" pitchFamily="18" charset="0"/>
                <a:ea typeface="方正舒体" panose="02010601030101010101" pitchFamily="2" charset="-122"/>
                <a:cs typeface="+mn-cs"/>
              </a:rPr>
              <a:t>治疗方案</a:t>
            </a:r>
            <a:endParaRPr lang="zh-CN" altLang="en-US" dirty="0">
              <a:latin typeface="Garamond" panose="02020404030301010803" pitchFamily="18" charset="0"/>
              <a:ea typeface="方正舒体" panose="02010601030101010101" pitchFamily="2" charset="-122"/>
            </a:endParaRPr>
          </a:p>
        </p:txBody>
      </p:sp>
      <p:sp>
        <p:nvSpPr>
          <p:cNvPr id="11" name="文本框 10">
            <a:extLst>
              <a:ext uri="{FF2B5EF4-FFF2-40B4-BE49-F238E27FC236}">
                <a16:creationId xmlns:a16="http://schemas.microsoft.com/office/drawing/2014/main" id="{F0391975-2683-03F2-2B91-D8C28B3D90F6}"/>
              </a:ext>
            </a:extLst>
          </p:cNvPr>
          <p:cNvSpPr txBox="1"/>
          <p:nvPr/>
        </p:nvSpPr>
        <p:spPr>
          <a:xfrm>
            <a:off x="2074184" y="1925368"/>
            <a:ext cx="8043632" cy="2795958"/>
          </a:xfrm>
          <a:prstGeom prst="rect">
            <a:avLst/>
          </a:prstGeom>
          <a:noFill/>
        </p:spPr>
        <p:txBody>
          <a:bodyPr vert="horz" wrap="square" rtlCol="0" anchor="ctr">
            <a:spAutoFit/>
          </a:bodyPr>
          <a:lstStyle/>
          <a:p>
            <a:pPr algn="just">
              <a:lnSpc>
                <a:spcPct val="150000"/>
              </a:lnSpc>
            </a:pPr>
            <a:r>
              <a:rPr lang="zh-CN" altLang="en-US" sz="2400" kern="100" dirty="0">
                <a:effectLst/>
                <a:latin typeface="Times New Roman" panose="02020603050405020304" pitchFamily="18" charset="0"/>
                <a:ea typeface="宋体" panose="02010600030101010101" pitchFamily="2" charset="-122"/>
                <a:cs typeface="Times New Roman" panose="02020603050405020304" pitchFamily="18" charset="0"/>
              </a:rPr>
              <a:t>一些现有的研究表明，多达 </a:t>
            </a:r>
            <a:r>
              <a:rPr lang="en-US" altLang="zh-CN" sz="2400" kern="100" dirty="0">
                <a:effectLst/>
                <a:latin typeface="Times New Roman" panose="02020603050405020304" pitchFamily="18" charset="0"/>
                <a:ea typeface="宋体" panose="02010600030101010101" pitchFamily="2" charset="-122"/>
                <a:cs typeface="Times New Roman" panose="02020603050405020304" pitchFamily="18" charset="0"/>
              </a:rPr>
              <a:t>30% </a:t>
            </a:r>
            <a:r>
              <a:rPr lang="zh-CN" altLang="en-US" sz="2400" kern="100" dirty="0">
                <a:effectLst/>
                <a:latin typeface="Times New Roman" panose="02020603050405020304" pitchFamily="18" charset="0"/>
                <a:ea typeface="宋体" panose="02010600030101010101" pitchFamily="2" charset="-122"/>
                <a:cs typeface="Times New Roman" panose="02020603050405020304" pitchFamily="18" charset="0"/>
              </a:rPr>
              <a:t>的青少年会经历短暂的 </a:t>
            </a:r>
            <a:r>
              <a:rPr lang="en-US" altLang="zh-CN" sz="2400" kern="100" dirty="0">
                <a:effectLst/>
                <a:latin typeface="Times New Roman" panose="02020603050405020304" pitchFamily="18" charset="0"/>
                <a:ea typeface="宋体" panose="02010600030101010101" pitchFamily="2" charset="-122"/>
                <a:cs typeface="Times New Roman" panose="02020603050405020304" pitchFamily="18" charset="0"/>
              </a:rPr>
              <a:t>AIWS </a:t>
            </a:r>
            <a:r>
              <a:rPr lang="zh-CN" altLang="en-US" sz="2400" kern="100" dirty="0">
                <a:effectLst/>
                <a:latin typeface="Times New Roman" panose="02020603050405020304" pitchFamily="18" charset="0"/>
                <a:ea typeface="宋体" panose="02010600030101010101" pitchFamily="2" charset="-122"/>
                <a:cs typeface="Times New Roman" panose="02020603050405020304" pitchFamily="18" charset="0"/>
              </a:rPr>
              <a:t>症状发作。然而，由于</a:t>
            </a:r>
            <a:r>
              <a:rPr lang="en-US" altLang="zh-CN" sz="2400" kern="100" dirty="0">
                <a:effectLst/>
                <a:latin typeface="Times New Roman" panose="02020603050405020304" pitchFamily="18" charset="0"/>
                <a:ea typeface="宋体" panose="02010600030101010101" pitchFamily="2" charset="-122"/>
                <a:cs typeface="Times New Roman" panose="02020603050405020304" pitchFamily="18" charset="0"/>
              </a:rPr>
              <a:t>AIWS</a:t>
            </a:r>
            <a:r>
              <a:rPr lang="zh-CN" altLang="en-US" sz="2400" kern="100" dirty="0">
                <a:effectLst/>
                <a:latin typeface="Times New Roman" panose="02020603050405020304" pitchFamily="18" charset="0"/>
                <a:ea typeface="宋体" panose="02010600030101010101" pitchFamily="2" charset="-122"/>
                <a:cs typeface="Times New Roman" panose="02020603050405020304" pitchFamily="18" charset="0"/>
              </a:rPr>
              <a:t>几乎总是暂时的，从 </a:t>
            </a:r>
            <a:r>
              <a:rPr lang="en-US" altLang="zh-CN" sz="2400" kern="100" dirty="0">
                <a:effectLst/>
                <a:latin typeface="Times New Roman" panose="02020603050405020304" pitchFamily="18" charset="0"/>
                <a:ea typeface="宋体" panose="02010600030101010101" pitchFamily="2" charset="-122"/>
                <a:cs typeface="Times New Roman" panose="02020603050405020304" pitchFamily="18" charset="0"/>
              </a:rPr>
              <a:t>1955 </a:t>
            </a:r>
            <a:r>
              <a:rPr lang="zh-CN" altLang="en-US" sz="2400" kern="100" dirty="0">
                <a:effectLst/>
                <a:latin typeface="Times New Roman" panose="02020603050405020304" pitchFamily="18" charset="0"/>
                <a:ea typeface="宋体" panose="02010600030101010101" pitchFamily="2" charset="-122"/>
                <a:cs typeface="Times New Roman" panose="02020603050405020304" pitchFamily="18" charset="0"/>
              </a:rPr>
              <a:t>年到 </a:t>
            </a:r>
            <a:r>
              <a:rPr lang="en-US" altLang="zh-CN" sz="2400" kern="100" dirty="0">
                <a:effectLst/>
                <a:latin typeface="Times New Roman" panose="02020603050405020304" pitchFamily="18" charset="0"/>
                <a:ea typeface="宋体" panose="02010600030101010101" pitchFamily="2" charset="-122"/>
                <a:cs typeface="Times New Roman" panose="02020603050405020304" pitchFamily="18" charset="0"/>
              </a:rPr>
              <a:t>2016 </a:t>
            </a:r>
            <a:r>
              <a:rPr lang="zh-CN" altLang="en-US" sz="2400" kern="100" dirty="0">
                <a:effectLst/>
                <a:latin typeface="Times New Roman" panose="02020603050405020304" pitchFamily="18" charset="0"/>
                <a:ea typeface="宋体" panose="02010600030101010101" pitchFamily="2" charset="-122"/>
                <a:cs typeface="Times New Roman" panose="02020603050405020304" pitchFamily="18" charset="0"/>
              </a:rPr>
              <a:t>年，只有不到 </a:t>
            </a:r>
            <a:r>
              <a:rPr lang="en-US" altLang="zh-CN" sz="2400" kern="100" dirty="0">
                <a:effectLst/>
                <a:latin typeface="Times New Roman" panose="02020603050405020304" pitchFamily="18" charset="0"/>
                <a:ea typeface="宋体" panose="02010600030101010101" pitchFamily="2" charset="-122"/>
                <a:cs typeface="Times New Roman" panose="02020603050405020304" pitchFamily="18" charset="0"/>
              </a:rPr>
              <a:t>200 </a:t>
            </a:r>
            <a:r>
              <a:rPr lang="zh-CN" altLang="en-US" sz="2400" kern="100" dirty="0">
                <a:effectLst/>
                <a:latin typeface="Times New Roman" panose="02020603050405020304" pitchFamily="18" charset="0"/>
                <a:ea typeface="宋体" panose="02010600030101010101" pitchFamily="2" charset="-122"/>
                <a:cs typeface="Times New Roman" panose="02020603050405020304" pitchFamily="18" charset="0"/>
              </a:rPr>
              <a:t>例病例持续时间足够长，严重到需要直接就医。因此，目前</a:t>
            </a:r>
            <a:r>
              <a:rPr lang="en-US" altLang="zh-CN" sz="2400" kern="100" dirty="0">
                <a:effectLst/>
                <a:latin typeface="Times New Roman" panose="02020603050405020304" pitchFamily="18" charset="0"/>
                <a:ea typeface="宋体" panose="02010600030101010101" pitchFamily="2" charset="-122"/>
                <a:cs typeface="Times New Roman" panose="02020603050405020304" pitchFamily="18" charset="0"/>
              </a:rPr>
              <a:t>AIWS</a:t>
            </a:r>
            <a:r>
              <a:rPr lang="zh-CN" altLang="en-US" sz="2400" kern="100" dirty="0">
                <a:effectLst/>
                <a:latin typeface="Times New Roman" panose="02020603050405020304" pitchFamily="18" charset="0"/>
                <a:ea typeface="宋体" panose="02010600030101010101" pitchFamily="2" charset="-122"/>
                <a:cs typeface="Times New Roman" panose="02020603050405020304" pitchFamily="18" charset="0"/>
              </a:rPr>
              <a:t>没有公认的标准，诊断手段尚且不够有效。</a:t>
            </a:r>
          </a:p>
        </p:txBody>
      </p:sp>
      <p:cxnSp>
        <p:nvCxnSpPr>
          <p:cNvPr id="13" name="直接连接符 12">
            <a:extLst>
              <a:ext uri="{FF2B5EF4-FFF2-40B4-BE49-F238E27FC236}">
                <a16:creationId xmlns:a16="http://schemas.microsoft.com/office/drawing/2014/main" id="{61E1A83D-0937-D018-7BB3-E42D49831EA8}"/>
              </a:ext>
            </a:extLst>
          </p:cNvPr>
          <p:cNvCxnSpPr/>
          <p:nvPr/>
        </p:nvCxnSpPr>
        <p:spPr>
          <a:xfrm>
            <a:off x="723900" y="1445184"/>
            <a:ext cx="1211580" cy="0"/>
          </a:xfrm>
          <a:prstGeom prst="line">
            <a:avLst/>
          </a:prstGeom>
          <a:ln w="25400">
            <a:gradFill>
              <a:gsLst>
                <a:gs pos="0">
                  <a:schemeClr val="accent1"/>
                </a:gs>
                <a:gs pos="100000">
                  <a:schemeClr val="accent1">
                    <a:alpha val="0"/>
                  </a:schemeClr>
                </a:gs>
              </a:gsLst>
              <a:lin ang="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50899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0" r="-10000"/>
          </a:stretch>
        </a:blipFill>
        <a:effectLst/>
      </p:bgPr>
    </p:bg>
    <p:spTree>
      <p:nvGrpSpPr>
        <p:cNvPr id="1" name=""/>
        <p:cNvGrpSpPr/>
        <p:nvPr/>
      </p:nvGrpSpPr>
      <p:grpSpPr>
        <a:xfrm>
          <a:off x="0" y="0"/>
          <a:ext cx="0" cy="0"/>
          <a:chOff x="0" y="0"/>
          <a:chExt cx="0" cy="0"/>
        </a:xfrm>
      </p:grpSpPr>
      <p:sp>
        <p:nvSpPr>
          <p:cNvPr id="8" name="文本占位符 7">
            <a:extLst>
              <a:ext uri="{FF2B5EF4-FFF2-40B4-BE49-F238E27FC236}">
                <a16:creationId xmlns:a16="http://schemas.microsoft.com/office/drawing/2014/main" id="{05D32818-0CA9-BFE2-3421-37BB155ED17E}"/>
              </a:ext>
            </a:extLst>
          </p:cNvPr>
          <p:cNvSpPr>
            <a:spLocks noGrp="1"/>
          </p:cNvSpPr>
          <p:nvPr>
            <p:ph type="body" sz="half" idx="2"/>
          </p:nvPr>
        </p:nvSpPr>
        <p:spPr>
          <a:xfrm>
            <a:off x="1033822" y="1494365"/>
            <a:ext cx="6646334" cy="4322235"/>
          </a:xfrm>
        </p:spPr>
        <p:txBody>
          <a:bodyPr>
            <a:normAutofit fontScale="92500" lnSpcReduction="20000"/>
          </a:bodyPr>
          <a:lstStyle/>
          <a:p>
            <a:pPr algn="l"/>
            <a:r>
              <a:rPr lang="en-US" altLang="zh-CN" sz="2400" dirty="0">
                <a:latin typeface="微软雅黑 Light" panose="020B0502040204020203" pitchFamily="34" charset="-122"/>
                <a:ea typeface="微软雅黑 Light" panose="020B0502040204020203" pitchFamily="34" charset="-122"/>
              </a:rPr>
              <a:t>AIWS</a:t>
            </a:r>
            <a:r>
              <a:rPr lang="zh-CN" altLang="en-US" sz="2400" dirty="0">
                <a:latin typeface="微软雅黑 Light" panose="020B0502040204020203" pitchFamily="34" charset="-122"/>
                <a:ea typeface="微软雅黑 Light" panose="020B0502040204020203" pitchFamily="34" charset="-122"/>
              </a:rPr>
              <a:t>目前没有确凿诊断的方法，而最有可能的相关测试包括以下内容：</a:t>
            </a:r>
            <a:endParaRPr lang="en-US" altLang="zh-CN" sz="2400" dirty="0">
              <a:latin typeface="微软雅黑 Light" panose="020B0502040204020203" pitchFamily="34" charset="-122"/>
              <a:ea typeface="微软雅黑 Light" panose="020B0502040204020203" pitchFamily="34" charset="-122"/>
            </a:endParaRPr>
          </a:p>
          <a:p>
            <a:pPr algn="l"/>
            <a:endParaRPr lang="zh-CN" altLang="en-US" sz="2400" dirty="0">
              <a:latin typeface="微软雅黑 Light" panose="020B0502040204020203" pitchFamily="34" charset="-122"/>
              <a:ea typeface="微软雅黑 Light" panose="020B0502040204020203" pitchFamily="34" charset="-122"/>
            </a:endParaRPr>
          </a:p>
          <a:p>
            <a:pPr algn="l"/>
            <a:r>
              <a:rPr lang="zh-CN" altLang="en-US" sz="2400" b="1" dirty="0">
                <a:latin typeface="微软雅黑 Light" panose="020B0502040204020203" pitchFamily="34" charset="-122"/>
                <a:ea typeface="微软雅黑 Light" panose="020B0502040204020203" pitchFamily="34" charset="-122"/>
              </a:rPr>
              <a:t>影像学检查</a:t>
            </a:r>
            <a:r>
              <a:rPr lang="zh-CN" altLang="en-US" sz="2400" dirty="0">
                <a:latin typeface="微软雅黑 Light" panose="020B0502040204020203" pitchFamily="34" charset="-122"/>
                <a:ea typeface="微软雅黑 Light" panose="020B0502040204020203" pitchFamily="34" charset="-122"/>
              </a:rPr>
              <a:t>：计算机断层扫描 （</a:t>
            </a:r>
            <a:r>
              <a:rPr lang="en-US" altLang="zh-CN" sz="2400" dirty="0">
                <a:latin typeface="微软雅黑 Light" panose="020B0502040204020203" pitchFamily="34" charset="-122"/>
                <a:ea typeface="微软雅黑 Light" panose="020B0502040204020203" pitchFamily="34" charset="-122"/>
              </a:rPr>
              <a:t>CT</a:t>
            </a:r>
            <a:r>
              <a:rPr lang="zh-CN" altLang="en-US" sz="2400" dirty="0">
                <a:latin typeface="微软雅黑 Light" panose="020B0502040204020203" pitchFamily="34" charset="-122"/>
                <a:ea typeface="微软雅黑 Light" panose="020B0502040204020203" pitchFamily="34" charset="-122"/>
              </a:rPr>
              <a:t>） 、磁共振成像 </a:t>
            </a:r>
            <a:r>
              <a:rPr lang="en-US" altLang="zh-CN" sz="2400" dirty="0">
                <a:latin typeface="微软雅黑 Light" panose="020B0502040204020203" pitchFamily="34" charset="-122"/>
                <a:ea typeface="微软雅黑 Light" panose="020B0502040204020203" pitchFamily="34" charset="-122"/>
              </a:rPr>
              <a:t>			 </a:t>
            </a:r>
            <a:r>
              <a:rPr lang="zh-CN" altLang="en-US" sz="2400" dirty="0">
                <a:latin typeface="微软雅黑 Light" panose="020B0502040204020203" pitchFamily="34" charset="-122"/>
                <a:ea typeface="微软雅黑 Light" panose="020B0502040204020203" pitchFamily="34" charset="-122"/>
              </a:rPr>
              <a:t>（</a:t>
            </a:r>
            <a:r>
              <a:rPr lang="en-US" altLang="zh-CN" sz="2400" dirty="0">
                <a:latin typeface="微软雅黑 Light" panose="020B0502040204020203" pitchFamily="34" charset="-122"/>
                <a:ea typeface="微软雅黑 Light" panose="020B0502040204020203" pitchFamily="34" charset="-122"/>
              </a:rPr>
              <a:t>MRI</a:t>
            </a:r>
            <a:r>
              <a:rPr lang="zh-CN" altLang="en-US" sz="2400" dirty="0">
                <a:latin typeface="微软雅黑 Light" panose="020B0502040204020203" pitchFamily="34" charset="-122"/>
                <a:ea typeface="微软雅黑 Light" panose="020B0502040204020203" pitchFamily="34" charset="-122"/>
              </a:rPr>
              <a:t>） 扫描。</a:t>
            </a:r>
            <a:endParaRPr lang="en-US" altLang="zh-CN" sz="2400" dirty="0">
              <a:latin typeface="微软雅黑 Light" panose="020B0502040204020203" pitchFamily="34" charset="-122"/>
              <a:ea typeface="微软雅黑 Light" panose="020B0502040204020203" pitchFamily="34" charset="-122"/>
            </a:endParaRPr>
          </a:p>
          <a:p>
            <a:pPr algn="l"/>
            <a:r>
              <a:rPr lang="zh-CN" altLang="en-US" sz="2400" b="1" dirty="0">
                <a:latin typeface="微软雅黑 Light" panose="020B0502040204020203" pitchFamily="34" charset="-122"/>
                <a:ea typeface="微软雅黑 Light" panose="020B0502040204020203" pitchFamily="34" charset="-122"/>
              </a:rPr>
              <a:t>脊髓穿刺</a:t>
            </a:r>
            <a:r>
              <a:rPr lang="zh-CN" altLang="en-US" sz="2400" dirty="0">
                <a:latin typeface="微软雅黑 Light" panose="020B0502040204020203" pitchFamily="34" charset="-122"/>
                <a:ea typeface="微软雅黑 Light" panose="020B0502040204020203" pitchFamily="34" charset="-122"/>
              </a:rPr>
              <a:t>：脑部周围有一层薄的脑脊液（</a:t>
            </a:r>
            <a:r>
              <a:rPr lang="en-US" altLang="zh-CN" sz="2400" dirty="0">
                <a:latin typeface="微软雅黑 Light" panose="020B0502040204020203" pitchFamily="34" charset="-122"/>
                <a:ea typeface="微软雅黑 Light" panose="020B0502040204020203" pitchFamily="34" charset="-122"/>
              </a:rPr>
              <a:t>CSF</a:t>
            </a:r>
            <a:r>
              <a:rPr lang="zh-CN" altLang="en-US" sz="2400" dirty="0">
                <a:latin typeface="微软雅黑 Light" panose="020B0502040204020203" pitchFamily="34" charset="-122"/>
                <a:ea typeface="微软雅黑 Light" panose="020B0502040204020203" pitchFamily="34" charset="-122"/>
              </a:rPr>
              <a:t>），穿</a:t>
            </a:r>
            <a:r>
              <a:rPr lang="en-US" altLang="zh-CN" sz="2400" dirty="0">
                <a:latin typeface="微软雅黑 Light" panose="020B0502040204020203" pitchFamily="34" charset="-122"/>
                <a:ea typeface="微软雅黑 Light" panose="020B0502040204020203" pitchFamily="34" charset="-122"/>
              </a:rPr>
              <a:t>				</a:t>
            </a:r>
            <a:r>
              <a:rPr lang="zh-CN" altLang="en-US" sz="2400" dirty="0">
                <a:latin typeface="微软雅黑 Light" panose="020B0502040204020203" pitchFamily="34" charset="-122"/>
                <a:ea typeface="微软雅黑 Light" panose="020B0502040204020203" pitchFamily="34" charset="-122"/>
              </a:rPr>
              <a:t>刺可以检查</a:t>
            </a:r>
            <a:r>
              <a:rPr lang="en-US" altLang="zh-CN" sz="2400" dirty="0">
                <a:latin typeface="微软雅黑 Light" panose="020B0502040204020203" pitchFamily="34" charset="-122"/>
                <a:ea typeface="微软雅黑 Light" panose="020B0502040204020203" pitchFamily="34" charset="-122"/>
              </a:rPr>
              <a:t>CSF</a:t>
            </a:r>
            <a:r>
              <a:rPr lang="zh-CN" altLang="en-US" sz="2400" dirty="0">
                <a:latin typeface="微软雅黑 Light" panose="020B0502040204020203" pitchFamily="34" charset="-122"/>
                <a:ea typeface="微软雅黑 Light" panose="020B0502040204020203" pitchFamily="34" charset="-122"/>
              </a:rPr>
              <a:t>中的感染迹象，从而帮助</a:t>
            </a:r>
            <a:r>
              <a:rPr lang="en-US" altLang="zh-CN" sz="2400" dirty="0">
                <a:latin typeface="微软雅黑 Light" panose="020B0502040204020203" pitchFamily="34" charset="-122"/>
                <a:ea typeface="微软雅黑 Light" panose="020B0502040204020203" pitchFamily="34" charset="-122"/>
              </a:rPr>
              <a:t>				</a:t>
            </a:r>
            <a:r>
              <a:rPr lang="zh-CN" altLang="en-US" sz="2400" dirty="0">
                <a:latin typeface="微软雅黑 Light" panose="020B0502040204020203" pitchFamily="34" charset="-122"/>
                <a:ea typeface="微软雅黑 Light" panose="020B0502040204020203" pitchFamily="34" charset="-122"/>
              </a:rPr>
              <a:t>诊断导致</a:t>
            </a:r>
            <a:r>
              <a:rPr lang="en-US" altLang="zh-CN" sz="2400" dirty="0">
                <a:latin typeface="微软雅黑 Light" panose="020B0502040204020203" pitchFamily="34" charset="-122"/>
                <a:ea typeface="微软雅黑 Light" panose="020B0502040204020203" pitchFamily="34" charset="-122"/>
              </a:rPr>
              <a:t>AIWS</a:t>
            </a:r>
            <a:r>
              <a:rPr lang="zh-CN" altLang="en-US" sz="2400" dirty="0">
                <a:latin typeface="微软雅黑 Light" panose="020B0502040204020203" pitchFamily="34" charset="-122"/>
                <a:ea typeface="微软雅黑 Light" panose="020B0502040204020203" pitchFamily="34" charset="-122"/>
              </a:rPr>
              <a:t>的感染。</a:t>
            </a:r>
          </a:p>
          <a:p>
            <a:pPr algn="l"/>
            <a:r>
              <a:rPr lang="zh-CN" altLang="en-US" sz="2400" b="1" dirty="0">
                <a:latin typeface="微软雅黑 Light" panose="020B0502040204020203" pitchFamily="34" charset="-122"/>
                <a:ea typeface="微软雅黑 Light" panose="020B0502040204020203" pitchFamily="34" charset="-122"/>
              </a:rPr>
              <a:t>脑电图</a:t>
            </a:r>
            <a:r>
              <a:rPr lang="zh-CN" altLang="en-US" sz="2400" dirty="0">
                <a:latin typeface="微软雅黑 Light" panose="020B0502040204020203" pitchFamily="34" charset="-122"/>
                <a:ea typeface="微软雅黑 Light" panose="020B0502040204020203" pitchFamily="34" charset="-122"/>
              </a:rPr>
              <a:t>：通过分析大脑的电活动帮助诊断导致</a:t>
            </a:r>
            <a:r>
              <a:rPr lang="en-US" altLang="zh-CN" sz="2400" dirty="0">
                <a:latin typeface="微软雅黑 Light" panose="020B0502040204020203" pitchFamily="34" charset="-122"/>
                <a:ea typeface="微软雅黑 Light" panose="020B0502040204020203" pitchFamily="34" charset="-122"/>
              </a:rPr>
              <a:t>AIWS			   </a:t>
            </a:r>
            <a:r>
              <a:rPr lang="zh-CN" altLang="en-US" sz="2400" dirty="0">
                <a:latin typeface="微软雅黑 Light" panose="020B0502040204020203" pitchFamily="34" charset="-122"/>
                <a:ea typeface="微软雅黑 Light" panose="020B0502040204020203" pitchFamily="34" charset="-122"/>
              </a:rPr>
              <a:t>的感染。</a:t>
            </a:r>
          </a:p>
          <a:p>
            <a:pPr algn="l"/>
            <a:r>
              <a:rPr lang="zh-CN" altLang="en-US" sz="2400" b="1" dirty="0">
                <a:latin typeface="微软雅黑 Light" panose="020B0502040204020203" pitchFamily="34" charset="-122"/>
                <a:ea typeface="微软雅黑 Light" panose="020B0502040204020203" pitchFamily="34" charset="-122"/>
              </a:rPr>
              <a:t>视觉诱发电位</a:t>
            </a:r>
            <a:r>
              <a:rPr lang="zh-CN" altLang="en-US" sz="2400" dirty="0">
                <a:latin typeface="微软雅黑 Light" panose="020B0502040204020203" pitchFamily="34" charset="-122"/>
                <a:ea typeface="微软雅黑 Light" panose="020B0502040204020203" pitchFamily="34" charset="-122"/>
              </a:rPr>
              <a:t>：分析眼睛及其发送到大脑的信号，从</a:t>
            </a:r>
            <a:r>
              <a:rPr lang="en-US" altLang="zh-CN" sz="2400" dirty="0">
                <a:latin typeface="微软雅黑 Light" panose="020B0502040204020203" pitchFamily="34" charset="-122"/>
                <a:ea typeface="微软雅黑 Light" panose="020B0502040204020203" pitchFamily="34" charset="-122"/>
              </a:rPr>
              <a:t>				  </a:t>
            </a:r>
            <a:r>
              <a:rPr lang="zh-CN" altLang="en-US" sz="2400" dirty="0">
                <a:latin typeface="微软雅黑 Light" panose="020B0502040204020203" pitchFamily="34" charset="-122"/>
                <a:ea typeface="微软雅黑 Light" panose="020B0502040204020203" pitchFamily="34" charset="-122"/>
              </a:rPr>
              <a:t>而帮助诊断导致</a:t>
            </a:r>
            <a:r>
              <a:rPr lang="en-US" altLang="zh-CN" sz="2400" dirty="0">
                <a:latin typeface="微软雅黑 Light" panose="020B0502040204020203" pitchFamily="34" charset="-122"/>
                <a:ea typeface="微软雅黑 Light" panose="020B0502040204020203" pitchFamily="34" charset="-122"/>
              </a:rPr>
              <a:t>AIWS</a:t>
            </a:r>
            <a:r>
              <a:rPr lang="zh-CN" altLang="en-US" sz="2400" dirty="0">
                <a:latin typeface="微软雅黑 Light" panose="020B0502040204020203" pitchFamily="34" charset="-122"/>
                <a:ea typeface="微软雅黑 Light" panose="020B0502040204020203" pitchFamily="34" charset="-122"/>
              </a:rPr>
              <a:t>的感染。</a:t>
            </a:r>
          </a:p>
        </p:txBody>
      </p:sp>
      <p:sp>
        <p:nvSpPr>
          <p:cNvPr id="11" name="标题 1">
            <a:extLst>
              <a:ext uri="{FF2B5EF4-FFF2-40B4-BE49-F238E27FC236}">
                <a16:creationId xmlns:a16="http://schemas.microsoft.com/office/drawing/2014/main" id="{283C0C3D-3EB1-6CC0-A8D2-6A47F047981F}"/>
              </a:ext>
            </a:extLst>
          </p:cNvPr>
          <p:cNvSpPr txBox="1">
            <a:spLocks/>
          </p:cNvSpPr>
          <p:nvPr/>
        </p:nvSpPr>
        <p:spPr>
          <a:xfrm>
            <a:off x="0" y="505603"/>
            <a:ext cx="4611430" cy="707886"/>
          </a:xfrm>
          <a:prstGeom prst="rect">
            <a:avLst/>
          </a:prstGeom>
        </p:spPr>
        <p:txBody>
          <a:bodyPr wrap="square">
            <a:spAutoFit/>
          </a:bodyPr>
          <a:lstStyle>
            <a:lvl1pPr algn="ctr" defTabSz="457200" rtl="0" eaLnBrk="1" latinLnBrk="0" hangingPunct="1">
              <a:spcBef>
                <a:spcPct val="0"/>
              </a:spcBef>
              <a:buNone/>
              <a:defRPr sz="4400" kern="1200" cap="none" baseline="0">
                <a:ln w="3175" cmpd="sng">
                  <a:noFill/>
                </a:ln>
                <a:solidFill>
                  <a:schemeClr val="tx1">
                    <a:lumMod val="85000"/>
                    <a:lumOff val="15000"/>
                  </a:schemeClr>
                </a:solidFill>
                <a:effectLst/>
                <a:latin typeface="Microsoft YaHei UI" panose="020B0503020204020204" pitchFamily="34" charset="-122"/>
                <a:ea typeface="Microsoft YaHei UI" panose="020B0503020204020204" pitchFamily="3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zh-CN" altLang="en-US" sz="4000" spc="100" dirty="0">
                <a:solidFill>
                  <a:srgbClr val="AB946B"/>
                </a:solidFill>
                <a:latin typeface="Garamond" panose="02020404030301010803" pitchFamily="18" charset="0"/>
                <a:ea typeface="方正舒体" panose="02010601030101010101" pitchFamily="2" charset="-122"/>
                <a:cs typeface="+mn-cs"/>
              </a:rPr>
              <a:t>治疗方案</a:t>
            </a:r>
            <a:endParaRPr lang="zh-CN" altLang="en-US" dirty="0">
              <a:latin typeface="Garamond" panose="02020404030301010803" pitchFamily="18" charset="0"/>
              <a:ea typeface="方正舒体" panose="02010601030101010101" pitchFamily="2" charset="-122"/>
            </a:endParaRPr>
          </a:p>
        </p:txBody>
      </p:sp>
      <p:pic>
        <p:nvPicPr>
          <p:cNvPr id="15" name="图片占位符 14">
            <a:extLst>
              <a:ext uri="{FF2B5EF4-FFF2-40B4-BE49-F238E27FC236}">
                <a16:creationId xmlns:a16="http://schemas.microsoft.com/office/drawing/2014/main" id="{35E0B648-C962-D35A-6E3A-D9CE5CE31D38}"/>
              </a:ext>
            </a:extLst>
          </p:cNvPr>
          <p:cNvPicPr>
            <a:picLocks noGrp="1" noChangeAspect="1"/>
          </p:cNvPicPr>
          <p:nvPr>
            <p:ph type="pic" idx="1"/>
          </p:nvPr>
        </p:nvPicPr>
        <p:blipFill rotWithShape="1">
          <a:blip r:embed="rId3"/>
          <a:srcRect l="44095" t="2659" r="23059" b="6337"/>
          <a:stretch/>
        </p:blipFill>
        <p:spPr>
          <a:xfrm>
            <a:off x="8094831" y="1041400"/>
            <a:ext cx="3063347" cy="4775200"/>
          </a:xfrm>
        </p:spPr>
      </p:pic>
      <p:cxnSp>
        <p:nvCxnSpPr>
          <p:cNvPr id="16" name="直接连接符 15">
            <a:extLst>
              <a:ext uri="{FF2B5EF4-FFF2-40B4-BE49-F238E27FC236}">
                <a16:creationId xmlns:a16="http://schemas.microsoft.com/office/drawing/2014/main" id="{96B310E2-9442-54D6-23BF-B116D664BBB3}"/>
              </a:ext>
            </a:extLst>
          </p:cNvPr>
          <p:cNvCxnSpPr/>
          <p:nvPr/>
        </p:nvCxnSpPr>
        <p:spPr>
          <a:xfrm>
            <a:off x="723900" y="1445184"/>
            <a:ext cx="1211580" cy="0"/>
          </a:xfrm>
          <a:prstGeom prst="line">
            <a:avLst/>
          </a:prstGeom>
          <a:ln w="25400">
            <a:gradFill>
              <a:gsLst>
                <a:gs pos="0">
                  <a:schemeClr val="accent1"/>
                </a:gs>
                <a:gs pos="100000">
                  <a:schemeClr val="accent1">
                    <a:alpha val="0"/>
                  </a:schemeClr>
                </a:gs>
              </a:gsLst>
              <a:lin ang="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40955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0" r="-10000"/>
          </a:stretch>
        </a:blipFill>
        <a:effectLst/>
      </p:bgPr>
    </p:bg>
    <p:spTree>
      <p:nvGrpSpPr>
        <p:cNvPr id="1" name=""/>
        <p:cNvGrpSpPr/>
        <p:nvPr/>
      </p:nvGrpSpPr>
      <p:grpSpPr>
        <a:xfrm>
          <a:off x="0" y="0"/>
          <a:ext cx="0" cy="0"/>
          <a:chOff x="0" y="0"/>
          <a:chExt cx="0" cy="0"/>
        </a:xfrm>
      </p:grpSpPr>
      <p:sp>
        <p:nvSpPr>
          <p:cNvPr id="8" name="文本占位符 7">
            <a:extLst>
              <a:ext uri="{FF2B5EF4-FFF2-40B4-BE49-F238E27FC236}">
                <a16:creationId xmlns:a16="http://schemas.microsoft.com/office/drawing/2014/main" id="{05D32818-0CA9-BFE2-3421-37BB155ED17E}"/>
              </a:ext>
            </a:extLst>
          </p:cNvPr>
          <p:cNvSpPr>
            <a:spLocks noGrp="1"/>
          </p:cNvSpPr>
          <p:nvPr>
            <p:ph type="body" sz="half" idx="2"/>
          </p:nvPr>
        </p:nvSpPr>
        <p:spPr>
          <a:xfrm>
            <a:off x="1033822" y="1494365"/>
            <a:ext cx="6646334" cy="4322235"/>
          </a:xfrm>
        </p:spPr>
        <p:txBody>
          <a:bodyPr>
            <a:normAutofit lnSpcReduction="10000"/>
          </a:bodyPr>
          <a:lstStyle/>
          <a:p>
            <a:pPr algn="l"/>
            <a:r>
              <a:rPr lang="zh-CN" altLang="en-US" sz="2400" dirty="0">
                <a:latin typeface="微软雅黑 Light" panose="020B0502040204020203" pitchFamily="34" charset="-122"/>
                <a:ea typeface="微软雅黑 Light" panose="020B0502040204020203" pitchFamily="34" charset="-122"/>
              </a:rPr>
              <a:t>大多数非临床和临床病例的</a:t>
            </a:r>
            <a:r>
              <a:rPr lang="en-US" altLang="zh-CN" sz="2400" dirty="0">
                <a:latin typeface="微软雅黑 Light" panose="020B0502040204020203" pitchFamily="34" charset="-122"/>
                <a:ea typeface="微软雅黑 Light" panose="020B0502040204020203" pitchFamily="34" charset="-122"/>
              </a:rPr>
              <a:t>AIWS</a:t>
            </a:r>
            <a:r>
              <a:rPr lang="zh-CN" altLang="en-US" sz="2400" dirty="0">
                <a:latin typeface="微软雅黑 Light" panose="020B0502040204020203" pitchFamily="34" charset="-122"/>
                <a:ea typeface="微软雅黑 Light" panose="020B0502040204020203" pitchFamily="34" charset="-122"/>
              </a:rPr>
              <a:t>被认为是良性的，也就是说，症状通常可以完全缓解，有时是自发的，而在其他情况下则需经过适当治疗。</a:t>
            </a:r>
            <a:endParaRPr lang="en-US" altLang="zh-CN" sz="2400" dirty="0">
              <a:latin typeface="微软雅黑 Light" panose="020B0502040204020203" pitchFamily="34" charset="-122"/>
              <a:ea typeface="微软雅黑 Light" panose="020B0502040204020203" pitchFamily="34" charset="-122"/>
            </a:endParaRPr>
          </a:p>
          <a:p>
            <a:pPr algn="l"/>
            <a:r>
              <a:rPr lang="zh-CN" altLang="en-US" sz="2400" dirty="0">
                <a:latin typeface="微软雅黑 Light" panose="020B0502040204020203" pitchFamily="34" charset="-122"/>
                <a:ea typeface="微软雅黑 Light" panose="020B0502040204020203" pitchFamily="34" charset="-122"/>
              </a:rPr>
              <a:t>然而，在具有潜在慢性疾病（如偏头痛和癫痫）的临床病例中，症状往往会随疾病活动阶段的进展而复发，而在脑炎的情况下，预后也可能有所不同。</a:t>
            </a:r>
            <a:endParaRPr lang="en-US" altLang="zh-CN" sz="2400" dirty="0">
              <a:latin typeface="微软雅黑 Light" panose="020B0502040204020203" pitchFamily="34" charset="-122"/>
              <a:ea typeface="微软雅黑 Light" panose="020B0502040204020203" pitchFamily="34" charset="-122"/>
            </a:endParaRPr>
          </a:p>
          <a:p>
            <a:pPr algn="l"/>
            <a:r>
              <a:rPr lang="zh-CN" altLang="en-US" sz="2400" dirty="0">
                <a:latin typeface="微软雅黑 Light" panose="020B0502040204020203" pitchFamily="34" charset="-122"/>
                <a:ea typeface="微软雅黑 Light" panose="020B0502040204020203" pitchFamily="34" charset="-122"/>
              </a:rPr>
              <a:t>通常而言，最好的治疗手段为休息。如果发病原因与偏头痛相关，治疗与预防偏头痛一致，包括抗惊厥药、抗抑郁药、</a:t>
            </a:r>
            <a:r>
              <a:rPr lang="en-US" altLang="zh-CN" sz="2400" dirty="0">
                <a:latin typeface="微软雅黑 Light" panose="020B0502040204020203" pitchFamily="34" charset="-122"/>
                <a:ea typeface="微软雅黑 Light" panose="020B0502040204020203" pitchFamily="34" charset="-122"/>
              </a:rPr>
              <a:t>β</a:t>
            </a:r>
            <a:r>
              <a:rPr lang="zh-CN" altLang="en-US" sz="2400" dirty="0">
                <a:latin typeface="微软雅黑 Light" panose="020B0502040204020203" pitchFamily="34" charset="-122"/>
                <a:ea typeface="微软雅黑 Light" panose="020B0502040204020203" pitchFamily="34" charset="-122"/>
              </a:rPr>
              <a:t>受体阻阻滞剂或钙通道阻滞剂，同时严格遵守偏头痛饮食方式。</a:t>
            </a:r>
            <a:endParaRPr lang="en-US" altLang="zh-CN" sz="2400" dirty="0">
              <a:latin typeface="微软雅黑 Light" panose="020B0502040204020203" pitchFamily="34" charset="-122"/>
              <a:ea typeface="微软雅黑 Light" panose="020B0502040204020203" pitchFamily="34" charset="-122"/>
            </a:endParaRPr>
          </a:p>
        </p:txBody>
      </p:sp>
      <p:sp>
        <p:nvSpPr>
          <p:cNvPr id="11" name="标题 1">
            <a:extLst>
              <a:ext uri="{FF2B5EF4-FFF2-40B4-BE49-F238E27FC236}">
                <a16:creationId xmlns:a16="http://schemas.microsoft.com/office/drawing/2014/main" id="{283C0C3D-3EB1-6CC0-A8D2-6A47F047981F}"/>
              </a:ext>
            </a:extLst>
          </p:cNvPr>
          <p:cNvSpPr txBox="1">
            <a:spLocks/>
          </p:cNvSpPr>
          <p:nvPr/>
        </p:nvSpPr>
        <p:spPr>
          <a:xfrm>
            <a:off x="0" y="505603"/>
            <a:ext cx="4611430" cy="707886"/>
          </a:xfrm>
          <a:prstGeom prst="rect">
            <a:avLst/>
          </a:prstGeom>
        </p:spPr>
        <p:txBody>
          <a:bodyPr wrap="square">
            <a:spAutoFit/>
          </a:bodyPr>
          <a:lstStyle>
            <a:lvl1pPr algn="ctr" defTabSz="457200" rtl="0" eaLnBrk="1" latinLnBrk="0" hangingPunct="1">
              <a:spcBef>
                <a:spcPct val="0"/>
              </a:spcBef>
              <a:buNone/>
              <a:defRPr sz="4400" kern="1200" cap="none" baseline="0">
                <a:ln w="3175" cmpd="sng">
                  <a:noFill/>
                </a:ln>
                <a:solidFill>
                  <a:schemeClr val="tx1">
                    <a:lumMod val="85000"/>
                    <a:lumOff val="15000"/>
                  </a:schemeClr>
                </a:solidFill>
                <a:effectLst/>
                <a:latin typeface="Microsoft YaHei UI" panose="020B0503020204020204" pitchFamily="34" charset="-122"/>
                <a:ea typeface="Microsoft YaHei UI" panose="020B0503020204020204" pitchFamily="3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zh-CN" altLang="en-US" sz="4000" spc="100" dirty="0">
                <a:solidFill>
                  <a:srgbClr val="AB946B"/>
                </a:solidFill>
                <a:latin typeface="Garamond" panose="02020404030301010803" pitchFamily="18" charset="0"/>
                <a:ea typeface="方正舒体" panose="02010601030101010101" pitchFamily="2" charset="-122"/>
                <a:cs typeface="+mn-cs"/>
              </a:rPr>
              <a:t>治疗方案</a:t>
            </a:r>
            <a:endParaRPr lang="zh-CN" altLang="en-US" dirty="0">
              <a:latin typeface="Garamond" panose="02020404030301010803" pitchFamily="18" charset="0"/>
              <a:ea typeface="方正舒体" panose="02010601030101010101" pitchFamily="2" charset="-122"/>
            </a:endParaRPr>
          </a:p>
        </p:txBody>
      </p:sp>
      <p:pic>
        <p:nvPicPr>
          <p:cNvPr id="15" name="图片占位符 14">
            <a:extLst>
              <a:ext uri="{FF2B5EF4-FFF2-40B4-BE49-F238E27FC236}">
                <a16:creationId xmlns:a16="http://schemas.microsoft.com/office/drawing/2014/main" id="{35E0B648-C962-D35A-6E3A-D9CE5CE31D38}"/>
              </a:ext>
            </a:extLst>
          </p:cNvPr>
          <p:cNvPicPr>
            <a:picLocks noGrp="1" noChangeAspect="1"/>
          </p:cNvPicPr>
          <p:nvPr>
            <p:ph type="pic" idx="1"/>
          </p:nvPr>
        </p:nvPicPr>
        <p:blipFill rotWithShape="1">
          <a:blip r:embed="rId3"/>
          <a:srcRect l="44095" t="2659" r="23059" b="6337"/>
          <a:stretch/>
        </p:blipFill>
        <p:spPr>
          <a:xfrm>
            <a:off x="8094831" y="1041400"/>
            <a:ext cx="3063347" cy="4775200"/>
          </a:xfrm>
        </p:spPr>
      </p:pic>
      <p:cxnSp>
        <p:nvCxnSpPr>
          <p:cNvPr id="2" name="直接连接符 1">
            <a:extLst>
              <a:ext uri="{FF2B5EF4-FFF2-40B4-BE49-F238E27FC236}">
                <a16:creationId xmlns:a16="http://schemas.microsoft.com/office/drawing/2014/main" id="{006DD959-1040-B651-6CD3-3157FB8735D3}"/>
              </a:ext>
            </a:extLst>
          </p:cNvPr>
          <p:cNvCxnSpPr/>
          <p:nvPr/>
        </p:nvCxnSpPr>
        <p:spPr>
          <a:xfrm>
            <a:off x="723900" y="1445184"/>
            <a:ext cx="1211580" cy="0"/>
          </a:xfrm>
          <a:prstGeom prst="line">
            <a:avLst/>
          </a:prstGeom>
          <a:ln w="25400">
            <a:gradFill>
              <a:gsLst>
                <a:gs pos="0">
                  <a:schemeClr val="accent1"/>
                </a:gs>
                <a:gs pos="100000">
                  <a:schemeClr val="accent1">
                    <a:alpha val="0"/>
                  </a:schemeClr>
                </a:gs>
              </a:gsLst>
              <a:lin ang="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10724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useBgFill="1">
        <p:nvSpPr>
          <p:cNvPr id="8" name="矩形 7">
            <a:extLst>
              <a:ext uri="{FF2B5EF4-FFF2-40B4-BE49-F238E27FC236}">
                <a16:creationId xmlns:a16="http://schemas.microsoft.com/office/drawing/2014/main" id="{C44B17FE-2E14-47B6-B5A8-4363DE7695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1">
              <a:latin typeface="Microsoft YaHei UI" panose="020B0503020204020204" pitchFamily="34" charset="-122"/>
              <a:ea typeface="Microsoft YaHei UI" panose="020B0503020204020204" pitchFamily="34" charset="-122"/>
            </a:endParaRPr>
          </a:p>
        </p:txBody>
      </p:sp>
      <p:sp>
        <p:nvSpPr>
          <p:cNvPr id="10" name="矩形 9">
            <a:extLst>
              <a:ext uri="{FF2B5EF4-FFF2-40B4-BE49-F238E27FC236}">
                <a16:creationId xmlns:a16="http://schemas.microsoft.com/office/drawing/2014/main" id="{14E53280-E6EB-47D2-B0BB-78B772DC4B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4663" y="469900"/>
            <a:ext cx="3695002" cy="5918200"/>
          </a:xfrm>
          <a:prstGeom prst="rect">
            <a:avLst/>
          </a:prstGeom>
          <a:solidFill>
            <a:srgbClr val="373737"/>
          </a:solidFill>
          <a:ln>
            <a:noFill/>
          </a:ln>
          <a:effectLst>
            <a:outerShdw blurRad="50800" dist="38100" dir="5400000" algn="t" rotWithShape="0">
              <a:prstClr val="black">
                <a:alpha val="40000"/>
              </a:prstClr>
            </a:outerShdw>
          </a:effectLst>
          <a:scene3d>
            <a:camera prst="orthographicFront"/>
            <a:lightRig rig="balanced" dir="t"/>
          </a:scene3d>
          <a:sp3d>
            <a:bevelT w="635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1">
              <a:latin typeface="Microsoft YaHei UI" panose="020B0503020204020204" pitchFamily="34" charset="-122"/>
              <a:ea typeface="Microsoft YaHei UI" panose="020B0503020204020204" pitchFamily="34" charset="-122"/>
            </a:endParaRPr>
          </a:p>
        </p:txBody>
      </p:sp>
      <p:sp>
        <p:nvSpPr>
          <p:cNvPr id="12" name="矩形 11">
            <a:extLst>
              <a:ext uri="{FF2B5EF4-FFF2-40B4-BE49-F238E27FC236}">
                <a16:creationId xmlns:a16="http://schemas.microsoft.com/office/drawing/2014/main" id="{E44C4738-31FA-4AA4-9D3A-9B0F0B1F5F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9668" y="635508"/>
            <a:ext cx="3364992" cy="5586984"/>
          </a:xfrm>
          <a:prstGeom prst="rect">
            <a:avLst/>
          </a:prstGeom>
          <a:noFill/>
          <a:ln w="15875" cap="flat">
            <a:solidFill>
              <a:schemeClr val="accent1"/>
            </a:solidFill>
            <a:miter lim="800000"/>
          </a:ln>
          <a:effectLst/>
        </p:spPr>
        <p:style>
          <a:lnRef idx="1">
            <a:schemeClr val="accent1"/>
          </a:lnRef>
          <a:fillRef idx="3">
            <a:schemeClr val="accent1"/>
          </a:fillRef>
          <a:effectRef idx="2">
            <a:schemeClr val="accent1"/>
          </a:effectRef>
          <a:fontRef idx="minor">
            <a:schemeClr val="lt1"/>
          </a:fontRef>
        </p:style>
      </p:sp>
      <p:sp>
        <p:nvSpPr>
          <p:cNvPr id="2" name="标题 1">
            <a:extLst>
              <a:ext uri="{FF2B5EF4-FFF2-40B4-BE49-F238E27FC236}">
                <a16:creationId xmlns:a16="http://schemas.microsoft.com/office/drawing/2014/main" id="{21C7DE69-9246-4C6D-B903-F8ACF4C0E855}"/>
              </a:ext>
            </a:extLst>
          </p:cNvPr>
          <p:cNvSpPr>
            <a:spLocks noGrp="1"/>
          </p:cNvSpPr>
          <p:nvPr>
            <p:ph type="title"/>
          </p:nvPr>
        </p:nvSpPr>
        <p:spPr>
          <a:xfrm>
            <a:off x="952108" y="954756"/>
            <a:ext cx="2730414" cy="4946003"/>
          </a:xfrm>
        </p:spPr>
        <p:txBody>
          <a:bodyPr rtlCol="0">
            <a:normAutofit/>
          </a:bodyPr>
          <a:lstStyle/>
          <a:p>
            <a:pPr rtl="0"/>
            <a:r>
              <a:rPr lang="zh-CN" altLang="en-US" sz="3600" noProof="1">
                <a:solidFill>
                  <a:srgbClr val="FFFFFF"/>
                </a:solidFill>
              </a:rPr>
              <a:t>问答环节</a:t>
            </a:r>
          </a:p>
        </p:txBody>
      </p:sp>
      <p:sp>
        <p:nvSpPr>
          <p:cNvPr id="14" name="矩形 13">
            <a:extLst>
              <a:ext uri="{FF2B5EF4-FFF2-40B4-BE49-F238E27FC236}">
                <a16:creationId xmlns:a16="http://schemas.microsoft.com/office/drawing/2014/main" id="{809F3F69-CB9E-4C14-8F9B-7565980C87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4296" y="0"/>
            <a:ext cx="7537704" cy="6858000"/>
          </a:xfrm>
          <a:prstGeom prst="rect">
            <a:avLst/>
          </a:prstGeom>
          <a:gradFill>
            <a:gsLst>
              <a:gs pos="0">
                <a:srgbClr val="FFFFFF"/>
              </a:gs>
              <a:gs pos="30000">
                <a:srgbClr val="FFFFFF"/>
              </a:gs>
              <a:gs pos="61000">
                <a:srgbClr val="F8F8F8"/>
              </a:gs>
              <a:gs pos="97000">
                <a:srgbClr val="E5E5E5"/>
              </a:gs>
            </a:gsLst>
            <a:path path="circle">
              <a:fillToRect l="50000" t="50000" r="50000" b="50000"/>
            </a:path>
          </a:gradFill>
          <a:ln>
            <a:noFill/>
          </a:ln>
          <a:effectLst>
            <a:innerShdw blurRad="63500" dist="12700" dir="10800000">
              <a:prstClr val="black">
                <a:alpha val="3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1">
              <a:latin typeface="Microsoft YaHei UI" panose="020B0503020204020204" pitchFamily="34" charset="-122"/>
              <a:ea typeface="Microsoft YaHei UI" panose="020B0503020204020204" pitchFamily="34" charset="-122"/>
            </a:endParaRPr>
          </a:p>
        </p:txBody>
      </p:sp>
      <p:graphicFrame>
        <p:nvGraphicFramePr>
          <p:cNvPr id="7" name="内容占位符 6" descr="SmartArt">
            <a:extLst>
              <a:ext uri="{FF2B5EF4-FFF2-40B4-BE49-F238E27FC236}">
                <a16:creationId xmlns:a16="http://schemas.microsoft.com/office/drawing/2014/main" id="{B2E1BEE4-C00C-453D-A483-736EC14BB2D3}"/>
              </a:ext>
            </a:extLst>
          </p:cNvPr>
          <p:cNvGraphicFramePr>
            <a:graphicFrameLocks noGrp="1"/>
          </p:cNvGraphicFramePr>
          <p:nvPr>
            <p:ph idx="1"/>
            <p:extLst>
              <p:ext uri="{D42A27DB-BD31-4B8C-83A1-F6EECF244321}">
                <p14:modId xmlns:p14="http://schemas.microsoft.com/office/powerpoint/2010/main" val="2511111725"/>
              </p:ext>
            </p:extLst>
          </p:nvPr>
        </p:nvGraphicFramePr>
        <p:xfrm>
          <a:off x="5158661" y="311340"/>
          <a:ext cx="6575425" cy="59182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42672774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useBgFill="1">
        <p:nvSpPr>
          <p:cNvPr id="8" name="矩形 7">
            <a:extLst>
              <a:ext uri="{FF2B5EF4-FFF2-40B4-BE49-F238E27FC236}">
                <a16:creationId xmlns:a16="http://schemas.microsoft.com/office/drawing/2014/main" id="{C44B17FE-2E14-47B6-B5A8-4363DE7695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1">
              <a:latin typeface="Microsoft YaHei UI" panose="020B0503020204020204" pitchFamily="34" charset="-122"/>
              <a:ea typeface="Microsoft YaHei UI" panose="020B0503020204020204" pitchFamily="34" charset="-122"/>
            </a:endParaRPr>
          </a:p>
        </p:txBody>
      </p:sp>
      <p:sp>
        <p:nvSpPr>
          <p:cNvPr id="10" name="矩形 9">
            <a:extLst>
              <a:ext uri="{FF2B5EF4-FFF2-40B4-BE49-F238E27FC236}">
                <a16:creationId xmlns:a16="http://schemas.microsoft.com/office/drawing/2014/main" id="{14E53280-E6EB-47D2-B0BB-78B772DC4B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4663" y="469900"/>
            <a:ext cx="3695002" cy="5918200"/>
          </a:xfrm>
          <a:prstGeom prst="rect">
            <a:avLst/>
          </a:prstGeom>
          <a:solidFill>
            <a:srgbClr val="373737"/>
          </a:solidFill>
          <a:ln>
            <a:noFill/>
          </a:ln>
          <a:effectLst>
            <a:outerShdw blurRad="50800" dist="38100" dir="5400000" algn="t" rotWithShape="0">
              <a:prstClr val="black">
                <a:alpha val="40000"/>
              </a:prstClr>
            </a:outerShdw>
          </a:effectLst>
          <a:scene3d>
            <a:camera prst="orthographicFront"/>
            <a:lightRig rig="balanced" dir="t"/>
          </a:scene3d>
          <a:sp3d>
            <a:bevelT w="635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1">
              <a:latin typeface="Microsoft YaHei UI" panose="020B0503020204020204" pitchFamily="34" charset="-122"/>
              <a:ea typeface="Microsoft YaHei UI" panose="020B0503020204020204" pitchFamily="34" charset="-122"/>
            </a:endParaRPr>
          </a:p>
        </p:txBody>
      </p:sp>
      <p:sp>
        <p:nvSpPr>
          <p:cNvPr id="12" name="矩形 11">
            <a:extLst>
              <a:ext uri="{FF2B5EF4-FFF2-40B4-BE49-F238E27FC236}">
                <a16:creationId xmlns:a16="http://schemas.microsoft.com/office/drawing/2014/main" id="{E44C4738-31FA-4AA4-9D3A-9B0F0B1F5F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9668" y="635508"/>
            <a:ext cx="3364992" cy="5586984"/>
          </a:xfrm>
          <a:prstGeom prst="rect">
            <a:avLst/>
          </a:prstGeom>
          <a:noFill/>
          <a:ln w="15875" cap="flat">
            <a:solidFill>
              <a:schemeClr val="accent1"/>
            </a:solidFill>
            <a:miter lim="800000"/>
          </a:ln>
          <a:effectLst/>
        </p:spPr>
        <p:style>
          <a:lnRef idx="1">
            <a:schemeClr val="accent1"/>
          </a:lnRef>
          <a:fillRef idx="3">
            <a:schemeClr val="accent1"/>
          </a:fillRef>
          <a:effectRef idx="2">
            <a:schemeClr val="accent1"/>
          </a:effectRef>
          <a:fontRef idx="minor">
            <a:schemeClr val="lt1"/>
          </a:fontRef>
        </p:style>
      </p:sp>
      <p:sp>
        <p:nvSpPr>
          <p:cNvPr id="2" name="标题 1">
            <a:extLst>
              <a:ext uri="{FF2B5EF4-FFF2-40B4-BE49-F238E27FC236}">
                <a16:creationId xmlns:a16="http://schemas.microsoft.com/office/drawing/2014/main" id="{21C7DE69-9246-4C6D-B903-F8ACF4C0E855}"/>
              </a:ext>
            </a:extLst>
          </p:cNvPr>
          <p:cNvSpPr>
            <a:spLocks noGrp="1"/>
          </p:cNvSpPr>
          <p:nvPr>
            <p:ph type="title"/>
          </p:nvPr>
        </p:nvSpPr>
        <p:spPr>
          <a:xfrm>
            <a:off x="952108" y="954756"/>
            <a:ext cx="2730414" cy="4946003"/>
          </a:xfrm>
        </p:spPr>
        <p:txBody>
          <a:bodyPr rtlCol="0">
            <a:normAutofit/>
          </a:bodyPr>
          <a:lstStyle/>
          <a:p>
            <a:pPr rtl="0"/>
            <a:r>
              <a:rPr lang="zh-CN" altLang="en-US" sz="3600" noProof="1">
                <a:solidFill>
                  <a:srgbClr val="FFFFFF"/>
                </a:solidFill>
              </a:rPr>
              <a:t>问答环节</a:t>
            </a:r>
          </a:p>
        </p:txBody>
      </p:sp>
      <p:sp>
        <p:nvSpPr>
          <p:cNvPr id="14" name="矩形 13">
            <a:extLst>
              <a:ext uri="{FF2B5EF4-FFF2-40B4-BE49-F238E27FC236}">
                <a16:creationId xmlns:a16="http://schemas.microsoft.com/office/drawing/2014/main" id="{809F3F69-CB9E-4C14-8F9B-7565980C87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4296" y="0"/>
            <a:ext cx="7537704" cy="6858000"/>
          </a:xfrm>
          <a:prstGeom prst="rect">
            <a:avLst/>
          </a:prstGeom>
          <a:gradFill>
            <a:gsLst>
              <a:gs pos="0">
                <a:srgbClr val="FFFFFF"/>
              </a:gs>
              <a:gs pos="30000">
                <a:srgbClr val="FFFFFF"/>
              </a:gs>
              <a:gs pos="61000">
                <a:srgbClr val="F8F8F8"/>
              </a:gs>
              <a:gs pos="97000">
                <a:srgbClr val="E5E5E5"/>
              </a:gs>
            </a:gsLst>
            <a:path path="circle">
              <a:fillToRect l="50000" t="50000" r="50000" b="50000"/>
            </a:path>
          </a:gradFill>
          <a:ln>
            <a:noFill/>
          </a:ln>
          <a:effectLst>
            <a:innerShdw blurRad="63500" dist="12700" dir="10800000">
              <a:prstClr val="black">
                <a:alpha val="3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1">
              <a:latin typeface="Microsoft YaHei UI" panose="020B0503020204020204" pitchFamily="34" charset="-122"/>
              <a:ea typeface="Microsoft YaHei UI" panose="020B0503020204020204" pitchFamily="34" charset="-122"/>
            </a:endParaRPr>
          </a:p>
        </p:txBody>
      </p:sp>
      <p:graphicFrame>
        <p:nvGraphicFramePr>
          <p:cNvPr id="7" name="内容占位符 6" descr="SmartArt">
            <a:extLst>
              <a:ext uri="{FF2B5EF4-FFF2-40B4-BE49-F238E27FC236}">
                <a16:creationId xmlns:a16="http://schemas.microsoft.com/office/drawing/2014/main" id="{B2E1BEE4-C00C-453D-A483-736EC14BB2D3}"/>
              </a:ext>
            </a:extLst>
          </p:cNvPr>
          <p:cNvGraphicFramePr>
            <a:graphicFrameLocks noGrp="1"/>
          </p:cNvGraphicFramePr>
          <p:nvPr>
            <p:ph idx="1"/>
            <p:extLst>
              <p:ext uri="{D42A27DB-BD31-4B8C-83A1-F6EECF244321}">
                <p14:modId xmlns:p14="http://schemas.microsoft.com/office/powerpoint/2010/main" val="2640140198"/>
              </p:ext>
            </p:extLst>
          </p:nvPr>
        </p:nvGraphicFramePr>
        <p:xfrm>
          <a:off x="5158661" y="311340"/>
          <a:ext cx="6575425" cy="59182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3713112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68A76757-CC73-9925-4944-00C6143B65DC}"/>
              </a:ext>
            </a:extLst>
          </p:cNvPr>
          <p:cNvSpPr>
            <a:spLocks noGrp="1"/>
          </p:cNvSpPr>
          <p:nvPr>
            <p:ph type="title" idx="4294967295"/>
          </p:nvPr>
        </p:nvSpPr>
        <p:spPr>
          <a:xfrm>
            <a:off x="905436" y="600075"/>
            <a:ext cx="2389188" cy="962025"/>
          </a:xfrm>
        </p:spPr>
        <p:txBody>
          <a:bodyPr>
            <a:normAutofit/>
          </a:bodyPr>
          <a:lstStyle/>
          <a:p>
            <a:r>
              <a:rPr lang="zh-CN" altLang="en-US" sz="3200" dirty="0">
                <a:solidFill>
                  <a:schemeClr val="tx1"/>
                </a:solidFill>
              </a:rPr>
              <a:t>参考文献：</a:t>
            </a:r>
          </a:p>
        </p:txBody>
      </p:sp>
      <p:sp>
        <p:nvSpPr>
          <p:cNvPr id="10" name="文本框 9">
            <a:extLst>
              <a:ext uri="{FF2B5EF4-FFF2-40B4-BE49-F238E27FC236}">
                <a16:creationId xmlns:a16="http://schemas.microsoft.com/office/drawing/2014/main" id="{383BF6E5-8B7F-3735-BB83-5CD46E783F7C}"/>
              </a:ext>
            </a:extLst>
          </p:cNvPr>
          <p:cNvSpPr txBox="1"/>
          <p:nvPr/>
        </p:nvSpPr>
        <p:spPr>
          <a:xfrm>
            <a:off x="1299882" y="1911723"/>
            <a:ext cx="9592235" cy="3139321"/>
          </a:xfrm>
          <a:prstGeom prst="rect">
            <a:avLst/>
          </a:prstGeom>
          <a:noFill/>
        </p:spPr>
        <p:txBody>
          <a:bodyPr wrap="square">
            <a:spAutoFit/>
          </a:bodyPr>
          <a:lstStyle/>
          <a:p>
            <a:pPr marL="342900" indent="-342900">
              <a:buAutoNum type="arabicPeriod"/>
            </a:pPr>
            <a:r>
              <a:rPr lang="zh-CN" altLang="en-US" dirty="0">
                <a:latin typeface="微软雅黑 Light" panose="020B0502040204020203" pitchFamily="34" charset="-122"/>
                <a:ea typeface="微软雅黑 Light" panose="020B0502040204020203" pitchFamily="34" charset="-122"/>
              </a:rPr>
              <a:t>沈东超</a:t>
            </a:r>
            <a:r>
              <a:rPr lang="en-US" altLang="zh-CN" dirty="0">
                <a:latin typeface="微软雅黑 Light" panose="020B0502040204020203" pitchFamily="34" charset="-122"/>
                <a:ea typeface="微软雅黑 Light" panose="020B0502040204020203" pitchFamily="34" charset="-122"/>
              </a:rPr>
              <a:t>, </a:t>
            </a:r>
            <a:r>
              <a:rPr lang="zh-CN" altLang="en-US" dirty="0">
                <a:latin typeface="微软雅黑 Light" panose="020B0502040204020203" pitchFamily="34" charset="-122"/>
                <a:ea typeface="微软雅黑 Light" panose="020B0502040204020203" pitchFamily="34" charset="-122"/>
              </a:rPr>
              <a:t>王春雪</a:t>
            </a:r>
            <a:r>
              <a:rPr lang="en-US" altLang="zh-CN" dirty="0">
                <a:latin typeface="微软雅黑 Light" panose="020B0502040204020203" pitchFamily="34" charset="-122"/>
                <a:ea typeface="微软雅黑 Light" panose="020B0502040204020203" pitchFamily="34" charset="-122"/>
              </a:rPr>
              <a:t>, </a:t>
            </a:r>
            <a:r>
              <a:rPr lang="zh-CN" altLang="en-US" dirty="0">
                <a:latin typeface="微软雅黑 Light" panose="020B0502040204020203" pitchFamily="34" charset="-122"/>
                <a:ea typeface="微软雅黑 Light" panose="020B0502040204020203" pitchFamily="34" charset="-122"/>
              </a:rPr>
              <a:t>王新高</a:t>
            </a:r>
            <a:r>
              <a:rPr lang="en-US" altLang="zh-CN" dirty="0">
                <a:latin typeface="微软雅黑 Light" panose="020B0502040204020203" pitchFamily="34" charset="-122"/>
                <a:ea typeface="微软雅黑 Light" panose="020B0502040204020203" pitchFamily="34" charset="-122"/>
              </a:rPr>
              <a:t>,</a:t>
            </a:r>
            <a:r>
              <a:rPr lang="zh-CN" altLang="en-US" dirty="0">
                <a:latin typeface="微软雅黑 Light" panose="020B0502040204020203" pitchFamily="34" charset="-122"/>
                <a:ea typeface="微软雅黑 Light" panose="020B0502040204020203" pitchFamily="34" charset="-122"/>
              </a:rPr>
              <a:t>等</a:t>
            </a:r>
            <a:r>
              <a:rPr lang="en-US" altLang="zh-CN" dirty="0">
                <a:latin typeface="微软雅黑 Light" panose="020B0502040204020203" pitchFamily="34" charset="-122"/>
                <a:ea typeface="微软雅黑 Light" panose="020B0502040204020203" pitchFamily="34" charset="-122"/>
              </a:rPr>
              <a:t>. </a:t>
            </a:r>
            <a:r>
              <a:rPr lang="zh-CN" altLang="en-US" dirty="0">
                <a:latin typeface="微软雅黑 Light" panose="020B0502040204020203" pitchFamily="34" charset="-122"/>
                <a:ea typeface="微软雅黑 Light" panose="020B0502040204020203" pitchFamily="34" charset="-122"/>
              </a:rPr>
              <a:t>爱丽丝漫游仙境综合征</a:t>
            </a:r>
            <a:r>
              <a:rPr lang="en-US" altLang="zh-CN" dirty="0">
                <a:latin typeface="微软雅黑 Light" panose="020B0502040204020203" pitchFamily="34" charset="-122"/>
                <a:ea typeface="微软雅黑 Light" panose="020B0502040204020203" pitchFamily="34" charset="-122"/>
              </a:rPr>
              <a:t>[J]. </a:t>
            </a:r>
            <a:r>
              <a:rPr lang="zh-CN" altLang="en-US" dirty="0">
                <a:latin typeface="微软雅黑 Light" panose="020B0502040204020203" pitchFamily="34" charset="-122"/>
                <a:ea typeface="微软雅黑 Light" panose="020B0502040204020203" pitchFamily="34" charset="-122"/>
              </a:rPr>
              <a:t>中华内科杂志</a:t>
            </a:r>
            <a:r>
              <a:rPr lang="en-US" altLang="zh-CN" dirty="0">
                <a:latin typeface="微软雅黑 Light" panose="020B0502040204020203" pitchFamily="34" charset="-122"/>
                <a:ea typeface="微软雅黑 Light" panose="020B0502040204020203" pitchFamily="34" charset="-122"/>
              </a:rPr>
              <a:t>, 2014,053(003):228-230.</a:t>
            </a:r>
          </a:p>
          <a:p>
            <a:pPr marL="342900" indent="-342900">
              <a:buAutoNum type="arabicPeriod"/>
            </a:pPr>
            <a:endParaRPr lang="en-US" altLang="zh-CN" dirty="0">
              <a:latin typeface="微软雅黑 Light" panose="020B0502040204020203" pitchFamily="34" charset="-122"/>
              <a:ea typeface="微软雅黑 Light" panose="020B0502040204020203" pitchFamily="34" charset="-122"/>
            </a:endParaRPr>
          </a:p>
          <a:p>
            <a:pPr marL="342900" indent="-342900">
              <a:buAutoNum type="arabicPeriod"/>
            </a:pPr>
            <a:r>
              <a:rPr lang="en-US" altLang="zh-CN" dirty="0">
                <a:latin typeface="微软雅黑 Light" panose="020B0502040204020203" pitchFamily="34" charset="-122"/>
                <a:ea typeface="微软雅黑 Light" panose="020B0502040204020203" pitchFamily="34" charset="-122"/>
              </a:rPr>
              <a:t>Alice in Wonderland Syndrome (AIWS): Symptoms &amp; Treatment (clevelandclinic.org)</a:t>
            </a:r>
          </a:p>
          <a:p>
            <a:pPr marL="342900" indent="-342900">
              <a:buAutoNum type="arabicPeriod"/>
            </a:pPr>
            <a:endParaRPr lang="en-US" altLang="zh-CN" dirty="0">
              <a:latin typeface="微软雅黑 Light" panose="020B0502040204020203" pitchFamily="34" charset="-122"/>
              <a:ea typeface="微软雅黑 Light" panose="020B0502040204020203" pitchFamily="34" charset="-122"/>
            </a:endParaRPr>
          </a:p>
          <a:p>
            <a:pPr marL="342900" indent="-342900">
              <a:buAutoNum type="arabicPeriod"/>
            </a:pPr>
            <a:r>
              <a:rPr lang="zh-CN" altLang="en-US" dirty="0">
                <a:latin typeface="微软雅黑 Light" panose="020B0502040204020203" pitchFamily="34" charset="-122"/>
                <a:ea typeface="微软雅黑 Light" panose="020B0502040204020203" pitchFamily="34" charset="-122"/>
              </a:rPr>
              <a:t>爱丽丝漫游综合症 </a:t>
            </a:r>
            <a:r>
              <a:rPr lang="en-US" altLang="zh-CN" dirty="0">
                <a:latin typeface="微软雅黑 Light" panose="020B0502040204020203" pitchFamily="34" charset="-122"/>
                <a:ea typeface="微软雅黑 Light" panose="020B0502040204020203" pitchFamily="34" charset="-122"/>
              </a:rPr>
              <a:t>- </a:t>
            </a:r>
            <a:r>
              <a:rPr lang="zh-CN" altLang="en-US" dirty="0">
                <a:latin typeface="微软雅黑 Light" panose="020B0502040204020203" pitchFamily="34" charset="-122"/>
                <a:ea typeface="微软雅黑 Light" panose="020B0502040204020203" pitchFamily="34" charset="-122"/>
              </a:rPr>
              <a:t>医学百科 </a:t>
            </a:r>
            <a:r>
              <a:rPr lang="en-US" altLang="zh-CN" dirty="0">
                <a:latin typeface="微软雅黑 Light" panose="020B0502040204020203" pitchFamily="34" charset="-122"/>
                <a:ea typeface="微软雅黑 Light" panose="020B0502040204020203" pitchFamily="34" charset="-122"/>
              </a:rPr>
              <a:t>(yixue.com)</a:t>
            </a:r>
          </a:p>
          <a:p>
            <a:pPr marL="342900" indent="-342900">
              <a:buAutoNum type="arabicPeriod"/>
            </a:pPr>
            <a:endParaRPr lang="en-US" altLang="zh-CN" dirty="0">
              <a:latin typeface="微软雅黑 Light" panose="020B0502040204020203" pitchFamily="34" charset="-122"/>
              <a:ea typeface="微软雅黑 Light" panose="020B0502040204020203" pitchFamily="34" charset="-122"/>
            </a:endParaRPr>
          </a:p>
          <a:p>
            <a:pPr marL="342900" indent="-342900">
              <a:buAutoNum type="arabicPeriod"/>
            </a:pPr>
            <a:r>
              <a:rPr lang="en-US" altLang="zh-CN" dirty="0">
                <a:latin typeface="微软雅黑 Light" panose="020B0502040204020203" pitchFamily="34" charset="-122"/>
                <a:ea typeface="微软雅黑 Light" panose="020B0502040204020203" pitchFamily="34" charset="-122"/>
              </a:rPr>
              <a:t>Blom JD, Looijestijn J, Goekoop R, et al. Treatment of Alice in Wonderland Syndrome and Verbal Auditory Hallucinations Using Repetitive Transcranial Magnetic Stimulation: A Case Report with fMRI Findings. Psychopathology. 2011;44:337–344.</a:t>
            </a:r>
          </a:p>
          <a:p>
            <a:pPr marL="342900" indent="-342900">
              <a:buAutoNum type="arabicPeriod"/>
            </a:pPr>
            <a:endParaRPr lang="zh-CN" altLang="en-US" dirty="0"/>
          </a:p>
        </p:txBody>
      </p:sp>
    </p:spTree>
    <p:extLst>
      <p:ext uri="{BB962C8B-B14F-4D97-AF65-F5344CB8AC3E}">
        <p14:creationId xmlns:p14="http://schemas.microsoft.com/office/powerpoint/2010/main" val="36324774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54" name="图片 53">
            <a:extLst>
              <a:ext uri="{FF2B5EF4-FFF2-40B4-BE49-F238E27FC236}">
                <a16:creationId xmlns:a16="http://schemas.microsoft.com/office/drawing/2014/main" id="{D5E3CF8B-6090-4FFC-B9BE-6FF60AEE4B7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cxnSp>
        <p:nvCxnSpPr>
          <p:cNvPr id="56" name="直接连接符​ 55">
            <a:extLst>
              <a:ext uri="{FF2B5EF4-FFF2-40B4-BE49-F238E27FC236}">
                <a16:creationId xmlns:a16="http://schemas.microsoft.com/office/drawing/2014/main" id="{F444405B-FBD8-46A8-84D6-CE72780146F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 useBgFill="1">
        <p:nvSpPr>
          <p:cNvPr id="58" name="矩形​ 57">
            <a:extLst>
              <a:ext uri="{FF2B5EF4-FFF2-40B4-BE49-F238E27FC236}">
                <a16:creationId xmlns:a16="http://schemas.microsoft.com/office/drawing/2014/main" id="{221A9CB9-F531-48D3-A506-95FE2534D4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1">
              <a:latin typeface="Microsoft YaHei UI" panose="020B0503020204020204" pitchFamily="34" charset="-122"/>
              <a:ea typeface="Microsoft YaHei UI" panose="020B0503020204020204" pitchFamily="34" charset="-122"/>
            </a:endParaRPr>
          </a:p>
        </p:txBody>
      </p:sp>
      <p:sp>
        <p:nvSpPr>
          <p:cNvPr id="60" name="矩形 59">
            <a:extLst>
              <a:ext uri="{FF2B5EF4-FFF2-40B4-BE49-F238E27FC236}">
                <a16:creationId xmlns:a16="http://schemas.microsoft.com/office/drawing/2014/main" id="{8FD39BF5-DFD4-40A5-8009-2EA1391ABA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691" y="494556"/>
            <a:ext cx="11227442" cy="5883295"/>
          </a:xfrm>
          <a:prstGeom prst="rect">
            <a:avLst/>
          </a:prstGeom>
          <a:solidFill>
            <a:schemeClr val="tx2"/>
          </a:solidFill>
          <a:ln>
            <a:noFill/>
          </a:ln>
          <a:effectLst>
            <a:outerShdw blurRad="114300" dist="127000" dir="5400000" sx="99000" sy="99000" algn="t" rotWithShape="0">
              <a:prstClr val="black">
                <a:alpha val="40000"/>
              </a:prstClr>
            </a:outerShdw>
          </a:effectLst>
          <a:scene3d>
            <a:camera prst="orthographicFront"/>
            <a:lightRig rig="twoPt" dir="t"/>
          </a:scene3d>
          <a:sp3d>
            <a:bevelT w="12700" h="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1">
              <a:latin typeface="Microsoft YaHei UI" panose="020B0503020204020204" pitchFamily="34" charset="-122"/>
              <a:ea typeface="Microsoft YaHei UI" panose="020B0503020204020204" pitchFamily="34" charset="-122"/>
            </a:endParaRPr>
          </a:p>
        </p:txBody>
      </p:sp>
      <p:grpSp>
        <p:nvGrpSpPr>
          <p:cNvPr id="62" name="组 61">
            <a:extLst>
              <a:ext uri="{FF2B5EF4-FFF2-40B4-BE49-F238E27FC236}">
                <a16:creationId xmlns:a16="http://schemas.microsoft.com/office/drawing/2014/main" id="{3A0F723F-8F96-43F7-9D99-0D837624E1A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74020" y="577316"/>
            <a:ext cx="11056826" cy="5728876"/>
            <a:chOff x="574020" y="519524"/>
            <a:chExt cx="11056826" cy="5728876"/>
          </a:xfrm>
        </p:grpSpPr>
        <p:grpSp>
          <p:nvGrpSpPr>
            <p:cNvPr id="63" name="组 62">
              <a:extLst>
                <a:ext uri="{FF2B5EF4-FFF2-40B4-BE49-F238E27FC236}">
                  <a16:creationId xmlns:a16="http://schemas.microsoft.com/office/drawing/2014/main" id="{F1B4D856-F364-4DDD-BC91-4D024A825280}"/>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375937" y="519524"/>
              <a:ext cx="246888" cy="246888"/>
              <a:chOff x="582041" y="6001512"/>
              <a:chExt cx="246888" cy="246888"/>
            </a:xfrm>
          </p:grpSpPr>
          <p:sp useBgFill="1">
            <p:nvSpPr>
              <p:cNvPr id="51" name="椭圆形 72">
                <a:extLst>
                  <a:ext uri="{FF2B5EF4-FFF2-40B4-BE49-F238E27FC236}">
                    <a16:creationId xmlns:a16="http://schemas.microsoft.com/office/drawing/2014/main" id="{72F1CBC0-365A-4E91-A63B-B7599EDED5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2300" y="6049879"/>
                <a:ext cx="155448" cy="155448"/>
              </a:xfrm>
              <a:prstGeom prst="ellipse">
                <a:avLst/>
              </a:prstGeom>
              <a:ln>
                <a:noFill/>
              </a:ln>
              <a:effectLst>
                <a:innerShdw blurRad="50800">
                  <a:schemeClr val="tx1">
                    <a:alpha val="6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1">
                  <a:latin typeface="Microsoft YaHei UI" panose="020B0503020204020204" pitchFamily="34" charset="-122"/>
                  <a:ea typeface="Microsoft YaHei UI" panose="020B0503020204020204" pitchFamily="34" charset="-122"/>
                </a:endParaRPr>
              </a:p>
            </p:txBody>
          </p:sp>
          <p:sp>
            <p:nvSpPr>
              <p:cNvPr id="52" name="同心圆 38">
                <a:extLst>
                  <a:ext uri="{FF2B5EF4-FFF2-40B4-BE49-F238E27FC236}">
                    <a16:creationId xmlns:a16="http://schemas.microsoft.com/office/drawing/2014/main" id="{BE55A32E-C79F-4FD7-8BA4-7F3613D7B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041" y="6001512"/>
                <a:ext cx="246888" cy="246888"/>
              </a:xfrm>
              <a:prstGeom prst="donut">
                <a:avLst>
                  <a:gd name="adj" fmla="val 26304"/>
                </a:avLst>
              </a:prstGeom>
              <a:gradFill>
                <a:gsLst>
                  <a:gs pos="20000">
                    <a:srgbClr val="949494"/>
                  </a:gs>
                  <a:gs pos="30000">
                    <a:srgbClr val="B2B2B2"/>
                  </a:gs>
                  <a:gs pos="51000">
                    <a:srgbClr val="E0DEDE">
                      <a:lumMod val="92000"/>
                    </a:srgbClr>
                  </a:gs>
                  <a:gs pos="8000">
                    <a:schemeClr val="bg1">
                      <a:lumMod val="41000"/>
                      <a:lumOff val="59000"/>
                    </a:schemeClr>
                  </a:gs>
                  <a:gs pos="89000">
                    <a:srgbClr val="7A7A7A"/>
                  </a:gs>
                </a:gsLst>
                <a:lin ang="3600000" scaled="0"/>
              </a:gradFill>
              <a:ln>
                <a:noFill/>
              </a:ln>
              <a:effectLst>
                <a:outerShdw blurRad="63500" sx="101000" sy="101000" algn="ctr" rotWithShape="0">
                  <a:prstClr val="black">
                    <a:alpha val="48000"/>
                  </a:prstClr>
                </a:outerShdw>
              </a:effectLst>
              <a:scene3d>
                <a:camera prst="orthographicFront"/>
                <a:lightRig rig="threePt" dir="t">
                  <a:rot lat="0" lon="0" rev="21360000"/>
                </a:lightRig>
              </a:scene3d>
              <a:sp3d>
                <a:bevelT w="19050" h="31750"/>
                <a:contourClr>
                  <a:srgbClr val="F1F1F1"/>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1">
                  <a:solidFill>
                    <a:schemeClr val="tx1"/>
                  </a:solidFill>
                  <a:latin typeface="Microsoft YaHei UI" panose="020B0503020204020204" pitchFamily="34" charset="-122"/>
                  <a:ea typeface="Microsoft YaHei UI" panose="020B0503020204020204" pitchFamily="34" charset="-122"/>
                </a:endParaRPr>
              </a:p>
            </p:txBody>
          </p:sp>
        </p:grpSp>
        <p:grpSp>
          <p:nvGrpSpPr>
            <p:cNvPr id="64" name="组 63">
              <a:extLst>
                <a:ext uri="{FF2B5EF4-FFF2-40B4-BE49-F238E27FC236}">
                  <a16:creationId xmlns:a16="http://schemas.microsoft.com/office/drawing/2014/main" id="{B22DCA41-FD40-45D5-A909-60754B58041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383958" y="6001512"/>
              <a:ext cx="246888" cy="246888"/>
              <a:chOff x="590062" y="6001512"/>
              <a:chExt cx="246888" cy="246888"/>
            </a:xfrm>
          </p:grpSpPr>
          <p:sp useBgFill="1">
            <p:nvSpPr>
              <p:cNvPr id="53" name="椭圆形 70">
                <a:extLst>
                  <a:ext uri="{FF2B5EF4-FFF2-40B4-BE49-F238E27FC236}">
                    <a16:creationId xmlns:a16="http://schemas.microsoft.com/office/drawing/2014/main" id="{03F3D55A-B20B-496C-B8DC-9E0C593E92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342" y="6057900"/>
                <a:ext cx="139700" cy="139700"/>
              </a:xfrm>
              <a:prstGeom prst="ellipse">
                <a:avLst/>
              </a:prstGeom>
              <a:ln>
                <a:noFill/>
              </a:ln>
              <a:effectLst>
                <a:innerShdw blurRad="50800">
                  <a:schemeClr val="tx1">
                    <a:alpha val="6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1">
                  <a:latin typeface="Microsoft YaHei UI" panose="020B0503020204020204" pitchFamily="34" charset="-122"/>
                  <a:ea typeface="Microsoft YaHei UI" panose="020B0503020204020204" pitchFamily="34" charset="-122"/>
                </a:endParaRPr>
              </a:p>
            </p:txBody>
          </p:sp>
          <p:sp>
            <p:nvSpPr>
              <p:cNvPr id="55" name="同心圆 36">
                <a:extLst>
                  <a:ext uri="{FF2B5EF4-FFF2-40B4-BE49-F238E27FC236}">
                    <a16:creationId xmlns:a16="http://schemas.microsoft.com/office/drawing/2014/main" id="{60221C8D-9A7A-4F34-AEE0-CF6BE6A4F0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062" y="6001512"/>
                <a:ext cx="246888" cy="246888"/>
              </a:xfrm>
              <a:prstGeom prst="donut">
                <a:avLst>
                  <a:gd name="adj" fmla="val 26304"/>
                </a:avLst>
              </a:prstGeom>
              <a:gradFill>
                <a:gsLst>
                  <a:gs pos="20000">
                    <a:srgbClr val="949494"/>
                  </a:gs>
                  <a:gs pos="30000">
                    <a:srgbClr val="B2B2B2"/>
                  </a:gs>
                  <a:gs pos="51000">
                    <a:srgbClr val="E0DEDE">
                      <a:lumMod val="92000"/>
                    </a:srgbClr>
                  </a:gs>
                  <a:gs pos="8000">
                    <a:schemeClr val="bg1">
                      <a:lumMod val="41000"/>
                      <a:lumOff val="59000"/>
                    </a:schemeClr>
                  </a:gs>
                  <a:gs pos="89000">
                    <a:srgbClr val="7A7A7A"/>
                  </a:gs>
                </a:gsLst>
                <a:lin ang="3600000" scaled="0"/>
              </a:gradFill>
              <a:ln>
                <a:noFill/>
              </a:ln>
              <a:effectLst>
                <a:outerShdw blurRad="63500" sx="101000" sy="101000" algn="ctr" rotWithShape="0">
                  <a:prstClr val="black">
                    <a:alpha val="48000"/>
                  </a:prstClr>
                </a:outerShdw>
              </a:effectLst>
              <a:scene3d>
                <a:camera prst="orthographicFront"/>
                <a:lightRig rig="threePt" dir="t">
                  <a:rot lat="0" lon="0" rev="21360000"/>
                </a:lightRig>
              </a:scene3d>
              <a:sp3d>
                <a:bevelT w="19050" h="31750"/>
                <a:contourClr>
                  <a:srgbClr val="F1F1F1"/>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1">
                  <a:solidFill>
                    <a:schemeClr val="tx1"/>
                  </a:solidFill>
                  <a:latin typeface="Microsoft YaHei UI" panose="020B0503020204020204" pitchFamily="34" charset="-122"/>
                  <a:ea typeface="Microsoft YaHei UI" panose="020B0503020204020204" pitchFamily="34" charset="-122"/>
                </a:endParaRPr>
              </a:p>
            </p:txBody>
          </p:sp>
        </p:grpSp>
        <p:grpSp>
          <p:nvGrpSpPr>
            <p:cNvPr id="65" name="组 64">
              <a:extLst>
                <a:ext uri="{FF2B5EF4-FFF2-40B4-BE49-F238E27FC236}">
                  <a16:creationId xmlns:a16="http://schemas.microsoft.com/office/drawing/2014/main" id="{B7419ED5-1433-4FFB-A272-D18229B0494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74020" y="519524"/>
              <a:ext cx="246888" cy="246888"/>
              <a:chOff x="574020" y="6001512"/>
              <a:chExt cx="246888" cy="246888"/>
            </a:xfrm>
          </p:grpSpPr>
          <p:sp useBgFill="1">
            <p:nvSpPr>
              <p:cNvPr id="57" name="椭圆形 68">
                <a:extLst>
                  <a:ext uri="{FF2B5EF4-FFF2-40B4-BE49-F238E27FC236}">
                    <a16:creationId xmlns:a16="http://schemas.microsoft.com/office/drawing/2014/main" id="{8CBEE95B-136E-45DC-90DC-5E7C76EB4A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2300" y="6057900"/>
                <a:ext cx="146304" cy="146304"/>
              </a:xfrm>
              <a:prstGeom prst="ellipse">
                <a:avLst/>
              </a:prstGeom>
              <a:ln>
                <a:noFill/>
              </a:ln>
              <a:effectLst>
                <a:innerShdw blurRad="50800">
                  <a:schemeClr val="tx1">
                    <a:alpha val="6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1">
                  <a:latin typeface="Microsoft YaHei UI" panose="020B0503020204020204" pitchFamily="34" charset="-122"/>
                  <a:ea typeface="Microsoft YaHei UI" panose="020B0503020204020204" pitchFamily="34" charset="-122"/>
                </a:endParaRPr>
              </a:p>
            </p:txBody>
          </p:sp>
          <p:sp>
            <p:nvSpPr>
              <p:cNvPr id="59" name="同心圆 34">
                <a:extLst>
                  <a:ext uri="{FF2B5EF4-FFF2-40B4-BE49-F238E27FC236}">
                    <a16:creationId xmlns:a16="http://schemas.microsoft.com/office/drawing/2014/main" id="{7A142A39-09DE-427E-98BE-AB81BBA21A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4020" y="6001512"/>
                <a:ext cx="246888" cy="246888"/>
              </a:xfrm>
              <a:prstGeom prst="donut">
                <a:avLst>
                  <a:gd name="adj" fmla="val 26304"/>
                </a:avLst>
              </a:prstGeom>
              <a:gradFill>
                <a:gsLst>
                  <a:gs pos="20000">
                    <a:srgbClr val="949494"/>
                  </a:gs>
                  <a:gs pos="30000">
                    <a:srgbClr val="B2B2B2"/>
                  </a:gs>
                  <a:gs pos="51000">
                    <a:srgbClr val="E0DEDE">
                      <a:lumMod val="92000"/>
                    </a:srgbClr>
                  </a:gs>
                  <a:gs pos="8000">
                    <a:schemeClr val="bg1">
                      <a:lumMod val="41000"/>
                      <a:lumOff val="59000"/>
                    </a:schemeClr>
                  </a:gs>
                  <a:gs pos="89000">
                    <a:srgbClr val="7A7A7A"/>
                  </a:gs>
                </a:gsLst>
                <a:lin ang="3600000" scaled="0"/>
              </a:gradFill>
              <a:ln>
                <a:noFill/>
              </a:ln>
              <a:effectLst>
                <a:outerShdw blurRad="63500" sx="101000" sy="101000" algn="ctr" rotWithShape="0">
                  <a:prstClr val="black">
                    <a:alpha val="48000"/>
                  </a:prstClr>
                </a:outerShdw>
              </a:effectLst>
              <a:scene3d>
                <a:camera prst="orthographicFront"/>
                <a:lightRig rig="threePt" dir="t">
                  <a:rot lat="0" lon="0" rev="21360000"/>
                </a:lightRig>
              </a:scene3d>
              <a:sp3d>
                <a:bevelT w="19050" h="31750"/>
                <a:contourClr>
                  <a:srgbClr val="F1F1F1"/>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1">
                  <a:solidFill>
                    <a:schemeClr val="tx1"/>
                  </a:solidFill>
                  <a:latin typeface="Microsoft YaHei UI" panose="020B0503020204020204" pitchFamily="34" charset="-122"/>
                  <a:ea typeface="Microsoft YaHei UI" panose="020B0503020204020204" pitchFamily="34" charset="-122"/>
                </a:endParaRPr>
              </a:p>
            </p:txBody>
          </p:sp>
        </p:grpSp>
        <p:grpSp>
          <p:nvGrpSpPr>
            <p:cNvPr id="66" name="组 65">
              <a:extLst>
                <a:ext uri="{FF2B5EF4-FFF2-40B4-BE49-F238E27FC236}">
                  <a16:creationId xmlns:a16="http://schemas.microsoft.com/office/drawing/2014/main" id="{C6260297-94CB-4B81-B325-16CE9D23D59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74020" y="6001512"/>
              <a:ext cx="246888" cy="246888"/>
              <a:chOff x="574020" y="6001512"/>
              <a:chExt cx="246888" cy="246888"/>
            </a:xfrm>
          </p:grpSpPr>
          <p:sp useBgFill="1">
            <p:nvSpPr>
              <p:cNvPr id="61" name="椭圆形 66">
                <a:extLst>
                  <a:ext uri="{FF2B5EF4-FFF2-40B4-BE49-F238E27FC236}">
                    <a16:creationId xmlns:a16="http://schemas.microsoft.com/office/drawing/2014/main" id="{2CFE29B2-BBC3-4B31-9C8A-D8378E5CE0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2300" y="6057900"/>
                <a:ext cx="139700" cy="139700"/>
              </a:xfrm>
              <a:prstGeom prst="ellipse">
                <a:avLst/>
              </a:prstGeom>
              <a:ln>
                <a:noFill/>
              </a:ln>
              <a:effectLst>
                <a:innerShdw blurRad="50800">
                  <a:schemeClr val="tx1">
                    <a:alpha val="6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1">
                  <a:latin typeface="Microsoft YaHei UI" panose="020B0503020204020204" pitchFamily="34" charset="-122"/>
                  <a:ea typeface="Microsoft YaHei UI" panose="020B0503020204020204" pitchFamily="34" charset="-122"/>
                </a:endParaRPr>
              </a:p>
            </p:txBody>
          </p:sp>
          <p:sp>
            <p:nvSpPr>
              <p:cNvPr id="75" name="同心圆 32">
                <a:extLst>
                  <a:ext uri="{FF2B5EF4-FFF2-40B4-BE49-F238E27FC236}">
                    <a16:creationId xmlns:a16="http://schemas.microsoft.com/office/drawing/2014/main" id="{9A38BB73-EDDD-49D1-A06C-2B793E000A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4020" y="6001512"/>
                <a:ext cx="246888" cy="246888"/>
              </a:xfrm>
              <a:prstGeom prst="donut">
                <a:avLst>
                  <a:gd name="adj" fmla="val 26304"/>
                </a:avLst>
              </a:prstGeom>
              <a:gradFill>
                <a:gsLst>
                  <a:gs pos="20000">
                    <a:srgbClr val="949494"/>
                  </a:gs>
                  <a:gs pos="30000">
                    <a:srgbClr val="B2B2B2"/>
                  </a:gs>
                  <a:gs pos="51000">
                    <a:srgbClr val="E0DEDE">
                      <a:lumMod val="92000"/>
                    </a:srgbClr>
                  </a:gs>
                  <a:gs pos="8000">
                    <a:schemeClr val="bg1">
                      <a:lumMod val="41000"/>
                      <a:lumOff val="59000"/>
                    </a:schemeClr>
                  </a:gs>
                  <a:gs pos="89000">
                    <a:srgbClr val="7A7A7A"/>
                  </a:gs>
                </a:gsLst>
                <a:lin ang="3600000" scaled="0"/>
              </a:gradFill>
              <a:ln>
                <a:noFill/>
              </a:ln>
              <a:effectLst>
                <a:outerShdw blurRad="63500" sx="101000" sy="101000" algn="ctr" rotWithShape="0">
                  <a:prstClr val="black">
                    <a:alpha val="48000"/>
                  </a:prstClr>
                </a:outerShdw>
              </a:effectLst>
              <a:scene3d>
                <a:camera prst="orthographicFront"/>
                <a:lightRig rig="threePt" dir="t">
                  <a:rot lat="0" lon="0" rev="21360000"/>
                </a:lightRig>
              </a:scene3d>
              <a:sp3d>
                <a:bevelT w="19050" h="31750"/>
                <a:contourClr>
                  <a:srgbClr val="F1F1F1"/>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1">
                  <a:solidFill>
                    <a:schemeClr val="tx1"/>
                  </a:solidFill>
                  <a:latin typeface="Microsoft YaHei UI" panose="020B0503020204020204" pitchFamily="34" charset="-122"/>
                  <a:ea typeface="Microsoft YaHei UI" panose="020B0503020204020204" pitchFamily="34" charset="-122"/>
                </a:endParaRPr>
              </a:p>
            </p:txBody>
          </p:sp>
        </p:grpSp>
      </p:grpSp>
      <p:sp>
        <p:nvSpPr>
          <p:cNvPr id="2" name="标题 1">
            <a:extLst>
              <a:ext uri="{FF2B5EF4-FFF2-40B4-BE49-F238E27FC236}">
                <a16:creationId xmlns:a16="http://schemas.microsoft.com/office/drawing/2014/main" id="{FB4F001B-64F9-495D-AEA3-E3764742F8F4}"/>
              </a:ext>
            </a:extLst>
          </p:cNvPr>
          <p:cNvSpPr>
            <a:spLocks noGrp="1"/>
          </p:cNvSpPr>
          <p:nvPr>
            <p:ph type="title"/>
          </p:nvPr>
        </p:nvSpPr>
        <p:spPr>
          <a:xfrm>
            <a:off x="1979612" y="2263571"/>
            <a:ext cx="8229600" cy="2345264"/>
          </a:xfrm>
        </p:spPr>
        <p:txBody>
          <a:bodyPr vert="horz" lIns="91440" tIns="45720" rIns="91440" bIns="45720" rtlCol="0" anchor="b">
            <a:normAutofit/>
          </a:bodyPr>
          <a:lstStyle/>
          <a:p>
            <a:pPr rtl="0"/>
            <a:r>
              <a:rPr lang="en-US" altLang="zh-CN" sz="7200" noProof="1">
                <a:solidFill>
                  <a:schemeClr val="bg1"/>
                </a:solidFill>
              </a:rPr>
              <a:t>Thanks for Listening!</a:t>
            </a:r>
            <a:endParaRPr lang="zh-CN" altLang="en-US" sz="7200" noProof="1">
              <a:solidFill>
                <a:schemeClr val="bg1"/>
              </a:solidFill>
            </a:endParaRPr>
          </a:p>
        </p:txBody>
      </p:sp>
      <p:cxnSp>
        <p:nvCxnSpPr>
          <p:cNvPr id="76" name="直接连接符​​(S) 75">
            <a:extLst>
              <a:ext uri="{FF2B5EF4-FFF2-40B4-BE49-F238E27FC236}">
                <a16:creationId xmlns:a16="http://schemas.microsoft.com/office/drawing/2014/main" id="{9135029A-5B59-4B80-8F56-B7BB132D670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70123" y="3594428"/>
            <a:ext cx="8138160"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07288722"/>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环保">
  <a:themeElements>
    <a:clrScheme name="Custom 46">
      <a:dk1>
        <a:sysClr val="windowText" lastClr="000000"/>
      </a:dk1>
      <a:lt1>
        <a:sysClr val="window" lastClr="FFFFFF"/>
      </a:lt1>
      <a:dk2>
        <a:srgbClr val="212121"/>
      </a:dk2>
      <a:lt2>
        <a:srgbClr val="DADADA"/>
      </a:lt2>
      <a:accent1>
        <a:srgbClr val="AB946B"/>
      </a:accent1>
      <a:accent2>
        <a:srgbClr val="FF9900"/>
      </a:accent2>
      <a:accent3>
        <a:srgbClr val="DD8C3C"/>
      </a:accent3>
      <a:accent4>
        <a:srgbClr val="8E684C"/>
      </a:accent4>
      <a:accent5>
        <a:srgbClr val="CBAF62"/>
      </a:accent5>
      <a:accent6>
        <a:srgbClr val="33CCCC"/>
      </a:accent6>
      <a:hlink>
        <a:srgbClr val="86724D"/>
      </a:hlink>
      <a:folHlink>
        <a:srgbClr val="B99E84"/>
      </a:folHlink>
    </a:clrScheme>
    <a:fontScheme name="font">
      <a:majorFont>
        <a:latin typeface="Garamond"/>
        <a:ea typeface="方正舒体"/>
        <a:cs typeface=""/>
      </a:majorFont>
      <a:minorFont>
        <a:latin typeface="Garamond"/>
        <a:ea typeface="方正舒体"/>
        <a:cs typeface=""/>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ffice_41780286_TF78524312" id="{1682C8B5-03C8-4467-BC0D-943A348142E9}" vid="{010683C4-3E83-477D-B445-F74E827D1D66}"/>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93813dd7ca6ad654711aa0ab317e03a3">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f11dc0ce689dd3925e84e4e35398c6e7"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075A39CB-C45B-4F08-829C-AB9550EE08FE}">
  <ds:schemaRefs>
    <ds:schemaRef ds:uri="http://schemas.microsoft.com/sharepoint/v3/contenttype/forms"/>
  </ds:schemaRefs>
</ds:datastoreItem>
</file>

<file path=customXml/itemProps2.xml><?xml version="1.0" encoding="utf-8"?>
<ds:datastoreItem xmlns:ds="http://schemas.openxmlformats.org/officeDocument/2006/customXml" ds:itemID="{0F92F16A-38EE-4C9D-AFD3-2845EC2D906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0C6F0FA-5858-4AD1-8F89-D32310719A51}">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主题1</Template>
  <TotalTime>264</TotalTime>
  <Words>1554</Words>
  <Application>Microsoft Office PowerPoint</Application>
  <PresentationFormat>宽屏</PresentationFormat>
  <Paragraphs>149</Paragraphs>
  <Slides>24</Slides>
  <Notes>16</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24</vt:i4>
      </vt:variant>
    </vt:vector>
  </HeadingPairs>
  <TitlesOfParts>
    <vt:vector size="34" baseType="lpstr">
      <vt:lpstr>Microsoft YaHei UI</vt:lpstr>
      <vt:lpstr>Philosopher</vt:lpstr>
      <vt:lpstr>华文仿宋</vt:lpstr>
      <vt:lpstr>宋体</vt:lpstr>
      <vt:lpstr>微软雅黑 Light</vt:lpstr>
      <vt:lpstr>Arial</vt:lpstr>
      <vt:lpstr>Garamond</vt:lpstr>
      <vt:lpstr>Georgia</vt:lpstr>
      <vt:lpstr>Times New Roman</vt:lpstr>
      <vt:lpstr>环保</vt:lpstr>
      <vt:lpstr>PowerPoint 演示文稿</vt:lpstr>
      <vt:lpstr>PowerPoint 演示文稿</vt:lpstr>
      <vt:lpstr>病症概述</vt:lpstr>
      <vt:lpstr>PowerPoint 演示文稿</vt:lpstr>
      <vt:lpstr>PowerPoint 演示文稿</vt:lpstr>
      <vt:lpstr>PowerPoint 演示文稿</vt:lpstr>
      <vt:lpstr>PowerPoint 演示文稿</vt:lpstr>
      <vt:lpstr>病因探寻</vt:lpstr>
      <vt:lpstr>PowerPoint 演示文稿</vt:lpstr>
      <vt:lpstr>PowerPoint 演示文稿</vt:lpstr>
      <vt:lpstr>PowerPoint 演示文稿</vt:lpstr>
      <vt:lpstr>PowerPoint 演示文稿</vt:lpstr>
      <vt:lpstr>疾病表现</vt:lpstr>
      <vt:lpstr>PowerPoint 演示文稿</vt:lpstr>
      <vt:lpstr>PowerPoint 演示文稿</vt:lpstr>
      <vt:lpstr>PowerPoint 演示文稿</vt:lpstr>
      <vt:lpstr>治疗方案</vt:lpstr>
      <vt:lpstr>PowerPoint 演示文稿</vt:lpstr>
      <vt:lpstr>PowerPoint 演示文稿</vt:lpstr>
      <vt:lpstr>PowerPoint 演示文稿</vt:lpstr>
      <vt:lpstr>问答环节</vt:lpstr>
      <vt:lpstr>问答环节</vt:lpstr>
      <vt:lpstr>参考文献：</vt:lpstr>
      <vt:lpstr>Thanks for Listening!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chen 陈</dc:creator>
  <cp:lastModifiedBy>chen 陈</cp:lastModifiedBy>
  <cp:revision>30</cp:revision>
  <dcterms:created xsi:type="dcterms:W3CDTF">2024-05-06T11:54:20Z</dcterms:created>
  <dcterms:modified xsi:type="dcterms:W3CDTF">2024-05-10T10:24:58Z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