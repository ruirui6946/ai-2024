
<file path=[Content_Types].xml><?xml version="1.0" encoding="utf-8"?>
<Types xmlns="http://schemas.openxmlformats.org/package/2006/content-types">
  <Default Extension="img" ContentType="image/img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2" r:id="rId34"/>
    <p:sldId id="293" r:id="rId35"/>
    <p:sldId id="294" r:id="rId36"/>
    <p:sldId id="289" r:id="rId37"/>
    <p:sldId id="290" r:id="rId38"/>
    <p:sldId id="291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7F91A-96C8-4D35-BD4F-BF33BD7AD4D3}" v="35" dt="2024-04-18T08:42:44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min Leaf" userId="fc8d58b4c7cf14b0" providerId="LiveId" clId="{EFC7F91A-96C8-4D35-BD4F-BF33BD7AD4D3}"/>
    <pc:docChg chg="undo redo custSel addSld delSld modSld">
      <pc:chgData name="Fumin Leaf" userId="fc8d58b4c7cf14b0" providerId="LiveId" clId="{EFC7F91A-96C8-4D35-BD4F-BF33BD7AD4D3}" dt="2024-04-18T08:53:19.953" v="723" actId="207"/>
      <pc:docMkLst>
        <pc:docMk/>
      </pc:docMkLst>
      <pc:sldChg chg="modSp mod">
        <pc:chgData name="Fumin Leaf" userId="fc8d58b4c7cf14b0" providerId="LiveId" clId="{EFC7F91A-96C8-4D35-BD4F-BF33BD7AD4D3}" dt="2024-04-17T14:24:48.517" v="333" actId="403"/>
        <pc:sldMkLst>
          <pc:docMk/>
          <pc:sldMk cId="0" sldId="256"/>
        </pc:sldMkLst>
        <pc:spChg chg="mod">
          <ac:chgData name="Fumin Leaf" userId="fc8d58b4c7cf14b0" providerId="LiveId" clId="{EFC7F91A-96C8-4D35-BD4F-BF33BD7AD4D3}" dt="2024-04-17T14:23:51.575" v="326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Fumin Leaf" userId="fc8d58b4c7cf14b0" providerId="LiveId" clId="{EFC7F91A-96C8-4D35-BD4F-BF33BD7AD4D3}" dt="2024-04-17T14:24:48.517" v="333" actId="403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Fumin Leaf" userId="fc8d58b4c7cf14b0" providerId="LiveId" clId="{EFC7F91A-96C8-4D35-BD4F-BF33BD7AD4D3}" dt="2024-04-17T10:12:37.520" v="304" actId="1076"/>
        <pc:sldMkLst>
          <pc:docMk/>
          <pc:sldMk cId="0" sldId="257"/>
        </pc:sldMkLst>
        <pc:spChg chg="mod">
          <ac:chgData name="Fumin Leaf" userId="fc8d58b4c7cf14b0" providerId="LiveId" clId="{EFC7F91A-96C8-4D35-BD4F-BF33BD7AD4D3}" dt="2024-04-17T10:12:33.287" v="303" actId="403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Fumin Leaf" userId="fc8d58b4c7cf14b0" providerId="LiveId" clId="{EFC7F91A-96C8-4D35-BD4F-BF33BD7AD4D3}" dt="2024-04-17T10:12:37.520" v="304" actId="1076"/>
          <ac:spMkLst>
            <pc:docMk/>
            <pc:sldMk cId="0" sldId="257"/>
            <ac:spMk id="4" creationId="{2FA6678C-57AB-764D-EAA7-8EB0BF3BACE1}"/>
          </ac:spMkLst>
        </pc:spChg>
      </pc:sldChg>
      <pc:sldChg chg="modSp mod">
        <pc:chgData name="Fumin Leaf" userId="fc8d58b4c7cf14b0" providerId="LiveId" clId="{EFC7F91A-96C8-4D35-BD4F-BF33BD7AD4D3}" dt="2024-04-17T14:25:39.226" v="334" actId="207"/>
        <pc:sldMkLst>
          <pc:docMk/>
          <pc:sldMk cId="0" sldId="259"/>
        </pc:sldMkLst>
        <pc:spChg chg="mod">
          <ac:chgData name="Fumin Leaf" userId="fc8d58b4c7cf14b0" providerId="LiveId" clId="{EFC7F91A-96C8-4D35-BD4F-BF33BD7AD4D3}" dt="2024-04-17T14:25:39.226" v="334" actId="20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7T10:07:27.518" v="288" actId="20577"/>
        <pc:sldMkLst>
          <pc:docMk/>
          <pc:sldMk cId="0" sldId="261"/>
        </pc:sldMkLst>
        <pc:spChg chg="mod">
          <ac:chgData name="Fumin Leaf" userId="fc8d58b4c7cf14b0" providerId="LiveId" clId="{EFC7F91A-96C8-4D35-BD4F-BF33BD7AD4D3}" dt="2024-04-17T10:07:27.518" v="288" actId="20577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7T10:13:37.290" v="307" actId="207"/>
        <pc:sldMkLst>
          <pc:docMk/>
          <pc:sldMk cId="0" sldId="262"/>
        </pc:sldMkLst>
        <pc:spChg chg="mod">
          <ac:chgData name="Fumin Leaf" userId="fc8d58b4c7cf14b0" providerId="LiveId" clId="{EFC7F91A-96C8-4D35-BD4F-BF33BD7AD4D3}" dt="2024-04-17T10:13:37.290" v="307" actId="207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7T10:08:58.348" v="295" actId="207"/>
        <pc:sldMkLst>
          <pc:docMk/>
          <pc:sldMk cId="0" sldId="264"/>
        </pc:sldMkLst>
        <pc:spChg chg="mod">
          <ac:chgData name="Fumin Leaf" userId="fc8d58b4c7cf14b0" providerId="LiveId" clId="{EFC7F91A-96C8-4D35-BD4F-BF33BD7AD4D3}" dt="2024-04-17T10:08:58.348" v="295" actId="20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7T14:25:56.129" v="336" actId="20578"/>
        <pc:sldMkLst>
          <pc:docMk/>
          <pc:sldMk cId="0" sldId="266"/>
        </pc:sldMkLst>
        <pc:spChg chg="mod">
          <ac:chgData name="Fumin Leaf" userId="fc8d58b4c7cf14b0" providerId="LiveId" clId="{EFC7F91A-96C8-4D35-BD4F-BF33BD7AD4D3}" dt="2024-04-17T14:25:56.129" v="336" actId="20578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7T10:15:08.410" v="314" actId="207"/>
        <pc:sldMkLst>
          <pc:docMk/>
          <pc:sldMk cId="0" sldId="268"/>
        </pc:sldMkLst>
        <pc:spChg chg="mod">
          <ac:chgData name="Fumin Leaf" userId="fc8d58b4c7cf14b0" providerId="LiveId" clId="{EFC7F91A-96C8-4D35-BD4F-BF33BD7AD4D3}" dt="2024-04-17T10:15:08.410" v="314" actId="207"/>
          <ac:spMkLst>
            <pc:docMk/>
            <pc:sldMk cId="0" sldId="268"/>
            <ac:spMk id="4" creationId="{00000000-0000-0000-0000-000000000000}"/>
          </ac:spMkLst>
        </pc:spChg>
      </pc:sldChg>
      <pc:sldChg chg="addSp delSp modSp mod">
        <pc:chgData name="Fumin Leaf" userId="fc8d58b4c7cf14b0" providerId="LiveId" clId="{EFC7F91A-96C8-4D35-BD4F-BF33BD7AD4D3}" dt="2024-04-17T14:30:04.586" v="369" actId="1076"/>
        <pc:sldMkLst>
          <pc:docMk/>
          <pc:sldMk cId="0" sldId="270"/>
        </pc:sldMkLst>
        <pc:spChg chg="mod">
          <ac:chgData name="Fumin Leaf" userId="fc8d58b4c7cf14b0" providerId="LiveId" clId="{EFC7F91A-96C8-4D35-BD4F-BF33BD7AD4D3}" dt="2024-04-17T14:28:46.665" v="352" actId="1076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Fumin Leaf" userId="fc8d58b4c7cf14b0" providerId="LiveId" clId="{EFC7F91A-96C8-4D35-BD4F-BF33BD7AD4D3}" dt="2024-04-17T10:15:29.648" v="316" actId="478"/>
          <ac:spMkLst>
            <pc:docMk/>
            <pc:sldMk cId="0" sldId="270"/>
            <ac:spMk id="5" creationId="{00000000-0000-0000-0000-000000000000}"/>
          </ac:spMkLst>
        </pc:spChg>
        <pc:spChg chg="add mod">
          <ac:chgData name="Fumin Leaf" userId="fc8d58b4c7cf14b0" providerId="LiveId" clId="{EFC7F91A-96C8-4D35-BD4F-BF33BD7AD4D3}" dt="2024-04-17T10:18:17.545" v="323" actId="207"/>
          <ac:spMkLst>
            <pc:docMk/>
            <pc:sldMk cId="0" sldId="270"/>
            <ac:spMk id="7" creationId="{6029DF62-6AAF-BAAD-64BC-B5970979CFDF}"/>
          </ac:spMkLst>
        </pc:spChg>
        <pc:picChg chg="mod">
          <ac:chgData name="Fumin Leaf" userId="fc8d58b4c7cf14b0" providerId="LiveId" clId="{EFC7F91A-96C8-4D35-BD4F-BF33BD7AD4D3}" dt="2024-04-17T14:29:45.158" v="363" actId="1076"/>
          <ac:picMkLst>
            <pc:docMk/>
            <pc:sldMk cId="0" sldId="270"/>
            <ac:picMk id="2" creationId="{00000000-0000-0000-0000-000000000000}"/>
          </ac:picMkLst>
        </pc:picChg>
        <pc:picChg chg="add mod">
          <ac:chgData name="Fumin Leaf" userId="fc8d58b4c7cf14b0" providerId="LiveId" clId="{EFC7F91A-96C8-4D35-BD4F-BF33BD7AD4D3}" dt="2024-04-17T14:29:45.158" v="363" actId="1076"/>
          <ac:picMkLst>
            <pc:docMk/>
            <pc:sldMk cId="0" sldId="270"/>
            <ac:picMk id="1026" creationId="{F2656AEF-DCAF-6FBB-BFE6-B54DC33C0CF5}"/>
          </ac:picMkLst>
        </pc:picChg>
        <pc:picChg chg="add mod">
          <ac:chgData name="Fumin Leaf" userId="fc8d58b4c7cf14b0" providerId="LiveId" clId="{EFC7F91A-96C8-4D35-BD4F-BF33BD7AD4D3}" dt="2024-04-17T14:30:04.586" v="369" actId="1076"/>
          <ac:picMkLst>
            <pc:docMk/>
            <pc:sldMk cId="0" sldId="270"/>
            <ac:picMk id="1028" creationId="{749C7000-5508-1DF6-A99E-A7B98233F865}"/>
          </ac:picMkLst>
        </pc:picChg>
      </pc:sldChg>
      <pc:sldChg chg="modSp mod">
        <pc:chgData name="Fumin Leaf" userId="fc8d58b4c7cf14b0" providerId="LiveId" clId="{EFC7F91A-96C8-4D35-BD4F-BF33BD7AD4D3}" dt="2024-04-17T14:26:40.948" v="340" actId="207"/>
        <pc:sldMkLst>
          <pc:docMk/>
          <pc:sldMk cId="0" sldId="271"/>
        </pc:sldMkLst>
        <pc:spChg chg="mod">
          <ac:chgData name="Fumin Leaf" userId="fc8d58b4c7cf14b0" providerId="LiveId" clId="{EFC7F91A-96C8-4D35-BD4F-BF33BD7AD4D3}" dt="2024-04-17T14:26:40.948" v="340" actId="207"/>
          <ac:spMkLst>
            <pc:docMk/>
            <pc:sldMk cId="0" sldId="271"/>
            <ac:spMk id="5" creationId="{00000000-0000-0000-0000-000000000000}"/>
          </ac:spMkLst>
        </pc:spChg>
        <pc:picChg chg="mod">
          <ac:chgData name="Fumin Leaf" userId="fc8d58b4c7cf14b0" providerId="LiveId" clId="{EFC7F91A-96C8-4D35-BD4F-BF33BD7AD4D3}" dt="2024-04-16T08:37:11.236" v="183" actId="1076"/>
          <ac:picMkLst>
            <pc:docMk/>
            <pc:sldMk cId="0" sldId="271"/>
            <ac:picMk id="3" creationId="{00000000-0000-0000-0000-000000000000}"/>
          </ac:picMkLst>
        </pc:picChg>
      </pc:sldChg>
      <pc:sldChg chg="addSp modSp mod">
        <pc:chgData name="Fumin Leaf" userId="fc8d58b4c7cf14b0" providerId="LiveId" clId="{EFC7F91A-96C8-4D35-BD4F-BF33BD7AD4D3}" dt="2024-04-17T14:30:47.261" v="373" actId="1076"/>
        <pc:sldMkLst>
          <pc:docMk/>
          <pc:sldMk cId="0" sldId="272"/>
        </pc:sldMkLst>
        <pc:spChg chg="mod">
          <ac:chgData name="Fumin Leaf" userId="fc8d58b4c7cf14b0" providerId="LiveId" clId="{EFC7F91A-96C8-4D35-BD4F-BF33BD7AD4D3}" dt="2024-04-17T14:27:04.344" v="343" actId="207"/>
          <ac:spMkLst>
            <pc:docMk/>
            <pc:sldMk cId="0" sldId="272"/>
            <ac:spMk id="5" creationId="{00000000-0000-0000-0000-000000000000}"/>
          </ac:spMkLst>
        </pc:spChg>
        <pc:picChg chg="mod">
          <ac:chgData name="Fumin Leaf" userId="fc8d58b4c7cf14b0" providerId="LiveId" clId="{EFC7F91A-96C8-4D35-BD4F-BF33BD7AD4D3}" dt="2024-04-16T08:36:48.416" v="171" actId="1076"/>
          <ac:picMkLst>
            <pc:docMk/>
            <pc:sldMk cId="0" sldId="272"/>
            <ac:picMk id="6" creationId="{00000000-0000-0000-0000-000000000000}"/>
          </ac:picMkLst>
        </pc:picChg>
        <pc:picChg chg="add mod">
          <ac:chgData name="Fumin Leaf" userId="fc8d58b4c7cf14b0" providerId="LiveId" clId="{EFC7F91A-96C8-4D35-BD4F-BF33BD7AD4D3}" dt="2024-04-17T14:30:47.261" v="373" actId="1076"/>
          <ac:picMkLst>
            <pc:docMk/>
            <pc:sldMk cId="0" sldId="272"/>
            <ac:picMk id="2050" creationId="{7E30E2EB-20D6-5883-B57B-F91EA3BA200C}"/>
          </ac:picMkLst>
        </pc:picChg>
      </pc:sldChg>
      <pc:sldChg chg="modSp mod">
        <pc:chgData name="Fumin Leaf" userId="fc8d58b4c7cf14b0" providerId="LiveId" clId="{EFC7F91A-96C8-4D35-BD4F-BF33BD7AD4D3}" dt="2024-04-17T14:27:27.413" v="346" actId="207"/>
        <pc:sldMkLst>
          <pc:docMk/>
          <pc:sldMk cId="0" sldId="273"/>
        </pc:sldMkLst>
        <pc:spChg chg="mod">
          <ac:chgData name="Fumin Leaf" userId="fc8d58b4c7cf14b0" providerId="LiveId" clId="{EFC7F91A-96C8-4D35-BD4F-BF33BD7AD4D3}" dt="2024-04-17T14:27:27.413" v="346" actId="207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7T14:27:55.613" v="350" actId="207"/>
        <pc:sldMkLst>
          <pc:docMk/>
          <pc:sldMk cId="0" sldId="274"/>
        </pc:sldMkLst>
        <pc:spChg chg="mod">
          <ac:chgData name="Fumin Leaf" userId="fc8d58b4c7cf14b0" providerId="LiveId" clId="{EFC7F91A-96C8-4D35-BD4F-BF33BD7AD4D3}" dt="2024-04-17T14:27:55.613" v="350" actId="207"/>
          <ac:spMkLst>
            <pc:docMk/>
            <pc:sldMk cId="0" sldId="274"/>
            <ac:spMk id="4" creationId="{00000000-0000-0000-0000-000000000000}"/>
          </ac:spMkLst>
        </pc:spChg>
      </pc:sldChg>
      <pc:sldChg chg="addSp modSp mod">
        <pc:chgData name="Fumin Leaf" userId="fc8d58b4c7cf14b0" providerId="LiveId" clId="{EFC7F91A-96C8-4D35-BD4F-BF33BD7AD4D3}" dt="2024-04-18T08:43:06.503" v="655" actId="1076"/>
        <pc:sldMkLst>
          <pc:docMk/>
          <pc:sldMk cId="0" sldId="276"/>
        </pc:sldMkLst>
        <pc:spChg chg="mod">
          <ac:chgData name="Fumin Leaf" userId="fc8d58b4c7cf14b0" providerId="LiveId" clId="{EFC7F91A-96C8-4D35-BD4F-BF33BD7AD4D3}" dt="2024-04-18T08:43:01.794" v="652" actId="1076"/>
          <ac:spMkLst>
            <pc:docMk/>
            <pc:sldMk cId="0" sldId="276"/>
            <ac:spMk id="4" creationId="{00000000-0000-0000-0000-000000000000}"/>
          </ac:spMkLst>
        </pc:spChg>
        <pc:picChg chg="add mod">
          <ac:chgData name="Fumin Leaf" userId="fc8d58b4c7cf14b0" providerId="LiveId" clId="{EFC7F91A-96C8-4D35-BD4F-BF33BD7AD4D3}" dt="2024-04-18T08:43:06.503" v="655" actId="1076"/>
          <ac:picMkLst>
            <pc:docMk/>
            <pc:sldMk cId="0" sldId="276"/>
            <ac:picMk id="5" creationId="{3828542A-4DB3-FA34-0BBD-45110B20584A}"/>
          </ac:picMkLst>
        </pc:picChg>
      </pc:sldChg>
      <pc:sldChg chg="delSp del mod">
        <pc:chgData name="Fumin Leaf" userId="fc8d58b4c7cf14b0" providerId="LiveId" clId="{EFC7F91A-96C8-4D35-BD4F-BF33BD7AD4D3}" dt="2024-04-18T08:42:42.526" v="646" actId="47"/>
        <pc:sldMkLst>
          <pc:docMk/>
          <pc:sldMk cId="0" sldId="277"/>
        </pc:sldMkLst>
        <pc:picChg chg="del">
          <ac:chgData name="Fumin Leaf" userId="fc8d58b4c7cf14b0" providerId="LiveId" clId="{EFC7F91A-96C8-4D35-BD4F-BF33BD7AD4D3}" dt="2024-04-18T08:42:39.953" v="645" actId="21"/>
          <ac:picMkLst>
            <pc:docMk/>
            <pc:sldMk cId="0" sldId="277"/>
            <ac:picMk id="5" creationId="{3828542A-4DB3-FA34-0BBD-45110B20584A}"/>
          </ac:picMkLst>
        </pc:picChg>
      </pc:sldChg>
      <pc:sldChg chg="modSp mod">
        <pc:chgData name="Fumin Leaf" userId="fc8d58b4c7cf14b0" providerId="LiveId" clId="{EFC7F91A-96C8-4D35-BD4F-BF33BD7AD4D3}" dt="2024-04-18T08:43:45.519" v="658" actId="207"/>
        <pc:sldMkLst>
          <pc:docMk/>
          <pc:sldMk cId="0" sldId="279"/>
        </pc:sldMkLst>
        <pc:spChg chg="mod">
          <ac:chgData name="Fumin Leaf" userId="fc8d58b4c7cf14b0" providerId="LiveId" clId="{EFC7F91A-96C8-4D35-BD4F-BF33BD7AD4D3}" dt="2024-04-18T08:43:45.519" v="658" actId="207"/>
          <ac:spMkLst>
            <pc:docMk/>
            <pc:sldMk cId="0" sldId="279"/>
            <ac:spMk id="4" creationId="{00000000-0000-0000-0000-000000000000}"/>
          </ac:spMkLst>
        </pc:spChg>
      </pc:sldChg>
      <pc:sldChg chg="addSp modSp">
        <pc:chgData name="Fumin Leaf" userId="fc8d58b4c7cf14b0" providerId="LiveId" clId="{EFC7F91A-96C8-4D35-BD4F-BF33BD7AD4D3}" dt="2024-04-17T10:05:10.482" v="276" actId="1076"/>
        <pc:sldMkLst>
          <pc:docMk/>
          <pc:sldMk cId="0" sldId="280"/>
        </pc:sldMkLst>
        <pc:picChg chg="add mod">
          <ac:chgData name="Fumin Leaf" userId="fc8d58b4c7cf14b0" providerId="LiveId" clId="{EFC7F91A-96C8-4D35-BD4F-BF33BD7AD4D3}" dt="2024-04-17T10:05:10.482" v="276" actId="1076"/>
          <ac:picMkLst>
            <pc:docMk/>
            <pc:sldMk cId="0" sldId="280"/>
            <ac:picMk id="1026" creationId="{F6AEA6C6-AB8B-2CB7-155A-39EE833D8EBC}"/>
          </ac:picMkLst>
        </pc:picChg>
      </pc:sldChg>
      <pc:sldChg chg="modSp mod">
        <pc:chgData name="Fumin Leaf" userId="fc8d58b4c7cf14b0" providerId="LiveId" clId="{EFC7F91A-96C8-4D35-BD4F-BF33BD7AD4D3}" dt="2024-04-17T10:06:51.158" v="283" actId="207"/>
        <pc:sldMkLst>
          <pc:docMk/>
          <pc:sldMk cId="0" sldId="281"/>
        </pc:sldMkLst>
        <pc:spChg chg="mod">
          <ac:chgData name="Fumin Leaf" userId="fc8d58b4c7cf14b0" providerId="LiveId" clId="{EFC7F91A-96C8-4D35-BD4F-BF33BD7AD4D3}" dt="2024-04-17T10:06:51.158" v="283" actId="207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8T08:44:53.355" v="666" actId="207"/>
        <pc:sldMkLst>
          <pc:docMk/>
          <pc:sldMk cId="0" sldId="282"/>
        </pc:sldMkLst>
        <pc:spChg chg="mod">
          <ac:chgData name="Fumin Leaf" userId="fc8d58b4c7cf14b0" providerId="LiveId" clId="{EFC7F91A-96C8-4D35-BD4F-BF33BD7AD4D3}" dt="2024-04-18T08:44:53.355" v="666" actId="207"/>
          <ac:spMkLst>
            <pc:docMk/>
            <pc:sldMk cId="0" sldId="282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8T08:48:40.617" v="691" actId="113"/>
        <pc:sldMkLst>
          <pc:docMk/>
          <pc:sldMk cId="0" sldId="283"/>
        </pc:sldMkLst>
        <pc:spChg chg="mod">
          <ac:chgData name="Fumin Leaf" userId="fc8d58b4c7cf14b0" providerId="LiveId" clId="{EFC7F91A-96C8-4D35-BD4F-BF33BD7AD4D3}" dt="2024-04-18T08:48:40.617" v="691" actId="113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8T08:49:19.102" v="698" actId="207"/>
        <pc:sldMkLst>
          <pc:docMk/>
          <pc:sldMk cId="0" sldId="284"/>
        </pc:sldMkLst>
        <pc:spChg chg="mod">
          <ac:chgData name="Fumin Leaf" userId="fc8d58b4c7cf14b0" providerId="LiveId" clId="{EFC7F91A-96C8-4D35-BD4F-BF33BD7AD4D3}" dt="2024-04-18T08:49:19.102" v="698" actId="207"/>
          <ac:spMkLst>
            <pc:docMk/>
            <pc:sldMk cId="0" sldId="284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8T08:53:19.953" v="723" actId="207"/>
        <pc:sldMkLst>
          <pc:docMk/>
          <pc:sldMk cId="0" sldId="285"/>
        </pc:sldMkLst>
        <pc:spChg chg="mod">
          <ac:chgData name="Fumin Leaf" userId="fc8d58b4c7cf14b0" providerId="LiveId" clId="{EFC7F91A-96C8-4D35-BD4F-BF33BD7AD4D3}" dt="2024-04-18T08:53:19.953" v="723" actId="207"/>
          <ac:spMkLst>
            <pc:docMk/>
            <pc:sldMk cId="0" sldId="285"/>
            <ac:spMk id="4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8T08:49:50.285" v="704" actId="207"/>
        <pc:sldMkLst>
          <pc:docMk/>
          <pc:sldMk cId="0" sldId="286"/>
        </pc:sldMkLst>
        <pc:spChg chg="mod">
          <ac:chgData name="Fumin Leaf" userId="fc8d58b4c7cf14b0" providerId="LiveId" clId="{EFC7F91A-96C8-4D35-BD4F-BF33BD7AD4D3}" dt="2024-04-18T08:49:50.285" v="704" actId="207"/>
          <ac:spMkLst>
            <pc:docMk/>
            <pc:sldMk cId="0" sldId="286"/>
            <ac:spMk id="6" creationId="{D3009C45-E6C2-37B5-ECF4-BF9D0CABB7A9}"/>
          </ac:spMkLst>
        </pc:spChg>
      </pc:sldChg>
      <pc:sldChg chg="modSp mod">
        <pc:chgData name="Fumin Leaf" userId="fc8d58b4c7cf14b0" providerId="LiveId" clId="{EFC7F91A-96C8-4D35-BD4F-BF33BD7AD4D3}" dt="2024-04-18T08:50:08.272" v="705" actId="207"/>
        <pc:sldMkLst>
          <pc:docMk/>
          <pc:sldMk cId="0" sldId="288"/>
        </pc:sldMkLst>
        <pc:spChg chg="mod">
          <ac:chgData name="Fumin Leaf" userId="fc8d58b4c7cf14b0" providerId="LiveId" clId="{EFC7F91A-96C8-4D35-BD4F-BF33BD7AD4D3}" dt="2024-04-18T08:50:08.272" v="705" actId="207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Fumin Leaf" userId="fc8d58b4c7cf14b0" providerId="LiveId" clId="{EFC7F91A-96C8-4D35-BD4F-BF33BD7AD4D3}" dt="2024-04-17T10:02:10.239" v="206" actId="20577"/>
        <pc:sldMkLst>
          <pc:docMk/>
          <pc:sldMk cId="0" sldId="289"/>
        </pc:sldMkLst>
        <pc:spChg chg="mod">
          <ac:chgData name="Fumin Leaf" userId="fc8d58b4c7cf14b0" providerId="LiveId" clId="{EFC7F91A-96C8-4D35-BD4F-BF33BD7AD4D3}" dt="2024-04-17T10:02:10.239" v="206" actId="20577"/>
          <ac:spMkLst>
            <pc:docMk/>
            <pc:sldMk cId="0" sldId="289"/>
            <ac:spMk id="2" creationId="{00000000-0000-0000-0000-000000000000}"/>
          </ac:spMkLst>
        </pc:spChg>
      </pc:sldChg>
      <pc:sldChg chg="addSp delSp modSp add mod">
        <pc:chgData name="Fumin Leaf" userId="fc8d58b4c7cf14b0" providerId="LiveId" clId="{EFC7F91A-96C8-4D35-BD4F-BF33BD7AD4D3}" dt="2024-04-18T08:50:45.592" v="709" actId="207"/>
        <pc:sldMkLst>
          <pc:docMk/>
          <pc:sldMk cId="3505000077" sldId="292"/>
        </pc:sldMkLst>
        <pc:spChg chg="mod">
          <ac:chgData name="Fumin Leaf" userId="fc8d58b4c7cf14b0" providerId="LiveId" clId="{EFC7F91A-96C8-4D35-BD4F-BF33BD7AD4D3}" dt="2024-04-16T08:26:53.707" v="22" actId="20577"/>
          <ac:spMkLst>
            <pc:docMk/>
            <pc:sldMk cId="3505000077" sldId="292"/>
            <ac:spMk id="3" creationId="{00000000-0000-0000-0000-000000000000}"/>
          </ac:spMkLst>
        </pc:spChg>
        <pc:spChg chg="add del mod">
          <ac:chgData name="Fumin Leaf" userId="fc8d58b4c7cf14b0" providerId="LiveId" clId="{EFC7F91A-96C8-4D35-BD4F-BF33BD7AD4D3}" dt="2024-04-18T08:50:45.592" v="709" actId="207"/>
          <ac:spMkLst>
            <pc:docMk/>
            <pc:sldMk cId="3505000077" sldId="292"/>
            <ac:spMk id="6" creationId="{D3009C45-E6C2-37B5-ECF4-BF9D0CABB7A9}"/>
          </ac:spMkLst>
        </pc:spChg>
      </pc:sldChg>
      <pc:sldChg chg="modSp add mod">
        <pc:chgData name="Fumin Leaf" userId="fc8d58b4c7cf14b0" providerId="LiveId" clId="{EFC7F91A-96C8-4D35-BD4F-BF33BD7AD4D3}" dt="2024-04-17T10:03:41.487" v="272" actId="20577"/>
        <pc:sldMkLst>
          <pc:docMk/>
          <pc:sldMk cId="3069887167" sldId="293"/>
        </pc:sldMkLst>
        <pc:spChg chg="mod">
          <ac:chgData name="Fumin Leaf" userId="fc8d58b4c7cf14b0" providerId="LiveId" clId="{EFC7F91A-96C8-4D35-BD4F-BF33BD7AD4D3}" dt="2024-04-17T10:03:27.521" v="255" actId="20577"/>
          <ac:spMkLst>
            <pc:docMk/>
            <pc:sldMk cId="3069887167" sldId="293"/>
            <ac:spMk id="2" creationId="{00000000-0000-0000-0000-000000000000}"/>
          </ac:spMkLst>
        </pc:spChg>
        <pc:spChg chg="mod">
          <ac:chgData name="Fumin Leaf" userId="fc8d58b4c7cf14b0" providerId="LiveId" clId="{EFC7F91A-96C8-4D35-BD4F-BF33BD7AD4D3}" dt="2024-04-17T10:03:41.487" v="272" actId="20577"/>
          <ac:spMkLst>
            <pc:docMk/>
            <pc:sldMk cId="3069887167" sldId="293"/>
            <ac:spMk id="3" creationId="{00000000-0000-0000-0000-000000000000}"/>
          </ac:spMkLst>
        </pc:spChg>
      </pc:sldChg>
      <pc:sldChg chg="addSp delSp modSp add mod">
        <pc:chgData name="Fumin Leaf" userId="fc8d58b4c7cf14b0" providerId="LiveId" clId="{EFC7F91A-96C8-4D35-BD4F-BF33BD7AD4D3}" dt="2024-04-18T08:41:15.872" v="644" actId="2710"/>
        <pc:sldMkLst>
          <pc:docMk/>
          <pc:sldMk cId="3206213798" sldId="294"/>
        </pc:sldMkLst>
        <pc:spChg chg="mod">
          <ac:chgData name="Fumin Leaf" userId="fc8d58b4c7cf14b0" providerId="LiveId" clId="{EFC7F91A-96C8-4D35-BD4F-BF33BD7AD4D3}" dt="2024-04-18T08:37:04.141" v="405" actId="20577"/>
          <ac:spMkLst>
            <pc:docMk/>
            <pc:sldMk cId="3206213798" sldId="294"/>
            <ac:spMk id="3" creationId="{00000000-0000-0000-0000-000000000000}"/>
          </ac:spMkLst>
        </pc:spChg>
        <pc:spChg chg="mod">
          <ac:chgData name="Fumin Leaf" userId="fc8d58b4c7cf14b0" providerId="LiveId" clId="{EFC7F91A-96C8-4D35-BD4F-BF33BD7AD4D3}" dt="2024-04-18T08:41:15.872" v="644" actId="2710"/>
          <ac:spMkLst>
            <pc:docMk/>
            <pc:sldMk cId="3206213798" sldId="294"/>
            <ac:spMk id="4" creationId="{00000000-0000-0000-0000-000000000000}"/>
          </ac:spMkLst>
        </pc:spChg>
        <pc:spChg chg="add del">
          <ac:chgData name="Fumin Leaf" userId="fc8d58b4c7cf14b0" providerId="LiveId" clId="{EFC7F91A-96C8-4D35-BD4F-BF33BD7AD4D3}" dt="2024-04-18T08:40:47.576" v="636" actId="22"/>
          <ac:spMkLst>
            <pc:docMk/>
            <pc:sldMk cId="3206213798" sldId="294"/>
            <ac:spMk id="6" creationId="{96213921-B2AE-342E-0A07-F4E8204D9C37}"/>
          </ac:spMkLst>
        </pc:spChg>
        <pc:picChg chg="mod">
          <ac:chgData name="Fumin Leaf" userId="fc8d58b4c7cf14b0" providerId="LiveId" clId="{EFC7F91A-96C8-4D35-BD4F-BF33BD7AD4D3}" dt="2024-04-18T08:36:57.330" v="376" actId="1076"/>
          <ac:picMkLst>
            <pc:docMk/>
            <pc:sldMk cId="3206213798" sldId="294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55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496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722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358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ver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atalog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Sessio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End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e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im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im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im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sv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img"/><Relationship Id="rId4" Type="http://schemas.openxmlformats.org/officeDocument/2006/relationships/image" Target="../media/image2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msdmanuals.cn/professional/psychiatric-disorders/mood-disorders/medications-for-treatment-of-depression#v27413030_zh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ixue.com/%E7%84%A6%E8%99%91%E7%97%87" TargetMode="External"/><Relationship Id="rId5" Type="http://schemas.openxmlformats.org/officeDocument/2006/relationships/hyperlink" Target="https://www.zhihu.com/question/302708132" TargetMode="External"/><Relationship Id="rId4" Type="http://schemas.openxmlformats.org/officeDocument/2006/relationships/hyperlink" Target="https://www.msdmanuals.cn/professional/psychiatric-disorders/anxiety-and-stressor-related-disorders/overview-of-anxiety-disorders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5775" y="1138238"/>
            <a:ext cx="4772978" cy="205263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A278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14850" y="3448050"/>
            <a:ext cx="3663315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Anxiety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295775" y="4295775"/>
            <a:ext cx="2771144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/>
              <a:t>汇报人：张军</a:t>
            </a:r>
            <a:br>
              <a:rPr lang="en-US" altLang="zh-CN" sz="1400" dirty="0"/>
            </a:br>
            <a:r>
              <a:rPr lang="zh-CN" altLang="en-US" sz="1400" dirty="0"/>
              <a:t>组员：徐烨玮、张一猛、杜一杰、叶峻彤、张军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066919" y="4785587"/>
            <a:ext cx="19431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2024-04-1</a:t>
            </a: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4513" y="600075"/>
            <a:ext cx="516255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EA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28713" y="1428750"/>
            <a:ext cx="5386388" cy="3219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定义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病因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症状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典型焦虑症例子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焦虑症与脑</a:t>
            </a:r>
            <a:endParaRPr lang="en-US" sz="2400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FA6678C-57AB-764D-EAA7-8EB0BF3BACE1}"/>
              </a:ext>
            </a:extLst>
          </p:cNvPr>
          <p:cNvSpPr/>
          <p:nvPr/>
        </p:nvSpPr>
        <p:spPr>
          <a:xfrm>
            <a:off x="4507707" y="1398495"/>
            <a:ext cx="5386388" cy="3219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治疗方式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危害</a:t>
            </a:r>
            <a:endParaRPr lang="en-US" sz="2400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zh-CN" altLang="en-US" sz="2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</a:rPr>
              <a:t>提问环节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参考材料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定义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229543" y="-1254960"/>
            <a:ext cx="13113886" cy="73765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7740" y="396332"/>
            <a:ext cx="3765020" cy="3915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焦虑症是一种常见的精神障碍，</a:t>
            </a:r>
            <a:r>
              <a:rPr lang="en-US" sz="14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其核心特征是持续的、过度的担忧和紧张感</a:t>
            </a: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，这些情绪往往与现实生活中的威胁或挑战不成比例。患者可能会体验到一种</a:t>
            </a:r>
            <a:r>
              <a:rPr lang="en-US" sz="14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普遍的、难以控制的焦虑感</a:t>
            </a: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这种焦虑感可能会在没有明显外部威胁的情况下发生，或者在威胁过去后仍然持续存在。焦虑症不仅仅是偶尔的担忧或紧张，而是一种深刻而持久的情绪状态，严重到足以干扰个人的日常生活、工作、学习和社交活动。根据世界卫生组织的数据，焦虑症是全球最常见的精神障碍之一，对患者及其家庭造成重大的心理和社会负担。因此，了解焦虑症的定义、识别其症状并寻求适当的治疗是非常重要的。</a:t>
            </a:r>
            <a:endParaRPr lang="en-US" sz="1400" dirty="0"/>
          </a:p>
        </p:txBody>
      </p:sp>
      <p:pic>
        <p:nvPicPr>
          <p:cNvPr id="4" name="图片 3" descr="IMG_256">
            <a:extLst>
              <a:ext uri="{FF2B5EF4-FFF2-40B4-BE49-F238E27FC236}">
                <a16:creationId xmlns:a16="http://schemas.microsoft.com/office/drawing/2014/main" id="{6565E326-4AD3-4A43-9538-4DDEEE4B4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1060" y="2110832"/>
            <a:ext cx="3476625" cy="2466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1B7C8B6-4513-315B-88B7-8D618EAB63FE}"/>
              </a:ext>
            </a:extLst>
          </p:cNvPr>
          <p:cNvSpPr txBox="1"/>
          <p:nvPr/>
        </p:nvSpPr>
        <p:spPr>
          <a:xfrm>
            <a:off x="5609960" y="723900"/>
            <a:ext cx="1603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焦虑症概述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病因</a:t>
            </a:r>
            <a:endParaRPr lang="en-US" sz="3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病因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125253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焦虑症病因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焦虑症病因复杂，存在着身心两方面的病理过程，</a:t>
            </a:r>
            <a:r>
              <a:rPr lang="en-US" sz="2000" dirty="0" err="1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是生物-心理-社会因素等综合作用的结果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诱发因素包括外伤、严重疾病、压力、其他精神疾病、药物或酒精的使用等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焦虑症的发病原因和诱发因素共同影响患病风险和症状表现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焦虑症病因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14375" y="9540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生物因素：遗传因素、神经生化因素和神经影像因素。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心理因素：潜意识冲突、信息处理持久歪曲等。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遗传因素：研究表明，具有家族病史的人，焦虑症患病风险较一般人高。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神经生化因素：研究发现γ-氨基丁酸（GABA）是发病基础之一，此外，可能还与去甲肾上腺素系统的功能亢进、5-羟色胺系统异常等有关。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诱发因素：外伤、严重的疾病；不良的健康状况；压力的积累......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心理因素：当外部和自身原因使患者压抑、过分担忧和恐惧时，若不能运用有效的防御机制，则可能会出现焦虑症。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症状</a:t>
            </a:r>
            <a:endParaRPr lang="en-US" sz="3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6921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27300" y="378619"/>
            <a:ext cx="5238750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症状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005012"/>
            <a:ext cx="8343900" cy="1685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焦虑症症状</a:t>
            </a: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br>
              <a:rPr sz="2000" dirty="0"/>
            </a:b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焦虑症患者可能出现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过度恐惧或担忧</a:t>
            </a: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的情况，难以控制这种情绪，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常伴有身体症状如心悸、肌肉紧张、睡眠障碍等</a:t>
            </a: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。焦虑症的症状还包括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难以集中注意力、感觉烦躁、出现心悸、出汗、颤抖、失眠等</a:t>
            </a: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。不同类型的焦虑症如广泛性焦虑症、社交焦虑症、惊恐障碍等表现形式不同，但都会对个人的生活产生负面影响。</a:t>
            </a:r>
            <a:endParaRPr lang="en-US" sz="2000" dirty="0"/>
          </a:p>
        </p:txBody>
      </p:sp>
      <p:pic>
        <p:nvPicPr>
          <p:cNvPr id="6" name="图片 5" descr="IMG_256">
            <a:extLst>
              <a:ext uri="{FF2B5EF4-FFF2-40B4-BE49-F238E27FC236}">
                <a16:creationId xmlns:a16="http://schemas.microsoft.com/office/drawing/2014/main" id="{A15B7D36-5E27-8F8B-CC6A-884F44C6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8462" y="85724"/>
            <a:ext cx="3824288" cy="231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典型焦虑症例子</a:t>
            </a:r>
            <a:endParaRPr lang="en-US" sz="3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典型焦虑症例子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13858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焦虑症例子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br>
              <a:rPr sz="20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典型焦虑症包括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广泛性焦虑症、社交焦虑症、特定恐惧症、惊恐障碍、强迫症、创伤后应激障碍和疾病焦虑障碍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等。每种类型的焦虑症有其特定的症状和表现形式，但都会对患者的生活造成影响。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焦虑症与脑</a:t>
            </a:r>
            <a:endParaRPr lang="en-US" sz="3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焦虑症与脑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1173164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脑与焦虑症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br>
              <a:rPr sz="20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焦虑症与脑的关系涉及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杏仁核、神经递质系统、神经环路、遗传与环境因素、脑影像研究等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。杏仁核在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调控情绪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中起关键作用，神经递质如5-HT、NE和GABA在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焦虑症发生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中发挥重要作用。神经环路的异常可能导致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焦虑症的发展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。脑影像研究揭示了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焦虑症患者大脑特定区域的活动异常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，为理解焦虑症提供了重要线索。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718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96213" y="4206875"/>
            <a:ext cx="1304925" cy="719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杏仁核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197100" y="2790825"/>
            <a:ext cx="1347788" cy="719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神经递质系统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662613" y="1764507"/>
            <a:ext cx="1347788" cy="719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神经环路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343274" y="914400"/>
            <a:ext cx="1584325" cy="719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脑影像研究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0850" y="1764507"/>
            <a:ext cx="1746250" cy="719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神经递质系统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2400" y="492919"/>
            <a:ext cx="1347788" cy="5857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治疗的神经机制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65008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347663"/>
            <a:ext cx="8362950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杏仁核：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41406" y="1103872"/>
            <a:ext cx="2660650" cy="275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研究发现，</a:t>
            </a:r>
            <a:r>
              <a:rPr lang="en-US" sz="16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慢性应激可能导致杏仁核异常激活</a:t>
            </a: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，从而引发过度焦虑。例如，小鼠的焦虑状态可以通过空间回避行为和社交回避行为来表征，这两种行为可能由不同的神经环路驱动。</a:t>
            </a:r>
            <a:endParaRPr 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29DF62-6AAF-BAAD-64BC-B5970979CFDF}"/>
              </a:ext>
            </a:extLst>
          </p:cNvPr>
          <p:cNvSpPr txBox="1"/>
          <p:nvPr/>
        </p:nvSpPr>
        <p:spPr>
          <a:xfrm>
            <a:off x="6004112" y="2139985"/>
            <a:ext cx="2998693" cy="300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</a:rPr>
              <a:t>杏仁核过度激活是引发焦虑障碍的重要因素 。</a:t>
            </a:r>
            <a:r>
              <a:rPr lang="zh-CN" alt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</a:rPr>
              <a:t>近年来，随着神经示踪、光遗传、化学遗传、在体光纤记录等技术的兴起，越来越多的证据显示，杏仁核内的神经元分工明确，投射至不同靶区的神经元具有明显的</a:t>
            </a:r>
            <a:r>
              <a:rPr lang="zh-CN" altLang="en-US" sz="16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</a:rPr>
              <a:t>功能异质性 </a:t>
            </a:r>
            <a:r>
              <a:rPr lang="zh-CN" alt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</a:rPr>
              <a:t>。</a:t>
            </a:r>
          </a:p>
        </p:txBody>
      </p:sp>
      <p:pic>
        <p:nvPicPr>
          <p:cNvPr id="1028" name="Picture 4" descr="认识大脑之三：杏仁核与情绪_恐惧_有关_边缘系统">
            <a:extLst>
              <a:ext uri="{FF2B5EF4-FFF2-40B4-BE49-F238E27FC236}">
                <a16:creationId xmlns:a16="http://schemas.microsoft.com/office/drawing/2014/main" id="{749C7000-5508-1DF6-A99E-A7B98233F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928" y="536611"/>
            <a:ext cx="3032312" cy="262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file/7401736/763165ad60204cb3b2fc5c4d9ec52b48?x-oss-process=style/im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1038" y="757238"/>
            <a:ext cx="2652713" cy="6715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6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神经递质系统：</a:t>
            </a:r>
            <a:endParaRPr lang="en-US" sz="2660" dirty="0"/>
          </a:p>
        </p:txBody>
      </p:sp>
      <p:sp>
        <p:nvSpPr>
          <p:cNvPr id="5" name="Text 1"/>
          <p:cNvSpPr/>
          <p:nvPr/>
        </p:nvSpPr>
        <p:spPr>
          <a:xfrm>
            <a:off x="681038" y="1428751"/>
            <a:ext cx="3008312" cy="2809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神经递质如</a:t>
            </a:r>
            <a:r>
              <a:rPr lang="en-US" sz="14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5-羟色胺（5-HT，即血清素）、去甲肾上腺素（NE）和γ-氨基丁酸（GABA）</a:t>
            </a: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等在焦虑症的发生中起着重要作用。例如，5-HT系统在</a:t>
            </a:r>
            <a:r>
              <a:rPr lang="en-US" sz="14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调控情绪和社交行为</a:t>
            </a: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中起着关键作用，而GABA是大脑中</a:t>
            </a:r>
            <a:r>
              <a:rPr lang="en-US" sz="14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主要的抑制性神经递质</a:t>
            </a: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，其功能异常可能与</a:t>
            </a:r>
            <a:r>
              <a:rPr lang="en-US" sz="14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焦虑症的发展</a:t>
            </a: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有关。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神经环路：</a:t>
            </a:r>
            <a:endParaRPr lang="en-US" sz="266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0415" y="1385888"/>
            <a:ext cx="6298421" cy="3333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95750" y="1385888"/>
            <a:ext cx="4343400" cy="3333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慢性应激可能导致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前额叶皮层与杏仁核之间的神经环路结构和功能异常</a:t>
            </a:r>
            <a:r>
              <a:rPr lang="en-US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，这可能与焦虑症的发展有关。</a:t>
            </a:r>
            <a:br>
              <a:rPr sz="3200" dirty="0"/>
            </a:br>
            <a:r>
              <a:rPr lang="en-US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例如，研究发现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慢性应激特异性地改变了杏仁核内投射至腹侧海马区神经元的功能</a:t>
            </a:r>
            <a:r>
              <a:rPr lang="en-US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，这可能通过影响情绪调节和应激反应的神经环路，进而增加小鼠的焦虑样行为。</a:t>
            </a:r>
            <a:endParaRPr lang="en-US" dirty="0"/>
          </a:p>
        </p:txBody>
      </p:sp>
      <p:pic>
        <p:nvPicPr>
          <p:cNvPr id="6" name="Image 2" descr="https://assets.mindshow.fun/file/7401736/5c3917c6cda84e3289398e8c6e5a0b1b?x-oss-process=style/img"/>
          <p:cNvPicPr>
            <a:picLocks noChangeAspect="1"/>
          </p:cNvPicPr>
          <p:nvPr/>
        </p:nvPicPr>
        <p:blipFill>
          <a:blip r:embed="rId6"/>
          <a:srcRect t="9621" b="9621"/>
          <a:stretch/>
        </p:blipFill>
        <p:spPr>
          <a:xfrm>
            <a:off x="860815" y="1385888"/>
            <a:ext cx="2752049" cy="3333750"/>
          </a:xfrm>
          <a:prstGeom prst="rect">
            <a:avLst/>
          </a:prstGeom>
        </p:spPr>
      </p:pic>
      <p:pic>
        <p:nvPicPr>
          <p:cNvPr id="2050" name="Picture 2" descr="专辑 | 神经系统 | 神经传导通路怎么学？| ⑤椎体系和椎体外系 - 知乎">
            <a:extLst>
              <a:ext uri="{FF2B5EF4-FFF2-40B4-BE49-F238E27FC236}">
                <a16:creationId xmlns:a16="http://schemas.microsoft.com/office/drawing/2014/main" id="{7E30E2EB-20D6-5883-B57B-F91EA3BA2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46" y="1047750"/>
            <a:ext cx="3154182" cy="381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file/7401736/23d582a6f2204fd9b17d06b1cb6fe54b?x-oss-process=style/im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1038" y="757238"/>
            <a:ext cx="2652713" cy="6715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脑影像研究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681038" y="1724025"/>
            <a:ext cx="2652713" cy="2809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脑成像技术如</a:t>
            </a:r>
            <a:r>
              <a:rPr lang="en-US" sz="16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功能性磁共振成像（fMRI）和正电子发射断层扫描（PET）</a:t>
            </a: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等，已经揭示了焦虑症患者在大脑特定区域的活动异常，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</a:t>
            </a:r>
            <a:r>
              <a:rPr lang="en-US" sz="16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杏仁核、前额叶皮层</a:t>
            </a: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285750"/>
            <a:ext cx="4410075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治疗的神经机制：</a:t>
            </a:r>
            <a:endParaRPr lang="en-US" sz="2030" dirty="0"/>
          </a:p>
        </p:txBody>
      </p:sp>
      <p:sp>
        <p:nvSpPr>
          <p:cNvPr id="4" name="Text 1"/>
          <p:cNvSpPr/>
          <p:nvPr/>
        </p:nvSpPr>
        <p:spPr>
          <a:xfrm>
            <a:off x="585788" y="1228725"/>
            <a:ext cx="4410075" cy="3476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某些抗焦虑药物如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选择性5-羟色胺再摄取抑制剂（SSRIs）</a:t>
            </a: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可能通过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调节神经递质系统</a:t>
            </a: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来减轻焦虑症状，而心理治疗如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认知行为疗法（CBT）</a:t>
            </a: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可能通过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改变大脑的神经环路活动</a:t>
            </a:r>
            <a:r>
              <a:rPr lang="en-US" sz="20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来发挥作用。</a:t>
            </a:r>
            <a:endParaRPr lang="en-US" sz="2000" dirty="0"/>
          </a:p>
        </p:txBody>
      </p:sp>
      <p:pic>
        <p:nvPicPr>
          <p:cNvPr id="5" name="Image 1" descr="https://assets.mindshow.fun/file/7401736/504e5ce057c14d3599bb503173799841?x-oss-process=style/img"/>
          <p:cNvPicPr>
            <a:picLocks noChangeAspect="1"/>
          </p:cNvPicPr>
          <p:nvPr/>
        </p:nvPicPr>
        <p:blipFill>
          <a:blip r:embed="rId5"/>
          <a:srcRect l="27747" r="27747"/>
          <a:stretch/>
        </p:blipFill>
        <p:spPr>
          <a:xfrm>
            <a:off x="5710238" y="0"/>
            <a:ext cx="343376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治疗方式</a:t>
            </a:r>
            <a:endParaRPr lang="en-US" sz="3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治疗方式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363560" y="1036810"/>
            <a:ext cx="5159619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治疗焦虑症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br>
              <a:rPr sz="20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治疗焦虑症的方式包括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心理教育、放松技术、心理治疗（如认知行为疗法）、药物治疗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等。在治疗焦虑症时，需要综合考虑患者的症状和个体特点，采用综合治疗方案来帮助患者缓解焦虑症症状</a:t>
            </a: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2400" dirty="0"/>
          </a:p>
        </p:txBody>
      </p:sp>
      <p:pic>
        <p:nvPicPr>
          <p:cNvPr id="5" name="图片 4" descr="IMG_256">
            <a:extLst>
              <a:ext uri="{FF2B5EF4-FFF2-40B4-BE49-F238E27FC236}">
                <a16:creationId xmlns:a16="http://schemas.microsoft.com/office/drawing/2014/main" id="{3828542A-4DB3-FA34-0BBD-45110B205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310" y="1357313"/>
            <a:ext cx="3297200" cy="27554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心理教育和放松技巧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13858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心理教育通常是治疗焦虑症的基础。理解一系列有时令人困惑的症状和行为是如何被概念化为诊断的，患者会感到解放。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放松技巧可能包括肌肉放松、呼吸管理、瑜伽、催眠和/或冥想，但患者的偏好在确定具体方法时很重要。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心理治疗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13858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认知行为疗法（CBT）——一种治疗焦虑症的心理社会疗法</a:t>
            </a:r>
            <a:endParaRPr lang="en-US" sz="2000" dirty="0">
              <a:solidFill>
                <a:srgbClr val="FF0000"/>
              </a:solidFill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基于正念的减压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催眠疗法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人际心理治疗（IPT）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7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认知行为疗法（CBT）——一种治疗焦虑症的心理社会疗法</a:t>
            </a:r>
            <a:endParaRPr lang="en-US" sz="2170" dirty="0"/>
          </a:p>
        </p:txBody>
      </p:sp>
      <p:sp>
        <p:nvSpPr>
          <p:cNvPr id="4" name="Text 1"/>
          <p:cNvSpPr/>
          <p:nvPr/>
        </p:nvSpPr>
        <p:spPr>
          <a:xfrm>
            <a:off x="762000" y="13858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认知重建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暴露疗法</a:t>
            </a:r>
            <a:endParaRPr lang="en-US" sz="2400" dirty="0"/>
          </a:p>
        </p:txBody>
      </p:sp>
      <p:pic>
        <p:nvPicPr>
          <p:cNvPr id="1026" name="Picture 2" descr="认知行为疗法 的图像结果">
            <a:extLst>
              <a:ext uri="{FF2B5EF4-FFF2-40B4-BE49-F238E27FC236}">
                <a16:creationId xmlns:a16="http://schemas.microsoft.com/office/drawing/2014/main" id="{F6AEA6C6-AB8B-2CB7-155A-39EE833D8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703" y="1276691"/>
            <a:ext cx="4218577" cy="342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认知重建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666750" y="84534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关注于患者的思维模式，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特别是那些负面的、扭曲的或不合逻辑的想法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br>
              <a:rPr sz="24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治疗师帮助患者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识别这些不准确或有害的认知，并用更积极、现实的想法取代它们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br>
              <a:rPr sz="24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挑战和修改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这些认知，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患者能够更有效地应对焦虑情绪，减少恐慌和担忧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br>
              <a:rPr sz="24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认知重建还包括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教育患者关于焦虑的认知偏差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，如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灾难化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（将小问题想象成大灾难）和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过度概括化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（从一个负面事件推断出所有事情都会变坏）。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暴露疗法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9286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暴露疗法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是一种帮助患者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面对和处理他们所害怕或避免的情境或对象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的方法。</a:t>
            </a:r>
            <a:br>
              <a:rPr sz="24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逐步、系统地暴露于恐惧源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，患者可以学习到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他们的恐惧反应是不合理的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，并且他们能够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应对这些情境而不会有预期的负面结果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br>
              <a:rPr sz="24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这种方法可以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减少患者的回避行为，提高他们对恐惧情境的耐受性，并最终减少焦虑症状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br>
              <a:rPr sz="2400"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暴露疗法可以是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实地进行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的，也可以通过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想象或虚拟现实技术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来进行。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基于正念的减压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14375" y="10556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一种综合的、结构化的压力管理程序，它利用正念冥想的实践来帮助个体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认识和应对压力、焦虑和其他情绪问题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正念冥想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：培养对当前时刻的全面意识，关注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呼吸、身体感觉、思想和情绪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，而不做评判。</a:t>
            </a:r>
            <a:br>
              <a:rPr sz="2000" dirty="0"/>
            </a:br>
            <a:r>
              <a:rPr lang="en-US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身体扫描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：通过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关注身体各部位的感觉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，提高身体意识和放松身体。</a:t>
            </a:r>
            <a:br>
              <a:rPr sz="2000" dirty="0"/>
            </a:br>
            <a:r>
              <a:rPr lang="en-US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瑜伽和温和运动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：结合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体位法和呼吸练习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，增强身体柔韧性和意识。</a:t>
            </a:r>
            <a:br>
              <a:rPr sz="2000" dirty="0"/>
            </a:br>
            <a:r>
              <a:rPr lang="en-US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日常正念练习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：鼓励将正念应用于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日常生活中的简单活动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，如吃饭、散步等。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催眠疗法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575310" y="743561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一种通过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引导和建议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来帮助个体达到</a:t>
            </a:r>
            <a:r>
              <a:rPr lang="en-US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高度放松和专注的状态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的心理治疗技术</a:t>
            </a:r>
            <a:endParaRPr lang="en-US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增强自我控制</a:t>
            </a:r>
            <a:r>
              <a:rPr lang="en-US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en-US" dirty="0" err="1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催眠可以帮助患者学会如何更好地控制他们的生理反应，如心跳、呼吸和肌肉紧张</a:t>
            </a:r>
            <a:r>
              <a:rPr lang="en-US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，从而减轻焦虑症状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情绪调节</a:t>
            </a:r>
            <a:r>
              <a:rPr lang="en-US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：通过催眠，患者可以</a:t>
            </a:r>
            <a:r>
              <a:rPr lang="en-US" dirty="0" err="1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学习到新的应对策略</a:t>
            </a:r>
            <a:r>
              <a:rPr lang="en-US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，如放松技巧和正念练习，以更有效地管理情绪和应对压力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认知重塑</a:t>
            </a:r>
            <a:r>
              <a:rPr lang="en-US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：催眠可以用来</a:t>
            </a:r>
            <a:r>
              <a:rPr lang="en-US" dirty="0" err="1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改变患者对焦虑触发因素的认知</a:t>
            </a:r>
            <a:r>
              <a:rPr lang="en-US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，通过积极的建议和想象练习，帮助他们建立更积极的思维模式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b="1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处理根源问题</a:t>
            </a:r>
            <a:r>
              <a:rPr lang="en-US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：催眠可以帮助患者</a:t>
            </a:r>
            <a:r>
              <a:rPr lang="en-US" dirty="0" err="1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探索和解决可能导致焦虑的深层次心理问题</a:t>
            </a:r>
            <a:r>
              <a:rPr lang="en-US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，如童年创伤或未解决的冲突</a:t>
            </a:r>
            <a:r>
              <a:rPr lang="en-US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人际心理治疗（IPT）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575310" y="84534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一种</a:t>
            </a:r>
            <a:r>
              <a:rPr lang="en-US" sz="168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短期、目标导向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的心理治疗方法，它</a:t>
            </a:r>
            <a:r>
              <a:rPr lang="en-US" sz="168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专注于个体当前的人际关系问题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以及这些问题如何影响其心理健康。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关系焦点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：IPT认为个体的情绪问题与他们的人际关系紧密相关，通过</a:t>
            </a:r>
            <a:r>
              <a:rPr lang="en-US" sz="168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改善人际关系可以缓解情绪症状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br>
              <a:rPr dirty="0"/>
            </a:br>
            <a:r>
              <a:rPr lang="en-US" sz="168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解决当前问题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：IPT专注于解决个体</a:t>
            </a:r>
            <a:r>
              <a:rPr lang="en-US" sz="168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当前面临的具体问题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，如关系冲突、角色转变或生活事件，而不是深入探讨</a:t>
            </a:r>
            <a:r>
              <a:rPr lang="en-US" sz="168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过去的经历或未解决的童年问题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支持系统建立</a:t>
            </a:r>
            <a:r>
              <a:rPr lang="en-US" sz="1680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：IPT鼓励患者</a:t>
            </a:r>
            <a:r>
              <a:rPr lang="en-US" sz="1680" dirty="0" err="1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建立和利用社会支持网络</a:t>
            </a:r>
            <a:r>
              <a:rPr lang="en-US" sz="1680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，以增强他们的应对资源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治疗结构</a:t>
            </a:r>
            <a:r>
              <a:rPr lang="en-US" sz="1680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：IPT是一种结构化的治疗方法，通常分为</a:t>
            </a:r>
            <a:r>
              <a:rPr lang="en-US" sz="1680" dirty="0" err="1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初始评估、中间阶段和终止阶段</a:t>
            </a:r>
            <a:r>
              <a:rPr lang="en-US" sz="1680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，治疗过程明确、有限</a:t>
            </a:r>
            <a:r>
              <a:rPr lang="en-US" sz="168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药物治疗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13858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68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009C45-E6C2-37B5-ECF4-BF9D0CABB7A9}"/>
              </a:ext>
            </a:extLst>
          </p:cNvPr>
          <p:cNvSpPr txBox="1"/>
          <p:nvPr/>
        </p:nvSpPr>
        <p:spPr>
          <a:xfrm>
            <a:off x="812800" y="1139826"/>
            <a:ext cx="8007350" cy="2807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zh-CN" altLang="zh-CN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药物治疗通常有助于治疗焦虑症，尤其是当与上述任何心理治疗技术结合使用时。</a:t>
            </a:r>
            <a:endParaRPr lang="en-US" altLang="zh-CN" sz="2000" dirty="0">
              <a:solidFill>
                <a:srgbClr val="000000"/>
              </a:solidFill>
              <a:latin typeface="Noto Sans SC" pitchFamily="34" charset="0"/>
              <a:ea typeface="Noto Sans SC" pitchFamily="34" charset="-122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zh-CN" altLang="zh-CN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</a:rPr>
              <a:t>抗抑郁药和苯二氮卓类药物</a:t>
            </a:r>
            <a:r>
              <a:rPr lang="zh-CN" altLang="zh-CN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是证据基础最强的两类药物，尽管非苯二氮卓类抗焦虑药（如丁螺环酮）和非典型抗精神病药也有作用。</a:t>
            </a:r>
            <a:endParaRPr lang="en-US" altLang="zh-CN" sz="2000" dirty="0">
              <a:solidFill>
                <a:srgbClr val="000000"/>
              </a:solidFill>
              <a:latin typeface="Noto Sans SC" pitchFamily="34" charset="0"/>
              <a:ea typeface="Noto Sans SC" pitchFamily="34" charset="-122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altLang="zh-CN" sz="2000" dirty="0" err="1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hlinkClick r:id="rId4" tooltip="选择性5-羟色胺再摄取抑制（SSRIs）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选择性血清素再摄取抑制剂</a:t>
            </a:r>
            <a:r>
              <a:rPr lang="en-US" altLang="zh-CN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</a:rPr>
              <a:t> </a:t>
            </a:r>
            <a:r>
              <a:rPr lang="zh-CN" altLang="zh-CN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</a:rPr>
              <a:t>SSRIs</a:t>
            </a:r>
            <a:r>
              <a:rPr lang="zh-CN" altLang="zh-CN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</a:rPr>
              <a:t>）</a:t>
            </a:r>
            <a:r>
              <a:rPr lang="zh-CN" altLang="zh-CN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根据其功效和安全性通常被认为是一线药物。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危害</a:t>
            </a:r>
            <a:endParaRPr lang="en-US" sz="3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1450" y="1104900"/>
            <a:ext cx="6502400" cy="2481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焦虑症的危害</a:t>
            </a: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br>
              <a:rPr dirty="0"/>
            </a:b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焦虑症可能带来</a:t>
            </a:r>
            <a:r>
              <a:rPr lang="en-US" sz="2000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睡眠障碍、神经系统疾病、心理和情绪问题、社会功能受损、身体健康问题、生活质量下降以及自杀风险等负面影响</a:t>
            </a: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。及时识别和治疗焦虑症是至关重要的，以减少其对患者及其家庭的负面影响。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焦虑症的危害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1385888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68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009C45-E6C2-37B5-ECF4-BF9D0CABB7A9}"/>
              </a:ext>
            </a:extLst>
          </p:cNvPr>
          <p:cNvSpPr txBox="1"/>
          <p:nvPr/>
        </p:nvSpPr>
        <p:spPr>
          <a:xfrm>
            <a:off x="615950" y="862013"/>
            <a:ext cx="800735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睡眠障碍和神经系统疾病</a:t>
            </a:r>
            <a:endParaRPr lang="en-US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spc="40" dirty="0">
                <a:solidFill>
                  <a:srgbClr val="060607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伴有睡眠障碍，如入睡困难、频繁醒来、噩梦等</a:t>
            </a:r>
            <a:endParaRPr lang="en-US" altLang="zh-CN" sz="1800" kern="0" spc="40" dirty="0">
              <a:solidFill>
                <a:srgbClr val="060607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spc="40" dirty="0">
                <a:solidFill>
                  <a:srgbClr val="060607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植物神经紊乱现象，如心悸、胸闷、出汗、肌肉紧张等</a:t>
            </a:r>
            <a:endParaRPr lang="zh-CN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心理和情绪问题</a:t>
            </a:r>
            <a:endParaRPr lang="en-US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spc="40" dirty="0">
                <a:solidFill>
                  <a:srgbClr val="060607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可能会经历持续的紧张和不安</a:t>
            </a:r>
            <a:r>
              <a:rPr lang="zh-CN" altLang="en-US" sz="1800" kern="0" spc="4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，进而导致抑郁情绪</a:t>
            </a:r>
            <a:endParaRPr lang="zh-CN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社会功能受损</a:t>
            </a:r>
            <a:endParaRPr lang="en-US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spc="40" dirty="0">
                <a:solidFill>
                  <a:srgbClr val="060607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因为焦虑症状而避免某些社交场合或活动</a:t>
            </a:r>
            <a:endParaRPr lang="zh-CN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身体健康问题</a:t>
            </a:r>
            <a:endParaRPr lang="en-US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spc="40" dirty="0">
                <a:solidFill>
                  <a:srgbClr val="060607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诱发或加重心脑血管疾病、糖尿病、甲状腺疾病等</a:t>
            </a:r>
            <a:endParaRPr lang="en-US" altLang="zh-CN" sz="1800" kern="0" spc="40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Helvetica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spc="40" dirty="0">
                <a:solidFill>
                  <a:srgbClr val="060607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Helvetica" panose="020B0604020202020204" pitchFamily="34" charset="0"/>
              </a:rPr>
              <a:t>长期的心理压力和焦虑可能会影响机体的免疫力</a:t>
            </a:r>
            <a:endParaRPr lang="zh-CN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生活质量下降</a:t>
            </a:r>
          </a:p>
          <a:p>
            <a:pPr marL="342900" lvl="0" indent="-342900" algn="l"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自杀风险</a:t>
            </a:r>
          </a:p>
        </p:txBody>
      </p:sp>
    </p:spTree>
    <p:extLst>
      <p:ext uri="{BB962C8B-B14F-4D97-AF65-F5344CB8AC3E}">
        <p14:creationId xmlns:p14="http://schemas.microsoft.com/office/powerpoint/2010/main" val="3505000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zh-CN" alt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提问环节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3069887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</a:rPr>
              <a:t>三个简单小问题</a:t>
            </a:r>
            <a:endParaRPr lang="en-US" sz="2660" dirty="0"/>
          </a:p>
        </p:txBody>
      </p:sp>
      <p:sp>
        <p:nvSpPr>
          <p:cNvPr id="4" name="Text 1"/>
          <p:cNvSpPr/>
          <p:nvPr/>
        </p:nvSpPr>
        <p:spPr>
          <a:xfrm>
            <a:off x="762000" y="1173164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zh-CN" altLang="en-US" sz="2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</a:t>
            </a:r>
            <a:r>
              <a:rPr lang="zh-CN" altLang="en-US" sz="2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三个焦虑症的症状</a:t>
            </a:r>
            <a:endParaRPr lang="en-US" altLang="zh-CN" sz="2000" b="1" dirty="0">
              <a:solidFill>
                <a:srgbClr val="00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457200" indent="-457200" algn="l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zh-CN" altLang="en-US" sz="2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说出三种治疗焦虑症的方法</a:t>
            </a:r>
            <a:endParaRPr lang="en-US" altLang="zh-CN" sz="2000" b="1" dirty="0">
              <a:solidFill>
                <a:srgbClr val="000000"/>
              </a:solidFill>
              <a:latin typeface="Noto Sans SC" pitchFamily="34" charset="0"/>
              <a:ea typeface="Noto Sans SC" pitchFamily="34" charset="-122"/>
            </a:endParaRPr>
          </a:p>
          <a:p>
            <a:pPr marL="457200" indent="-457200" algn="l">
              <a:lnSpc>
                <a:spcPct val="250000"/>
              </a:lnSpc>
              <a:buSzPct val="100000"/>
              <a:buFont typeface="+mj-lt"/>
              <a:buAutoNum type="arabicPeriod"/>
            </a:pPr>
            <a:r>
              <a:rPr lang="zh-CN" altLang="en-US" sz="2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说出三个脑与焦虑症有关系的部位</a:t>
            </a:r>
            <a:endParaRPr lang="en-US" sz="2000" b="1" dirty="0">
              <a:solidFill>
                <a:srgbClr val="000000"/>
              </a:solidFill>
              <a:latin typeface="Noto Sans SC" pitchFamily="34" charset="0"/>
              <a:ea typeface="Noto Sans SC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6213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913" y="16811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4252913" y="2738438"/>
            <a:ext cx="48348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参考材料</a:t>
            </a:r>
            <a:endParaRPr lang="en-US" sz="3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black_film_grain_art_vplus_standard_en_20240202/Content_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4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309563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参考材料</a:t>
            </a:r>
            <a:endParaRPr lang="en-US" sz="266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9A9B0B-7721-DA80-844A-FD7E40451505}"/>
              </a:ext>
            </a:extLst>
          </p:cNvPr>
          <p:cNvSpPr txBox="1"/>
          <p:nvPr/>
        </p:nvSpPr>
        <p:spPr>
          <a:xfrm>
            <a:off x="596900" y="1471136"/>
            <a:ext cx="7747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</a:t>
            </a:r>
            <a:r>
              <a:rPr lang="en-US" altLang="zh-CN" sz="1800" u="sng" kern="100" dirty="0" err="1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焦虑障碍概述</a:t>
            </a:r>
            <a:r>
              <a:rPr lang="en-US" altLang="zh-CN" sz="1800" u="sng" kern="100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</a:t>
            </a:r>
            <a:r>
              <a:rPr lang="en-US" altLang="zh-CN" sz="1800" u="sng" kern="100" dirty="0" err="1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精神疾病</a:t>
            </a:r>
            <a:r>
              <a:rPr lang="en-US" altLang="zh-CN" sz="1800" u="sng" kern="100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</a:t>
            </a:r>
            <a:r>
              <a:rPr lang="en-US" altLang="zh-CN" sz="1800" u="sng" kern="100" dirty="0" err="1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MSD诊疗手册专业版</a:t>
            </a:r>
            <a:r>
              <a:rPr lang="en-US" altLang="zh-CN" sz="1800" u="sng" kern="100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(msdmanuals.cn)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hlinkClick r:id="rId5"/>
              </a:rPr>
              <a:t>焦虑产生的大脑工作机制是什么？ </a:t>
            </a:r>
            <a:r>
              <a:rPr lang="en-US" altLang="zh-CN" dirty="0">
                <a:hlinkClick r:id="rId5"/>
              </a:rPr>
              <a:t>- </a:t>
            </a:r>
            <a:r>
              <a:rPr lang="zh-CN" altLang="en-US" dirty="0">
                <a:hlinkClick r:id="rId5"/>
              </a:rPr>
              <a:t>知乎 </a:t>
            </a:r>
            <a:r>
              <a:rPr lang="en-US" altLang="zh-CN" dirty="0">
                <a:hlinkClick r:id="rId5"/>
              </a:rPr>
              <a:t>(zhihu.com)</a:t>
            </a:r>
            <a:endParaRPr lang="en-US" altLang="zh-CN" dirty="0"/>
          </a:p>
          <a:p>
            <a:pPr algn="just"/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[3] </a:t>
            </a:r>
            <a:r>
              <a:rPr lang="zh-CN" altLang="en-US" dirty="0">
                <a:hlinkClick r:id="rId6"/>
              </a:rPr>
              <a:t>焦虑症 </a:t>
            </a:r>
            <a:r>
              <a:rPr lang="en-US" altLang="zh-CN" dirty="0">
                <a:hlinkClick r:id="rId6"/>
              </a:rPr>
              <a:t>- </a:t>
            </a:r>
            <a:r>
              <a:rPr lang="zh-CN" altLang="en-US" dirty="0">
                <a:hlinkClick r:id="rId6"/>
              </a:rPr>
              <a:t>医学百科 </a:t>
            </a:r>
            <a:r>
              <a:rPr lang="en-US" altLang="zh-CN" dirty="0">
                <a:hlinkClick r:id="rId6"/>
              </a:rPr>
              <a:t>(yixue.com)</a:t>
            </a:r>
            <a:endParaRPr lang="zh-CN" altLang="zh-CN" kern="100" dirty="0">
              <a:solidFill>
                <a:srgbClr val="0000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2975" y="1762125"/>
            <a:ext cx="339566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60" b="1" dirty="0">
                <a:solidFill>
                  <a:srgbClr val="CDA8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END</a:t>
            </a:r>
            <a:endParaRPr lang="en-US" sz="2560" dirty="0"/>
          </a:p>
        </p:txBody>
      </p:sp>
      <p:sp>
        <p:nvSpPr>
          <p:cNvPr id="3" name="Text 1"/>
          <p:cNvSpPr/>
          <p:nvPr/>
        </p:nvSpPr>
        <p:spPr>
          <a:xfrm>
            <a:off x="4752975" y="2205037"/>
            <a:ext cx="3395663" cy="1033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THANKS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973</Words>
  <Application>Microsoft Office PowerPoint</Application>
  <PresentationFormat>全屏显示(16:9)</PresentationFormat>
  <Paragraphs>166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Noto Sans SC</vt:lpstr>
      <vt:lpstr>等线</vt:lpstr>
      <vt:lpstr>黑体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焦虑症</dc:title>
  <dc:subject>SUBTITLE HERE</dc:subject>
  <dc:creator>MindShow.fun</dc:creator>
  <cp:lastModifiedBy>贼细 抻面</cp:lastModifiedBy>
  <cp:revision>3</cp:revision>
  <dcterms:created xsi:type="dcterms:W3CDTF">2024-04-15T15:41:08Z</dcterms:created>
  <dcterms:modified xsi:type="dcterms:W3CDTF">2024-04-19T05:00:54Z</dcterms:modified>
</cp:coreProperties>
</file>