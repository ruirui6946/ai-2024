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5" r:id="rId2"/>
    <p:sldId id="802" r:id="rId3"/>
    <p:sldId id="803" r:id="rId4"/>
    <p:sldId id="1010" r:id="rId5"/>
    <p:sldId id="707" r:id="rId6"/>
    <p:sldId id="804" r:id="rId7"/>
    <p:sldId id="805" r:id="rId8"/>
    <p:sldId id="807" r:id="rId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002" autoAdjust="0"/>
  </p:normalViewPr>
  <p:slideViewPr>
    <p:cSldViewPr>
      <p:cViewPr varScale="1">
        <p:scale>
          <a:sx n="89" d="100"/>
          <a:sy n="89" d="100"/>
        </p:scale>
        <p:origin x="-63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2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710600BE-AF69-4BB8-BC45-7CFA9CD4E5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77098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EE0253D-39FA-4682-8713-D1AF50615197}" type="slidenum">
              <a:rPr lang="en-US" altLang="zh-CN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zh-CN" smtClean="0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6646BD5-09FD-4106-9932-CA16FCE920D2}" type="slidenum">
              <a:rPr lang="en-US" altLang="zh-CN" smtClean="0"/>
              <a:pPr eaLnBrk="1" hangingPunct="1">
                <a:spcBef>
                  <a:spcPct val="0"/>
                </a:spcBef>
              </a:pPr>
              <a:t>2</a:t>
            </a:fld>
            <a:endParaRPr lang="en-US" altLang="zh-CN" smtClean="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C983794-16BC-4988-A092-E0A4E745BED8}" type="slidenum">
              <a:rPr lang="en-US" altLang="zh-CN" smtClean="0"/>
              <a:pPr eaLnBrk="1" hangingPunct="1">
                <a:spcBef>
                  <a:spcPct val="0"/>
                </a:spcBef>
              </a:pPr>
              <a:t>3</a:t>
            </a:fld>
            <a:endParaRPr lang="en-US" altLang="zh-CN" smtClean="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C983794-16BC-4988-A092-E0A4E745BED8}" type="slidenum">
              <a:rPr lang="en-US" altLang="zh-CN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zh-CN" smtClean="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DB6FF61-B1F4-469E-9425-1B3969E81574}" type="slidenum">
              <a:rPr lang="en-US" altLang="zh-CN" smtClean="0"/>
              <a:pPr eaLnBrk="1" hangingPunct="1">
                <a:spcBef>
                  <a:spcPct val="0"/>
                </a:spcBef>
              </a:pPr>
              <a:t>6</a:t>
            </a:fld>
            <a:endParaRPr lang="en-US" altLang="zh-CN" smtClean="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37B9727-0013-4AA0-B3C1-CCCDAB612F00}" type="slidenum">
              <a:rPr lang="en-US" altLang="zh-CN" smtClean="0"/>
              <a:pPr eaLnBrk="1" hangingPunct="1">
                <a:spcBef>
                  <a:spcPct val="0"/>
                </a:spcBef>
              </a:pPr>
              <a:t>7</a:t>
            </a:fld>
            <a:endParaRPr lang="en-US" altLang="zh-CN" smtClean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0D65E99-2223-4F42-8B3C-C13AA3DE0B2A}" type="slidenum">
              <a:rPr lang="en-US" altLang="zh-CN" smtClean="0"/>
              <a:pPr eaLnBrk="1" hangingPunct="1">
                <a:spcBef>
                  <a:spcPct val="0"/>
                </a:spcBef>
              </a:pPr>
              <a:t>8</a:t>
            </a:fld>
            <a:endParaRPr lang="en-US" altLang="zh-CN" smtClean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5239C-0E06-4E23-A021-0F2832AE5A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40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1873E-BB9D-41D1-854F-DE588953A7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54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13C7CD-143B-4DEC-9627-E5121FFE63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4179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FBD2CA-EBB9-4BE5-8008-4D7B380860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6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75EAC-76A3-4045-BDE9-833BD1E549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52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0D4F5-09D9-4848-8AFF-9FD9905FF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100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23449-7400-44B0-971F-D02DE920DF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01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C875-834A-4566-B311-C9428FBBF5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054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4C20C-299B-4139-89CB-95166BFB71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619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BCCCD-C093-4973-B063-EA4E64ACA2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73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FE5D4-1E00-459D-8485-D194905EBB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88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1A6D1-3974-4605-BC4E-69FA0AC9E0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024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B9007-0E8A-4209-931C-E600B5623B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8657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B3580-A0ED-4ADB-809D-DDEB770C64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702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pPr>
              <a:defRPr/>
            </a:pPr>
            <a:fld id="{F4453A10-B55B-4E36-A5F8-23F914DB5B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472008" y="2148579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schemeClr val="tx2"/>
                </a:solidFill>
              </a:rPr>
              <a:t>输入法</a:t>
            </a:r>
            <a:endParaRPr lang="en-US" altLang="zh-CN" sz="4400" dirty="0" smtClean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4400" b="0" dirty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 smtClean="0">
                <a:solidFill>
                  <a:schemeClr val="tx2"/>
                </a:solidFill>
              </a:rPr>
              <a:t>史晓东</a:t>
            </a:r>
            <a:endParaRPr lang="en-US" altLang="zh-CN" sz="2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什么样的输入法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语言（汉字）基础知识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相关数据准备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实用化开发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真正的输入法</a:t>
            </a:r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什么样的输入法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整句输入法：</a:t>
            </a:r>
            <a:endParaRPr lang="en-US" altLang="zh-CN" b="1" dirty="0" smtClean="0"/>
          </a:p>
          <a:p>
            <a:pPr lvl="1" eaLnBrk="1" hangingPunct="1"/>
            <a:r>
              <a:rPr lang="zh-CN" altLang="en-US" b="1" dirty="0" smtClean="0"/>
              <a:t>较好地体现</a:t>
            </a:r>
            <a:r>
              <a:rPr lang="en-US" altLang="zh-CN" b="1" dirty="0" err="1"/>
              <a:t>viterbi</a:t>
            </a:r>
            <a:r>
              <a:rPr lang="zh-CN" altLang="en-US" b="1" dirty="0" smtClean="0"/>
              <a:t>全局优化算法</a:t>
            </a:r>
            <a:endParaRPr lang="en-US" altLang="zh-CN" b="1" dirty="0" smtClean="0"/>
          </a:p>
          <a:p>
            <a:pPr lvl="1" eaLnBrk="1" hangingPunct="1"/>
            <a:r>
              <a:rPr lang="zh-CN" altLang="en-US" b="1" dirty="0"/>
              <a:t>不</a:t>
            </a:r>
            <a:r>
              <a:rPr lang="zh-CN" altLang="en-US" b="1" dirty="0" smtClean="0"/>
              <a:t>实用</a:t>
            </a:r>
            <a:endParaRPr lang="en-US" altLang="zh-CN" b="1" dirty="0" smtClean="0"/>
          </a:p>
          <a:p>
            <a:pPr lvl="1" eaLnBrk="1" hangingPunct="1"/>
            <a:r>
              <a:rPr lang="zh-CN" altLang="en-US" b="1" dirty="0" smtClean="0"/>
              <a:t>必须扩充经典的一阶马尔可夫模型</a:t>
            </a:r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r>
              <a:rPr lang="zh-CN" altLang="en-US" b="1" dirty="0" smtClean="0"/>
              <a:t>理论上可以全局优化，但</a:t>
            </a:r>
            <a:r>
              <a:rPr lang="en-US" altLang="zh-CN" b="1" dirty="0" err="1" smtClean="0"/>
              <a:t>google</a:t>
            </a:r>
            <a:r>
              <a:rPr lang="zh-CN" altLang="en-US" b="1" dirty="0" smtClean="0"/>
              <a:t>输入法也没有</a:t>
            </a:r>
            <a:endParaRPr lang="en-US" altLang="zh-CN" b="1" dirty="0" smtClean="0"/>
          </a:p>
          <a:p>
            <a:pPr lvl="1" eaLnBrk="1" hangingPunct="1"/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endParaRPr lang="en-US" altLang="zh-CN" b="1" dirty="0" smtClean="0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976" y="3861048"/>
            <a:ext cx="3276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976" y="5039146"/>
            <a:ext cx="4905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976" y="5589240"/>
            <a:ext cx="50577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976" y="4482012"/>
            <a:ext cx="38385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什么样的输入法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词组输入法：</a:t>
            </a:r>
            <a:endParaRPr lang="en-US" altLang="zh-CN" b="1" dirty="0" smtClean="0"/>
          </a:p>
          <a:p>
            <a:pPr lvl="1" eaLnBrk="1" hangingPunct="1"/>
            <a:r>
              <a:rPr lang="zh-CN" altLang="en-US" b="1" dirty="0" smtClean="0"/>
              <a:t>所谓词组，不光是常用词，还包括一些常见字串（如“一个人”）</a:t>
            </a:r>
            <a:endParaRPr lang="en-US" altLang="zh-CN" b="1" dirty="0" smtClean="0"/>
          </a:p>
          <a:p>
            <a:pPr lvl="1" eaLnBrk="1" hangingPunct="1"/>
            <a:r>
              <a:rPr lang="zh-CN" altLang="en-US" b="1" dirty="0" smtClean="0"/>
              <a:t>词组输入法也可以利用已输入的串</a:t>
            </a:r>
            <a:endParaRPr lang="en-US" altLang="zh-CN" b="1" dirty="0" smtClean="0"/>
          </a:p>
          <a:p>
            <a:pPr lvl="1" eaLnBrk="1" hangingPunct="1"/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endParaRPr lang="en-US" altLang="zh-CN" b="1" dirty="0" smtClean="0"/>
          </a:p>
          <a:p>
            <a:pPr lvl="1" eaLnBrk="1" hangingPunct="1"/>
            <a:endParaRPr lang="en-US" altLang="zh-CN" b="1" dirty="0"/>
          </a:p>
          <a:p>
            <a:pPr lvl="1" eaLnBrk="1" hangingPunct="1"/>
            <a:endParaRPr lang="en-US" altLang="zh-CN" b="1" dirty="0" smtClean="0"/>
          </a:p>
        </p:txBody>
      </p:sp>
    </p:spTree>
    <p:extLst>
      <p:ext uri="{BB962C8B-B14F-4D97-AF65-F5344CB8AC3E}">
        <p14:creationId xmlns:p14="http://schemas.microsoft.com/office/powerpoint/2010/main" val="33981959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语言基础</a:t>
            </a:r>
            <a:endParaRPr lang="zh-CN" altLang="en-GB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字的概念比你想的要复杂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比如藏文，多个字节构成一个“字”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即使是汉字，也并不总是用两个字节就可以表示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音码还是形码？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音码：会读就会输入（如拼音、云译输入法）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形码：会写就会输入（如五笔字型、异体字词典的输入法）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相关数据准备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码表：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拼音汉字对照表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拼音词组对照表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转移概率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大规模汉语语料库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按字算概率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按词算概率，需要分词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实用化开发</a:t>
            </a:r>
            <a:endParaRPr lang="en-US" altLang="zh-CN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用哈希表实现稀疏矩阵</a:t>
            </a:r>
            <a:endParaRPr lang="sv-SE" altLang="zh-CN" dirty="0" smtClean="0"/>
          </a:p>
          <a:p>
            <a:pPr eaLnBrk="1" hangingPunct="1"/>
            <a:r>
              <a:rPr lang="zh-CN" altLang="en-US" dirty="0" smtClean="0"/>
              <a:t>多种数据结构及索引加快</a:t>
            </a:r>
            <a:r>
              <a:rPr lang="zh-CN" altLang="en-US" dirty="0" smtClean="0"/>
              <a:t>速度</a:t>
            </a:r>
            <a:endParaRPr lang="en-US" altLang="zh-CN" dirty="0" smtClean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 smtClean="0"/>
              <a:t>多拼音拆分</a:t>
            </a:r>
            <a:endParaRPr lang="en-US" altLang="zh-CN" dirty="0" smtClean="0"/>
          </a:p>
          <a:p>
            <a:pPr eaLnBrk="1" hangingPunct="1"/>
            <a:r>
              <a:rPr lang="zh-CN" altLang="en-US"/>
              <a:t>简</a:t>
            </a:r>
            <a:r>
              <a:rPr lang="zh-CN" altLang="en-US" smtClean="0"/>
              <a:t>拼方案</a:t>
            </a:r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真正的输入法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 smtClean="0"/>
              <a:t>阅读机器的输入法接口文档（如</a:t>
            </a:r>
            <a:r>
              <a:rPr lang="en-US" altLang="zh-CN" sz="2800" dirty="0" smtClean="0"/>
              <a:t>Windows, Linux</a:t>
            </a:r>
            <a:r>
              <a:rPr lang="zh-CN" altLang="en-US" sz="2800" dirty="0" smtClean="0"/>
              <a:t>等）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 smtClean="0"/>
              <a:t>用户界面（</a:t>
            </a:r>
            <a:r>
              <a:rPr lang="en-US" altLang="zh-CN" sz="2800" dirty="0" smtClean="0"/>
              <a:t>UI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 smtClean="0"/>
              <a:t>数据压缩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 smtClean="0"/>
              <a:t>云输入法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 smtClean="0"/>
              <a:t>如有兴趣开发，请联系我！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24205</TotalTime>
  <Words>247</Words>
  <Application>Microsoft Office PowerPoint</Application>
  <PresentationFormat>全屏显示(4:3)</PresentationFormat>
  <Paragraphs>70</Paragraphs>
  <Slides>8</Slides>
  <Notes>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Default Design</vt:lpstr>
      <vt:lpstr>PowerPoint 演示文稿</vt:lpstr>
      <vt:lpstr>outline</vt:lpstr>
      <vt:lpstr>什么样的输入法</vt:lpstr>
      <vt:lpstr>什么样的输入法</vt:lpstr>
      <vt:lpstr>语言基础</vt:lpstr>
      <vt:lpstr>相关数据准备</vt:lpstr>
      <vt:lpstr>实用化开发</vt:lpstr>
      <vt:lpstr>真正的输入法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Mandel</dc:creator>
  <cp:lastModifiedBy>Windows 用户</cp:lastModifiedBy>
  <cp:revision>345</cp:revision>
  <dcterms:created xsi:type="dcterms:W3CDTF">2005-02-15T11:04:50Z</dcterms:created>
  <dcterms:modified xsi:type="dcterms:W3CDTF">2018-04-25T06:03:46Z</dcterms:modified>
</cp:coreProperties>
</file>