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2" r:id="rId9"/>
    <p:sldId id="263" r:id="rId10"/>
    <p:sldId id="312" r:id="rId11"/>
    <p:sldId id="259" r:id="rId12"/>
    <p:sldId id="274" r:id="rId13"/>
    <p:sldId id="271" r:id="rId14"/>
    <p:sldId id="270" r:id="rId15"/>
    <p:sldId id="310" r:id="rId16"/>
    <p:sldId id="277" r:id="rId17"/>
    <p:sldId id="275" r:id="rId18"/>
    <p:sldId id="276" r:id="rId19"/>
    <p:sldId id="307" r:id="rId20"/>
    <p:sldId id="284" r:id="rId21"/>
    <p:sldId id="313" r:id="rId22"/>
    <p:sldId id="260" r:id="rId23"/>
    <p:sldId id="278" r:id="rId24"/>
    <p:sldId id="279" r:id="rId25"/>
    <p:sldId id="280" r:id="rId26"/>
    <p:sldId id="282" r:id="rId27"/>
    <p:sldId id="281" r:id="rId28"/>
    <p:sldId id="283" r:id="rId29"/>
    <p:sldId id="304" r:id="rId30"/>
    <p:sldId id="305" r:id="rId31"/>
    <p:sldId id="287" r:id="rId32"/>
    <p:sldId id="314" r:id="rId33"/>
    <p:sldId id="261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9" r:id="rId49"/>
    <p:sldId id="308" r:id="rId50"/>
    <p:sldId id="288" r:id="rId51"/>
    <p:sldId id="311" r:id="rId52"/>
    <p:sldId id="316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318" y="108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68B60-780E-4CAE-85E4-57AF9A407BA9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C5C967-CCD0-41F9-A542-E49F213D2E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563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5C967-CCD0-41F9-A542-E49F213D2E3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786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5C967-CCD0-41F9-A542-E49F213D2E3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237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5C967-CCD0-41F9-A542-E49F213D2E3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938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ED9C-7570-43AA-BD10-8548E112CA8A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350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C187E-A985-43EB-9554-EE08DF050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2A0E8-7447-4211-BF85-FA5B06070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0342F-37B8-411F-B1A3-4BEEEF78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4E83E-EB32-4747-A8CD-825CB77E3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143A-E16B-42F8-A90A-BE5D9D40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22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CCB4-369E-41AB-BB0A-007B8B72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6195B-830C-421D-899B-60E87A41D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3EA55-4B03-4798-B17A-4C792822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B048D-0EB4-4569-9AA8-27240501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226B2-5D2D-4822-96E0-C3C8FF6C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36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C35A-54AA-4605-A787-1B8EFB14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87E1E-0541-4917-BC20-C8138E0E2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B73DB-8B27-44F2-AE6B-1582873DF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56BA8-D56D-4319-BD48-17039F49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F4C0D-1118-4D42-A018-FA1EAC17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133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776A-BC2D-4145-8CC0-306CBE34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A52BC-7173-4BFD-82F0-39E035D0A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80549-15A5-42C2-93A9-234932D9F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FA096-31F3-4055-B973-FEE9B653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C50A3-5ADC-4331-B460-006DE012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30DB2-D9A8-4731-875A-29EE51F3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87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F010-320F-4063-AF30-AA73DFEE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77989-EBD8-4B8D-A376-CB08DD977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82916-BE6B-4A90-A069-98D2BFF8C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E724EE-E17C-4FB9-89CB-2A78080CD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6708C5-DC14-44DE-8491-6A6EE2F40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0FC06-AD71-4D52-BEF8-F632F487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A4094-17E5-4F78-B23F-71AABC8D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DBB93-B7EC-4AEC-BDE1-107273204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27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3A893-E083-4CB3-BD22-03C43DB26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9499F-0B26-49F7-BC4B-147752BF5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E8C81-77AA-4CC6-9377-0915B3DA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5EC3F-F4CA-44D1-8914-5F236F7A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15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94232B-AF8E-4149-BA26-3EA7858D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D7883-17B4-4214-917D-C63C9449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5F643-3D3A-4827-AF5B-DA43D5D4E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49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2C42-A9E0-4747-89DC-BD5C63E1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E7BA-04FC-4338-AAFA-AAFE3D0A6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FD8B1-AF9A-4794-B18D-F09F220FA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933E2-F38F-4595-8489-CEFAE83E6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43E7D-564C-42A3-8046-B1648E1D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F6F4E-3A0E-41E3-88F8-074EB38E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4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24B0-902E-41F7-B189-8C873336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4A1-4653-4946-AD81-D3FABE599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22D1C-FCDB-4886-B3D0-AA23AF260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CCA30-F688-4A15-9686-5B7C94AC2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89FC0-3BAA-448B-BB27-4153D290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2050B-8FD6-4A74-823E-060BAE74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54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9E7A-A761-4BD7-9450-D16FC19E5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A37AC-2526-40FE-8ED8-720A8DE17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73E8E-8889-48D2-A448-CFAAAAC5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2142B-572B-4EAD-929A-65149AFAF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B6EC5-F5EB-4AE9-8946-E30A3D21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850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08FD4-B2BE-4B0F-B7FE-396C7F6D7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43AA7-4A7C-48C5-9369-1C6F1B0B7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CD0C7-01D1-4CA9-B774-C75041F2E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34429-F358-4656-8DB7-42CCF110C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13E37-FD83-479E-AC8E-BA5DDFA8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86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6706A-AADC-48E2-81F2-0D92E348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14648-B28D-4F39-9CCA-C3836096E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A8FF9-91ED-4E24-B996-53F9891E8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82E9D-3D16-4F4C-8ABB-D15735D025BE}" type="datetimeFigureOut">
              <a:rPr lang="zh-CN" altLang="en-US" smtClean="0"/>
              <a:t>2023-5-6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52600-2F9A-418F-A1B0-EFE51B002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809EC-1222-4B21-AF13-5F4BFCD2F3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B3FF5-FA93-40C7-A9BE-0BF6A589BA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03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iming.luo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7.png"/><Relationship Id="rId4" Type="http://schemas.openxmlformats.org/officeDocument/2006/relationships/image" Target="../media/image6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7.png"/><Relationship Id="rId4" Type="http://schemas.openxmlformats.org/officeDocument/2006/relationships/image" Target="../media/image6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1.png"/><Relationship Id="rId7" Type="http://schemas.openxmlformats.org/officeDocument/2006/relationships/image" Target="../media/image2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14.png"/><Relationship Id="rId5" Type="http://schemas.openxmlformats.org/officeDocument/2006/relationships/image" Target="../media/image230.png"/><Relationship Id="rId10" Type="http://schemas.openxmlformats.org/officeDocument/2006/relationships/image" Target="../media/image28.png"/><Relationship Id="rId4" Type="http://schemas.openxmlformats.org/officeDocument/2006/relationships/image" Target="../media/image220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5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4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61.png"/><Relationship Id="rId3" Type="http://schemas.openxmlformats.org/officeDocument/2006/relationships/image" Target="../media/image35.jpg"/><Relationship Id="rId7" Type="http://schemas.openxmlformats.org/officeDocument/2006/relationships/image" Target="../media/image43.png"/><Relationship Id="rId12" Type="http://schemas.openxmlformats.org/officeDocument/2006/relationships/image" Target="../media/image6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59.png"/><Relationship Id="rId5" Type="http://schemas.openxmlformats.org/officeDocument/2006/relationships/image" Target="../media/image38.png"/><Relationship Id="rId10" Type="http://schemas.openxmlformats.org/officeDocument/2006/relationships/image" Target="../media/image46.png"/><Relationship Id="rId4" Type="http://schemas.openxmlformats.org/officeDocument/2006/relationships/image" Target="../media/image37.png"/><Relationship Id="rId9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35.jpg"/><Relationship Id="rId7" Type="http://schemas.openxmlformats.org/officeDocument/2006/relationships/image" Target="../media/image43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47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8.png"/><Relationship Id="rId5" Type="http://schemas.openxmlformats.org/officeDocument/2006/relationships/image" Target="../media/image38.png"/><Relationship Id="rId15" Type="http://schemas.openxmlformats.org/officeDocument/2006/relationships/image" Target="../media/image52.png"/><Relationship Id="rId10" Type="http://schemas.openxmlformats.org/officeDocument/2006/relationships/image" Target="../media/image46.png"/><Relationship Id="rId19" Type="http://schemas.openxmlformats.org/officeDocument/2006/relationships/image" Target="../media/image56.png"/><Relationship Id="rId4" Type="http://schemas.openxmlformats.org/officeDocument/2006/relationships/image" Target="../media/image37.png"/><Relationship Id="rId9" Type="http://schemas.openxmlformats.org/officeDocument/2006/relationships/image" Target="../media/image45.png"/><Relationship Id="rId1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7" Type="http://schemas.openxmlformats.org/officeDocument/2006/relationships/image" Target="../media/image9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76.jpg"/><Relationship Id="rId7" Type="http://schemas.openxmlformats.org/officeDocument/2006/relationships/image" Target="../media/image97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78.png"/><Relationship Id="rId10" Type="http://schemas.openxmlformats.org/officeDocument/2006/relationships/image" Target="../media/image100.png"/><Relationship Id="rId4" Type="http://schemas.openxmlformats.org/officeDocument/2006/relationships/image" Target="../media/image77.jpg"/><Relationship Id="rId9" Type="http://schemas.openxmlformats.org/officeDocument/2006/relationships/image" Target="../media/image9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7" Type="http://schemas.openxmlformats.org/officeDocument/2006/relationships/image" Target="../media/image8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g"/><Relationship Id="rId5" Type="http://schemas.openxmlformats.org/officeDocument/2006/relationships/image" Target="../media/image81.jpg"/><Relationship Id="rId4" Type="http://schemas.openxmlformats.org/officeDocument/2006/relationships/image" Target="../media/image80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g"/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jpg"/><Relationship Id="rId4" Type="http://schemas.openxmlformats.org/officeDocument/2006/relationships/image" Target="../media/image103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jpg"/><Relationship Id="rId7" Type="http://schemas.openxmlformats.org/officeDocument/2006/relationships/image" Target="../media/image109.jpg"/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jpg"/><Relationship Id="rId5" Type="http://schemas.openxmlformats.org/officeDocument/2006/relationships/image" Target="../media/image107.jpg"/><Relationship Id="rId4" Type="http://schemas.openxmlformats.org/officeDocument/2006/relationships/image" Target="../media/image10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3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svg"/><Relationship Id="rId3" Type="http://schemas.openxmlformats.org/officeDocument/2006/relationships/image" Target="../media/image67.jpg"/><Relationship Id="rId7" Type="http://schemas.openxmlformats.org/officeDocument/2006/relationships/image" Target="../media/image122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mmlab/mmdetection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36434630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A1F5-FA8A-49E5-9BA5-D79CF62D1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b="1" dirty="0">
                <a:latin typeface="+mn-lt"/>
                <a:ea typeface="+mn-ea"/>
                <a:cs typeface="+mn-ea"/>
                <a:sym typeface="+mn-lt"/>
              </a:rPr>
              <a:t>11</a:t>
            </a:r>
            <a:r>
              <a:rPr lang="zh-CN" altLang="en-US" sz="4400" b="1" dirty="0">
                <a:latin typeface="+mn-lt"/>
                <a:ea typeface="+mn-ea"/>
                <a:cs typeface="+mn-ea"/>
                <a:sym typeface="+mn-lt"/>
              </a:rPr>
              <a:t>、</a:t>
            </a:r>
            <a:r>
              <a:rPr lang="en-US" altLang="zh-CN" sz="4400" b="1" dirty="0">
                <a:latin typeface="+mn-lt"/>
                <a:ea typeface="+mn-ea"/>
                <a:cs typeface="+mn-ea"/>
                <a:sym typeface="+mn-lt"/>
              </a:rPr>
              <a:t>CNN-Based Object Detection</a:t>
            </a:r>
            <a:br>
              <a:rPr lang="en-US" altLang="zh-CN" sz="4400" b="1" dirty="0">
                <a:latin typeface="+mn-lt"/>
                <a:ea typeface="+mn-ea"/>
                <a:cs typeface="+mn-ea"/>
                <a:sym typeface="+mn-lt"/>
              </a:rPr>
            </a:br>
            <a:r>
              <a:rPr lang="zh-CN" altLang="en-US" sz="4400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目标检测算法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6C011-BCCB-422E-9E7F-192771EFC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b="1" dirty="0">
                <a:cs typeface="+mn-ea"/>
                <a:sym typeface="+mn-lt"/>
              </a:rPr>
              <a:t>罗志明</a:t>
            </a:r>
            <a:endParaRPr lang="en-US" altLang="zh-CN" b="1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b="1" dirty="0">
                <a:cs typeface="+mn-ea"/>
                <a:sym typeface="+mn-lt"/>
                <a:hlinkClick r:id="rId2"/>
              </a:rPr>
              <a:t>zhiming.luo@xmu.edu.cn</a:t>
            </a:r>
            <a:endParaRPr lang="en-US" altLang="zh-CN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919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1EEF-2675-478E-9F72-F19655D1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6906B-F8E8-47B1-A7B9-6CBD81DF5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solidFill>
                  <a:srgbClr val="00B0F0"/>
                </a:solidFill>
                <a:cs typeface="+mn-ea"/>
                <a:sym typeface="+mn-lt"/>
              </a:rPr>
              <a:t>目标检测定义</a:t>
            </a:r>
            <a:endParaRPr lang="en-US" altLang="zh-CN" sz="3600" b="1" dirty="0">
              <a:solidFill>
                <a:srgbClr val="00B0F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3600" b="1" dirty="0">
                <a:cs typeface="+mn-ea"/>
                <a:sym typeface="+mn-lt"/>
              </a:rPr>
              <a:t>R-CNN</a:t>
            </a:r>
            <a:r>
              <a:rPr lang="zh-CN" altLang="en-US" sz="3600" b="1" dirty="0">
                <a:cs typeface="+mn-ea"/>
                <a:sym typeface="+mn-lt"/>
              </a:rPr>
              <a:t>系列算法</a:t>
            </a:r>
            <a:endParaRPr lang="en-US" altLang="zh-CN" sz="3600" b="1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cs typeface="+mn-ea"/>
                <a:sym typeface="+mn-lt"/>
              </a:rPr>
              <a:t>R-CNN</a:t>
            </a: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cs typeface="+mn-ea"/>
                <a:sym typeface="+mn-lt"/>
              </a:rPr>
              <a:t>Fast R-CNN</a:t>
            </a: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cs typeface="+mn-ea"/>
                <a:sym typeface="+mn-lt"/>
              </a:rPr>
              <a:t>Faster R-CNN</a:t>
            </a:r>
            <a:endParaRPr lang="zh-CN" altLang="en-US" sz="32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429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151A-B77F-4954-89E8-8EFA9E5C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Object Detection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2F08A5-B599-4F27-8DCD-C1A278FC1A9A}"/>
              </a:ext>
            </a:extLst>
          </p:cNvPr>
          <p:cNvGrpSpPr/>
          <p:nvPr/>
        </p:nvGrpSpPr>
        <p:grpSpPr>
          <a:xfrm>
            <a:off x="1133408" y="1789299"/>
            <a:ext cx="2618345" cy="4584731"/>
            <a:chOff x="1272556" y="1786140"/>
            <a:chExt cx="2618345" cy="45847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66503B-1D95-4E76-A189-48BCC850B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241" y="1786140"/>
              <a:ext cx="2466975" cy="18478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7047E310-336D-4D66-9630-0BC7260F9A56}"/>
                    </a:ext>
                  </a:extLst>
                </p:cNvPr>
                <p:cNvSpPr/>
                <p:nvPr/>
              </p:nvSpPr>
              <p:spPr>
                <a:xfrm>
                  <a:off x="1272556" y="3681555"/>
                  <a:ext cx="261834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𝐶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=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0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𝐂𝐚𝐭</m:t>
                            </m:r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, </m:t>
                            </m:r>
                            <m:r>
                              <a:rPr lang="en-US" altLang="zh-CN" sz="2000" b="1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𝐃𝐨𝐠</m:t>
                            </m:r>
                            <m:r>
                              <a:rPr lang="en-US" altLang="zh-CN" sz="2000" b="1" i="0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, </m:t>
                            </m:r>
                            <m:r>
                              <a:rPr lang="en-US" altLang="zh-CN" sz="2000" b="1" i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𝐃𝐮𝐜𝐤</m:t>
                            </m:r>
                          </m:e>
                        </m:d>
                      </m:oMath>
                    </m:oMathPara>
                  </a14:m>
                  <a:endParaRPr lang="zh-CN" altLang="en-US"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7047E310-336D-4D66-9630-0BC7260F9A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2556" y="3681555"/>
                  <a:ext cx="2618345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515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252B2B3-ACE3-409F-8E0B-9EF71BC4B05C}"/>
                </a:ext>
              </a:extLst>
            </p:cNvPr>
            <p:cNvGrpSpPr/>
            <p:nvPr/>
          </p:nvGrpSpPr>
          <p:grpSpPr>
            <a:xfrm>
              <a:off x="1348241" y="4523021"/>
              <a:ext cx="2466975" cy="1847850"/>
              <a:chOff x="7833968" y="3771106"/>
              <a:chExt cx="2466975" cy="184785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952CC3FB-A968-4FA5-B599-3F21685CA2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33968" y="3771106"/>
                <a:ext cx="2466975" cy="1847850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CDCD2C4-0920-474E-B92E-B5DD43C60B1B}"/>
                  </a:ext>
                </a:extLst>
              </p:cNvPr>
              <p:cNvSpPr/>
              <p:nvPr/>
            </p:nvSpPr>
            <p:spPr>
              <a:xfrm>
                <a:off x="8932334" y="3839895"/>
                <a:ext cx="1185334" cy="1591734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ABB1FE4-0EAD-4D92-BA0E-9221CF313D3A}"/>
                  </a:ext>
                </a:extLst>
              </p:cNvPr>
              <p:cNvSpPr/>
              <p:nvPr/>
            </p:nvSpPr>
            <p:spPr>
              <a:xfrm>
                <a:off x="8001001" y="4288569"/>
                <a:ext cx="795866" cy="8506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04DDB0C-3F5A-4F5E-AE46-A0A5899C63AA}"/>
                  </a:ext>
                </a:extLst>
              </p:cNvPr>
              <p:cNvSpPr/>
              <p:nvPr/>
            </p:nvSpPr>
            <p:spPr>
              <a:xfrm>
                <a:off x="8544234" y="4227286"/>
                <a:ext cx="523566" cy="69184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97394BA-8F9F-45EC-ABA9-7732A2B87009}"/>
                  </a:ext>
                </a:extLst>
              </p:cNvPr>
              <p:cNvSpPr/>
              <p:nvPr/>
            </p:nvSpPr>
            <p:spPr>
              <a:xfrm>
                <a:off x="8855449" y="5021789"/>
                <a:ext cx="424017" cy="443707"/>
              </a:xfrm>
              <a:prstGeom prst="rect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D943F69C-B0C1-4E93-A165-9EA17304C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17554" y="1905996"/>
                <a:ext cx="7824826" cy="4351338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Input: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𝐼</m:t>
                    </m:r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: </a:t>
                </a:r>
                <a:r>
                  <a:rPr lang="zh-CN" altLang="en-US" sz="2800" dirty="0">
                    <a:cs typeface="+mn-ea"/>
                    <a:sym typeface="+mn-lt"/>
                  </a:rPr>
                  <a:t>输入图像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: </a:t>
                </a:r>
                <a:r>
                  <a:rPr lang="zh-CN" altLang="en-US" sz="2800" dirty="0">
                    <a:cs typeface="+mn-ea"/>
                    <a:sym typeface="+mn-lt"/>
                  </a:rPr>
                  <a:t>物体类别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3600" b="1" dirty="0">
                    <a:solidFill>
                      <a:schemeClr val="accent1"/>
                    </a:solidFill>
                    <a:cs typeface="+mn-ea"/>
                    <a:sym typeface="+mn-lt"/>
                  </a:rPr>
                  <a:t>Output: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</m:oMath>
                </a14:m>
                <a:r>
                  <a:rPr lang="zh-CN" altLang="en-US" sz="2800" dirty="0">
                    <a:cs typeface="+mn-ea"/>
                    <a:sym typeface="+mn-lt"/>
                  </a:rPr>
                  <a:t>个检测到物体的矩形框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𝑚</m:t>
                    </m:r>
                  </m:oMath>
                </a14:m>
                <a:r>
                  <a:rPr lang="zh-CN" altLang="en-US" sz="2800" dirty="0">
                    <a:cs typeface="+mn-ea"/>
                    <a:sym typeface="+mn-lt"/>
                  </a:rPr>
                  <a:t>个检测到物体的对应类别</a:t>
                </a:r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D943F69C-B0C1-4E93-A165-9EA17304C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17554" y="1905996"/>
                <a:ext cx="7824826" cy="4351338"/>
              </a:xfrm>
              <a:blipFill>
                <a:blip r:embed="rId4"/>
                <a:stretch>
                  <a:fillRect l="-2103" b="-3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645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19B6-2487-4F8B-81CE-C7682A0F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Object Detection: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Classification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576A7C-8E51-4CDB-92D6-02CC94D8CE32}"/>
                  </a:ext>
                </a:extLst>
              </p:cNvPr>
              <p:cNvSpPr/>
              <p:nvPr/>
            </p:nvSpPr>
            <p:spPr>
              <a:xfrm>
                <a:off x="6601389" y="2125128"/>
                <a:ext cx="35932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𝐶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𝐂𝐚𝐭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 </m:t>
                          </m:r>
                          <m:r>
                            <a:rPr lang="en-US" altLang="zh-CN" sz="2800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𝐃𝐨𝐠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 </m:t>
                          </m:r>
                          <m:r>
                            <a:rPr lang="en-US" altLang="zh-CN" sz="2800" b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𝐃𝐮𝐜𝐤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576A7C-8E51-4CDB-92D6-02CC94D8C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389" y="2125128"/>
                <a:ext cx="359329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7B1993-896F-4001-B461-7EF6DB95589A}"/>
                  </a:ext>
                </a:extLst>
              </p:cNvPr>
              <p:cNvSpPr/>
              <p:nvPr/>
            </p:nvSpPr>
            <p:spPr>
              <a:xfrm>
                <a:off x="6720972" y="3082788"/>
                <a:ext cx="16770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𝐂𝐚𝐭</m:t>
                    </m:r>
                  </m:oMath>
                </a14:m>
                <a:r>
                  <a:rPr lang="zh-CN" altLang="en-US" sz="2800" dirty="0">
                    <a:cs typeface="+mn-ea"/>
                    <a:sym typeface="+mn-lt"/>
                  </a:rPr>
                  <a:t> </a:t>
                </a:r>
                <a:r>
                  <a:rPr lang="en-US" altLang="zh-CN" sz="2800" dirty="0">
                    <a:cs typeface="+mn-ea"/>
                    <a:sym typeface="+mn-lt"/>
                  </a:rPr>
                  <a:t>?  NO</a:t>
                </a:r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7B1993-896F-4001-B461-7EF6DB955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972" y="3082788"/>
                <a:ext cx="1677062" cy="523220"/>
              </a:xfrm>
              <a:prstGeom prst="rect">
                <a:avLst/>
              </a:prstGeom>
              <a:blipFill>
                <a:blip r:embed="rId3"/>
                <a:stretch>
                  <a:fillRect t="-12791" r="-6545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63561A-BA63-476A-9DCB-643B692E1DD2}"/>
                  </a:ext>
                </a:extLst>
              </p:cNvPr>
              <p:cNvSpPr/>
              <p:nvPr/>
            </p:nvSpPr>
            <p:spPr>
              <a:xfrm>
                <a:off x="6720970" y="3657780"/>
                <a:ext cx="17940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𝐃𝐨𝐠</m:t>
                    </m:r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 ?  NO</a:t>
                </a:r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63561A-BA63-476A-9DCB-643B692E1D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970" y="3657780"/>
                <a:ext cx="1794081" cy="523220"/>
              </a:xfrm>
              <a:prstGeom prst="rect">
                <a:avLst/>
              </a:prstGeom>
              <a:blipFill>
                <a:blip r:embed="rId4"/>
                <a:stretch>
                  <a:fillRect t="-11628" r="-6122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C8B4292-5E66-4923-B7F9-4CE336F41B99}"/>
                  </a:ext>
                </a:extLst>
              </p:cNvPr>
              <p:cNvSpPr/>
              <p:nvPr/>
            </p:nvSpPr>
            <p:spPr>
              <a:xfrm>
                <a:off x="6720971" y="4232773"/>
                <a:ext cx="19111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𝐃𝐮𝐜𝐤</m:t>
                    </m:r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?  NO</a:t>
                </a:r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C8B4292-5E66-4923-B7F9-4CE336F41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971" y="4232773"/>
                <a:ext cx="1911101" cy="523220"/>
              </a:xfrm>
              <a:prstGeom prst="rect">
                <a:avLst/>
              </a:prstGeom>
              <a:blipFill>
                <a:blip r:embed="rId5"/>
                <a:stretch>
                  <a:fillRect t="-11628" r="-543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8EB311F-3934-4EEB-9A61-0A19500C4910}"/>
              </a:ext>
            </a:extLst>
          </p:cNvPr>
          <p:cNvGrpSpPr/>
          <p:nvPr/>
        </p:nvGrpSpPr>
        <p:grpSpPr>
          <a:xfrm>
            <a:off x="1524001" y="2386738"/>
            <a:ext cx="3840000" cy="2880000"/>
            <a:chOff x="1524001" y="2386738"/>
            <a:chExt cx="3840000" cy="2880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C399EA-F338-4BAC-931C-0906B2D7E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4001" y="2386738"/>
              <a:ext cx="3840000" cy="2880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5E57C6-31D5-474C-8C8F-DEDD08043E2E}"/>
                </a:ext>
              </a:extLst>
            </p:cNvPr>
            <p:cNvSpPr/>
            <p:nvPr/>
          </p:nvSpPr>
          <p:spPr>
            <a:xfrm>
              <a:off x="1524001" y="2386738"/>
              <a:ext cx="942473" cy="12710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406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19B6-2487-4F8B-81CE-C7682A0F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Object Detection: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Classification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576A7C-8E51-4CDB-92D6-02CC94D8CE32}"/>
                  </a:ext>
                </a:extLst>
              </p:cNvPr>
              <p:cNvSpPr/>
              <p:nvPr/>
            </p:nvSpPr>
            <p:spPr>
              <a:xfrm>
                <a:off x="6601389" y="2125128"/>
                <a:ext cx="35932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𝐶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8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r>
                            <a:rPr lang="en-US" altLang="zh-CN" sz="28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𝐂𝐚𝐭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 </m:t>
                          </m:r>
                          <m:r>
                            <a:rPr lang="en-US" altLang="zh-CN" sz="2800" b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𝐃𝐨𝐠</m:t>
                          </m:r>
                          <m:r>
                            <a:rPr lang="en-US" altLang="zh-CN" sz="2800" b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 </m:t>
                          </m:r>
                          <m:r>
                            <a:rPr lang="en-US" altLang="zh-CN" sz="2800" b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𝐃𝐮𝐜𝐤</m:t>
                          </m:r>
                        </m:e>
                      </m:d>
                    </m:oMath>
                  </m:oMathPara>
                </a14:m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576A7C-8E51-4CDB-92D6-02CC94D8C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389" y="2125128"/>
                <a:ext cx="359329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7B1993-896F-4001-B461-7EF6DB95589A}"/>
                  </a:ext>
                </a:extLst>
              </p:cNvPr>
              <p:cNvSpPr/>
              <p:nvPr/>
            </p:nvSpPr>
            <p:spPr>
              <a:xfrm>
                <a:off x="6720972" y="3082788"/>
                <a:ext cx="182402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𝐂𝐚𝐭</m:t>
                    </m:r>
                  </m:oMath>
                </a14:m>
                <a:r>
                  <a:rPr lang="zh-CN" altLang="en-US" sz="2800" dirty="0">
                    <a:cs typeface="+mn-ea"/>
                    <a:sym typeface="+mn-lt"/>
                  </a:rPr>
                  <a:t> </a:t>
                </a:r>
                <a:r>
                  <a:rPr lang="en-US" altLang="zh-CN" sz="2800" dirty="0">
                    <a:cs typeface="+mn-ea"/>
                    <a:sym typeface="+mn-lt"/>
                  </a:rPr>
                  <a:t>?  YES</a:t>
                </a:r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A7B1993-896F-4001-B461-7EF6DB955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972" y="3082788"/>
                <a:ext cx="1824025" cy="523220"/>
              </a:xfrm>
              <a:prstGeom prst="rect">
                <a:avLst/>
              </a:prstGeom>
              <a:blipFill>
                <a:blip r:embed="rId3"/>
                <a:stretch>
                  <a:fillRect t="-12791" r="-535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63561A-BA63-476A-9DCB-643B692E1DD2}"/>
                  </a:ext>
                </a:extLst>
              </p:cNvPr>
              <p:cNvSpPr/>
              <p:nvPr/>
            </p:nvSpPr>
            <p:spPr>
              <a:xfrm>
                <a:off x="6720970" y="3657780"/>
                <a:ext cx="17940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𝐃𝐨𝐠</m:t>
                    </m:r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 ?  NO</a:t>
                </a:r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63561A-BA63-476A-9DCB-643B692E1D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970" y="3657780"/>
                <a:ext cx="1794081" cy="523220"/>
              </a:xfrm>
              <a:prstGeom prst="rect">
                <a:avLst/>
              </a:prstGeom>
              <a:blipFill>
                <a:blip r:embed="rId4"/>
                <a:stretch>
                  <a:fillRect t="-11628" r="-6122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C8B4292-5E66-4923-B7F9-4CE336F41B99}"/>
                  </a:ext>
                </a:extLst>
              </p:cNvPr>
              <p:cNvSpPr/>
              <p:nvPr/>
            </p:nvSpPr>
            <p:spPr>
              <a:xfrm>
                <a:off x="6720971" y="4232773"/>
                <a:ext cx="19111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𝐃𝐮𝐜𝐤</m:t>
                    </m:r>
                  </m:oMath>
                </a14:m>
                <a:r>
                  <a:rPr lang="en-US" altLang="zh-CN" sz="2800" dirty="0">
                    <a:cs typeface="+mn-ea"/>
                    <a:sym typeface="+mn-lt"/>
                  </a:rPr>
                  <a:t>?  NO</a:t>
                </a:r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C8B4292-5E66-4923-B7F9-4CE336F41B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971" y="4232773"/>
                <a:ext cx="1911101" cy="523220"/>
              </a:xfrm>
              <a:prstGeom prst="rect">
                <a:avLst/>
              </a:prstGeom>
              <a:blipFill>
                <a:blip r:embed="rId5"/>
                <a:stretch>
                  <a:fillRect t="-11628" r="-5431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8EB311F-3934-4EEB-9A61-0A19500C4910}"/>
              </a:ext>
            </a:extLst>
          </p:cNvPr>
          <p:cNvGrpSpPr/>
          <p:nvPr/>
        </p:nvGrpSpPr>
        <p:grpSpPr>
          <a:xfrm>
            <a:off x="1524001" y="2386738"/>
            <a:ext cx="3840000" cy="2880000"/>
            <a:chOff x="1524001" y="2386738"/>
            <a:chExt cx="3840000" cy="2880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BC399EA-F338-4BAC-931C-0906B2D7E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4001" y="2386738"/>
              <a:ext cx="3840000" cy="2880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5E57C6-31D5-474C-8C8F-DEDD08043E2E}"/>
                </a:ext>
              </a:extLst>
            </p:cNvPr>
            <p:cNvSpPr/>
            <p:nvPr/>
          </p:nvSpPr>
          <p:spPr>
            <a:xfrm>
              <a:off x="1969169" y="3236773"/>
              <a:ext cx="942473" cy="12710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659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991F6-E933-44DF-90D3-772C86A5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Object Detection: </a:t>
            </a:r>
            <a:r>
              <a:rPr lang="en-US" altLang="zh-CN" b="1" dirty="0">
                <a:solidFill>
                  <a:srgbClr val="00B0F0"/>
                </a:solidFill>
                <a:latin typeface="+mn-lt"/>
                <a:ea typeface="+mn-ea"/>
                <a:cs typeface="+mn-ea"/>
                <a:sym typeface="+mn-lt"/>
              </a:rPr>
              <a:t>Classification</a:t>
            </a:r>
            <a:endParaRPr lang="zh-CN" altLang="en-US" b="1" dirty="0">
              <a:solidFill>
                <a:srgbClr val="00B0F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D4DC-C481-4D0F-8CE0-E79B1D3FD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935" y="2535206"/>
            <a:ext cx="6407598" cy="1194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3200" b="1" dirty="0">
                <a:solidFill>
                  <a:schemeClr val="accent1"/>
                </a:solidFill>
                <a:cs typeface="+mn-ea"/>
                <a:sym typeface="+mn-lt"/>
              </a:rPr>
              <a:t>Problem:</a:t>
            </a:r>
          </a:p>
          <a:p>
            <a:pPr marL="0" indent="0">
              <a:buNone/>
            </a:pPr>
            <a:r>
              <a:rPr lang="zh-CN" altLang="en-US" sz="3200" dirty="0">
                <a:cs typeface="+mn-ea"/>
                <a:sym typeface="+mn-lt"/>
              </a:rPr>
              <a:t>需要测试的位置与尺度太多</a:t>
            </a:r>
            <a:r>
              <a:rPr lang="en-US" altLang="zh-CN" sz="3200" dirty="0">
                <a:cs typeface="+mn-ea"/>
                <a:sym typeface="+mn-lt"/>
              </a:rPr>
              <a:t>.</a:t>
            </a:r>
            <a:endParaRPr lang="zh-CN" altLang="en-US" sz="3200" dirty="0">
              <a:cs typeface="+mn-ea"/>
              <a:sym typeface="+mn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EA06ED-8416-4C6F-8B0A-74635506FC22}"/>
              </a:ext>
            </a:extLst>
          </p:cNvPr>
          <p:cNvGrpSpPr/>
          <p:nvPr/>
        </p:nvGrpSpPr>
        <p:grpSpPr>
          <a:xfrm>
            <a:off x="1071852" y="2501136"/>
            <a:ext cx="3840000" cy="2880000"/>
            <a:chOff x="1601242" y="2584694"/>
            <a:chExt cx="3840000" cy="2880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9830293-642C-4828-968B-AF2BFE5D81E8}"/>
                </a:ext>
              </a:extLst>
            </p:cNvPr>
            <p:cNvGrpSpPr/>
            <p:nvPr/>
          </p:nvGrpSpPr>
          <p:grpSpPr>
            <a:xfrm>
              <a:off x="1601242" y="2584694"/>
              <a:ext cx="3840000" cy="2880000"/>
              <a:chOff x="1524001" y="2386738"/>
              <a:chExt cx="3840000" cy="2880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39343EF-8D99-4C36-82E0-5811DB46C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24001" y="2386738"/>
                <a:ext cx="3840000" cy="2880000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87B0BAC-244D-4FE1-BA0A-267C7528A708}"/>
                  </a:ext>
                </a:extLst>
              </p:cNvPr>
              <p:cNvSpPr/>
              <p:nvPr/>
            </p:nvSpPr>
            <p:spPr>
              <a:xfrm>
                <a:off x="1909363" y="3399871"/>
                <a:ext cx="942473" cy="1271042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726C31-860A-4CED-9642-223E518AE420}"/>
                </a:ext>
              </a:extLst>
            </p:cNvPr>
            <p:cNvSpPr/>
            <p:nvPr/>
          </p:nvSpPr>
          <p:spPr>
            <a:xfrm>
              <a:off x="1810570" y="2833832"/>
              <a:ext cx="942473" cy="12710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9DACB8-CC41-45B8-BE62-EDC4588B466B}"/>
                </a:ext>
              </a:extLst>
            </p:cNvPr>
            <p:cNvSpPr/>
            <p:nvPr/>
          </p:nvSpPr>
          <p:spPr>
            <a:xfrm>
              <a:off x="2511631" y="4047455"/>
              <a:ext cx="942473" cy="12710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D073FFA-CC3F-4511-8CFD-CFF09BE1195A}"/>
                </a:ext>
              </a:extLst>
            </p:cNvPr>
            <p:cNvSpPr/>
            <p:nvPr/>
          </p:nvSpPr>
          <p:spPr>
            <a:xfrm>
              <a:off x="2609108" y="2791862"/>
              <a:ext cx="942473" cy="12710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6CE3008-A0A5-4399-BDF6-278BC3A438F9}"/>
                </a:ext>
              </a:extLst>
            </p:cNvPr>
            <p:cNvSpPr/>
            <p:nvPr/>
          </p:nvSpPr>
          <p:spPr>
            <a:xfrm>
              <a:off x="3505200" y="3813065"/>
              <a:ext cx="942473" cy="12710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2A032A-EA11-4161-8F58-35A30A2B309A}"/>
                </a:ext>
              </a:extLst>
            </p:cNvPr>
            <p:cNvSpPr/>
            <p:nvPr/>
          </p:nvSpPr>
          <p:spPr>
            <a:xfrm>
              <a:off x="3249047" y="2661115"/>
              <a:ext cx="942473" cy="12710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A926E3-C41E-46B7-BAC2-B0F401B61DCE}"/>
                </a:ext>
              </a:extLst>
            </p:cNvPr>
            <p:cNvSpPr/>
            <p:nvPr/>
          </p:nvSpPr>
          <p:spPr>
            <a:xfrm>
              <a:off x="4047585" y="2793479"/>
              <a:ext cx="942473" cy="12710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3F8DE3-03C2-46C0-8297-AD73D40D6B15}"/>
                </a:ext>
              </a:extLst>
            </p:cNvPr>
            <p:cNvSpPr/>
            <p:nvPr/>
          </p:nvSpPr>
          <p:spPr>
            <a:xfrm>
              <a:off x="4298725" y="3541573"/>
              <a:ext cx="942473" cy="1271042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8612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FCA84-E16A-4CDF-A013-D784442B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Object Detection with ConvNets?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E2BB5-DE1A-4612-B662-7D1379334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22" y="4958030"/>
            <a:ext cx="11425581" cy="1141823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zh-CN" b="1" dirty="0">
                <a:cs typeface="+mn-ea"/>
                <a:sym typeface="+mn-lt"/>
              </a:rPr>
              <a:t>ConvNets</a:t>
            </a:r>
            <a:r>
              <a:rPr lang="zh-CN" altLang="en-US" b="1" dirty="0">
                <a:cs typeface="+mn-ea"/>
                <a:sym typeface="+mn-lt"/>
              </a:rPr>
              <a:t>相对计算复杂度高，</a:t>
            </a:r>
            <a:r>
              <a:rPr lang="en-US" altLang="zh-CN" b="1" dirty="0">
                <a:cs typeface="+mn-ea"/>
                <a:sym typeface="+mn-lt"/>
              </a:rPr>
              <a:t> </a:t>
            </a:r>
            <a:r>
              <a:rPr lang="zh-CN" altLang="en-US" b="1" dirty="0">
                <a:cs typeface="+mn-ea"/>
                <a:sym typeface="+mn-lt"/>
              </a:rPr>
              <a:t>无法测试所有的位置与尺度。</a:t>
            </a:r>
            <a:endParaRPr lang="en-US" altLang="zh-CN" b="1" dirty="0">
              <a:cs typeface="+mn-ea"/>
              <a:sym typeface="+mn-lt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altLang="zh-CN" b="1" dirty="0">
                <a:solidFill>
                  <a:srgbClr val="00B050"/>
                </a:solidFill>
                <a:cs typeface="+mn-ea"/>
                <a:sym typeface="+mn-lt"/>
              </a:rPr>
              <a:t>Solution: </a:t>
            </a:r>
            <a:r>
              <a:rPr lang="zh-CN" altLang="en-US" b="1" dirty="0">
                <a:cs typeface="+mn-ea"/>
                <a:sym typeface="+mn-lt"/>
              </a:rPr>
              <a:t>对其中部分位置与尺度进行判断。</a:t>
            </a:r>
            <a:endParaRPr lang="en-US" altLang="zh-CN" dirty="0"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02221-CD6E-47F1-B376-2DADBDDEA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481" y="1606467"/>
            <a:ext cx="8710064" cy="316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6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5F55-F141-4873-AF21-9ACA162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Region Proposals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1841-9BC2-4EB3-ADFF-A69798BB3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图像里面可能存在物体的“候选区域”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accent1"/>
                </a:solidFill>
                <a:cs typeface="+mn-ea"/>
                <a:sym typeface="+mn-lt"/>
              </a:rPr>
              <a:t>类别无关</a:t>
            </a:r>
            <a:r>
              <a:rPr lang="en-US" altLang="zh-CN" b="1" dirty="0">
                <a:solidFill>
                  <a:schemeClr val="accent1"/>
                </a:solidFill>
                <a:cs typeface="+mn-ea"/>
                <a:sym typeface="+mn-lt"/>
              </a:rPr>
              <a:t>(Class-agnostic)</a:t>
            </a:r>
            <a:r>
              <a:rPr lang="zh-CN" altLang="en-US" dirty="0">
                <a:cs typeface="+mn-ea"/>
                <a:sym typeface="+mn-lt"/>
              </a:rPr>
              <a:t>目标检测器</a:t>
            </a:r>
            <a:endParaRPr lang="en-US" altLang="zh-CN" dirty="0">
              <a:cs typeface="+mn-ea"/>
              <a:sym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42B23D-8548-4FDD-A549-0475069687CC}"/>
              </a:ext>
            </a:extLst>
          </p:cNvPr>
          <p:cNvGrpSpPr/>
          <p:nvPr/>
        </p:nvGrpSpPr>
        <p:grpSpPr>
          <a:xfrm>
            <a:off x="1541065" y="3392488"/>
            <a:ext cx="9182895" cy="2340000"/>
            <a:chOff x="1596143" y="3626636"/>
            <a:chExt cx="9182895" cy="2340000"/>
          </a:xfrm>
        </p:grpSpPr>
        <p:grpSp>
          <p:nvGrpSpPr>
            <p:cNvPr id="6" name="object 3">
              <a:extLst>
                <a:ext uri="{FF2B5EF4-FFF2-40B4-BE49-F238E27FC236}">
                  <a16:creationId xmlns:a16="http://schemas.microsoft.com/office/drawing/2014/main" id="{85D5658D-1DB8-4AA4-825F-400DB306A1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62927" y="3626636"/>
              <a:ext cx="3516111" cy="2340000"/>
              <a:chOff x="5280800" y="2194099"/>
              <a:chExt cx="3105785" cy="2066925"/>
            </a:xfrm>
          </p:grpSpPr>
          <p:pic>
            <p:nvPicPr>
              <p:cNvPr id="7" name="object 4">
                <a:extLst>
                  <a:ext uri="{FF2B5EF4-FFF2-40B4-BE49-F238E27FC236}">
                    <a16:creationId xmlns:a16="http://schemas.microsoft.com/office/drawing/2014/main" id="{C67C7703-A39F-4B36-BDB0-EF23192DA051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280800" y="2194099"/>
                <a:ext cx="3105375" cy="2066799"/>
              </a:xfrm>
              <a:prstGeom prst="rect">
                <a:avLst/>
              </a:prstGeom>
            </p:spPr>
          </p:pic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CD65B83E-2F52-4832-B2C0-07F2447FD7EE}"/>
                  </a:ext>
                </a:extLst>
              </p:cNvPr>
              <p:cNvSpPr/>
              <p:nvPr/>
            </p:nvSpPr>
            <p:spPr>
              <a:xfrm>
                <a:off x="5535049" y="2282599"/>
                <a:ext cx="2774315" cy="1903730"/>
              </a:xfrm>
              <a:custGeom>
                <a:avLst/>
                <a:gdLst/>
                <a:ahLst/>
                <a:cxnLst/>
                <a:rect l="l" t="t" r="r" b="b"/>
                <a:pathLst>
                  <a:path w="2774315" h="1903729">
                    <a:moveTo>
                      <a:pt x="0" y="381999"/>
                    </a:moveTo>
                    <a:lnTo>
                      <a:pt x="1407299" y="381999"/>
                    </a:lnTo>
                    <a:lnTo>
                      <a:pt x="1407299" y="1789299"/>
                    </a:lnTo>
                    <a:lnTo>
                      <a:pt x="0" y="1789299"/>
                    </a:lnTo>
                    <a:lnTo>
                      <a:pt x="0" y="381999"/>
                    </a:lnTo>
                    <a:close/>
                  </a:path>
                  <a:path w="2774315" h="1903729">
                    <a:moveTo>
                      <a:pt x="542899" y="0"/>
                    </a:moveTo>
                    <a:lnTo>
                      <a:pt x="2773999" y="0"/>
                    </a:lnTo>
                    <a:lnTo>
                      <a:pt x="2773999" y="1903199"/>
                    </a:lnTo>
                    <a:lnTo>
                      <a:pt x="542899" y="1903199"/>
                    </a:lnTo>
                    <a:lnTo>
                      <a:pt x="542899" y="0"/>
                    </a:lnTo>
                    <a:close/>
                  </a:path>
                  <a:path w="2774315" h="1903729">
                    <a:moveTo>
                      <a:pt x="1485349" y="692899"/>
                    </a:moveTo>
                    <a:lnTo>
                      <a:pt x="1781449" y="692899"/>
                    </a:lnTo>
                    <a:lnTo>
                      <a:pt x="1781449" y="944899"/>
                    </a:lnTo>
                    <a:lnTo>
                      <a:pt x="1485349" y="944899"/>
                    </a:lnTo>
                    <a:lnTo>
                      <a:pt x="1485349" y="692899"/>
                    </a:lnTo>
                    <a:close/>
                  </a:path>
                  <a:path w="2774315" h="1903729">
                    <a:moveTo>
                      <a:pt x="2150274" y="440899"/>
                    </a:moveTo>
                    <a:lnTo>
                      <a:pt x="2619474" y="440899"/>
                    </a:lnTo>
                    <a:lnTo>
                      <a:pt x="2619474" y="834499"/>
                    </a:lnTo>
                    <a:lnTo>
                      <a:pt x="2150274" y="834499"/>
                    </a:lnTo>
                    <a:lnTo>
                      <a:pt x="2150274" y="440899"/>
                    </a:lnTo>
                    <a:close/>
                  </a:path>
                  <a:path w="2774315" h="1903729">
                    <a:moveTo>
                      <a:pt x="1670787" y="367744"/>
                    </a:moveTo>
                    <a:lnTo>
                      <a:pt x="1886787" y="367744"/>
                    </a:lnTo>
                    <a:lnTo>
                      <a:pt x="1886787" y="558844"/>
                    </a:lnTo>
                    <a:lnTo>
                      <a:pt x="1670787" y="558844"/>
                    </a:lnTo>
                    <a:lnTo>
                      <a:pt x="1670787" y="367744"/>
                    </a:lnTo>
                    <a:close/>
                  </a:path>
                  <a:path w="2774315" h="1903729">
                    <a:moveTo>
                      <a:pt x="1249111" y="471332"/>
                    </a:moveTo>
                    <a:lnTo>
                      <a:pt x="1465111" y="471332"/>
                    </a:lnTo>
                    <a:lnTo>
                      <a:pt x="1465111" y="662432"/>
                    </a:lnTo>
                    <a:lnTo>
                      <a:pt x="1249111" y="662432"/>
                    </a:lnTo>
                    <a:lnTo>
                      <a:pt x="1249111" y="471332"/>
                    </a:lnTo>
                    <a:close/>
                  </a:path>
                  <a:path w="2774315" h="1903729">
                    <a:moveTo>
                      <a:pt x="37549" y="845299"/>
                    </a:moveTo>
                    <a:lnTo>
                      <a:pt x="431149" y="845299"/>
                    </a:lnTo>
                    <a:lnTo>
                      <a:pt x="431149" y="1195399"/>
                    </a:lnTo>
                    <a:lnTo>
                      <a:pt x="37549" y="1195399"/>
                    </a:lnTo>
                    <a:lnTo>
                      <a:pt x="37549" y="845299"/>
                    </a:lnTo>
                    <a:close/>
                  </a:path>
                  <a:path w="2774315" h="1903729">
                    <a:moveTo>
                      <a:pt x="222490" y="540499"/>
                    </a:moveTo>
                    <a:lnTo>
                      <a:pt x="616090" y="540499"/>
                    </a:lnTo>
                    <a:lnTo>
                      <a:pt x="616090" y="890599"/>
                    </a:lnTo>
                    <a:lnTo>
                      <a:pt x="222490" y="890599"/>
                    </a:lnTo>
                    <a:lnTo>
                      <a:pt x="222490" y="540499"/>
                    </a:lnTo>
                    <a:close/>
                  </a:path>
                  <a:path w="2774315" h="1903729">
                    <a:moveTo>
                      <a:pt x="647149" y="159499"/>
                    </a:moveTo>
                    <a:lnTo>
                      <a:pt x="1040749" y="159499"/>
                    </a:lnTo>
                    <a:lnTo>
                      <a:pt x="1040749" y="411499"/>
                    </a:lnTo>
                    <a:lnTo>
                      <a:pt x="647149" y="411499"/>
                    </a:lnTo>
                    <a:lnTo>
                      <a:pt x="647149" y="159499"/>
                    </a:lnTo>
                    <a:close/>
                  </a:path>
                </a:pathLst>
              </a:custGeom>
              <a:ln w="38099">
                <a:solidFill>
                  <a:srgbClr val="00FF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E3D171EA-988D-40F2-8976-2459315CE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6143" y="3626636"/>
              <a:ext cx="3515861" cy="2340000"/>
            </a:xfrm>
            <a:prstGeom prst="rect">
              <a:avLst/>
            </a:prstGeom>
          </p:spPr>
        </p:pic>
        <p:grpSp>
          <p:nvGrpSpPr>
            <p:cNvPr id="10" name="object 7">
              <a:extLst>
                <a:ext uri="{FF2B5EF4-FFF2-40B4-BE49-F238E27FC236}">
                  <a16:creationId xmlns:a16="http://schemas.microsoft.com/office/drawing/2014/main" id="{E36FC239-7575-4123-95A9-97CB6F499102}"/>
                </a:ext>
              </a:extLst>
            </p:cNvPr>
            <p:cNvGrpSpPr/>
            <p:nvPr/>
          </p:nvGrpSpPr>
          <p:grpSpPr>
            <a:xfrm>
              <a:off x="5326579" y="4810068"/>
              <a:ext cx="1648460" cy="123189"/>
              <a:chOff x="3466550" y="3166014"/>
              <a:chExt cx="1648460" cy="123189"/>
            </a:xfrm>
          </p:grpSpPr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4F1F5006-F810-42F9-BE0E-FE7FE9F062FF}"/>
                  </a:ext>
                </a:extLst>
              </p:cNvPr>
              <p:cNvSpPr/>
              <p:nvPr/>
            </p:nvSpPr>
            <p:spPr>
              <a:xfrm>
                <a:off x="3466550" y="3227500"/>
                <a:ext cx="15049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504950">
                    <a:moveTo>
                      <a:pt x="0" y="0"/>
                    </a:moveTo>
                    <a:lnTo>
                      <a:pt x="1504349" y="0"/>
                    </a:lnTo>
                  </a:path>
                </a:pathLst>
              </a:custGeom>
              <a:ln w="28574">
                <a:solidFill>
                  <a:srgbClr val="666666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pic>
            <p:nvPicPr>
              <p:cNvPr id="12" name="object 9">
                <a:extLst>
                  <a:ext uri="{FF2B5EF4-FFF2-40B4-BE49-F238E27FC236}">
                    <a16:creationId xmlns:a16="http://schemas.microsoft.com/office/drawing/2014/main" id="{18AFE7E1-A11D-4474-B7A0-0A6BA939EC1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56612" y="3166014"/>
                <a:ext cx="158251" cy="12297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25576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63BE-4A0A-459D-AD5D-86CAC97FE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Region Proposals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B14F7-9F5B-49F6-B6D5-A6E817A49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09" y="2386403"/>
            <a:ext cx="5315057" cy="20851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9D26D8-EC1C-4974-A92F-E30371160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504" y="2128131"/>
            <a:ext cx="4710516" cy="26017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22C950-8544-42D5-B30A-4504A8DE655C}"/>
              </a:ext>
            </a:extLst>
          </p:cNvPr>
          <p:cNvSpPr/>
          <p:nvPr/>
        </p:nvSpPr>
        <p:spPr>
          <a:xfrm>
            <a:off x="1503947" y="4737957"/>
            <a:ext cx="31282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9900"/>
                </a:solidFill>
                <a:cs typeface="+mn-ea"/>
                <a:sym typeface="+mn-lt"/>
              </a:rPr>
              <a:t>Selective Search (SS)</a:t>
            </a:r>
            <a:r>
              <a:rPr lang="en-US" altLang="zh-CN" sz="2400" b="1" dirty="0">
                <a:cs typeface="+mn-ea"/>
                <a:sym typeface="+mn-lt"/>
              </a:rPr>
              <a:t> </a:t>
            </a:r>
            <a:endParaRPr lang="zh-CN" altLang="en-US" sz="2400" b="1" dirty="0">
              <a:cs typeface="+mn-ea"/>
              <a:sym typeface="+mn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B848C9-12F0-4CD5-8FA0-D7BBD2855D47}"/>
              </a:ext>
            </a:extLst>
          </p:cNvPr>
          <p:cNvSpPr/>
          <p:nvPr/>
        </p:nvSpPr>
        <p:spPr>
          <a:xfrm>
            <a:off x="5859380" y="4737957"/>
            <a:ext cx="58503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FF9900"/>
                </a:solidFill>
                <a:cs typeface="+mn-ea"/>
                <a:sym typeface="+mn-lt"/>
              </a:rPr>
              <a:t>Multiscale Combinatorial Grouping (MCG)</a:t>
            </a:r>
            <a:r>
              <a:rPr lang="en-US" altLang="zh-CN" sz="2400" b="1" dirty="0">
                <a:cs typeface="+mn-ea"/>
                <a:sym typeface="+mn-lt"/>
              </a:rPr>
              <a:t> </a:t>
            </a:r>
            <a:endParaRPr lang="zh-CN" altLang="en-US" sz="2400" b="1" dirty="0">
              <a:cs typeface="+mn-ea"/>
              <a:sym typeface="+mn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E41CAB-A40D-4C11-B6B4-D51B4C9D47ED}"/>
              </a:ext>
            </a:extLst>
          </p:cNvPr>
          <p:cNvSpPr/>
          <p:nvPr/>
        </p:nvSpPr>
        <p:spPr>
          <a:xfrm>
            <a:off x="591552" y="5995115"/>
            <a:ext cx="7864643" cy="728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>
                <a:solidFill>
                  <a:srgbClr val="000000"/>
                </a:solidFill>
                <a:cs typeface="+mn-ea"/>
                <a:sym typeface="+mn-lt"/>
              </a:rPr>
              <a:t>Uijlings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 et al.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Selective search for object recognition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. IJCV 2013</a:t>
            </a:r>
            <a:r>
              <a:rPr lang="en-US" altLang="zh-CN" dirty="0">
                <a:cs typeface="+mn-ea"/>
                <a:sym typeface="+mn-lt"/>
              </a:rPr>
              <a:t> </a:t>
            </a:r>
            <a:br>
              <a:rPr lang="en-US" altLang="zh-CN" dirty="0">
                <a:cs typeface="+mn-ea"/>
                <a:sym typeface="+mn-lt"/>
              </a:rPr>
            </a:b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Arbeláez, Pont-</a:t>
            </a:r>
            <a:r>
              <a:rPr lang="en-US" altLang="zh-CN" dirty="0" err="1">
                <a:solidFill>
                  <a:srgbClr val="000000"/>
                </a:solidFill>
                <a:cs typeface="+mn-ea"/>
                <a:sym typeface="+mn-lt"/>
              </a:rPr>
              <a:t>Tuset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 et al.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Multiscale combinatorial grouping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. CVPR 2014</a:t>
            </a:r>
            <a:r>
              <a:rPr lang="en-US" altLang="zh-CN" dirty="0">
                <a:cs typeface="+mn-ea"/>
                <a:sym typeface="+mn-lt"/>
              </a:rPr>
              <a:t> 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4136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1EEF-2675-478E-9F72-F19655D1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6906B-F8E8-47B1-A7B9-6CBD81DF5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cs typeface="+mn-ea"/>
                <a:sym typeface="+mn-lt"/>
              </a:rPr>
              <a:t>目标检测定义</a:t>
            </a:r>
            <a:endParaRPr lang="en-US" altLang="zh-CN" sz="3600" b="1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00B0F0"/>
                </a:solidFill>
                <a:cs typeface="+mn-ea"/>
                <a:sym typeface="+mn-lt"/>
              </a:rPr>
              <a:t>R-CNN</a:t>
            </a:r>
            <a:r>
              <a:rPr lang="zh-CN" altLang="en-US" sz="3600" b="1" dirty="0">
                <a:solidFill>
                  <a:srgbClr val="00B0F0"/>
                </a:solidFill>
                <a:cs typeface="+mn-ea"/>
                <a:sym typeface="+mn-lt"/>
              </a:rPr>
              <a:t>系列算法</a:t>
            </a:r>
            <a:endParaRPr lang="en-US" altLang="zh-CN" sz="3600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solidFill>
                  <a:srgbClr val="00B0F0"/>
                </a:solidFill>
                <a:cs typeface="+mn-ea"/>
                <a:sym typeface="+mn-lt"/>
              </a:rPr>
              <a:t>R-CNN</a:t>
            </a: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cs typeface="+mn-ea"/>
                <a:sym typeface="+mn-lt"/>
              </a:rPr>
              <a:t>Fast R-CNN</a:t>
            </a: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cs typeface="+mn-ea"/>
                <a:sym typeface="+mn-lt"/>
              </a:rPr>
              <a:t>Faster R-CNN</a:t>
            </a:r>
            <a:endParaRPr lang="zh-CN" altLang="en-US" sz="32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5385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316E-41F6-446B-9526-8A8A537A7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R-CNN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A51F4-88AD-4A84-BEBD-D30964BAD8EA}"/>
              </a:ext>
            </a:extLst>
          </p:cNvPr>
          <p:cNvSpPr/>
          <p:nvPr/>
        </p:nvSpPr>
        <p:spPr>
          <a:xfrm>
            <a:off x="447592" y="5939701"/>
            <a:ext cx="11369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solidFill>
                  <a:srgbClr val="222222"/>
                </a:solidFill>
                <a:cs typeface="+mn-ea"/>
                <a:sym typeface="+mn-lt"/>
              </a:rPr>
              <a:t>Girshick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 et al.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Rich feature hierarchies for accurate object detection and semantic segmentation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CVPR 2014</a:t>
            </a:r>
            <a:r>
              <a:rPr lang="en-US" altLang="zh-CN" dirty="0">
                <a:cs typeface="+mn-ea"/>
                <a:sym typeface="+mn-lt"/>
              </a:rPr>
              <a:t> 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1B117D-D945-423F-9B0F-15715AA9B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291" y="2495629"/>
            <a:ext cx="6604891" cy="2263358"/>
          </a:xfrm>
          <a:prstGeom prst="rect">
            <a:avLst/>
          </a:prstGeom>
        </p:spPr>
      </p:pic>
      <p:pic>
        <p:nvPicPr>
          <p:cNvPr id="7" name="图片 3">
            <a:extLst>
              <a:ext uri="{FF2B5EF4-FFF2-40B4-BE49-F238E27FC236}">
                <a16:creationId xmlns:a16="http://schemas.microsoft.com/office/drawing/2014/main" id="{E04BBB81-51CD-4FA4-B139-5A3AD22FA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18" y="1855682"/>
            <a:ext cx="4895015" cy="354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85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85C1-7804-4A8C-BF14-522BB642B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CNN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特征计算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39C6A-E5AE-4F0C-BCA0-3C48ECB85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545" y="1810139"/>
            <a:ext cx="5868343" cy="19656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421497-4EEB-46E4-8612-B0FB7DE13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703" y="4210227"/>
            <a:ext cx="6967619" cy="2195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03B228-3D16-446E-B029-D0B1EB978070}"/>
              </a:ext>
            </a:extLst>
          </p:cNvPr>
          <p:cNvSpPr txBox="1"/>
          <p:nvPr/>
        </p:nvSpPr>
        <p:spPr>
          <a:xfrm>
            <a:off x="7416425" y="1348474"/>
            <a:ext cx="4399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B0F0"/>
                </a:solidFill>
                <a:cs typeface="+mn-ea"/>
                <a:sym typeface="+mn-lt"/>
              </a:rPr>
              <a:t>4096-dimensional feature vector</a:t>
            </a:r>
            <a:endParaRPr lang="zh-CN" altLang="en-US" sz="2400" b="1" dirty="0">
              <a:solidFill>
                <a:srgbClr val="00B0F0"/>
              </a:solidFill>
              <a:cs typeface="+mn-ea"/>
              <a:sym typeface="+mn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9152C0-2039-4083-ACC9-D5B223D98EE3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252996" y="1810139"/>
            <a:ext cx="2363326" cy="8638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404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7685A-BB5F-4423-B04D-1E14B407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SVM Classifier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8A5971-7AF1-41CD-BA60-71A2C5E74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09" y="2076147"/>
            <a:ext cx="10910807" cy="270570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0CB76E-960C-415E-9A5E-51F7DD726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3" y="4948253"/>
            <a:ext cx="10515600" cy="56302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使用</a:t>
            </a:r>
            <a:r>
              <a:rPr lang="en-US" altLang="zh-CN" dirty="0">
                <a:cs typeface="+mn-ea"/>
                <a:sym typeface="+mn-lt"/>
              </a:rPr>
              <a:t>Linear SVM</a:t>
            </a:r>
            <a:r>
              <a:rPr lang="zh-CN" altLang="en-US" dirty="0">
                <a:cs typeface="+mn-ea"/>
                <a:sym typeface="+mn-lt"/>
              </a:rPr>
              <a:t>进行分类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168010-0FBD-4D32-8B57-6BE873E01773}"/>
                  </a:ext>
                </a:extLst>
              </p:cNvPr>
              <p:cNvSpPr txBox="1"/>
              <p:nvPr/>
            </p:nvSpPr>
            <p:spPr>
              <a:xfrm>
                <a:off x="5002620" y="5677683"/>
                <a:ext cx="2239972" cy="4385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𝑐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𝑐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𝑇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𝑏</m:t>
                      </m:r>
                    </m:oMath>
                  </m:oMathPara>
                </a14:m>
                <a:endParaRPr lang="zh-CN" altLang="en-US" sz="28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168010-0FBD-4D32-8B57-6BE873E01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620" y="5677683"/>
                <a:ext cx="2239972" cy="438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437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4103-C8A1-457E-A9E2-8061F8E9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Bounding Box Regression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F666D7-A251-48E4-BCFA-6CFE72600133}"/>
              </a:ext>
            </a:extLst>
          </p:cNvPr>
          <p:cNvGrpSpPr/>
          <p:nvPr/>
        </p:nvGrpSpPr>
        <p:grpSpPr>
          <a:xfrm>
            <a:off x="2502786" y="1919847"/>
            <a:ext cx="3128211" cy="2621665"/>
            <a:chOff x="2502787" y="2094019"/>
            <a:chExt cx="3128211" cy="26216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89E07ED-F87F-45A5-9F5C-18A722D97855}"/>
                </a:ext>
              </a:extLst>
            </p:cNvPr>
            <p:cNvGrpSpPr/>
            <p:nvPr/>
          </p:nvGrpSpPr>
          <p:grpSpPr>
            <a:xfrm>
              <a:off x="2626893" y="2094019"/>
              <a:ext cx="2880000" cy="2160000"/>
              <a:chOff x="2346975" y="2485905"/>
              <a:chExt cx="2880000" cy="216000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4B8DB096-3BD8-49D6-AC22-FFEC90B057B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346975" y="2485905"/>
                <a:ext cx="2880000" cy="2160000"/>
                <a:chOff x="1524001" y="2386738"/>
                <a:chExt cx="3840000" cy="2880000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7A12DC83-F413-4B37-886D-7E13EB9BED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524001" y="2386738"/>
                  <a:ext cx="3840000" cy="2880000"/>
                </a:xfrm>
                <a:prstGeom prst="rect">
                  <a:avLst/>
                </a:prstGeom>
              </p:spPr>
            </p:pic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EC7F0AD8-3D9F-4C83-9997-66266FBBB09D}"/>
                    </a:ext>
                  </a:extLst>
                </p:cNvPr>
                <p:cNvSpPr/>
                <p:nvPr/>
              </p:nvSpPr>
              <p:spPr>
                <a:xfrm>
                  <a:off x="2135046" y="3406858"/>
                  <a:ext cx="942473" cy="1271043"/>
                </a:xfrm>
                <a:prstGeom prst="rect">
                  <a:avLst/>
                </a:prstGeom>
                <a:noFill/>
                <a:ln w="571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00B050"/>
                    </a:solidFill>
                    <a:cs typeface="+mn-ea"/>
                    <a:sym typeface="+mn-lt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836AC045-6C1D-493B-A24D-9AF0A3A590BB}"/>
                      </a:ext>
                    </a:extLst>
                  </p:cNvPr>
                  <p:cNvSpPr txBox="1"/>
                  <p:nvPr/>
                </p:nvSpPr>
                <p:spPr>
                  <a:xfrm>
                    <a:off x="2601677" y="3544965"/>
                    <a:ext cx="20358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𝒉</m:t>
                          </m:r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836AC045-6C1D-493B-A24D-9AF0A3A590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1677" y="3544965"/>
                    <a:ext cx="203582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0303" r="-30303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E6B1361-ABBD-4E38-AF12-427A40BB692B}"/>
                      </a:ext>
                    </a:extLst>
                  </p:cNvPr>
                  <p:cNvSpPr txBox="1"/>
                  <p:nvPr/>
                </p:nvSpPr>
                <p:spPr>
                  <a:xfrm>
                    <a:off x="3056895" y="4204277"/>
                    <a:ext cx="23884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𝒘</m:t>
                          </m:r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2E6B1361-ABBD-4E38-AF12-427A40BB69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56895" y="4204277"/>
                    <a:ext cx="238848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2500" r="-12500" b="-22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8858332-6169-4D1E-8EC4-1256E1FDE823}"/>
                      </a:ext>
                    </a:extLst>
                  </p:cNvPr>
                  <p:cNvSpPr txBox="1"/>
                  <p:nvPr/>
                </p:nvSpPr>
                <p:spPr>
                  <a:xfrm>
                    <a:off x="3062417" y="3477731"/>
                    <a:ext cx="177934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∙</m:t>
                          </m:r>
                        </m:oMath>
                      </m:oMathPara>
                    </a14:m>
                    <a:endParaRPr lang="zh-CN" altLang="en-US" sz="2800" b="1" dirty="0">
                      <a:solidFill>
                        <a:srgbClr val="FF0000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8858332-6169-4D1E-8EC4-1256E1FDE8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2417" y="3477731"/>
                    <a:ext cx="177934" cy="43088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4D4731F8-A97C-463F-8DE1-E943BCADB927}"/>
                      </a:ext>
                    </a:extLst>
                  </p:cNvPr>
                  <p:cNvSpPr/>
                  <p:nvPr/>
                </p:nvSpPr>
                <p:spPr>
                  <a:xfrm>
                    <a:off x="2780216" y="3665346"/>
                    <a:ext cx="79220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𝒙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𝒚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4D4731F8-A97C-463F-8DE1-E943BCADB9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0216" y="3665346"/>
                    <a:ext cx="792205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B8DD6DF-962D-49D1-A7BE-F6EF08A95D1F}"/>
                </a:ext>
              </a:extLst>
            </p:cNvPr>
            <p:cNvSpPr/>
            <p:nvPr/>
          </p:nvSpPr>
          <p:spPr>
            <a:xfrm>
              <a:off x="2502787" y="4254019"/>
              <a:ext cx="312821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9900"/>
                  </a:solidFill>
                  <a:cs typeface="+mn-ea"/>
                  <a:sym typeface="+mn-lt"/>
                </a:rPr>
                <a:t>Proposed Box</a:t>
              </a:r>
              <a:endParaRPr lang="zh-CN" altLang="en-US" sz="2400" b="1" dirty="0">
                <a:cs typeface="+mn-ea"/>
                <a:sym typeface="+mn-lt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0B6B9E-575A-4D12-9E90-3C734CCF6CB6}"/>
              </a:ext>
            </a:extLst>
          </p:cNvPr>
          <p:cNvGrpSpPr/>
          <p:nvPr/>
        </p:nvGrpSpPr>
        <p:grpSpPr>
          <a:xfrm>
            <a:off x="6561004" y="1919847"/>
            <a:ext cx="3128211" cy="2622552"/>
            <a:chOff x="6561004" y="2094019"/>
            <a:chExt cx="3128211" cy="262255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138330E-11E1-425E-8C0D-BED661B0DFEC}"/>
                </a:ext>
              </a:extLst>
            </p:cNvPr>
            <p:cNvGrpSpPr/>
            <p:nvPr/>
          </p:nvGrpSpPr>
          <p:grpSpPr>
            <a:xfrm>
              <a:off x="6685109" y="2094019"/>
              <a:ext cx="2880000" cy="2160000"/>
              <a:chOff x="6025745" y="2094019"/>
              <a:chExt cx="2880000" cy="216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4A554D3-9779-4F9E-B87F-B4F3237EC9DD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025745" y="2094019"/>
                <a:ext cx="2880000" cy="2160000"/>
                <a:chOff x="1524001" y="2386738"/>
                <a:chExt cx="3840000" cy="2880000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86D126AA-7828-4B18-9400-D1AB14FBFB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524001" y="2386738"/>
                  <a:ext cx="3840000" cy="2880000"/>
                </a:xfrm>
                <a:prstGeom prst="rect">
                  <a:avLst/>
                </a:prstGeom>
              </p:spPr>
            </p:pic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7EE390F-C83B-47A7-948B-23A708AF0CB2}"/>
                    </a:ext>
                  </a:extLst>
                </p:cNvPr>
                <p:cNvSpPr/>
                <p:nvPr/>
              </p:nvSpPr>
              <p:spPr>
                <a:xfrm>
                  <a:off x="1994050" y="3191217"/>
                  <a:ext cx="942473" cy="1271043"/>
                </a:xfrm>
                <a:prstGeom prst="rect">
                  <a:avLst/>
                </a:prstGeom>
                <a:noFill/>
                <a:ln w="5715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9732F7FF-D78F-4912-B911-87EA95C7A5B0}"/>
                      </a:ext>
                    </a:extLst>
                  </p:cNvPr>
                  <p:cNvSpPr txBox="1"/>
                  <p:nvPr/>
                </p:nvSpPr>
                <p:spPr>
                  <a:xfrm>
                    <a:off x="6097665" y="3045680"/>
                    <a:ext cx="29488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9732F7FF-D78F-4912-B911-87EA95C7A5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7665" y="3045680"/>
                    <a:ext cx="294888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367" r="-204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EB80EF05-0815-487B-81D1-C60646C011D0}"/>
                      </a:ext>
                    </a:extLst>
                  </p:cNvPr>
                  <p:cNvSpPr txBox="1"/>
                  <p:nvPr/>
                </p:nvSpPr>
                <p:spPr>
                  <a:xfrm>
                    <a:off x="6654263" y="2933121"/>
                    <a:ext cx="177934" cy="4308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∙</m:t>
                          </m:r>
                        </m:oMath>
                      </m:oMathPara>
                    </a14:m>
                    <a:endParaRPr lang="zh-CN" altLang="en-US" sz="2800" b="1" dirty="0">
                      <a:solidFill>
                        <a:srgbClr val="FF0000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EB80EF05-0815-487B-81D1-C60646C011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54263" y="2933121"/>
                    <a:ext cx="177934" cy="4308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9912608F-C2AD-4B8F-B21B-970ABE3BE73E}"/>
                      </a:ext>
                    </a:extLst>
                  </p:cNvPr>
                  <p:cNvSpPr/>
                  <p:nvPr/>
                </p:nvSpPr>
                <p:spPr>
                  <a:xfrm>
                    <a:off x="6249792" y="3134068"/>
                    <a:ext cx="97481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𝒚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9912608F-C2AD-4B8F-B21B-970ABE3BE73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9792" y="3134068"/>
                    <a:ext cx="97481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E74AD53D-9DC2-4E94-9116-51632819B348}"/>
                      </a:ext>
                    </a:extLst>
                  </p:cNvPr>
                  <p:cNvSpPr txBox="1"/>
                  <p:nvPr/>
                </p:nvSpPr>
                <p:spPr>
                  <a:xfrm>
                    <a:off x="6602197" y="3673891"/>
                    <a:ext cx="33015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b="1" dirty="0">
                      <a:solidFill>
                        <a:srgbClr val="FF0000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E74AD53D-9DC2-4E94-9116-51632819B3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02197" y="3673891"/>
                    <a:ext cx="330154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259" r="-370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C25090E-5C76-4B50-A091-5F6DC7488DED}"/>
                </a:ext>
              </a:extLst>
            </p:cNvPr>
            <p:cNvSpPr/>
            <p:nvPr/>
          </p:nvSpPr>
          <p:spPr>
            <a:xfrm>
              <a:off x="6561004" y="4254906"/>
              <a:ext cx="312821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rgbClr val="FF9900"/>
                  </a:solidFill>
                  <a:cs typeface="+mn-ea"/>
                  <a:sym typeface="+mn-lt"/>
                </a:rPr>
                <a:t>True Box</a:t>
              </a:r>
              <a:endParaRPr lang="zh-CN" altLang="en-US" sz="2400" b="1" dirty="0">
                <a:cs typeface="+mn-ea"/>
                <a:sym typeface="+mn-lt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B9B42906-ED98-448C-B14B-06BB682233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6232" y="4917554"/>
                <a:ext cx="10515600" cy="132288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dirty="0">
                    <a:cs typeface="+mn-ea"/>
                    <a:sym typeface="+mn-lt"/>
                  </a:rPr>
                  <a:t>Proposed Box</a:t>
                </a:r>
                <a:r>
                  <a:rPr lang="zh-CN" altLang="en-US" sz="2400" dirty="0">
                    <a:cs typeface="+mn-ea"/>
                    <a:sym typeface="+mn-lt"/>
                  </a:rPr>
                  <a:t>与</a:t>
                </a:r>
                <a:r>
                  <a:rPr lang="en-US" altLang="zh-CN" sz="2400" dirty="0">
                    <a:cs typeface="+mn-ea"/>
                    <a:sym typeface="+mn-lt"/>
                  </a:rPr>
                  <a:t>True Box</a:t>
                </a:r>
                <a:r>
                  <a:rPr lang="zh-CN" altLang="en-US" sz="2400" dirty="0">
                    <a:cs typeface="+mn-ea"/>
                    <a:sym typeface="+mn-lt"/>
                  </a:rPr>
                  <a:t>的位置并不十分匹配</a:t>
                </a:r>
                <a:endParaRPr lang="en-US" altLang="zh-CN" sz="2400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400" dirty="0">
                    <a:cs typeface="+mn-ea"/>
                    <a:sym typeface="+mn-lt"/>
                  </a:rPr>
                  <a:t>学习</a:t>
                </a:r>
                <a:r>
                  <a:rPr lang="en-US" altLang="zh-CN" sz="2400" dirty="0">
                    <a:cs typeface="+mn-ea"/>
                    <a:sym typeface="+mn-lt"/>
                  </a:rPr>
                  <a:t>Bounding Box Regression</a:t>
                </a:r>
                <a:r>
                  <a:rPr lang="zh-CN" altLang="en-US" sz="2400" dirty="0">
                    <a:cs typeface="+mn-ea"/>
                    <a:sym typeface="+mn-lt"/>
                  </a:rPr>
                  <a:t>模型预测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𝑤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p>
                      <m:sSupPr>
                        <m:ctrlPr>
                          <a:rPr lang="en-US" altLang="zh-CN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h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en-US" altLang="zh-CN" sz="24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B9B42906-ED98-448C-B14B-06BB682233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6232" y="4917554"/>
                <a:ext cx="10515600" cy="1322882"/>
              </a:xfrm>
              <a:blipFill>
                <a:blip r:embed="rId11"/>
                <a:stretch>
                  <a:fillRect l="-754" t="-2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5427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4103-C8A1-457E-A9E2-8061F8E9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Bounding Box Regression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F3CBB8-532D-4FCD-87FA-D9CC6C29D7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27645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cs typeface="+mn-ea"/>
                    <a:sym typeface="+mn-lt"/>
                  </a:rPr>
                  <a:t>Predicted Bounding box</a:t>
                </a:r>
                <a:endParaRPr lang="en-US" altLang="zh-CN" sz="2400" dirty="0">
                  <a:cs typeface="+mn-ea"/>
                  <a:sym typeface="+mn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=(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𝑤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h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cs typeface="+mn-ea"/>
                    <a:sym typeface="+mn-lt"/>
                  </a:rPr>
                  <a:t>Ground Truth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𝐺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𝑤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h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)</m:t>
                      </m:r>
                    </m:oMath>
                  </m:oMathPara>
                </a14:m>
                <a:endParaRPr lang="en-US" altLang="zh-CN" sz="2000" dirty="0">
                  <a:cs typeface="+mn-ea"/>
                  <a:sym typeface="+mn-lt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zh-CN" sz="2400" b="1" dirty="0">
                    <a:cs typeface="+mn-ea"/>
                    <a:sym typeface="+mn-lt"/>
                  </a:rPr>
                  <a:t>Transformation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zh-CN" altLang="en-US" sz="2000" b="1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F3CBB8-532D-4FCD-87FA-D9CC6C29D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27645" cy="4351338"/>
              </a:xfrm>
              <a:blipFill>
                <a:blip r:embed="rId2"/>
                <a:stretch>
                  <a:fillRect l="-1699" t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s://lilianweng.github.io/posts/2017-12-31-object-recognition-part-3/RCNN-bbox-regression.png">
            <a:extLst>
              <a:ext uri="{FF2B5EF4-FFF2-40B4-BE49-F238E27FC236}">
                <a16:creationId xmlns:a16="http://schemas.microsoft.com/office/drawing/2014/main" id="{73B6345C-2122-4AF1-A7DA-083411C76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136" y="2596446"/>
            <a:ext cx="4978550" cy="320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A2AA9A-FD6C-4477-975B-2C649138E39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53" t="5359" r="11498" b="9284"/>
          <a:stretch/>
        </p:blipFill>
        <p:spPr>
          <a:xfrm>
            <a:off x="1965649" y="4479861"/>
            <a:ext cx="2662335" cy="177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43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4103-C8A1-457E-A9E2-8061F8E9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Bounding Box Regression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CBB8-532D-4FCD-87FA-D9CC6C29D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06435" cy="4351338"/>
          </a:xfrm>
        </p:spPr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优化目标函数</a:t>
            </a:r>
            <a:r>
              <a:rPr lang="en-US" altLang="zh-CN" b="1" dirty="0">
                <a:cs typeface="+mn-ea"/>
                <a:sym typeface="+mn-lt"/>
              </a:rPr>
              <a:t>(Ridge regression)</a:t>
            </a:r>
            <a:endParaRPr lang="zh-CN" altLang="en-US" b="1" dirty="0">
              <a:cs typeface="+mn-ea"/>
              <a:sym typeface="+mn-lt"/>
            </a:endParaRPr>
          </a:p>
        </p:txBody>
      </p:sp>
      <p:pic>
        <p:nvPicPr>
          <p:cNvPr id="1026" name="Picture 2" descr="https://lilianweng.github.io/posts/2017-12-31-object-recognition-part-3/RCNN-bbox-regression.png">
            <a:extLst>
              <a:ext uri="{FF2B5EF4-FFF2-40B4-BE49-F238E27FC236}">
                <a16:creationId xmlns:a16="http://schemas.microsoft.com/office/drawing/2014/main" id="{73B6345C-2122-4AF1-A7DA-083411C76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791" y="2373914"/>
            <a:ext cx="4609573" cy="296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5434A4-991E-4F73-8F29-CFDFA0532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859" y="2496536"/>
            <a:ext cx="5158273" cy="87581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7679FDE-5456-4668-AF7E-6EC4C410DE5A}"/>
              </a:ext>
            </a:extLst>
          </p:cNvPr>
          <p:cNvGrpSpPr/>
          <p:nvPr/>
        </p:nvGrpSpPr>
        <p:grpSpPr>
          <a:xfrm>
            <a:off x="1151195" y="3815100"/>
            <a:ext cx="5779766" cy="1735718"/>
            <a:chOff x="615659" y="4157176"/>
            <a:chExt cx="5432726" cy="14956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CBE6908-A4AE-4B6E-93AF-CD53154E3D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467" t="9931" r="13721" b="5455"/>
            <a:stretch/>
          </p:blipFill>
          <p:spPr>
            <a:xfrm>
              <a:off x="3753833" y="4157176"/>
              <a:ext cx="2294552" cy="149568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4AE8493-64A8-4159-80E9-55C617742E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853" t="5359" r="11498" b="9284"/>
            <a:stretch/>
          </p:blipFill>
          <p:spPr>
            <a:xfrm>
              <a:off x="615659" y="4192233"/>
              <a:ext cx="2127541" cy="1419758"/>
            </a:xfrm>
            <a:prstGeom prst="rect">
              <a:avLst/>
            </a:prstGeom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9A325BA8-3F4D-4F46-B942-BE3FF159D071}"/>
                </a:ext>
              </a:extLst>
            </p:cNvPr>
            <p:cNvSpPr/>
            <p:nvPr/>
          </p:nvSpPr>
          <p:spPr>
            <a:xfrm>
              <a:off x="2918372" y="4779326"/>
              <a:ext cx="696686" cy="20471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2003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A3414-722A-4D3A-8A5B-34A7ADA0B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训练步骤：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2600F-5378-4878-8203-BB9349CAAA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62734" cy="435133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有监督预训练 </a:t>
                </a:r>
                <a:r>
                  <a:rPr lang="en-US" altLang="zh-CN" dirty="0">
                    <a:solidFill>
                      <a:srgbClr val="00B0F0"/>
                    </a:solidFill>
                    <a:cs typeface="+mn-ea"/>
                    <a:sym typeface="+mn-lt"/>
                  </a:rPr>
                  <a:t>(Supervised pre-training)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ImageNet dataset (ILSVRC2012 classification)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任务相关的微调</a:t>
                </a:r>
                <a:r>
                  <a:rPr lang="zh-CN" altLang="en-US" dirty="0">
                    <a:solidFill>
                      <a:srgbClr val="00B0F0"/>
                    </a:solidFill>
                    <a:cs typeface="+mn-ea"/>
                    <a:sym typeface="+mn-lt"/>
                  </a:rPr>
                  <a:t>（</a:t>
                </a:r>
                <a:r>
                  <a:rPr lang="en-US" altLang="zh-CN" dirty="0">
                    <a:solidFill>
                      <a:srgbClr val="00B0F0"/>
                    </a:solidFill>
                    <a:cs typeface="+mn-ea"/>
                    <a:sym typeface="+mn-lt"/>
                  </a:rPr>
                  <a:t>Domain-specific fine-tuning</a:t>
                </a:r>
                <a:r>
                  <a:rPr lang="zh-CN" altLang="en-US" dirty="0">
                    <a:solidFill>
                      <a:srgbClr val="00B0F0"/>
                    </a:solidFill>
                    <a:cs typeface="+mn-ea"/>
                    <a:sym typeface="+mn-lt"/>
                  </a:rPr>
                  <a:t>）</a:t>
                </a:r>
                <a:endParaRPr lang="en-US" altLang="zh-CN" dirty="0">
                  <a:solidFill>
                    <a:srgbClr val="00B0F0"/>
                  </a:solidFill>
                  <a:cs typeface="+mn-ea"/>
                  <a:sym typeface="+mn-lt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利用迁移学习，使用</a:t>
                </a:r>
                <a:r>
                  <a:rPr lang="en-US" altLang="zh-CN" dirty="0">
                    <a:cs typeface="+mn-ea"/>
                    <a:sym typeface="+mn-lt"/>
                  </a:rPr>
                  <a:t>warped region proposals</a:t>
                </a:r>
                <a:r>
                  <a:rPr lang="zh-CN" altLang="en-US" dirty="0">
                    <a:cs typeface="+mn-ea"/>
                    <a:sym typeface="+mn-lt"/>
                  </a:rPr>
                  <a:t>进行微调 </a:t>
                </a:r>
                <a:r>
                  <a:rPr lang="en-US" altLang="zh-CN" dirty="0">
                    <a:solidFill>
                      <a:schemeClr val="accent1"/>
                    </a:solidFill>
                    <a:cs typeface="+mn-ea"/>
                    <a:sym typeface="+mn-lt"/>
                  </a:rPr>
                  <a:t>(replacing the classifier)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与真实物体框</a:t>
                </a:r>
                <a:r>
                  <a:rPr lang="en-US" altLang="zh-CN" dirty="0">
                    <a:cs typeface="+mn-ea"/>
                    <a:sym typeface="+mn-lt"/>
                  </a:rPr>
                  <a:t>IoU</a:t>
                </a:r>
                <a:r>
                  <a:rPr lang="zh-CN" altLang="en-US" dirty="0">
                    <a:cs typeface="+mn-ea"/>
                    <a:sym typeface="+mn-lt"/>
                  </a:rPr>
                  <a:t>重叠率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≥</m:t>
                    </m:r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0.5</m:t>
                    </m:r>
                  </m:oMath>
                </a14:m>
                <a:r>
                  <a:rPr lang="zh-CN" altLang="en-US" dirty="0">
                    <a:cs typeface="+mn-ea"/>
                    <a:sym typeface="+mn-lt"/>
                  </a:rPr>
                  <a:t>的</a:t>
                </a:r>
                <a:r>
                  <a:rPr lang="en-US" altLang="zh-CN" dirty="0">
                    <a:cs typeface="+mn-ea"/>
                    <a:sym typeface="+mn-lt"/>
                  </a:rPr>
                  <a:t>Region proposals</a:t>
                </a:r>
                <a:r>
                  <a:rPr lang="zh-CN" altLang="en-US" dirty="0">
                    <a:cs typeface="+mn-ea"/>
                    <a:sym typeface="+mn-lt"/>
                  </a:rPr>
                  <a:t>作为正样本，其余的为负样本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3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Mini-Batch </a:t>
                </a:r>
                <a:r>
                  <a:rPr lang="en-US" altLang="zh-CN" dirty="0">
                    <a:solidFill>
                      <a:schemeClr val="accent1"/>
                    </a:solidFill>
                    <a:cs typeface="+mn-ea"/>
                    <a:sym typeface="+mn-lt"/>
                  </a:rPr>
                  <a:t>(32 positives and 96 backgrounds)</a:t>
                </a:r>
                <a:endParaRPr lang="zh-CN" altLang="en-US" dirty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82600F-5378-4878-8203-BB9349CAAA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62734" cy="4351338"/>
              </a:xfrm>
              <a:blipFill>
                <a:blip r:embed="rId2"/>
                <a:stretch>
                  <a:fillRect l="-954" t="-280" r="-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BDC632EA-98D0-4726-A13E-66628A2D06AF}"/>
              </a:ext>
            </a:extLst>
          </p:cNvPr>
          <p:cNvGrpSpPr>
            <a:grpSpLocks noChangeAspect="1"/>
          </p:cNvGrpSpPr>
          <p:nvPr/>
        </p:nvGrpSpPr>
        <p:grpSpPr>
          <a:xfrm>
            <a:off x="8940607" y="147032"/>
            <a:ext cx="2880000" cy="2160000"/>
            <a:chOff x="1524001" y="2386738"/>
            <a:chExt cx="3840000" cy="2880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9A6988-B4E8-469C-BCC8-D0C5D1D7C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4001" y="2386738"/>
              <a:ext cx="3840000" cy="2880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97E8893-4B7C-4FE1-913E-368E530FB572}"/>
                </a:ext>
              </a:extLst>
            </p:cNvPr>
            <p:cNvSpPr/>
            <p:nvPr/>
          </p:nvSpPr>
          <p:spPr>
            <a:xfrm>
              <a:off x="1969169" y="3236773"/>
              <a:ext cx="942473" cy="1271042"/>
            </a:xfrm>
            <a:prstGeom prst="rect">
              <a:avLst/>
            </a:prstGeom>
            <a:noFill/>
            <a:ln w="571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14B9A62-E60B-4D5C-BDCD-8AB16E5FCCAD}"/>
              </a:ext>
            </a:extLst>
          </p:cNvPr>
          <p:cNvSpPr/>
          <p:nvPr/>
        </p:nvSpPr>
        <p:spPr>
          <a:xfrm>
            <a:off x="9440039" y="919495"/>
            <a:ext cx="706855" cy="953282"/>
          </a:xfrm>
          <a:prstGeom prst="rect">
            <a:avLst/>
          </a:prstGeom>
          <a:noFill/>
          <a:ln w="57150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23281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FD28-B33B-4B62-BA22-A57AE8E5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cs typeface="+mn-ea"/>
                <a:sym typeface="+mn-lt"/>
              </a:rPr>
              <a:t>训练步骤：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04156-F97B-46EE-9933-E14F0A60C4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cs typeface="+mn-ea"/>
                    <a:sym typeface="+mn-lt"/>
                  </a:rPr>
                  <a:t>目标分类器 </a:t>
                </a:r>
                <a:r>
                  <a:rPr lang="en-US" altLang="zh-CN" dirty="0">
                    <a:solidFill>
                      <a:srgbClr val="00B0F0"/>
                    </a:solidFill>
                    <a:cs typeface="+mn-ea"/>
                    <a:sym typeface="+mn-lt"/>
                  </a:rPr>
                  <a:t>(Object category classifiers)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≥0.5</m:t>
                    </m:r>
                  </m:oMath>
                </a14:m>
                <a:r>
                  <a:rPr lang="zh-CN" altLang="en-US" dirty="0">
                    <a:solidFill>
                      <a:schemeClr val="accent1"/>
                    </a:solidFill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solidFill>
                      <a:schemeClr val="accent1"/>
                    </a:solidFill>
                    <a:cs typeface="+mn-ea"/>
                    <a:sym typeface="+mn-lt"/>
                  </a:rPr>
                  <a:t>IoU positive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≤0.3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cs typeface="+mn-ea"/>
                    <a:sym typeface="+mn-lt"/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  <a:cs typeface="+mn-ea"/>
                    <a:sym typeface="+mn-lt"/>
                  </a:rPr>
                  <a:t>IoU negative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每一个类别单独一个分类器 </a:t>
                </a:r>
                <a:r>
                  <a:rPr lang="en-US" altLang="zh-CN" dirty="0">
                    <a:cs typeface="+mn-ea"/>
                    <a:sym typeface="+mn-lt"/>
                  </a:rPr>
                  <a:t>(One linear SVM per class)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难样本挖掘 </a:t>
                </a:r>
                <a:r>
                  <a:rPr lang="en-US" altLang="zh-CN" dirty="0">
                    <a:cs typeface="+mn-ea"/>
                    <a:sym typeface="+mn-lt"/>
                  </a:rPr>
                  <a:t>(Hard negative mining)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04156-F97B-46EE-9933-E14F0A60C4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0A2294A-5776-47EB-813E-053F42B881FD}"/>
              </a:ext>
            </a:extLst>
          </p:cNvPr>
          <p:cNvGrpSpPr/>
          <p:nvPr/>
        </p:nvGrpSpPr>
        <p:grpSpPr>
          <a:xfrm>
            <a:off x="8189760" y="610688"/>
            <a:ext cx="2880000" cy="2160000"/>
            <a:chOff x="7266894" y="2349000"/>
            <a:chExt cx="2880000" cy="2160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D3AC73B-25F4-4B9D-8451-499EC0BFB8B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66894" y="2349000"/>
              <a:ext cx="2880000" cy="2160000"/>
              <a:chOff x="1524001" y="2386738"/>
              <a:chExt cx="3840000" cy="2880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1637588-E691-4C88-8483-AC7CCC1D03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1" y="2386738"/>
                <a:ext cx="3840000" cy="2880000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97BA30D-8B32-4A68-97C1-C75894684FCC}"/>
                  </a:ext>
                </a:extLst>
              </p:cNvPr>
              <p:cNvSpPr/>
              <p:nvPr/>
            </p:nvSpPr>
            <p:spPr>
              <a:xfrm>
                <a:off x="1969169" y="3236773"/>
                <a:ext cx="942473" cy="1271042"/>
              </a:xfrm>
              <a:prstGeom prst="rect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9D14AC-5FE0-4D2B-9CDA-82873177D1F2}"/>
                </a:ext>
              </a:extLst>
            </p:cNvPr>
            <p:cNvSpPr/>
            <p:nvPr/>
          </p:nvSpPr>
          <p:spPr>
            <a:xfrm>
              <a:off x="7760529" y="3121463"/>
              <a:ext cx="706855" cy="953282"/>
            </a:xfrm>
            <a:prstGeom prst="rect">
              <a:avLst/>
            </a:prstGeom>
            <a:noFill/>
            <a:ln w="57150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AD073C-015E-41CE-9D7E-5C596CEBA8FF}"/>
                </a:ext>
              </a:extLst>
            </p:cNvPr>
            <p:cNvSpPr/>
            <p:nvPr/>
          </p:nvSpPr>
          <p:spPr>
            <a:xfrm>
              <a:off x="9343623" y="3457895"/>
              <a:ext cx="706855" cy="953282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DD031C-FF7D-4CB7-836B-F4B430057AE6}"/>
                </a:ext>
              </a:extLst>
            </p:cNvPr>
            <p:cNvSpPr/>
            <p:nvPr/>
          </p:nvSpPr>
          <p:spPr>
            <a:xfrm>
              <a:off x="7327222" y="2442417"/>
              <a:ext cx="706855" cy="953282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7699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81D6-F0F5-4C51-B515-D2F515350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R-CNN</a:t>
            </a:r>
            <a:r>
              <a:rPr lang="zh-CN" altLang="en-US" b="1" dirty="0"/>
              <a:t>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0EED71-8E24-441E-8020-F3DA57E1E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17" y="2001709"/>
            <a:ext cx="7400391" cy="400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12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403D-E8A2-4D7F-BBE1-203E92DC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小结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04155D7-AFE6-4FFE-8F2C-4D2E06C32BE3}"/>
              </a:ext>
            </a:extLst>
          </p:cNvPr>
          <p:cNvGrpSpPr/>
          <p:nvPr/>
        </p:nvGrpSpPr>
        <p:grpSpPr>
          <a:xfrm>
            <a:off x="1623132" y="1690688"/>
            <a:ext cx="9018762" cy="3138916"/>
            <a:chOff x="1734775" y="2339948"/>
            <a:chExt cx="9018762" cy="3138916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9F592A6-9643-4C50-95C4-57AB74A4991D}"/>
                </a:ext>
              </a:extLst>
            </p:cNvPr>
            <p:cNvSpPr/>
            <p:nvPr/>
          </p:nvSpPr>
          <p:spPr>
            <a:xfrm>
              <a:off x="3390303" y="2424430"/>
              <a:ext cx="1600961" cy="11475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000">
                <a:cs typeface="+mn-ea"/>
                <a:sym typeface="+mn-lt"/>
              </a:endParaRPr>
            </a:p>
          </p:txBody>
        </p:sp>
        <p:sp>
          <p:nvSpPr>
            <p:cNvPr id="6" name="object 31">
              <a:extLst>
                <a:ext uri="{FF2B5EF4-FFF2-40B4-BE49-F238E27FC236}">
                  <a16:creationId xmlns:a16="http://schemas.microsoft.com/office/drawing/2014/main" id="{B3984A48-C5AC-4A84-BE74-13EE2047F7B4}"/>
                </a:ext>
              </a:extLst>
            </p:cNvPr>
            <p:cNvSpPr/>
            <p:nvPr/>
          </p:nvSpPr>
          <p:spPr>
            <a:xfrm>
              <a:off x="8952867" y="2924401"/>
              <a:ext cx="1800670" cy="12938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000">
                <a:cs typeface="+mn-ea"/>
                <a:sym typeface="+mn-lt"/>
              </a:endParaRPr>
            </a:p>
          </p:txBody>
        </p:sp>
        <p:sp>
          <p:nvSpPr>
            <p:cNvPr id="7" name="object 32">
              <a:extLst>
                <a:ext uri="{FF2B5EF4-FFF2-40B4-BE49-F238E27FC236}">
                  <a16:creationId xmlns:a16="http://schemas.microsoft.com/office/drawing/2014/main" id="{EBACA789-5BBC-4BAD-A6C3-283DBB5769E1}"/>
                </a:ext>
              </a:extLst>
            </p:cNvPr>
            <p:cNvSpPr/>
            <p:nvPr/>
          </p:nvSpPr>
          <p:spPr>
            <a:xfrm>
              <a:off x="6456727" y="2339948"/>
              <a:ext cx="1667255" cy="12313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000">
                <a:cs typeface="+mn-ea"/>
                <a:sym typeface="+mn-lt"/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9A1F96D2-B115-4ACD-A246-323D66B36EC4}"/>
                </a:ext>
              </a:extLst>
            </p:cNvPr>
            <p:cNvSpPr/>
            <p:nvPr/>
          </p:nvSpPr>
          <p:spPr>
            <a:xfrm>
              <a:off x="5175715" y="3111248"/>
              <a:ext cx="978408" cy="26681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556CFE-41E8-4352-9F0B-B6CD2C4D5AAB}"/>
                </a:ext>
              </a:extLst>
            </p:cNvPr>
            <p:cNvSpPr/>
            <p:nvPr/>
          </p:nvSpPr>
          <p:spPr>
            <a:xfrm>
              <a:off x="5084086" y="2492855"/>
              <a:ext cx="112242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cs typeface="+mn-ea"/>
                  <a:sym typeface="+mn-lt"/>
                </a:rPr>
                <a:t>Selective</a:t>
              </a:r>
            </a:p>
            <a:p>
              <a:pPr algn="ctr"/>
              <a:r>
                <a:rPr lang="en-US" altLang="zh-CN" sz="2000" dirty="0">
                  <a:cs typeface="+mn-ea"/>
                  <a:sym typeface="+mn-lt"/>
                </a:rPr>
                <a:t>search</a:t>
              </a: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ED8A6425-1EA4-4C63-9258-DB5776B1D646}"/>
                </a:ext>
              </a:extLst>
            </p:cNvPr>
            <p:cNvSpPr/>
            <p:nvPr/>
          </p:nvSpPr>
          <p:spPr>
            <a:xfrm>
              <a:off x="4770200" y="4831442"/>
              <a:ext cx="1230427" cy="259629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DDE4EBF3-8BD3-4655-A918-66B363CD304A}"/>
                </a:ext>
              </a:extLst>
            </p:cNvPr>
            <p:cNvSpPr txBox="1"/>
            <p:nvPr/>
          </p:nvSpPr>
          <p:spPr>
            <a:xfrm>
              <a:off x="4443160" y="4154918"/>
              <a:ext cx="1641571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8575" marR="5080" indent="-16510"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spc="-5" dirty="0">
                  <a:cs typeface="+mn-ea"/>
                  <a:sym typeface="+mn-lt"/>
                </a:rPr>
                <a:t>CNN</a:t>
              </a:r>
              <a:r>
                <a:rPr sz="2000" spc="-90" dirty="0">
                  <a:cs typeface="+mn-ea"/>
                  <a:sym typeface="+mn-lt"/>
                </a:rPr>
                <a:t> </a:t>
              </a:r>
              <a:r>
                <a:rPr sz="2000" spc="-5" dirty="0">
                  <a:cs typeface="+mn-ea"/>
                  <a:sym typeface="+mn-lt"/>
                </a:rPr>
                <a:t>feature  computation</a:t>
              </a:r>
              <a:endParaRPr sz="2000" dirty="0">
                <a:cs typeface="+mn-ea"/>
                <a:sym typeface="+mn-lt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65346A8-DCF8-4341-A978-1F01F0315E98}"/>
                </a:ext>
              </a:extLst>
            </p:cNvPr>
            <p:cNvCxnSpPr/>
            <p:nvPr/>
          </p:nvCxnSpPr>
          <p:spPr>
            <a:xfrm>
              <a:off x="2035921" y="3851180"/>
              <a:ext cx="623993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516014-0585-4494-9263-3C6FF1F4AA94}"/>
                </a:ext>
              </a:extLst>
            </p:cNvPr>
            <p:cNvSpPr/>
            <p:nvPr/>
          </p:nvSpPr>
          <p:spPr>
            <a:xfrm>
              <a:off x="1854199" y="3024116"/>
              <a:ext cx="135165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00B0F0"/>
                  </a:solidFill>
                  <a:cs typeface="+mn-ea"/>
                  <a:sym typeface="+mn-lt"/>
                </a:rPr>
                <a:t>Proposal </a:t>
              </a:r>
            </a:p>
            <a:p>
              <a:pPr algn="ctr"/>
              <a:r>
                <a:rPr lang="en-US" altLang="zh-CN" sz="2000" b="1" dirty="0">
                  <a:solidFill>
                    <a:srgbClr val="00B0F0"/>
                  </a:solidFill>
                  <a:cs typeface="+mn-ea"/>
                  <a:sym typeface="+mn-lt"/>
                </a:rPr>
                <a:t>generation</a:t>
              </a:r>
              <a:endParaRPr lang="zh-CN" altLang="en-US" sz="2000" b="1" dirty="0">
                <a:cs typeface="+mn-ea"/>
                <a:sym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0D7D9A8-9616-471C-A698-E18D0767E433}"/>
                </a:ext>
              </a:extLst>
            </p:cNvPr>
            <p:cNvSpPr/>
            <p:nvPr/>
          </p:nvSpPr>
          <p:spPr>
            <a:xfrm>
              <a:off x="1734775" y="4011180"/>
              <a:ext cx="15905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00B0F0"/>
                  </a:solidFill>
                  <a:cs typeface="+mn-ea"/>
                  <a:sym typeface="+mn-lt"/>
                </a:rPr>
                <a:t>Proposal </a:t>
              </a:r>
            </a:p>
            <a:p>
              <a:pPr algn="ctr"/>
              <a:r>
                <a:rPr lang="en-US" altLang="zh-CN" sz="2000" b="1" dirty="0">
                  <a:solidFill>
                    <a:srgbClr val="00B0F0"/>
                  </a:solidFill>
                  <a:cs typeface="+mn-ea"/>
                  <a:sym typeface="+mn-lt"/>
                </a:rPr>
                <a:t>classification</a:t>
              </a:r>
              <a:endParaRPr lang="zh-CN" altLang="en-US" sz="2000" b="1" dirty="0">
                <a:cs typeface="+mn-ea"/>
                <a:sym typeface="+mn-lt"/>
              </a:endParaRP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DCE115C-5BB0-426B-8A8A-9AB08D904F72}"/>
                </a:ext>
              </a:extLst>
            </p:cNvPr>
            <p:cNvSpPr/>
            <p:nvPr/>
          </p:nvSpPr>
          <p:spPr>
            <a:xfrm>
              <a:off x="7212755" y="4770621"/>
              <a:ext cx="1276927" cy="266811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cs typeface="+mn-ea"/>
                <a:sym typeface="+mn-lt"/>
              </a:endParaRPr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3B10F4C1-7977-4CA7-BD0D-FB377C36C3CB}"/>
                </a:ext>
              </a:extLst>
            </p:cNvPr>
            <p:cNvSpPr txBox="1"/>
            <p:nvPr/>
          </p:nvSpPr>
          <p:spPr>
            <a:xfrm>
              <a:off x="6958855" y="4139067"/>
              <a:ext cx="1591299" cy="6412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8575" marR="5080" indent="-16510" algn="ctr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spc="-5" dirty="0">
                  <a:cs typeface="+mn-ea"/>
                  <a:sym typeface="+mn-lt"/>
                </a:rPr>
                <a:t>SVM</a:t>
              </a:r>
            </a:p>
            <a:p>
              <a:pPr marL="28575" marR="5080" indent="-16510"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spc="-5" dirty="0">
                  <a:cs typeface="+mn-ea"/>
                  <a:sym typeface="+mn-lt"/>
                </a:rPr>
                <a:t>c</a:t>
              </a:r>
              <a:r>
                <a:rPr lang="en-US" sz="2000" spc="-5" dirty="0">
                  <a:cs typeface="+mn-ea"/>
                  <a:sym typeface="+mn-lt"/>
                </a:rPr>
                <a:t>lassification</a:t>
              </a:r>
              <a:endParaRPr sz="2000" dirty="0"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AD7FE8-2A0F-4242-B9DC-E0B9F8ECD5AF}"/>
                    </a:ext>
                  </a:extLst>
                </p:cNvPr>
                <p:cNvSpPr/>
                <p:nvPr/>
              </p:nvSpPr>
              <p:spPr>
                <a:xfrm>
                  <a:off x="8725311" y="4657227"/>
                  <a:ext cx="192059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0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𝐁𝐚𝐜𝐤𝐠𝐫𝐨𝐮𝐧𝐝</m:t>
                            </m:r>
                          </m:e>
                        </m:d>
                      </m:oMath>
                    </m:oMathPara>
                  </a14:m>
                  <a:endParaRPr lang="zh-CN" altLang="en-US"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AD7FE8-2A0F-4242-B9DC-E0B9F8ECD5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5311" y="4657227"/>
                  <a:ext cx="192059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F05FD87-0C32-495C-9C81-1133676DEBD7}"/>
                    </a:ext>
                  </a:extLst>
                </p:cNvPr>
                <p:cNvSpPr txBox="1"/>
                <p:nvPr/>
              </p:nvSpPr>
              <p:spPr>
                <a:xfrm>
                  <a:off x="6242552" y="4329190"/>
                  <a:ext cx="704103" cy="114967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eqArr>
                                  <m:eqArrPr>
                                    <m:ctrlPr>
                                      <a:rPr lang="en-US" altLang="zh-CN" sz="200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cs typeface="+mn-ea"/>
                                        <a:sym typeface="+mn-lt"/>
                                      </a:rPr>
                                      <m:t>…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sz="200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+mn-ea"/>
                                            <a:sym typeface="+mn-lt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eqArr>
                              </m:den>
                            </m:f>
                          </m:e>
                        </m:d>
                      </m:oMath>
                    </m:oMathPara>
                  </a14:m>
                  <a:endParaRPr lang="zh-CN" altLang="en-US"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F05FD87-0C32-495C-9C81-1133676DEB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2552" y="4329190"/>
                  <a:ext cx="704103" cy="114967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bject 21">
              <a:extLst>
                <a:ext uri="{FF2B5EF4-FFF2-40B4-BE49-F238E27FC236}">
                  <a16:creationId xmlns:a16="http://schemas.microsoft.com/office/drawing/2014/main" id="{84271384-98C5-49C4-8504-F181CBE3D9FD}"/>
                </a:ext>
              </a:extLst>
            </p:cNvPr>
            <p:cNvSpPr/>
            <p:nvPr/>
          </p:nvSpPr>
          <p:spPr>
            <a:xfrm>
              <a:off x="3816503" y="4657227"/>
              <a:ext cx="659561" cy="68275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000" dirty="0">
                <a:cs typeface="+mn-ea"/>
                <a:sym typeface="+mn-lt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B365124-0F59-4F68-98D1-3DF639E5E8E5}"/>
              </a:ext>
            </a:extLst>
          </p:cNvPr>
          <p:cNvSpPr/>
          <p:nvPr/>
        </p:nvSpPr>
        <p:spPr>
          <a:xfrm>
            <a:off x="850022" y="5307613"/>
            <a:ext cx="10564981" cy="9491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20000"/>
              </a:lnSpc>
              <a:spcBef>
                <a:spcPts val="95"/>
              </a:spcBef>
            </a:pPr>
            <a:r>
              <a:rPr lang="zh-CN" altLang="en-US" sz="2400" b="1" spc="-10" dirty="0">
                <a:solidFill>
                  <a:srgbClr val="FF0000"/>
                </a:solidFill>
                <a:cs typeface="+mn-ea"/>
                <a:sym typeface="+mn-lt"/>
              </a:rPr>
              <a:t>推理时间</a:t>
            </a:r>
            <a:r>
              <a:rPr lang="en-US" altLang="zh-CN" sz="2400" b="1" spc="-10" dirty="0">
                <a:solidFill>
                  <a:srgbClr val="FF0000"/>
                </a:solidFill>
                <a:cs typeface="+mn-ea"/>
                <a:sym typeface="+mn-lt"/>
              </a:rPr>
              <a:t>: </a:t>
            </a:r>
            <a:r>
              <a:rPr lang="en-US" altLang="zh-CN" sz="2400" spc="-10" dirty="0">
                <a:cs typeface="+mn-ea"/>
                <a:sym typeface="+mn-lt"/>
              </a:rPr>
              <a:t>Proposal Time + #Proposal * (CNN + Classification + Regression)</a:t>
            </a:r>
            <a:endParaRPr lang="en-US" altLang="zh-CN" sz="2400" spc="-10" dirty="0">
              <a:solidFill>
                <a:srgbClr val="FF0000"/>
              </a:solidFill>
              <a:cs typeface="+mn-ea"/>
              <a:sym typeface="+mn-lt"/>
            </a:endParaRPr>
          </a:p>
          <a:p>
            <a:pPr marL="12700">
              <a:lnSpc>
                <a:spcPct val="120000"/>
              </a:lnSpc>
              <a:spcBef>
                <a:spcPts val="95"/>
              </a:spcBef>
            </a:pPr>
            <a:r>
              <a:rPr lang="zh-CN" altLang="en-US" sz="2400" b="1" spc="-10" dirty="0">
                <a:solidFill>
                  <a:srgbClr val="FF0000"/>
                </a:solidFill>
                <a:cs typeface="+mn-ea"/>
                <a:sym typeface="+mn-lt"/>
              </a:rPr>
              <a:t>缺点</a:t>
            </a:r>
            <a:r>
              <a:rPr lang="en-US" altLang="zh-CN" sz="2400" b="1" spc="-10" dirty="0">
                <a:solidFill>
                  <a:srgbClr val="FF0000"/>
                </a:solidFill>
                <a:cs typeface="+mn-ea"/>
                <a:sym typeface="+mn-lt"/>
              </a:rPr>
              <a:t>: </a:t>
            </a:r>
            <a:r>
              <a:rPr lang="en-US" altLang="zh-CN" sz="2400" spc="-10" dirty="0">
                <a:cs typeface="+mn-ea"/>
                <a:sym typeface="+mn-lt"/>
              </a:rPr>
              <a:t>R-CNN</a:t>
            </a:r>
            <a:r>
              <a:rPr lang="zh-CN" altLang="en-US" sz="2400" spc="-10" dirty="0">
                <a:cs typeface="+mn-ea"/>
                <a:sym typeface="+mn-lt"/>
              </a:rPr>
              <a:t>计算速度慢</a:t>
            </a:r>
            <a:r>
              <a:rPr lang="zh-CN" altLang="en-US" sz="2400" spc="-5" dirty="0">
                <a:cs typeface="+mn-ea"/>
                <a:sym typeface="+mn-lt"/>
              </a:rPr>
              <a:t>、</a:t>
            </a:r>
            <a:r>
              <a:rPr lang="en-US" altLang="zh-CN" sz="2400" spc="-5" dirty="0">
                <a:cs typeface="+mn-ea"/>
                <a:sym typeface="+mn-lt"/>
              </a:rPr>
              <a:t>CNN</a:t>
            </a:r>
            <a:r>
              <a:rPr lang="zh-CN" altLang="en-US" sz="2400" spc="-5" dirty="0">
                <a:cs typeface="+mn-ea"/>
                <a:sym typeface="+mn-lt"/>
              </a:rPr>
              <a:t>参数没有进行优化更新</a:t>
            </a:r>
            <a:endParaRPr lang="en-US" altLang="zh-CN" sz="2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6348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1EEF-2675-478E-9F72-F19655D1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6906B-F8E8-47B1-A7B9-6CBD81DF5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cs typeface="+mn-ea"/>
                <a:sym typeface="+mn-lt"/>
              </a:rPr>
              <a:t>目标检测定义</a:t>
            </a:r>
            <a:endParaRPr lang="en-US" altLang="zh-CN" sz="3600" b="1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00B0F0"/>
                </a:solidFill>
                <a:cs typeface="+mn-ea"/>
                <a:sym typeface="+mn-lt"/>
              </a:rPr>
              <a:t>R-CNN</a:t>
            </a:r>
            <a:r>
              <a:rPr lang="zh-CN" altLang="en-US" sz="3600" b="1" dirty="0">
                <a:solidFill>
                  <a:srgbClr val="00B0F0"/>
                </a:solidFill>
                <a:cs typeface="+mn-ea"/>
                <a:sym typeface="+mn-lt"/>
              </a:rPr>
              <a:t>系列算法</a:t>
            </a:r>
            <a:endParaRPr lang="en-US" altLang="zh-CN" sz="3600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cs typeface="+mn-ea"/>
                <a:sym typeface="+mn-lt"/>
              </a:rPr>
              <a:t>R-CNN</a:t>
            </a: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solidFill>
                  <a:srgbClr val="00B0F0"/>
                </a:solidFill>
                <a:cs typeface="+mn-ea"/>
                <a:sym typeface="+mn-lt"/>
              </a:rPr>
              <a:t>Fast R-CNN</a:t>
            </a: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cs typeface="+mn-ea"/>
                <a:sym typeface="+mn-lt"/>
              </a:rPr>
              <a:t>Faster R-CNN</a:t>
            </a:r>
            <a:endParaRPr lang="zh-CN" altLang="en-US" sz="32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1308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A0E1-6925-492F-9589-AB84C7BB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Fast R-CNN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18ECB-CB89-462F-A2DB-D52300BDAF88}"/>
              </a:ext>
            </a:extLst>
          </p:cNvPr>
          <p:cNvSpPr/>
          <p:nvPr/>
        </p:nvSpPr>
        <p:spPr>
          <a:xfrm>
            <a:off x="411079" y="6311900"/>
            <a:ext cx="11369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R. </a:t>
            </a:r>
            <a:r>
              <a:rPr lang="en-US" altLang="zh-CN" dirty="0" err="1">
                <a:solidFill>
                  <a:srgbClr val="222222"/>
                </a:solidFill>
                <a:cs typeface="+mn-ea"/>
                <a:sym typeface="+mn-lt"/>
              </a:rPr>
              <a:t>Girshick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Fast R-CNN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ICCV 2015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DFD4852A-AF63-4E5E-A965-9EA5A7951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698" y="1690688"/>
            <a:ext cx="7482601" cy="449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21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26FB1-7E6A-4BAD-A771-983DDE48B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ROI Pooling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" name="图片 5">
            <a:extLst>
              <a:ext uri="{FF2B5EF4-FFF2-40B4-BE49-F238E27FC236}">
                <a16:creationId xmlns:a16="http://schemas.microsoft.com/office/drawing/2014/main" id="{B4734C45-A1C9-4D82-BA8F-766998848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85" y="1543591"/>
            <a:ext cx="6903408" cy="4949284"/>
          </a:xfrm>
          <a:prstGeom prst="rect">
            <a:avLst/>
          </a:prstGeom>
        </p:spPr>
      </p:pic>
      <p:pic>
        <p:nvPicPr>
          <p:cNvPr id="5" name="图片 6">
            <a:extLst>
              <a:ext uri="{FF2B5EF4-FFF2-40B4-BE49-F238E27FC236}">
                <a16:creationId xmlns:a16="http://schemas.microsoft.com/office/drawing/2014/main" id="{0E23FA3D-7430-46B3-8D8F-79CCA6DD7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133" y="3056335"/>
            <a:ext cx="3931582" cy="91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34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F953-D051-4FC0-84AC-471D09BB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ROI Pooling - Steps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A82D9-2FEA-4EB9-9AB8-E87F1CE7C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Step 1 (RoI mapping): 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将</a:t>
            </a:r>
            <a:r>
              <a:rPr lang="en-US" altLang="zh-CN" dirty="0">
                <a:cs typeface="+mn-ea"/>
                <a:sym typeface="+mn-lt"/>
              </a:rPr>
              <a:t>RoI Bounding Box </a:t>
            </a:r>
            <a:r>
              <a:rPr lang="zh-CN" altLang="en-US" dirty="0">
                <a:cs typeface="+mn-ea"/>
                <a:sym typeface="+mn-lt"/>
              </a:rPr>
              <a:t>的坐标从图像坐标映射到</a:t>
            </a:r>
            <a:r>
              <a:rPr lang="en-US" altLang="zh-CN" dirty="0">
                <a:cs typeface="+mn-ea"/>
                <a:sym typeface="+mn-lt"/>
              </a:rPr>
              <a:t>Conv</a:t>
            </a:r>
            <a:r>
              <a:rPr lang="zh-CN" altLang="en-US" dirty="0">
                <a:cs typeface="+mn-ea"/>
                <a:sym typeface="+mn-lt"/>
              </a:rPr>
              <a:t>层特征图</a:t>
            </a:r>
            <a:endParaRPr lang="en-US" altLang="zh-CN" dirty="0">
              <a:solidFill>
                <a:srgbClr val="00B050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Step 2 (RoI division): </a:t>
            </a:r>
            <a:r>
              <a:rPr lang="zh-CN" altLang="en-US" dirty="0">
                <a:cs typeface="+mn-ea"/>
                <a:sym typeface="+mn-lt"/>
              </a:rPr>
              <a:t>将映射后的</a:t>
            </a:r>
            <a:r>
              <a:rPr lang="en-US" altLang="zh-CN" dirty="0">
                <a:cs typeface="+mn-ea"/>
                <a:sym typeface="+mn-lt"/>
              </a:rPr>
              <a:t>RoI</a:t>
            </a:r>
            <a:r>
              <a:rPr lang="zh-CN" altLang="en-US" dirty="0">
                <a:cs typeface="+mn-ea"/>
                <a:sym typeface="+mn-lt"/>
              </a:rPr>
              <a:t>区域划分到网格 </a:t>
            </a:r>
            <a:r>
              <a:rPr lang="en-US" altLang="zh-CN" dirty="0">
                <a:cs typeface="+mn-ea"/>
                <a:sym typeface="+mn-lt"/>
              </a:rPr>
              <a:t>(grid)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70C0"/>
                </a:solidFill>
                <a:cs typeface="+mn-ea"/>
                <a:sym typeface="+mn-lt"/>
              </a:rPr>
              <a:t>Step 3 (max pooling): </a:t>
            </a:r>
            <a:r>
              <a:rPr lang="zh-CN" altLang="en-US" dirty="0">
                <a:cs typeface="+mn-ea"/>
                <a:sym typeface="+mn-lt"/>
              </a:rPr>
              <a:t>对每一个网格内的特征提取最大值</a:t>
            </a:r>
          </a:p>
        </p:txBody>
      </p:sp>
    </p:spTree>
    <p:extLst>
      <p:ext uri="{BB962C8B-B14F-4D97-AF65-F5344CB8AC3E}">
        <p14:creationId xmlns:p14="http://schemas.microsoft.com/office/powerpoint/2010/main" val="1929920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F953-D051-4FC0-84AC-471D09BB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Step 1: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RoI mapping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A82D9-2FEA-4EB9-9AB8-E87F1CE7C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通过</a:t>
            </a:r>
            <a:r>
              <a:rPr lang="en-US" altLang="zh-CN" dirty="0">
                <a:cs typeface="+mn-ea"/>
                <a:sym typeface="+mn-lt"/>
              </a:rPr>
              <a:t>RoI</a:t>
            </a:r>
            <a:r>
              <a:rPr lang="zh-CN" altLang="en-US" dirty="0">
                <a:cs typeface="+mn-ea"/>
                <a:sym typeface="+mn-lt"/>
              </a:rPr>
              <a:t>的坐标乘与特征大小的缩放系数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s</a:t>
            </a:r>
            <a:r>
              <a:rPr lang="zh-CN" altLang="en-US" dirty="0">
                <a:cs typeface="+mn-ea"/>
                <a:sym typeface="+mn-lt"/>
              </a:rPr>
              <a:t>映射得到在特征图上对应的坐标位置</a:t>
            </a:r>
            <a:endParaRPr lang="en-US" altLang="zh-CN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通过向上取整进行坐标量化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81B2302-BF49-465B-8921-BEA92C4A495C}"/>
              </a:ext>
            </a:extLst>
          </p:cNvPr>
          <p:cNvGrpSpPr/>
          <p:nvPr/>
        </p:nvGrpSpPr>
        <p:grpSpPr>
          <a:xfrm>
            <a:off x="1137631" y="3675520"/>
            <a:ext cx="3111389" cy="2640417"/>
            <a:chOff x="1762326" y="3483073"/>
            <a:chExt cx="3111389" cy="2640417"/>
          </a:xfrm>
        </p:grpSpPr>
        <p:sp>
          <p:nvSpPr>
            <p:cNvPr id="5" name="object 12">
              <a:extLst>
                <a:ext uri="{FF2B5EF4-FFF2-40B4-BE49-F238E27FC236}">
                  <a16:creationId xmlns:a16="http://schemas.microsoft.com/office/drawing/2014/main" id="{813ED9AF-1A21-4C4E-BC74-7E2A7E5047FE}"/>
                </a:ext>
              </a:extLst>
            </p:cNvPr>
            <p:cNvSpPr/>
            <p:nvPr/>
          </p:nvSpPr>
          <p:spPr>
            <a:xfrm>
              <a:off x="2522899" y="4113021"/>
              <a:ext cx="1828800" cy="85725"/>
            </a:xfrm>
            <a:custGeom>
              <a:avLst/>
              <a:gdLst/>
              <a:ahLst/>
              <a:cxnLst/>
              <a:rect l="l" t="t" r="r" b="b"/>
              <a:pathLst>
                <a:path w="1828800" h="85725">
                  <a:moveTo>
                    <a:pt x="76961" y="0"/>
                  </a:moveTo>
                  <a:lnTo>
                    <a:pt x="0" y="38099"/>
                  </a:lnTo>
                  <a:lnTo>
                    <a:pt x="64007" y="70103"/>
                  </a:lnTo>
                  <a:lnTo>
                    <a:pt x="64007" y="35051"/>
                  </a:lnTo>
                  <a:lnTo>
                    <a:pt x="76610" y="35119"/>
                  </a:lnTo>
                  <a:lnTo>
                    <a:pt x="76961" y="0"/>
                  </a:lnTo>
                  <a:close/>
                </a:path>
                <a:path w="1828800" h="85725">
                  <a:moveTo>
                    <a:pt x="76610" y="35119"/>
                  </a:moveTo>
                  <a:lnTo>
                    <a:pt x="64007" y="35051"/>
                  </a:lnTo>
                  <a:lnTo>
                    <a:pt x="64007" y="41147"/>
                  </a:lnTo>
                  <a:lnTo>
                    <a:pt x="76549" y="41215"/>
                  </a:lnTo>
                  <a:lnTo>
                    <a:pt x="76610" y="35119"/>
                  </a:lnTo>
                  <a:close/>
                </a:path>
                <a:path w="1828800" h="85725">
                  <a:moveTo>
                    <a:pt x="76549" y="41215"/>
                  </a:moveTo>
                  <a:lnTo>
                    <a:pt x="64007" y="41147"/>
                  </a:lnTo>
                  <a:lnTo>
                    <a:pt x="64007" y="70103"/>
                  </a:lnTo>
                  <a:lnTo>
                    <a:pt x="76199" y="76199"/>
                  </a:lnTo>
                  <a:lnTo>
                    <a:pt x="76549" y="41215"/>
                  </a:lnTo>
                  <a:close/>
                </a:path>
                <a:path w="1828800" h="85725">
                  <a:moveTo>
                    <a:pt x="1753012" y="44128"/>
                  </a:moveTo>
                  <a:lnTo>
                    <a:pt x="76610" y="35119"/>
                  </a:lnTo>
                  <a:lnTo>
                    <a:pt x="76549" y="41215"/>
                  </a:lnTo>
                  <a:lnTo>
                    <a:pt x="1752951" y="50224"/>
                  </a:lnTo>
                  <a:lnTo>
                    <a:pt x="1753012" y="44128"/>
                  </a:lnTo>
                  <a:close/>
                </a:path>
                <a:path w="1828800" h="85725">
                  <a:moveTo>
                    <a:pt x="1765553" y="78866"/>
                  </a:moveTo>
                  <a:lnTo>
                    <a:pt x="1765553" y="50291"/>
                  </a:lnTo>
                  <a:lnTo>
                    <a:pt x="1752951" y="50224"/>
                  </a:lnTo>
                  <a:lnTo>
                    <a:pt x="1752600" y="85343"/>
                  </a:lnTo>
                  <a:lnTo>
                    <a:pt x="1765553" y="78866"/>
                  </a:lnTo>
                  <a:close/>
                </a:path>
                <a:path w="1828800" h="85725">
                  <a:moveTo>
                    <a:pt x="1765553" y="50291"/>
                  </a:moveTo>
                  <a:lnTo>
                    <a:pt x="1765553" y="44195"/>
                  </a:lnTo>
                  <a:lnTo>
                    <a:pt x="1753012" y="44128"/>
                  </a:lnTo>
                  <a:lnTo>
                    <a:pt x="1752951" y="50224"/>
                  </a:lnTo>
                  <a:lnTo>
                    <a:pt x="1765553" y="50291"/>
                  </a:lnTo>
                  <a:close/>
                </a:path>
                <a:path w="1828800" h="85725">
                  <a:moveTo>
                    <a:pt x="1828800" y="47243"/>
                  </a:moveTo>
                  <a:lnTo>
                    <a:pt x="1753362" y="9143"/>
                  </a:lnTo>
                  <a:lnTo>
                    <a:pt x="1753012" y="44128"/>
                  </a:lnTo>
                  <a:lnTo>
                    <a:pt x="1765553" y="44195"/>
                  </a:lnTo>
                  <a:lnTo>
                    <a:pt x="1765553" y="78866"/>
                  </a:lnTo>
                  <a:lnTo>
                    <a:pt x="1828800" y="47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6" name="object 13">
              <a:extLst>
                <a:ext uri="{FF2B5EF4-FFF2-40B4-BE49-F238E27FC236}">
                  <a16:creationId xmlns:a16="http://schemas.microsoft.com/office/drawing/2014/main" id="{D357F97F-08D8-48CE-BDDA-B06B250BCB02}"/>
                </a:ext>
              </a:extLst>
            </p:cNvPr>
            <p:cNvSpPr txBox="1"/>
            <p:nvPr/>
          </p:nvSpPr>
          <p:spPr>
            <a:xfrm>
              <a:off x="3253149" y="3856163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806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7" name="object 14">
              <a:extLst>
                <a:ext uri="{FF2B5EF4-FFF2-40B4-BE49-F238E27FC236}">
                  <a16:creationId xmlns:a16="http://schemas.microsoft.com/office/drawing/2014/main" id="{574A4B87-F283-45CE-B2FB-C3E968DFD09E}"/>
                </a:ext>
              </a:extLst>
            </p:cNvPr>
            <p:cNvSpPr/>
            <p:nvPr/>
          </p:nvSpPr>
          <p:spPr>
            <a:xfrm>
              <a:off x="2258485" y="4333683"/>
              <a:ext cx="85090" cy="1254760"/>
            </a:xfrm>
            <a:custGeom>
              <a:avLst/>
              <a:gdLst/>
              <a:ahLst/>
              <a:cxnLst/>
              <a:rect l="l" t="t" r="r" b="b"/>
              <a:pathLst>
                <a:path w="85089" h="1254760">
                  <a:moveTo>
                    <a:pt x="76200" y="76200"/>
                  </a:moveTo>
                  <a:lnTo>
                    <a:pt x="37338" y="0"/>
                  </a:lnTo>
                  <a:lnTo>
                    <a:pt x="0" y="76962"/>
                  </a:lnTo>
                  <a:lnTo>
                    <a:pt x="34290" y="76619"/>
                  </a:lnTo>
                  <a:lnTo>
                    <a:pt x="34290" y="64008"/>
                  </a:lnTo>
                  <a:lnTo>
                    <a:pt x="41148" y="64008"/>
                  </a:lnTo>
                  <a:lnTo>
                    <a:pt x="41249" y="76549"/>
                  </a:lnTo>
                  <a:lnTo>
                    <a:pt x="76200" y="76200"/>
                  </a:lnTo>
                  <a:close/>
                </a:path>
                <a:path w="85089" h="1254760">
                  <a:moveTo>
                    <a:pt x="50292" y="1247969"/>
                  </a:moveTo>
                  <a:lnTo>
                    <a:pt x="50292" y="1190244"/>
                  </a:lnTo>
                  <a:lnTo>
                    <a:pt x="43434" y="1190244"/>
                  </a:lnTo>
                  <a:lnTo>
                    <a:pt x="43332" y="1177702"/>
                  </a:lnTo>
                  <a:lnTo>
                    <a:pt x="8382" y="1178052"/>
                  </a:lnTo>
                  <a:lnTo>
                    <a:pt x="47244" y="1254252"/>
                  </a:lnTo>
                  <a:lnTo>
                    <a:pt x="50292" y="1247969"/>
                  </a:lnTo>
                  <a:close/>
                </a:path>
                <a:path w="85089" h="1254760">
                  <a:moveTo>
                    <a:pt x="41249" y="76549"/>
                  </a:moveTo>
                  <a:lnTo>
                    <a:pt x="41148" y="64008"/>
                  </a:lnTo>
                  <a:lnTo>
                    <a:pt x="34290" y="64008"/>
                  </a:lnTo>
                  <a:lnTo>
                    <a:pt x="34392" y="76618"/>
                  </a:lnTo>
                  <a:lnTo>
                    <a:pt x="41249" y="76549"/>
                  </a:lnTo>
                  <a:close/>
                </a:path>
                <a:path w="85089" h="1254760">
                  <a:moveTo>
                    <a:pt x="34392" y="76618"/>
                  </a:moveTo>
                  <a:lnTo>
                    <a:pt x="34290" y="64008"/>
                  </a:lnTo>
                  <a:lnTo>
                    <a:pt x="34290" y="76619"/>
                  </a:lnTo>
                  <a:close/>
                </a:path>
                <a:path w="85089" h="1254760">
                  <a:moveTo>
                    <a:pt x="50189" y="1177633"/>
                  </a:moveTo>
                  <a:lnTo>
                    <a:pt x="41249" y="76549"/>
                  </a:lnTo>
                  <a:lnTo>
                    <a:pt x="34392" y="76618"/>
                  </a:lnTo>
                  <a:lnTo>
                    <a:pt x="43332" y="1177702"/>
                  </a:lnTo>
                  <a:lnTo>
                    <a:pt x="50189" y="1177633"/>
                  </a:lnTo>
                  <a:close/>
                </a:path>
                <a:path w="85089" h="1254760">
                  <a:moveTo>
                    <a:pt x="50292" y="1190244"/>
                  </a:moveTo>
                  <a:lnTo>
                    <a:pt x="50189" y="1177633"/>
                  </a:lnTo>
                  <a:lnTo>
                    <a:pt x="43332" y="1177702"/>
                  </a:lnTo>
                  <a:lnTo>
                    <a:pt x="43434" y="1190244"/>
                  </a:lnTo>
                  <a:lnTo>
                    <a:pt x="50292" y="1190244"/>
                  </a:lnTo>
                  <a:close/>
                </a:path>
                <a:path w="85089" h="1254760">
                  <a:moveTo>
                    <a:pt x="84582" y="1177290"/>
                  </a:moveTo>
                  <a:lnTo>
                    <a:pt x="50189" y="1177633"/>
                  </a:lnTo>
                  <a:lnTo>
                    <a:pt x="50292" y="1247969"/>
                  </a:lnTo>
                  <a:lnTo>
                    <a:pt x="84582" y="11772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8" name="object 15">
              <a:extLst>
                <a:ext uri="{FF2B5EF4-FFF2-40B4-BE49-F238E27FC236}">
                  <a16:creationId xmlns:a16="http://schemas.microsoft.com/office/drawing/2014/main" id="{CA10948C-5B02-4056-B3B9-66487A8A3776}"/>
                </a:ext>
              </a:extLst>
            </p:cNvPr>
            <p:cNvSpPr txBox="1"/>
            <p:nvPr/>
          </p:nvSpPr>
          <p:spPr>
            <a:xfrm>
              <a:off x="1890185" y="4793360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605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9" name="object 16">
              <a:extLst>
                <a:ext uri="{FF2B5EF4-FFF2-40B4-BE49-F238E27FC236}">
                  <a16:creationId xmlns:a16="http://schemas.microsoft.com/office/drawing/2014/main" id="{7BC35AD7-C7A1-4DBC-BB62-2B23D283AE78}"/>
                </a:ext>
              </a:extLst>
            </p:cNvPr>
            <p:cNvSpPr/>
            <p:nvPr/>
          </p:nvSpPr>
          <p:spPr>
            <a:xfrm>
              <a:off x="2522899" y="4333683"/>
              <a:ext cx="1828800" cy="12547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E4F59E-C4C3-473B-A5DD-4EDC24DA32FA}"/>
                </a:ext>
              </a:extLst>
            </p:cNvPr>
            <p:cNvSpPr/>
            <p:nvPr/>
          </p:nvSpPr>
          <p:spPr>
            <a:xfrm>
              <a:off x="1762326" y="3483073"/>
              <a:ext cx="11624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(224, 89)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05BD7-2A11-414B-A7EF-A11DA7774E93}"/>
                </a:ext>
              </a:extLst>
            </p:cNvPr>
            <p:cNvSpPr/>
            <p:nvPr/>
          </p:nvSpPr>
          <p:spPr>
            <a:xfrm>
              <a:off x="3621449" y="5723380"/>
              <a:ext cx="12522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(439, 426)</a:t>
              </a:r>
              <a:endParaRPr lang="zh-CN" altLang="en-US" sz="2000" b="1" dirty="0">
                <a:cs typeface="+mn-ea"/>
                <a:sym typeface="+mn-lt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5F955E4-E8A5-4B0B-89AF-8C8467799B72}"/>
                </a:ext>
              </a:extLst>
            </p:cNvPr>
            <p:cNvCxnSpPr>
              <a:endCxn id="11" idx="0"/>
            </p:cNvCxnSpPr>
            <p:nvPr/>
          </p:nvCxnSpPr>
          <p:spPr>
            <a:xfrm>
              <a:off x="3542097" y="5236143"/>
              <a:ext cx="705485" cy="487237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39B8503-5C90-46C2-B65F-E3711770D243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H="1" flipV="1">
              <a:off x="2343575" y="3883183"/>
              <a:ext cx="760573" cy="636287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0DAF66-AD53-4E59-9970-B13B6EB3F6EC}"/>
                  </a:ext>
                </a:extLst>
              </p:cNvPr>
              <p:cNvSpPr txBox="1"/>
              <p:nvPr/>
            </p:nvSpPr>
            <p:spPr>
              <a:xfrm>
                <a:off x="4746202" y="4114835"/>
                <a:ext cx="5844357" cy="55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224×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32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89×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32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=(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7.0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2.8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sz="2400" dirty="0">
                    <a:cs typeface="+mn-ea"/>
                    <a:sym typeface="+mn-lt"/>
                  </a:rPr>
                  <a:t>=(7, 2)</a:t>
                </a:r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0DAF66-AD53-4E59-9970-B13B6EB3F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202" y="4114835"/>
                <a:ext cx="5844357" cy="552715"/>
              </a:xfrm>
              <a:prstGeom prst="rect">
                <a:avLst/>
              </a:prstGeom>
              <a:blipFill>
                <a:blip r:embed="rId3"/>
                <a:stretch>
                  <a:fillRect r="-2296" b="-16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EA26D2-0231-4FC2-A89B-1EFB98FA061F}"/>
                  </a:ext>
                </a:extLst>
              </p:cNvPr>
              <p:cNvSpPr txBox="1"/>
              <p:nvPr/>
            </p:nvSpPr>
            <p:spPr>
              <a:xfrm>
                <a:off x="4746202" y="5143809"/>
                <a:ext cx="6661888" cy="55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439×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32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426×</m:t>
                            </m:r>
                            <m:f>
                              <m:f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32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=(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13.7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13.3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r>
                  <a:rPr lang="en-US" altLang="zh-CN" sz="2400" dirty="0">
                    <a:cs typeface="+mn-ea"/>
                    <a:sym typeface="+mn-lt"/>
                  </a:rPr>
                  <a:t>=(13, 13)</a:t>
                </a:r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EA26D2-0231-4FC2-A89B-1EFB98FA0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202" y="5143809"/>
                <a:ext cx="6661888" cy="552715"/>
              </a:xfrm>
              <a:prstGeom prst="rect">
                <a:avLst/>
              </a:prstGeom>
              <a:blipFill>
                <a:blip r:embed="rId4"/>
                <a:stretch>
                  <a:fillRect t="-1111" r="-192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3139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3F953-D051-4FC0-84AC-471D09BB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Step 1: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RoI mapping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A82D9-2FEA-4EB9-9AB8-E87F1CE7C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cs typeface="+mn-ea"/>
                <a:sym typeface="+mn-lt"/>
              </a:rPr>
              <a:t>通过</a:t>
            </a:r>
            <a:r>
              <a:rPr lang="en-US" altLang="zh-CN" dirty="0">
                <a:cs typeface="+mn-ea"/>
                <a:sym typeface="+mn-lt"/>
              </a:rPr>
              <a:t>RoI</a:t>
            </a:r>
            <a:r>
              <a:rPr lang="zh-CN" altLang="en-US" dirty="0">
                <a:cs typeface="+mn-ea"/>
                <a:sym typeface="+mn-lt"/>
              </a:rPr>
              <a:t>的坐标乘与特征大小的缩放系数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s</a:t>
            </a:r>
            <a:r>
              <a:rPr lang="zh-CN" altLang="en-US" dirty="0">
                <a:cs typeface="+mn-ea"/>
                <a:sym typeface="+mn-lt"/>
              </a:rPr>
              <a:t>映射得到在特征图上对应的坐标位置</a:t>
            </a:r>
            <a:endParaRPr lang="en-US" altLang="zh-CN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通过向上取整进行坐标量化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45275DB-865B-4AA8-A199-2DD28E1879CC}"/>
              </a:ext>
            </a:extLst>
          </p:cNvPr>
          <p:cNvGrpSpPr/>
          <p:nvPr/>
        </p:nvGrpSpPr>
        <p:grpSpPr>
          <a:xfrm>
            <a:off x="2079042" y="3770001"/>
            <a:ext cx="3111389" cy="2640417"/>
            <a:chOff x="1762326" y="3483073"/>
            <a:chExt cx="3111389" cy="2640417"/>
          </a:xfrm>
        </p:grpSpPr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3678B47B-7B60-4FF7-A18E-F2A9404C918E}"/>
                </a:ext>
              </a:extLst>
            </p:cNvPr>
            <p:cNvSpPr/>
            <p:nvPr/>
          </p:nvSpPr>
          <p:spPr>
            <a:xfrm>
              <a:off x="2522899" y="4113021"/>
              <a:ext cx="1828800" cy="85725"/>
            </a:xfrm>
            <a:custGeom>
              <a:avLst/>
              <a:gdLst/>
              <a:ahLst/>
              <a:cxnLst/>
              <a:rect l="l" t="t" r="r" b="b"/>
              <a:pathLst>
                <a:path w="1828800" h="85725">
                  <a:moveTo>
                    <a:pt x="76961" y="0"/>
                  </a:moveTo>
                  <a:lnTo>
                    <a:pt x="0" y="38099"/>
                  </a:lnTo>
                  <a:lnTo>
                    <a:pt x="64007" y="70103"/>
                  </a:lnTo>
                  <a:lnTo>
                    <a:pt x="64007" y="35051"/>
                  </a:lnTo>
                  <a:lnTo>
                    <a:pt x="76610" y="35119"/>
                  </a:lnTo>
                  <a:lnTo>
                    <a:pt x="76961" y="0"/>
                  </a:lnTo>
                  <a:close/>
                </a:path>
                <a:path w="1828800" h="85725">
                  <a:moveTo>
                    <a:pt x="76610" y="35119"/>
                  </a:moveTo>
                  <a:lnTo>
                    <a:pt x="64007" y="35051"/>
                  </a:lnTo>
                  <a:lnTo>
                    <a:pt x="64007" y="41147"/>
                  </a:lnTo>
                  <a:lnTo>
                    <a:pt x="76549" y="41215"/>
                  </a:lnTo>
                  <a:lnTo>
                    <a:pt x="76610" y="35119"/>
                  </a:lnTo>
                  <a:close/>
                </a:path>
                <a:path w="1828800" h="85725">
                  <a:moveTo>
                    <a:pt x="76549" y="41215"/>
                  </a:moveTo>
                  <a:lnTo>
                    <a:pt x="64007" y="41147"/>
                  </a:lnTo>
                  <a:lnTo>
                    <a:pt x="64007" y="70103"/>
                  </a:lnTo>
                  <a:lnTo>
                    <a:pt x="76199" y="76199"/>
                  </a:lnTo>
                  <a:lnTo>
                    <a:pt x="76549" y="41215"/>
                  </a:lnTo>
                  <a:close/>
                </a:path>
                <a:path w="1828800" h="85725">
                  <a:moveTo>
                    <a:pt x="1753012" y="44128"/>
                  </a:moveTo>
                  <a:lnTo>
                    <a:pt x="76610" y="35119"/>
                  </a:lnTo>
                  <a:lnTo>
                    <a:pt x="76549" y="41215"/>
                  </a:lnTo>
                  <a:lnTo>
                    <a:pt x="1752951" y="50224"/>
                  </a:lnTo>
                  <a:lnTo>
                    <a:pt x="1753012" y="44128"/>
                  </a:lnTo>
                  <a:close/>
                </a:path>
                <a:path w="1828800" h="85725">
                  <a:moveTo>
                    <a:pt x="1765553" y="78866"/>
                  </a:moveTo>
                  <a:lnTo>
                    <a:pt x="1765553" y="50291"/>
                  </a:lnTo>
                  <a:lnTo>
                    <a:pt x="1752951" y="50224"/>
                  </a:lnTo>
                  <a:lnTo>
                    <a:pt x="1752600" y="85343"/>
                  </a:lnTo>
                  <a:lnTo>
                    <a:pt x="1765553" y="78866"/>
                  </a:lnTo>
                  <a:close/>
                </a:path>
                <a:path w="1828800" h="85725">
                  <a:moveTo>
                    <a:pt x="1765553" y="50291"/>
                  </a:moveTo>
                  <a:lnTo>
                    <a:pt x="1765553" y="44195"/>
                  </a:lnTo>
                  <a:lnTo>
                    <a:pt x="1753012" y="44128"/>
                  </a:lnTo>
                  <a:lnTo>
                    <a:pt x="1752951" y="50224"/>
                  </a:lnTo>
                  <a:lnTo>
                    <a:pt x="1765553" y="50291"/>
                  </a:lnTo>
                  <a:close/>
                </a:path>
                <a:path w="1828800" h="85725">
                  <a:moveTo>
                    <a:pt x="1828800" y="47243"/>
                  </a:moveTo>
                  <a:lnTo>
                    <a:pt x="1753362" y="9143"/>
                  </a:lnTo>
                  <a:lnTo>
                    <a:pt x="1753012" y="44128"/>
                  </a:lnTo>
                  <a:lnTo>
                    <a:pt x="1765553" y="44195"/>
                  </a:lnTo>
                  <a:lnTo>
                    <a:pt x="1765553" y="78866"/>
                  </a:lnTo>
                  <a:lnTo>
                    <a:pt x="1828800" y="472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823B06C6-35EE-4BC3-93CA-68934AB2F332}"/>
                </a:ext>
              </a:extLst>
            </p:cNvPr>
            <p:cNvSpPr txBox="1"/>
            <p:nvPr/>
          </p:nvSpPr>
          <p:spPr>
            <a:xfrm>
              <a:off x="3253149" y="3856163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806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8BE4CF4C-2EC7-4B98-AB02-662BE566E6DC}"/>
                </a:ext>
              </a:extLst>
            </p:cNvPr>
            <p:cNvSpPr/>
            <p:nvPr/>
          </p:nvSpPr>
          <p:spPr>
            <a:xfrm>
              <a:off x="2258485" y="4333683"/>
              <a:ext cx="85090" cy="1254760"/>
            </a:xfrm>
            <a:custGeom>
              <a:avLst/>
              <a:gdLst/>
              <a:ahLst/>
              <a:cxnLst/>
              <a:rect l="l" t="t" r="r" b="b"/>
              <a:pathLst>
                <a:path w="85089" h="1254760">
                  <a:moveTo>
                    <a:pt x="76200" y="76200"/>
                  </a:moveTo>
                  <a:lnTo>
                    <a:pt x="37338" y="0"/>
                  </a:lnTo>
                  <a:lnTo>
                    <a:pt x="0" y="76962"/>
                  </a:lnTo>
                  <a:lnTo>
                    <a:pt x="34290" y="76619"/>
                  </a:lnTo>
                  <a:lnTo>
                    <a:pt x="34290" y="64008"/>
                  </a:lnTo>
                  <a:lnTo>
                    <a:pt x="41148" y="64008"/>
                  </a:lnTo>
                  <a:lnTo>
                    <a:pt x="41249" y="76549"/>
                  </a:lnTo>
                  <a:lnTo>
                    <a:pt x="76200" y="76200"/>
                  </a:lnTo>
                  <a:close/>
                </a:path>
                <a:path w="85089" h="1254760">
                  <a:moveTo>
                    <a:pt x="50292" y="1247969"/>
                  </a:moveTo>
                  <a:lnTo>
                    <a:pt x="50292" y="1190244"/>
                  </a:lnTo>
                  <a:lnTo>
                    <a:pt x="43434" y="1190244"/>
                  </a:lnTo>
                  <a:lnTo>
                    <a:pt x="43332" y="1177702"/>
                  </a:lnTo>
                  <a:lnTo>
                    <a:pt x="8382" y="1178052"/>
                  </a:lnTo>
                  <a:lnTo>
                    <a:pt x="47244" y="1254252"/>
                  </a:lnTo>
                  <a:lnTo>
                    <a:pt x="50292" y="1247969"/>
                  </a:lnTo>
                  <a:close/>
                </a:path>
                <a:path w="85089" h="1254760">
                  <a:moveTo>
                    <a:pt x="41249" y="76549"/>
                  </a:moveTo>
                  <a:lnTo>
                    <a:pt x="41148" y="64008"/>
                  </a:lnTo>
                  <a:lnTo>
                    <a:pt x="34290" y="64008"/>
                  </a:lnTo>
                  <a:lnTo>
                    <a:pt x="34392" y="76618"/>
                  </a:lnTo>
                  <a:lnTo>
                    <a:pt x="41249" y="76549"/>
                  </a:lnTo>
                  <a:close/>
                </a:path>
                <a:path w="85089" h="1254760">
                  <a:moveTo>
                    <a:pt x="34392" y="76618"/>
                  </a:moveTo>
                  <a:lnTo>
                    <a:pt x="34290" y="64008"/>
                  </a:lnTo>
                  <a:lnTo>
                    <a:pt x="34290" y="76619"/>
                  </a:lnTo>
                  <a:close/>
                </a:path>
                <a:path w="85089" h="1254760">
                  <a:moveTo>
                    <a:pt x="50189" y="1177633"/>
                  </a:moveTo>
                  <a:lnTo>
                    <a:pt x="41249" y="76549"/>
                  </a:lnTo>
                  <a:lnTo>
                    <a:pt x="34392" y="76618"/>
                  </a:lnTo>
                  <a:lnTo>
                    <a:pt x="43332" y="1177702"/>
                  </a:lnTo>
                  <a:lnTo>
                    <a:pt x="50189" y="1177633"/>
                  </a:lnTo>
                  <a:close/>
                </a:path>
                <a:path w="85089" h="1254760">
                  <a:moveTo>
                    <a:pt x="50292" y="1190244"/>
                  </a:moveTo>
                  <a:lnTo>
                    <a:pt x="50189" y="1177633"/>
                  </a:lnTo>
                  <a:lnTo>
                    <a:pt x="43332" y="1177702"/>
                  </a:lnTo>
                  <a:lnTo>
                    <a:pt x="43434" y="1190244"/>
                  </a:lnTo>
                  <a:lnTo>
                    <a:pt x="50292" y="1190244"/>
                  </a:lnTo>
                  <a:close/>
                </a:path>
                <a:path w="85089" h="1254760">
                  <a:moveTo>
                    <a:pt x="84582" y="1177290"/>
                  </a:moveTo>
                  <a:lnTo>
                    <a:pt x="50189" y="1177633"/>
                  </a:lnTo>
                  <a:lnTo>
                    <a:pt x="50292" y="1247969"/>
                  </a:lnTo>
                  <a:lnTo>
                    <a:pt x="84582" y="11772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15F23D29-686F-4207-ADD2-2E0332BE81B7}"/>
                </a:ext>
              </a:extLst>
            </p:cNvPr>
            <p:cNvSpPr txBox="1"/>
            <p:nvPr/>
          </p:nvSpPr>
          <p:spPr>
            <a:xfrm>
              <a:off x="1890185" y="4793360"/>
              <a:ext cx="36830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cs typeface="+mn-ea"/>
                  <a:sym typeface="+mn-lt"/>
                </a:rPr>
                <a:t>605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238EF443-A53C-454E-AE24-7E37757C00ED}"/>
                </a:ext>
              </a:extLst>
            </p:cNvPr>
            <p:cNvSpPr/>
            <p:nvPr/>
          </p:nvSpPr>
          <p:spPr>
            <a:xfrm>
              <a:off x="2522899" y="4333683"/>
              <a:ext cx="1828800" cy="12547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05BA7C0-6DAA-4248-9664-A5D59332323E}"/>
                </a:ext>
              </a:extLst>
            </p:cNvPr>
            <p:cNvSpPr/>
            <p:nvPr/>
          </p:nvSpPr>
          <p:spPr>
            <a:xfrm>
              <a:off x="1762326" y="3483073"/>
              <a:ext cx="11624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(224, 89)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4BA113F-EB42-4F71-B5CE-12950F85CD8C}"/>
                </a:ext>
              </a:extLst>
            </p:cNvPr>
            <p:cNvSpPr/>
            <p:nvPr/>
          </p:nvSpPr>
          <p:spPr>
            <a:xfrm>
              <a:off x="3621449" y="5723380"/>
              <a:ext cx="12522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(439, 426)</a:t>
              </a:r>
              <a:endParaRPr lang="zh-CN" altLang="en-US" sz="2000" b="1" dirty="0">
                <a:cs typeface="+mn-ea"/>
                <a:sym typeface="+mn-lt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EE50C33-D110-4399-9CA2-B132AD0BF8BC}"/>
                </a:ext>
              </a:extLst>
            </p:cNvPr>
            <p:cNvCxnSpPr>
              <a:endCxn id="23" idx="0"/>
            </p:cNvCxnSpPr>
            <p:nvPr/>
          </p:nvCxnSpPr>
          <p:spPr>
            <a:xfrm>
              <a:off x="3542097" y="5236143"/>
              <a:ext cx="705485" cy="487237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BB4D176-D7A2-4246-A5EC-FB966282CBEA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 flipH="1" flipV="1">
              <a:off x="2343575" y="3883183"/>
              <a:ext cx="760573" cy="636287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42F221B-CFC4-4AF9-A9EA-118866984BCC}"/>
              </a:ext>
            </a:extLst>
          </p:cNvPr>
          <p:cNvGrpSpPr/>
          <p:nvPr/>
        </p:nvGrpSpPr>
        <p:grpSpPr>
          <a:xfrm>
            <a:off x="6298803" y="3689705"/>
            <a:ext cx="3836709" cy="2668203"/>
            <a:chOff x="6096000" y="3508760"/>
            <a:chExt cx="3836709" cy="266820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6D89CDE-EC5A-426F-AC19-C09B8EC3AE0B}"/>
                </a:ext>
              </a:extLst>
            </p:cNvPr>
            <p:cNvGrpSpPr/>
            <p:nvPr/>
          </p:nvGrpSpPr>
          <p:grpSpPr>
            <a:xfrm>
              <a:off x="6096000" y="3508760"/>
              <a:ext cx="3836709" cy="2668203"/>
              <a:chOff x="6719337" y="3798041"/>
              <a:chExt cx="3836709" cy="2668203"/>
            </a:xfrm>
          </p:grpSpPr>
          <p:sp>
            <p:nvSpPr>
              <p:cNvPr id="31" name="object 33">
                <a:extLst>
                  <a:ext uri="{FF2B5EF4-FFF2-40B4-BE49-F238E27FC236}">
                    <a16:creationId xmlns:a16="http://schemas.microsoft.com/office/drawing/2014/main" id="{DE1C2CA3-D597-4B80-8B58-85BE02543D68}"/>
                  </a:ext>
                </a:extLst>
              </p:cNvPr>
              <p:cNvSpPr/>
              <p:nvPr/>
            </p:nvSpPr>
            <p:spPr>
              <a:xfrm>
                <a:off x="7244648" y="4391639"/>
                <a:ext cx="2112264" cy="1662683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bject 34">
                <a:extLst>
                  <a:ext uri="{FF2B5EF4-FFF2-40B4-BE49-F238E27FC236}">
                    <a16:creationId xmlns:a16="http://schemas.microsoft.com/office/drawing/2014/main" id="{30E2DE95-0FC1-44AD-8F78-780BF0D577CE}"/>
                  </a:ext>
                </a:extLst>
              </p:cNvPr>
              <p:cNvSpPr/>
              <p:nvPr/>
            </p:nvSpPr>
            <p:spPr>
              <a:xfrm>
                <a:off x="8783114" y="4398509"/>
                <a:ext cx="604520" cy="1337310"/>
              </a:xfrm>
              <a:custGeom>
                <a:avLst/>
                <a:gdLst/>
                <a:ahLst/>
                <a:cxnLst/>
                <a:rect l="l" t="t" r="r" b="b"/>
                <a:pathLst>
                  <a:path w="604520" h="1337310">
                    <a:moveTo>
                      <a:pt x="32766" y="679704"/>
                    </a:moveTo>
                    <a:lnTo>
                      <a:pt x="4572" y="675894"/>
                    </a:lnTo>
                    <a:lnTo>
                      <a:pt x="0" y="704088"/>
                    </a:lnTo>
                    <a:lnTo>
                      <a:pt x="28194" y="707898"/>
                    </a:lnTo>
                    <a:lnTo>
                      <a:pt x="32766" y="679704"/>
                    </a:lnTo>
                    <a:close/>
                  </a:path>
                  <a:path w="604520" h="1337310">
                    <a:moveTo>
                      <a:pt x="40386" y="623316"/>
                    </a:moveTo>
                    <a:lnTo>
                      <a:pt x="12192" y="619506"/>
                    </a:lnTo>
                    <a:lnTo>
                      <a:pt x="8382" y="647700"/>
                    </a:lnTo>
                    <a:lnTo>
                      <a:pt x="36576" y="651510"/>
                    </a:lnTo>
                    <a:lnTo>
                      <a:pt x="40386" y="623316"/>
                    </a:lnTo>
                    <a:close/>
                  </a:path>
                  <a:path w="604520" h="1337310">
                    <a:moveTo>
                      <a:pt x="48768" y="566928"/>
                    </a:moveTo>
                    <a:lnTo>
                      <a:pt x="19812" y="563118"/>
                    </a:lnTo>
                    <a:lnTo>
                      <a:pt x="16002" y="591312"/>
                    </a:lnTo>
                    <a:lnTo>
                      <a:pt x="44196" y="595122"/>
                    </a:lnTo>
                    <a:lnTo>
                      <a:pt x="48768" y="566928"/>
                    </a:lnTo>
                    <a:close/>
                  </a:path>
                  <a:path w="604520" h="1337310">
                    <a:moveTo>
                      <a:pt x="56388" y="510540"/>
                    </a:moveTo>
                    <a:lnTo>
                      <a:pt x="28194" y="505968"/>
                    </a:lnTo>
                    <a:lnTo>
                      <a:pt x="24384" y="534162"/>
                    </a:lnTo>
                    <a:lnTo>
                      <a:pt x="52578" y="538734"/>
                    </a:lnTo>
                    <a:lnTo>
                      <a:pt x="56388" y="510540"/>
                    </a:lnTo>
                    <a:close/>
                  </a:path>
                  <a:path w="604520" h="1337310">
                    <a:moveTo>
                      <a:pt x="64770" y="453390"/>
                    </a:moveTo>
                    <a:lnTo>
                      <a:pt x="35814" y="449580"/>
                    </a:lnTo>
                    <a:lnTo>
                      <a:pt x="32004" y="477774"/>
                    </a:lnTo>
                    <a:lnTo>
                      <a:pt x="60198" y="481584"/>
                    </a:lnTo>
                    <a:lnTo>
                      <a:pt x="64770" y="453390"/>
                    </a:lnTo>
                    <a:close/>
                  </a:path>
                  <a:path w="604520" h="1337310">
                    <a:moveTo>
                      <a:pt x="72390" y="397002"/>
                    </a:moveTo>
                    <a:lnTo>
                      <a:pt x="44196" y="393192"/>
                    </a:lnTo>
                    <a:lnTo>
                      <a:pt x="40386" y="421386"/>
                    </a:lnTo>
                    <a:lnTo>
                      <a:pt x="68580" y="425196"/>
                    </a:lnTo>
                    <a:lnTo>
                      <a:pt x="72390" y="397002"/>
                    </a:lnTo>
                    <a:close/>
                  </a:path>
                  <a:path w="604520" h="1337310">
                    <a:moveTo>
                      <a:pt x="80772" y="340614"/>
                    </a:moveTo>
                    <a:lnTo>
                      <a:pt x="51816" y="336804"/>
                    </a:lnTo>
                    <a:lnTo>
                      <a:pt x="48006" y="364998"/>
                    </a:lnTo>
                    <a:lnTo>
                      <a:pt x="76200" y="368808"/>
                    </a:lnTo>
                    <a:lnTo>
                      <a:pt x="80772" y="340614"/>
                    </a:lnTo>
                    <a:close/>
                  </a:path>
                  <a:path w="604520" h="1337310">
                    <a:moveTo>
                      <a:pt x="88392" y="284226"/>
                    </a:moveTo>
                    <a:lnTo>
                      <a:pt x="60198" y="279654"/>
                    </a:lnTo>
                    <a:lnTo>
                      <a:pt x="56388" y="307848"/>
                    </a:lnTo>
                    <a:lnTo>
                      <a:pt x="84582" y="312420"/>
                    </a:lnTo>
                    <a:lnTo>
                      <a:pt x="88392" y="284226"/>
                    </a:lnTo>
                    <a:close/>
                  </a:path>
                  <a:path w="604520" h="1337310">
                    <a:moveTo>
                      <a:pt x="96774" y="227076"/>
                    </a:moveTo>
                    <a:lnTo>
                      <a:pt x="67818" y="223266"/>
                    </a:lnTo>
                    <a:lnTo>
                      <a:pt x="64008" y="251460"/>
                    </a:lnTo>
                    <a:lnTo>
                      <a:pt x="92202" y="255270"/>
                    </a:lnTo>
                    <a:lnTo>
                      <a:pt x="96774" y="227076"/>
                    </a:lnTo>
                    <a:close/>
                  </a:path>
                  <a:path w="604520" h="1337310">
                    <a:moveTo>
                      <a:pt x="104394" y="170688"/>
                    </a:moveTo>
                    <a:lnTo>
                      <a:pt x="76200" y="166878"/>
                    </a:lnTo>
                    <a:lnTo>
                      <a:pt x="72390" y="195072"/>
                    </a:lnTo>
                    <a:lnTo>
                      <a:pt x="100584" y="198882"/>
                    </a:lnTo>
                    <a:lnTo>
                      <a:pt x="104394" y="170688"/>
                    </a:lnTo>
                    <a:close/>
                  </a:path>
                  <a:path w="604520" h="1337310">
                    <a:moveTo>
                      <a:pt x="112776" y="114300"/>
                    </a:moveTo>
                    <a:lnTo>
                      <a:pt x="83820" y="109728"/>
                    </a:lnTo>
                    <a:lnTo>
                      <a:pt x="80010" y="138684"/>
                    </a:lnTo>
                    <a:lnTo>
                      <a:pt x="108204" y="142494"/>
                    </a:lnTo>
                    <a:lnTo>
                      <a:pt x="112776" y="114300"/>
                    </a:lnTo>
                    <a:close/>
                  </a:path>
                  <a:path w="604520" h="1337310">
                    <a:moveTo>
                      <a:pt x="144780" y="91440"/>
                    </a:moveTo>
                    <a:lnTo>
                      <a:pt x="114300" y="0"/>
                    </a:lnTo>
                    <a:lnTo>
                      <a:pt x="59436" y="79248"/>
                    </a:lnTo>
                    <a:lnTo>
                      <a:pt x="88392" y="83375"/>
                    </a:lnTo>
                    <a:lnTo>
                      <a:pt x="118110" y="87630"/>
                    </a:lnTo>
                    <a:lnTo>
                      <a:pt x="144780" y="91440"/>
                    </a:lnTo>
                    <a:close/>
                  </a:path>
                  <a:path w="604520" h="1337310">
                    <a:moveTo>
                      <a:pt x="171450" y="915924"/>
                    </a:moveTo>
                    <a:lnTo>
                      <a:pt x="150876" y="896874"/>
                    </a:lnTo>
                    <a:lnTo>
                      <a:pt x="131064" y="917448"/>
                    </a:lnTo>
                    <a:lnTo>
                      <a:pt x="152400" y="937260"/>
                    </a:lnTo>
                    <a:lnTo>
                      <a:pt x="171450" y="915924"/>
                    </a:lnTo>
                    <a:close/>
                  </a:path>
                  <a:path w="604520" h="1337310">
                    <a:moveTo>
                      <a:pt x="213360" y="954786"/>
                    </a:moveTo>
                    <a:lnTo>
                      <a:pt x="192786" y="935736"/>
                    </a:lnTo>
                    <a:lnTo>
                      <a:pt x="172974" y="956310"/>
                    </a:lnTo>
                    <a:lnTo>
                      <a:pt x="194310" y="976122"/>
                    </a:lnTo>
                    <a:lnTo>
                      <a:pt x="213360" y="954786"/>
                    </a:lnTo>
                    <a:close/>
                  </a:path>
                  <a:path w="604520" h="1337310">
                    <a:moveTo>
                      <a:pt x="255270" y="993648"/>
                    </a:moveTo>
                    <a:lnTo>
                      <a:pt x="234696" y="974598"/>
                    </a:lnTo>
                    <a:lnTo>
                      <a:pt x="214884" y="995172"/>
                    </a:lnTo>
                    <a:lnTo>
                      <a:pt x="236220" y="1014984"/>
                    </a:lnTo>
                    <a:lnTo>
                      <a:pt x="255270" y="993648"/>
                    </a:lnTo>
                    <a:close/>
                  </a:path>
                  <a:path w="604520" h="1337310">
                    <a:moveTo>
                      <a:pt x="297180" y="1032510"/>
                    </a:moveTo>
                    <a:lnTo>
                      <a:pt x="276606" y="1013460"/>
                    </a:lnTo>
                    <a:lnTo>
                      <a:pt x="256794" y="1034034"/>
                    </a:lnTo>
                    <a:lnTo>
                      <a:pt x="278130" y="1053846"/>
                    </a:lnTo>
                    <a:lnTo>
                      <a:pt x="297180" y="1032510"/>
                    </a:lnTo>
                    <a:close/>
                  </a:path>
                  <a:path w="604520" h="1337310">
                    <a:moveTo>
                      <a:pt x="339090" y="1071372"/>
                    </a:moveTo>
                    <a:lnTo>
                      <a:pt x="318516" y="1052322"/>
                    </a:lnTo>
                    <a:lnTo>
                      <a:pt x="298704" y="1072896"/>
                    </a:lnTo>
                    <a:lnTo>
                      <a:pt x="320040" y="1092708"/>
                    </a:lnTo>
                    <a:lnTo>
                      <a:pt x="339090" y="1071372"/>
                    </a:lnTo>
                    <a:close/>
                  </a:path>
                  <a:path w="604520" h="1337310">
                    <a:moveTo>
                      <a:pt x="381000" y="1110234"/>
                    </a:moveTo>
                    <a:lnTo>
                      <a:pt x="360426" y="1091184"/>
                    </a:lnTo>
                    <a:lnTo>
                      <a:pt x="340614" y="1111758"/>
                    </a:lnTo>
                    <a:lnTo>
                      <a:pt x="361950" y="1131570"/>
                    </a:lnTo>
                    <a:lnTo>
                      <a:pt x="381000" y="1110234"/>
                    </a:lnTo>
                    <a:close/>
                  </a:path>
                  <a:path w="604520" h="1337310">
                    <a:moveTo>
                      <a:pt x="422910" y="1149096"/>
                    </a:moveTo>
                    <a:lnTo>
                      <a:pt x="402336" y="1130046"/>
                    </a:lnTo>
                    <a:lnTo>
                      <a:pt x="382524" y="1150620"/>
                    </a:lnTo>
                    <a:lnTo>
                      <a:pt x="403860" y="1170432"/>
                    </a:lnTo>
                    <a:lnTo>
                      <a:pt x="422910" y="1149096"/>
                    </a:lnTo>
                    <a:close/>
                  </a:path>
                  <a:path w="604520" h="1337310">
                    <a:moveTo>
                      <a:pt x="464820" y="1187958"/>
                    </a:moveTo>
                    <a:lnTo>
                      <a:pt x="444246" y="1168908"/>
                    </a:lnTo>
                    <a:lnTo>
                      <a:pt x="424434" y="1189482"/>
                    </a:lnTo>
                    <a:lnTo>
                      <a:pt x="445770" y="1209294"/>
                    </a:lnTo>
                    <a:lnTo>
                      <a:pt x="464820" y="1187958"/>
                    </a:lnTo>
                    <a:close/>
                  </a:path>
                  <a:path w="604520" h="1337310">
                    <a:moveTo>
                      <a:pt x="506730" y="1226820"/>
                    </a:moveTo>
                    <a:lnTo>
                      <a:pt x="486156" y="1207770"/>
                    </a:lnTo>
                    <a:lnTo>
                      <a:pt x="466344" y="1228344"/>
                    </a:lnTo>
                    <a:lnTo>
                      <a:pt x="487680" y="1248156"/>
                    </a:lnTo>
                    <a:lnTo>
                      <a:pt x="506730" y="1226820"/>
                    </a:lnTo>
                    <a:close/>
                  </a:path>
                  <a:path w="604520" h="1337310">
                    <a:moveTo>
                      <a:pt x="548640" y="1265682"/>
                    </a:moveTo>
                    <a:lnTo>
                      <a:pt x="528066" y="1246632"/>
                    </a:lnTo>
                    <a:lnTo>
                      <a:pt x="508254" y="1267206"/>
                    </a:lnTo>
                    <a:lnTo>
                      <a:pt x="529590" y="1287018"/>
                    </a:lnTo>
                    <a:lnTo>
                      <a:pt x="548640" y="1265682"/>
                    </a:lnTo>
                    <a:close/>
                  </a:path>
                  <a:path w="604520" h="1337310">
                    <a:moveTo>
                      <a:pt x="604266" y="1337310"/>
                    </a:moveTo>
                    <a:lnTo>
                      <a:pt x="570738" y="1247394"/>
                    </a:lnTo>
                    <a:lnTo>
                      <a:pt x="512064" y="1309878"/>
                    </a:lnTo>
                    <a:lnTo>
                      <a:pt x="604266" y="1337310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" name="object 35">
                <a:extLst>
                  <a:ext uri="{FF2B5EF4-FFF2-40B4-BE49-F238E27FC236}">
                    <a16:creationId xmlns:a16="http://schemas.microsoft.com/office/drawing/2014/main" id="{C719A80B-1FA0-48B3-93A3-C400E43D3584}"/>
                  </a:ext>
                </a:extLst>
              </p:cNvPr>
              <p:cNvSpPr/>
              <p:nvPr/>
            </p:nvSpPr>
            <p:spPr>
              <a:xfrm>
                <a:off x="7839008" y="3798041"/>
                <a:ext cx="2716530" cy="1956435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6435">
                    <a:moveTo>
                      <a:pt x="2716529" y="1956053"/>
                    </a:moveTo>
                    <a:lnTo>
                      <a:pt x="2716529" y="0"/>
                    </a:lnTo>
                    <a:lnTo>
                      <a:pt x="0" y="0"/>
                    </a:lnTo>
                    <a:lnTo>
                      <a:pt x="0" y="1956054"/>
                    </a:lnTo>
                    <a:lnTo>
                      <a:pt x="2716529" y="1956053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" name="object 36">
                <a:extLst>
                  <a:ext uri="{FF2B5EF4-FFF2-40B4-BE49-F238E27FC236}">
                    <a16:creationId xmlns:a16="http://schemas.microsoft.com/office/drawing/2014/main" id="{7BC53B47-B848-453B-9C17-BB17710AC89D}"/>
                  </a:ext>
                </a:extLst>
              </p:cNvPr>
              <p:cNvSpPr/>
              <p:nvPr/>
            </p:nvSpPr>
            <p:spPr>
              <a:xfrm>
                <a:off x="7839008" y="3798041"/>
                <a:ext cx="2716530" cy="1956435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6435">
                    <a:moveTo>
                      <a:pt x="0" y="0"/>
                    </a:moveTo>
                    <a:lnTo>
                      <a:pt x="0" y="1956053"/>
                    </a:lnTo>
                    <a:lnTo>
                      <a:pt x="2716530" y="1956053"/>
                    </a:lnTo>
                    <a:lnTo>
                      <a:pt x="271653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" name="object 37">
                <a:extLst>
                  <a:ext uri="{FF2B5EF4-FFF2-40B4-BE49-F238E27FC236}">
                    <a16:creationId xmlns:a16="http://schemas.microsoft.com/office/drawing/2014/main" id="{CA061286-BD16-4C20-A381-8658C6D8C73F}"/>
                  </a:ext>
                </a:extLst>
              </p:cNvPr>
              <p:cNvSpPr/>
              <p:nvPr/>
            </p:nvSpPr>
            <p:spPr>
              <a:xfrm>
                <a:off x="7404668" y="4015211"/>
                <a:ext cx="2716530" cy="1957070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7070">
                    <a:moveTo>
                      <a:pt x="2716530" y="1956816"/>
                    </a:moveTo>
                    <a:lnTo>
                      <a:pt x="2716530" y="0"/>
                    </a:lnTo>
                    <a:lnTo>
                      <a:pt x="0" y="0"/>
                    </a:lnTo>
                    <a:lnTo>
                      <a:pt x="0" y="1956816"/>
                    </a:lnTo>
                    <a:lnTo>
                      <a:pt x="2716530" y="1956816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" name="object 38">
                <a:extLst>
                  <a:ext uri="{FF2B5EF4-FFF2-40B4-BE49-F238E27FC236}">
                    <a16:creationId xmlns:a16="http://schemas.microsoft.com/office/drawing/2014/main" id="{1C12696A-4D6B-44BC-B1E6-5048DF88B2B6}"/>
                  </a:ext>
                </a:extLst>
              </p:cNvPr>
              <p:cNvSpPr/>
              <p:nvPr/>
            </p:nvSpPr>
            <p:spPr>
              <a:xfrm>
                <a:off x="7404668" y="4015211"/>
                <a:ext cx="2716530" cy="1957070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7070">
                    <a:moveTo>
                      <a:pt x="0" y="0"/>
                    </a:moveTo>
                    <a:lnTo>
                      <a:pt x="0" y="1956815"/>
                    </a:lnTo>
                    <a:lnTo>
                      <a:pt x="2716530" y="1956815"/>
                    </a:lnTo>
                    <a:lnTo>
                      <a:pt x="271653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" name="object 39">
                <a:extLst>
                  <a:ext uri="{FF2B5EF4-FFF2-40B4-BE49-F238E27FC236}">
                    <a16:creationId xmlns:a16="http://schemas.microsoft.com/office/drawing/2014/main" id="{3B8D3BDB-4D52-42E4-8C6F-5C3737327E61}"/>
                  </a:ext>
                </a:extLst>
              </p:cNvPr>
              <p:cNvSpPr/>
              <p:nvPr/>
            </p:nvSpPr>
            <p:spPr>
              <a:xfrm>
                <a:off x="7186736" y="4124177"/>
                <a:ext cx="2716530" cy="1956435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6435">
                    <a:moveTo>
                      <a:pt x="2716529" y="1956054"/>
                    </a:moveTo>
                    <a:lnTo>
                      <a:pt x="2716529" y="0"/>
                    </a:lnTo>
                    <a:lnTo>
                      <a:pt x="0" y="0"/>
                    </a:lnTo>
                    <a:lnTo>
                      <a:pt x="0" y="1956054"/>
                    </a:lnTo>
                    <a:lnTo>
                      <a:pt x="2716529" y="1956054"/>
                    </a:lnTo>
                    <a:close/>
                  </a:path>
                </a:pathLst>
              </a:custGeom>
              <a:solidFill>
                <a:srgbClr val="BFBFB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" name="object 40">
                <a:extLst>
                  <a:ext uri="{FF2B5EF4-FFF2-40B4-BE49-F238E27FC236}">
                    <a16:creationId xmlns:a16="http://schemas.microsoft.com/office/drawing/2014/main" id="{5BDED575-27DF-4106-B2A2-022386E1A5EC}"/>
                  </a:ext>
                </a:extLst>
              </p:cNvPr>
              <p:cNvSpPr/>
              <p:nvPr/>
            </p:nvSpPr>
            <p:spPr>
              <a:xfrm>
                <a:off x="7186736" y="4124177"/>
                <a:ext cx="2716530" cy="1956435"/>
              </a:xfrm>
              <a:custGeom>
                <a:avLst/>
                <a:gdLst/>
                <a:ahLst/>
                <a:cxnLst/>
                <a:rect l="l" t="t" r="r" b="b"/>
                <a:pathLst>
                  <a:path w="2716529" h="1956435">
                    <a:moveTo>
                      <a:pt x="0" y="0"/>
                    </a:moveTo>
                    <a:lnTo>
                      <a:pt x="0" y="1956054"/>
                    </a:lnTo>
                    <a:lnTo>
                      <a:pt x="2716530" y="1956054"/>
                    </a:lnTo>
                    <a:lnTo>
                      <a:pt x="2716530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" name="object 41">
                <a:extLst>
                  <a:ext uri="{FF2B5EF4-FFF2-40B4-BE49-F238E27FC236}">
                    <a16:creationId xmlns:a16="http://schemas.microsoft.com/office/drawing/2014/main" id="{CFF2B971-7C7C-4A94-9B00-46415284252B}"/>
                  </a:ext>
                </a:extLst>
              </p:cNvPr>
              <p:cNvSpPr/>
              <p:nvPr/>
            </p:nvSpPr>
            <p:spPr>
              <a:xfrm>
                <a:off x="6969566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object 42">
                <a:extLst>
                  <a:ext uri="{FF2B5EF4-FFF2-40B4-BE49-F238E27FC236}">
                    <a16:creationId xmlns:a16="http://schemas.microsoft.com/office/drawing/2014/main" id="{E9EB2964-24EA-49A7-8759-4F2540010CFD}"/>
                  </a:ext>
                </a:extLst>
              </p:cNvPr>
              <p:cNvSpPr/>
              <p:nvPr/>
            </p:nvSpPr>
            <p:spPr>
              <a:xfrm>
                <a:off x="6969566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" name="object 43">
                <a:extLst>
                  <a:ext uri="{FF2B5EF4-FFF2-40B4-BE49-F238E27FC236}">
                    <a16:creationId xmlns:a16="http://schemas.microsoft.com/office/drawing/2014/main" id="{9DDB00A2-0380-4B6E-BC75-207B16BF1887}"/>
                  </a:ext>
                </a:extLst>
              </p:cNvPr>
              <p:cNvSpPr/>
              <p:nvPr/>
            </p:nvSpPr>
            <p:spPr>
              <a:xfrm>
                <a:off x="7078532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" name="object 44">
                <a:extLst>
                  <a:ext uri="{FF2B5EF4-FFF2-40B4-BE49-F238E27FC236}">
                    <a16:creationId xmlns:a16="http://schemas.microsoft.com/office/drawing/2014/main" id="{1749EFD2-3AC1-4210-B121-B1AA7D1735E8}"/>
                  </a:ext>
                </a:extLst>
              </p:cNvPr>
              <p:cNvSpPr/>
              <p:nvPr/>
            </p:nvSpPr>
            <p:spPr>
              <a:xfrm>
                <a:off x="7078532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object 45">
                <a:extLst>
                  <a:ext uri="{FF2B5EF4-FFF2-40B4-BE49-F238E27FC236}">
                    <a16:creationId xmlns:a16="http://schemas.microsoft.com/office/drawing/2014/main" id="{DE53859C-BD63-4A57-A6F8-FE7479203A2C}"/>
                  </a:ext>
                </a:extLst>
              </p:cNvPr>
              <p:cNvSpPr/>
              <p:nvPr/>
            </p:nvSpPr>
            <p:spPr>
              <a:xfrm>
                <a:off x="7186736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" name="object 46">
                <a:extLst>
                  <a:ext uri="{FF2B5EF4-FFF2-40B4-BE49-F238E27FC236}">
                    <a16:creationId xmlns:a16="http://schemas.microsoft.com/office/drawing/2014/main" id="{F996EFAB-8F30-48AD-80AE-C22B58CD4997}"/>
                  </a:ext>
                </a:extLst>
              </p:cNvPr>
              <p:cNvSpPr/>
              <p:nvPr/>
            </p:nvSpPr>
            <p:spPr>
              <a:xfrm>
                <a:off x="7186736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object 47">
                <a:extLst>
                  <a:ext uri="{FF2B5EF4-FFF2-40B4-BE49-F238E27FC236}">
                    <a16:creationId xmlns:a16="http://schemas.microsoft.com/office/drawing/2014/main" id="{3768DD67-5A72-4A38-A4EA-F0CB63FE9D80}"/>
                  </a:ext>
                </a:extLst>
              </p:cNvPr>
              <p:cNvSpPr/>
              <p:nvPr/>
            </p:nvSpPr>
            <p:spPr>
              <a:xfrm>
                <a:off x="729570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" name="object 48">
                <a:extLst>
                  <a:ext uri="{FF2B5EF4-FFF2-40B4-BE49-F238E27FC236}">
                    <a16:creationId xmlns:a16="http://schemas.microsoft.com/office/drawing/2014/main" id="{8208C12D-DD59-4FF1-9A5A-FCC36DC75093}"/>
                  </a:ext>
                </a:extLst>
              </p:cNvPr>
              <p:cNvSpPr/>
              <p:nvPr/>
            </p:nvSpPr>
            <p:spPr>
              <a:xfrm>
                <a:off x="729570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" name="object 49">
                <a:extLst>
                  <a:ext uri="{FF2B5EF4-FFF2-40B4-BE49-F238E27FC236}">
                    <a16:creationId xmlns:a16="http://schemas.microsoft.com/office/drawing/2014/main" id="{C7E24F69-6279-461E-8D65-0692D45F2CD8}"/>
                  </a:ext>
                </a:extLst>
              </p:cNvPr>
              <p:cNvSpPr/>
              <p:nvPr/>
            </p:nvSpPr>
            <p:spPr>
              <a:xfrm>
                <a:off x="7404668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object 50">
                <a:extLst>
                  <a:ext uri="{FF2B5EF4-FFF2-40B4-BE49-F238E27FC236}">
                    <a16:creationId xmlns:a16="http://schemas.microsoft.com/office/drawing/2014/main" id="{35C66DC4-92FB-459E-831E-88991FD512DB}"/>
                  </a:ext>
                </a:extLst>
              </p:cNvPr>
              <p:cNvSpPr/>
              <p:nvPr/>
            </p:nvSpPr>
            <p:spPr>
              <a:xfrm>
                <a:off x="7404668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" name="object 51">
                <a:extLst>
                  <a:ext uri="{FF2B5EF4-FFF2-40B4-BE49-F238E27FC236}">
                    <a16:creationId xmlns:a16="http://schemas.microsoft.com/office/drawing/2014/main" id="{06E209D6-350F-49C0-A145-CB809298CEF4}"/>
                  </a:ext>
                </a:extLst>
              </p:cNvPr>
              <p:cNvSpPr/>
              <p:nvPr/>
            </p:nvSpPr>
            <p:spPr>
              <a:xfrm>
                <a:off x="751287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" name="object 52">
                <a:extLst>
                  <a:ext uri="{FF2B5EF4-FFF2-40B4-BE49-F238E27FC236}">
                    <a16:creationId xmlns:a16="http://schemas.microsoft.com/office/drawing/2014/main" id="{F7481AF9-5412-40BD-A2F3-CBC60C84C294}"/>
                  </a:ext>
                </a:extLst>
              </p:cNvPr>
              <p:cNvSpPr/>
              <p:nvPr/>
            </p:nvSpPr>
            <p:spPr>
              <a:xfrm>
                <a:off x="751287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object 53">
                <a:extLst>
                  <a:ext uri="{FF2B5EF4-FFF2-40B4-BE49-F238E27FC236}">
                    <a16:creationId xmlns:a16="http://schemas.microsoft.com/office/drawing/2014/main" id="{F11AEA7E-73F8-4A60-AF2B-F2CB4209A1A1}"/>
                  </a:ext>
                </a:extLst>
              </p:cNvPr>
              <p:cNvSpPr/>
              <p:nvPr/>
            </p:nvSpPr>
            <p:spPr>
              <a:xfrm>
                <a:off x="7621838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" name="object 54">
                <a:extLst>
                  <a:ext uri="{FF2B5EF4-FFF2-40B4-BE49-F238E27FC236}">
                    <a16:creationId xmlns:a16="http://schemas.microsoft.com/office/drawing/2014/main" id="{50EF7C3B-B922-4C78-9DE8-227C2217D25D}"/>
                  </a:ext>
                </a:extLst>
              </p:cNvPr>
              <p:cNvSpPr/>
              <p:nvPr/>
            </p:nvSpPr>
            <p:spPr>
              <a:xfrm>
                <a:off x="7621838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" name="object 55">
                <a:extLst>
                  <a:ext uri="{FF2B5EF4-FFF2-40B4-BE49-F238E27FC236}">
                    <a16:creationId xmlns:a16="http://schemas.microsoft.com/office/drawing/2014/main" id="{DB167FC6-3945-473D-ADC5-DAAF10D5EAEF}"/>
                  </a:ext>
                </a:extLst>
              </p:cNvPr>
              <p:cNvSpPr/>
              <p:nvPr/>
            </p:nvSpPr>
            <p:spPr>
              <a:xfrm>
                <a:off x="773004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object 56">
                <a:extLst>
                  <a:ext uri="{FF2B5EF4-FFF2-40B4-BE49-F238E27FC236}">
                    <a16:creationId xmlns:a16="http://schemas.microsoft.com/office/drawing/2014/main" id="{E4BE8D0D-3001-442F-9D28-D6E0C6A67E00}"/>
                  </a:ext>
                </a:extLst>
              </p:cNvPr>
              <p:cNvSpPr/>
              <p:nvPr/>
            </p:nvSpPr>
            <p:spPr>
              <a:xfrm>
                <a:off x="773004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object 57">
                <a:extLst>
                  <a:ext uri="{FF2B5EF4-FFF2-40B4-BE49-F238E27FC236}">
                    <a16:creationId xmlns:a16="http://schemas.microsoft.com/office/drawing/2014/main" id="{0CC7933D-660B-4ED8-83EF-517F5BC2A727}"/>
                  </a:ext>
                </a:extLst>
              </p:cNvPr>
              <p:cNvSpPr/>
              <p:nvPr/>
            </p:nvSpPr>
            <p:spPr>
              <a:xfrm>
                <a:off x="783900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" name="object 58">
                <a:extLst>
                  <a:ext uri="{FF2B5EF4-FFF2-40B4-BE49-F238E27FC236}">
                    <a16:creationId xmlns:a16="http://schemas.microsoft.com/office/drawing/2014/main" id="{EA23A53B-4502-4874-B2CB-AF7F52A14E6B}"/>
                  </a:ext>
                </a:extLst>
              </p:cNvPr>
              <p:cNvSpPr/>
              <p:nvPr/>
            </p:nvSpPr>
            <p:spPr>
              <a:xfrm>
                <a:off x="783900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object 59">
                <a:extLst>
                  <a:ext uri="{FF2B5EF4-FFF2-40B4-BE49-F238E27FC236}">
                    <a16:creationId xmlns:a16="http://schemas.microsoft.com/office/drawing/2014/main" id="{D1F8E492-6205-4EE7-B4EB-52572F3CC7F3}"/>
                  </a:ext>
                </a:extLst>
              </p:cNvPr>
              <p:cNvSpPr/>
              <p:nvPr/>
            </p:nvSpPr>
            <p:spPr>
              <a:xfrm>
                <a:off x="794797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" name="object 60">
                <a:extLst>
                  <a:ext uri="{FF2B5EF4-FFF2-40B4-BE49-F238E27FC236}">
                    <a16:creationId xmlns:a16="http://schemas.microsoft.com/office/drawing/2014/main" id="{BA779609-12E1-4D33-8017-ED01E46DAC87}"/>
                  </a:ext>
                </a:extLst>
              </p:cNvPr>
              <p:cNvSpPr/>
              <p:nvPr/>
            </p:nvSpPr>
            <p:spPr>
              <a:xfrm>
                <a:off x="794797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object 61">
                <a:extLst>
                  <a:ext uri="{FF2B5EF4-FFF2-40B4-BE49-F238E27FC236}">
                    <a16:creationId xmlns:a16="http://schemas.microsoft.com/office/drawing/2014/main" id="{03F0A24F-5BD8-4F59-AAE7-9164FFF05CED}"/>
                  </a:ext>
                </a:extLst>
              </p:cNvPr>
              <p:cNvSpPr/>
              <p:nvPr/>
            </p:nvSpPr>
            <p:spPr>
              <a:xfrm>
                <a:off x="805617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" name="object 62">
                <a:extLst>
                  <a:ext uri="{FF2B5EF4-FFF2-40B4-BE49-F238E27FC236}">
                    <a16:creationId xmlns:a16="http://schemas.microsoft.com/office/drawing/2014/main" id="{68D3BE8D-1909-4B0A-AEDB-7373A5FAAF39}"/>
                  </a:ext>
                </a:extLst>
              </p:cNvPr>
              <p:cNvSpPr/>
              <p:nvPr/>
            </p:nvSpPr>
            <p:spPr>
              <a:xfrm>
                <a:off x="805617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" name="object 63">
                <a:extLst>
                  <a:ext uri="{FF2B5EF4-FFF2-40B4-BE49-F238E27FC236}">
                    <a16:creationId xmlns:a16="http://schemas.microsoft.com/office/drawing/2014/main" id="{70B6AD57-A45C-4BBA-8428-3B631F0399B1}"/>
                  </a:ext>
                </a:extLst>
              </p:cNvPr>
              <p:cNvSpPr/>
              <p:nvPr/>
            </p:nvSpPr>
            <p:spPr>
              <a:xfrm>
                <a:off x="816514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" name="object 64">
                <a:extLst>
                  <a:ext uri="{FF2B5EF4-FFF2-40B4-BE49-F238E27FC236}">
                    <a16:creationId xmlns:a16="http://schemas.microsoft.com/office/drawing/2014/main" id="{C24CF4CB-C6EA-414C-A56F-2F672E2ACAAC}"/>
                  </a:ext>
                </a:extLst>
              </p:cNvPr>
              <p:cNvSpPr/>
              <p:nvPr/>
            </p:nvSpPr>
            <p:spPr>
              <a:xfrm>
                <a:off x="816514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object 65">
                <a:extLst>
                  <a:ext uri="{FF2B5EF4-FFF2-40B4-BE49-F238E27FC236}">
                    <a16:creationId xmlns:a16="http://schemas.microsoft.com/office/drawing/2014/main" id="{C177F3D7-AF51-4DFB-9C2E-9040362F631B}"/>
                  </a:ext>
                </a:extLst>
              </p:cNvPr>
              <p:cNvSpPr/>
              <p:nvPr/>
            </p:nvSpPr>
            <p:spPr>
              <a:xfrm>
                <a:off x="827334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" name="object 66">
                <a:extLst>
                  <a:ext uri="{FF2B5EF4-FFF2-40B4-BE49-F238E27FC236}">
                    <a16:creationId xmlns:a16="http://schemas.microsoft.com/office/drawing/2014/main" id="{17EA11FF-8231-4F1B-A6DA-DCB3BC9DF781}"/>
                  </a:ext>
                </a:extLst>
              </p:cNvPr>
              <p:cNvSpPr/>
              <p:nvPr/>
            </p:nvSpPr>
            <p:spPr>
              <a:xfrm>
                <a:off x="827334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" name="object 67">
                <a:extLst>
                  <a:ext uri="{FF2B5EF4-FFF2-40B4-BE49-F238E27FC236}">
                    <a16:creationId xmlns:a16="http://schemas.microsoft.com/office/drawing/2014/main" id="{DB2FFDF0-CDF8-4E03-A09C-99C2D958C0EB}"/>
                  </a:ext>
                </a:extLst>
              </p:cNvPr>
              <p:cNvSpPr/>
              <p:nvPr/>
            </p:nvSpPr>
            <p:spPr>
              <a:xfrm>
                <a:off x="838231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object 68">
                <a:extLst>
                  <a:ext uri="{FF2B5EF4-FFF2-40B4-BE49-F238E27FC236}">
                    <a16:creationId xmlns:a16="http://schemas.microsoft.com/office/drawing/2014/main" id="{0115ED64-73F6-4423-A54D-76088C43C226}"/>
                  </a:ext>
                </a:extLst>
              </p:cNvPr>
              <p:cNvSpPr/>
              <p:nvPr/>
            </p:nvSpPr>
            <p:spPr>
              <a:xfrm>
                <a:off x="838231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" name="object 69">
                <a:extLst>
                  <a:ext uri="{FF2B5EF4-FFF2-40B4-BE49-F238E27FC236}">
                    <a16:creationId xmlns:a16="http://schemas.microsoft.com/office/drawing/2014/main" id="{59C0F389-D9D1-4719-BFAE-5670C113844E}"/>
                  </a:ext>
                </a:extLst>
              </p:cNvPr>
              <p:cNvSpPr/>
              <p:nvPr/>
            </p:nvSpPr>
            <p:spPr>
              <a:xfrm>
                <a:off x="8491280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" name="object 70">
                <a:extLst>
                  <a:ext uri="{FF2B5EF4-FFF2-40B4-BE49-F238E27FC236}">
                    <a16:creationId xmlns:a16="http://schemas.microsoft.com/office/drawing/2014/main" id="{97E025CA-D5A6-461A-B648-31290686A58A}"/>
                  </a:ext>
                </a:extLst>
              </p:cNvPr>
              <p:cNvSpPr/>
              <p:nvPr/>
            </p:nvSpPr>
            <p:spPr>
              <a:xfrm>
                <a:off x="8491280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" name="object 71">
                <a:extLst>
                  <a:ext uri="{FF2B5EF4-FFF2-40B4-BE49-F238E27FC236}">
                    <a16:creationId xmlns:a16="http://schemas.microsoft.com/office/drawing/2014/main" id="{F1FFCC94-EED2-4972-8B72-BFD4F65902E6}"/>
                  </a:ext>
                </a:extLst>
              </p:cNvPr>
              <p:cNvSpPr/>
              <p:nvPr/>
            </p:nvSpPr>
            <p:spPr>
              <a:xfrm>
                <a:off x="859947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" name="object 72">
                <a:extLst>
                  <a:ext uri="{FF2B5EF4-FFF2-40B4-BE49-F238E27FC236}">
                    <a16:creationId xmlns:a16="http://schemas.microsoft.com/office/drawing/2014/main" id="{817F9FDF-1ECC-4DE3-8B5E-4EA1312C4831}"/>
                  </a:ext>
                </a:extLst>
              </p:cNvPr>
              <p:cNvSpPr/>
              <p:nvPr/>
            </p:nvSpPr>
            <p:spPr>
              <a:xfrm>
                <a:off x="8599472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" name="object 73">
                <a:extLst>
                  <a:ext uri="{FF2B5EF4-FFF2-40B4-BE49-F238E27FC236}">
                    <a16:creationId xmlns:a16="http://schemas.microsoft.com/office/drawing/2014/main" id="{A614D537-C1B0-4ABA-9036-2978AC603CCB}"/>
                  </a:ext>
                </a:extLst>
              </p:cNvPr>
              <p:cNvSpPr/>
              <p:nvPr/>
            </p:nvSpPr>
            <p:spPr>
              <a:xfrm>
                <a:off x="8708437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" name="object 74">
                <a:extLst>
                  <a:ext uri="{FF2B5EF4-FFF2-40B4-BE49-F238E27FC236}">
                    <a16:creationId xmlns:a16="http://schemas.microsoft.com/office/drawing/2014/main" id="{953898AC-D42F-4810-8A1E-F363106C14DB}"/>
                  </a:ext>
                </a:extLst>
              </p:cNvPr>
              <p:cNvSpPr/>
              <p:nvPr/>
            </p:nvSpPr>
            <p:spPr>
              <a:xfrm>
                <a:off x="8708437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" name="object 75">
                <a:extLst>
                  <a:ext uri="{FF2B5EF4-FFF2-40B4-BE49-F238E27FC236}">
                    <a16:creationId xmlns:a16="http://schemas.microsoft.com/office/drawing/2014/main" id="{1B197E7C-7A71-4919-8A7D-B9CAC6DD5093}"/>
                  </a:ext>
                </a:extLst>
              </p:cNvPr>
              <p:cNvSpPr/>
              <p:nvPr/>
            </p:nvSpPr>
            <p:spPr>
              <a:xfrm>
                <a:off x="881665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" name="object 76">
                <a:extLst>
                  <a:ext uri="{FF2B5EF4-FFF2-40B4-BE49-F238E27FC236}">
                    <a16:creationId xmlns:a16="http://schemas.microsoft.com/office/drawing/2014/main" id="{48C3B61D-453C-4A38-8C94-6E28A458C7CF}"/>
                  </a:ext>
                </a:extLst>
              </p:cNvPr>
              <p:cNvSpPr/>
              <p:nvPr/>
            </p:nvSpPr>
            <p:spPr>
              <a:xfrm>
                <a:off x="881665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" name="object 77">
                <a:extLst>
                  <a:ext uri="{FF2B5EF4-FFF2-40B4-BE49-F238E27FC236}">
                    <a16:creationId xmlns:a16="http://schemas.microsoft.com/office/drawing/2014/main" id="{A4BDBFF8-DF36-41D9-AE88-B1B2A02F851B}"/>
                  </a:ext>
                </a:extLst>
              </p:cNvPr>
              <p:cNvSpPr/>
              <p:nvPr/>
            </p:nvSpPr>
            <p:spPr>
              <a:xfrm>
                <a:off x="8925620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" name="object 78">
                <a:extLst>
                  <a:ext uri="{FF2B5EF4-FFF2-40B4-BE49-F238E27FC236}">
                    <a16:creationId xmlns:a16="http://schemas.microsoft.com/office/drawing/2014/main" id="{7F5B0F48-C07D-4620-9B9D-7DCE69D3B475}"/>
                  </a:ext>
                </a:extLst>
              </p:cNvPr>
              <p:cNvSpPr/>
              <p:nvPr/>
            </p:nvSpPr>
            <p:spPr>
              <a:xfrm>
                <a:off x="8925620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" name="object 79">
                <a:extLst>
                  <a:ext uri="{FF2B5EF4-FFF2-40B4-BE49-F238E27FC236}">
                    <a16:creationId xmlns:a16="http://schemas.microsoft.com/office/drawing/2014/main" id="{FF91E0CB-2B49-4194-9884-7AF05689F642}"/>
                  </a:ext>
                </a:extLst>
              </p:cNvPr>
              <p:cNvSpPr/>
              <p:nvPr/>
            </p:nvSpPr>
            <p:spPr>
              <a:xfrm>
                <a:off x="903457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" name="object 80">
                <a:extLst>
                  <a:ext uri="{FF2B5EF4-FFF2-40B4-BE49-F238E27FC236}">
                    <a16:creationId xmlns:a16="http://schemas.microsoft.com/office/drawing/2014/main" id="{EB627F70-3801-40E0-8372-97C955A5F08A}"/>
                  </a:ext>
                </a:extLst>
              </p:cNvPr>
              <p:cNvSpPr/>
              <p:nvPr/>
            </p:nvSpPr>
            <p:spPr>
              <a:xfrm>
                <a:off x="9034574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" name="object 81">
                <a:extLst>
                  <a:ext uri="{FF2B5EF4-FFF2-40B4-BE49-F238E27FC236}">
                    <a16:creationId xmlns:a16="http://schemas.microsoft.com/office/drawing/2014/main" id="{85637FC5-6696-4F0D-99C1-02B53CB3D9F9}"/>
                  </a:ext>
                </a:extLst>
              </p:cNvPr>
              <p:cNvSpPr/>
              <p:nvPr/>
            </p:nvSpPr>
            <p:spPr>
              <a:xfrm>
                <a:off x="914277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" name="object 82">
                <a:extLst>
                  <a:ext uri="{FF2B5EF4-FFF2-40B4-BE49-F238E27FC236}">
                    <a16:creationId xmlns:a16="http://schemas.microsoft.com/office/drawing/2014/main" id="{C8F74CA0-1F41-4C13-A4DF-65F04B803BAF}"/>
                  </a:ext>
                </a:extLst>
              </p:cNvPr>
              <p:cNvSpPr/>
              <p:nvPr/>
            </p:nvSpPr>
            <p:spPr>
              <a:xfrm>
                <a:off x="914277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" name="object 83">
                <a:extLst>
                  <a:ext uri="{FF2B5EF4-FFF2-40B4-BE49-F238E27FC236}">
                    <a16:creationId xmlns:a16="http://schemas.microsoft.com/office/drawing/2014/main" id="{0A0636AA-A3EE-407C-B0A9-DBCB33D6C08C}"/>
                  </a:ext>
                </a:extLst>
              </p:cNvPr>
              <p:cNvSpPr/>
              <p:nvPr/>
            </p:nvSpPr>
            <p:spPr>
              <a:xfrm>
                <a:off x="9251756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" name="object 84">
                <a:extLst>
                  <a:ext uri="{FF2B5EF4-FFF2-40B4-BE49-F238E27FC236}">
                    <a16:creationId xmlns:a16="http://schemas.microsoft.com/office/drawing/2014/main" id="{B45280F1-A076-4266-99CB-AEDDD0E35E3A}"/>
                  </a:ext>
                </a:extLst>
              </p:cNvPr>
              <p:cNvSpPr/>
              <p:nvPr/>
            </p:nvSpPr>
            <p:spPr>
              <a:xfrm>
                <a:off x="9251756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" name="object 85">
                <a:extLst>
                  <a:ext uri="{FF2B5EF4-FFF2-40B4-BE49-F238E27FC236}">
                    <a16:creationId xmlns:a16="http://schemas.microsoft.com/office/drawing/2014/main" id="{CC87526D-5C3D-43BE-A70A-F4F79B1803D1}"/>
                  </a:ext>
                </a:extLst>
              </p:cNvPr>
              <p:cNvSpPr/>
              <p:nvPr/>
            </p:nvSpPr>
            <p:spPr>
              <a:xfrm>
                <a:off x="935994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" name="object 86">
                <a:extLst>
                  <a:ext uri="{FF2B5EF4-FFF2-40B4-BE49-F238E27FC236}">
                    <a16:creationId xmlns:a16="http://schemas.microsoft.com/office/drawing/2014/main" id="{40DB59BB-D4BF-43D1-942F-E80791D707B7}"/>
                  </a:ext>
                </a:extLst>
              </p:cNvPr>
              <p:cNvSpPr/>
              <p:nvPr/>
            </p:nvSpPr>
            <p:spPr>
              <a:xfrm>
                <a:off x="9359948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" name="object 87">
                <a:extLst>
                  <a:ext uri="{FF2B5EF4-FFF2-40B4-BE49-F238E27FC236}">
                    <a16:creationId xmlns:a16="http://schemas.microsoft.com/office/drawing/2014/main" id="{DAAF30A5-C940-4BD3-8B71-830FF08EDCAB}"/>
                  </a:ext>
                </a:extLst>
              </p:cNvPr>
              <p:cNvSpPr/>
              <p:nvPr/>
            </p:nvSpPr>
            <p:spPr>
              <a:xfrm>
                <a:off x="946891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" name="object 88">
                <a:extLst>
                  <a:ext uri="{FF2B5EF4-FFF2-40B4-BE49-F238E27FC236}">
                    <a16:creationId xmlns:a16="http://schemas.microsoft.com/office/drawing/2014/main" id="{272C0005-C3D7-4699-A22A-AE9A80600A1A}"/>
                  </a:ext>
                </a:extLst>
              </p:cNvPr>
              <p:cNvSpPr/>
              <p:nvPr/>
            </p:nvSpPr>
            <p:spPr>
              <a:xfrm>
                <a:off x="9468914" y="423314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" name="object 89">
                <a:extLst>
                  <a:ext uri="{FF2B5EF4-FFF2-40B4-BE49-F238E27FC236}">
                    <a16:creationId xmlns:a16="http://schemas.microsoft.com/office/drawing/2014/main" id="{5EC9C005-F92C-48AD-A1DB-24160B6E18F1}"/>
                  </a:ext>
                </a:extLst>
              </p:cNvPr>
              <p:cNvSpPr/>
              <p:nvPr/>
            </p:nvSpPr>
            <p:spPr>
              <a:xfrm>
                <a:off x="9577892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" name="object 90">
                <a:extLst>
                  <a:ext uri="{FF2B5EF4-FFF2-40B4-BE49-F238E27FC236}">
                    <a16:creationId xmlns:a16="http://schemas.microsoft.com/office/drawing/2014/main" id="{15F57AD2-E62A-47A2-89E1-92EFAD3D9A15}"/>
                  </a:ext>
                </a:extLst>
              </p:cNvPr>
              <p:cNvSpPr/>
              <p:nvPr/>
            </p:nvSpPr>
            <p:spPr>
              <a:xfrm>
                <a:off x="9577892" y="423314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" name="object 91">
                <a:extLst>
                  <a:ext uri="{FF2B5EF4-FFF2-40B4-BE49-F238E27FC236}">
                    <a16:creationId xmlns:a16="http://schemas.microsoft.com/office/drawing/2014/main" id="{B755AC66-10F0-498C-9AB0-A53CD4ED1C01}"/>
                  </a:ext>
                </a:extLst>
              </p:cNvPr>
              <p:cNvSpPr/>
              <p:nvPr/>
            </p:nvSpPr>
            <p:spPr>
              <a:xfrm>
                <a:off x="6969566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" name="object 92">
                <a:extLst>
                  <a:ext uri="{FF2B5EF4-FFF2-40B4-BE49-F238E27FC236}">
                    <a16:creationId xmlns:a16="http://schemas.microsoft.com/office/drawing/2014/main" id="{181FF945-BE8E-4972-892B-5849E18B8B86}"/>
                  </a:ext>
                </a:extLst>
              </p:cNvPr>
              <p:cNvSpPr/>
              <p:nvPr/>
            </p:nvSpPr>
            <p:spPr>
              <a:xfrm>
                <a:off x="6969566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" name="object 93">
                <a:extLst>
                  <a:ext uri="{FF2B5EF4-FFF2-40B4-BE49-F238E27FC236}">
                    <a16:creationId xmlns:a16="http://schemas.microsoft.com/office/drawing/2014/main" id="{E2017870-3459-44EE-AAEA-B9E770C18990}"/>
                  </a:ext>
                </a:extLst>
              </p:cNvPr>
              <p:cNvSpPr/>
              <p:nvPr/>
            </p:nvSpPr>
            <p:spPr>
              <a:xfrm>
                <a:off x="7078532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" name="object 94">
                <a:extLst>
                  <a:ext uri="{FF2B5EF4-FFF2-40B4-BE49-F238E27FC236}">
                    <a16:creationId xmlns:a16="http://schemas.microsoft.com/office/drawing/2014/main" id="{9C515A83-252D-46AE-88ED-42A467E45EF2}"/>
                  </a:ext>
                </a:extLst>
              </p:cNvPr>
              <p:cNvSpPr/>
              <p:nvPr/>
            </p:nvSpPr>
            <p:spPr>
              <a:xfrm>
                <a:off x="7078532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" name="object 95">
                <a:extLst>
                  <a:ext uri="{FF2B5EF4-FFF2-40B4-BE49-F238E27FC236}">
                    <a16:creationId xmlns:a16="http://schemas.microsoft.com/office/drawing/2014/main" id="{A6EB8CB6-4EC5-46D7-91B2-3E8EC18A1035}"/>
                  </a:ext>
                </a:extLst>
              </p:cNvPr>
              <p:cNvSpPr/>
              <p:nvPr/>
            </p:nvSpPr>
            <p:spPr>
              <a:xfrm>
                <a:off x="7186736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" name="object 96">
                <a:extLst>
                  <a:ext uri="{FF2B5EF4-FFF2-40B4-BE49-F238E27FC236}">
                    <a16:creationId xmlns:a16="http://schemas.microsoft.com/office/drawing/2014/main" id="{8F3383E9-755F-41FD-B61E-9DE344328634}"/>
                  </a:ext>
                </a:extLst>
              </p:cNvPr>
              <p:cNvSpPr/>
              <p:nvPr/>
            </p:nvSpPr>
            <p:spPr>
              <a:xfrm>
                <a:off x="7186736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5" name="object 97">
                <a:extLst>
                  <a:ext uri="{FF2B5EF4-FFF2-40B4-BE49-F238E27FC236}">
                    <a16:creationId xmlns:a16="http://schemas.microsoft.com/office/drawing/2014/main" id="{C6D36B7B-BA74-48AD-9680-D58897E48DCF}"/>
                  </a:ext>
                </a:extLst>
              </p:cNvPr>
              <p:cNvSpPr/>
              <p:nvPr/>
            </p:nvSpPr>
            <p:spPr>
              <a:xfrm>
                <a:off x="729570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6" name="object 98">
                <a:extLst>
                  <a:ext uri="{FF2B5EF4-FFF2-40B4-BE49-F238E27FC236}">
                    <a16:creationId xmlns:a16="http://schemas.microsoft.com/office/drawing/2014/main" id="{850E9F3C-8F98-4251-AE46-4F8DB678D48F}"/>
                  </a:ext>
                </a:extLst>
              </p:cNvPr>
              <p:cNvSpPr/>
              <p:nvPr/>
            </p:nvSpPr>
            <p:spPr>
              <a:xfrm>
                <a:off x="729570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7" name="object 99">
                <a:extLst>
                  <a:ext uri="{FF2B5EF4-FFF2-40B4-BE49-F238E27FC236}">
                    <a16:creationId xmlns:a16="http://schemas.microsoft.com/office/drawing/2014/main" id="{8D066D24-BD8C-4578-B0C8-88055D0B6B4D}"/>
                  </a:ext>
                </a:extLst>
              </p:cNvPr>
              <p:cNvSpPr/>
              <p:nvPr/>
            </p:nvSpPr>
            <p:spPr>
              <a:xfrm>
                <a:off x="7404668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8" name="object 100">
                <a:extLst>
                  <a:ext uri="{FF2B5EF4-FFF2-40B4-BE49-F238E27FC236}">
                    <a16:creationId xmlns:a16="http://schemas.microsoft.com/office/drawing/2014/main" id="{70C8E1DF-222C-4946-9024-051B2A964C4B}"/>
                  </a:ext>
                </a:extLst>
              </p:cNvPr>
              <p:cNvSpPr/>
              <p:nvPr/>
            </p:nvSpPr>
            <p:spPr>
              <a:xfrm>
                <a:off x="7404668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9" name="object 101">
                <a:extLst>
                  <a:ext uri="{FF2B5EF4-FFF2-40B4-BE49-F238E27FC236}">
                    <a16:creationId xmlns:a16="http://schemas.microsoft.com/office/drawing/2014/main" id="{6979AB21-B46C-435F-8AC6-B10D942BA0B2}"/>
                  </a:ext>
                </a:extLst>
              </p:cNvPr>
              <p:cNvSpPr/>
              <p:nvPr/>
            </p:nvSpPr>
            <p:spPr>
              <a:xfrm>
                <a:off x="751287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0" name="object 102">
                <a:extLst>
                  <a:ext uri="{FF2B5EF4-FFF2-40B4-BE49-F238E27FC236}">
                    <a16:creationId xmlns:a16="http://schemas.microsoft.com/office/drawing/2014/main" id="{F0607C83-EDE3-4C2D-9EFF-89C89F419846}"/>
                  </a:ext>
                </a:extLst>
              </p:cNvPr>
              <p:cNvSpPr/>
              <p:nvPr/>
            </p:nvSpPr>
            <p:spPr>
              <a:xfrm>
                <a:off x="751287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1" name="object 103">
                <a:extLst>
                  <a:ext uri="{FF2B5EF4-FFF2-40B4-BE49-F238E27FC236}">
                    <a16:creationId xmlns:a16="http://schemas.microsoft.com/office/drawing/2014/main" id="{5EAF6A6B-763B-4DC6-A062-779BBB6E09FF}"/>
                  </a:ext>
                </a:extLst>
              </p:cNvPr>
              <p:cNvSpPr/>
              <p:nvPr/>
            </p:nvSpPr>
            <p:spPr>
              <a:xfrm>
                <a:off x="7621838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2" name="object 104">
                <a:extLst>
                  <a:ext uri="{FF2B5EF4-FFF2-40B4-BE49-F238E27FC236}">
                    <a16:creationId xmlns:a16="http://schemas.microsoft.com/office/drawing/2014/main" id="{2F319C5D-F1F3-45A4-8505-9BCC2CD37522}"/>
                  </a:ext>
                </a:extLst>
              </p:cNvPr>
              <p:cNvSpPr/>
              <p:nvPr/>
            </p:nvSpPr>
            <p:spPr>
              <a:xfrm>
                <a:off x="7621838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3" name="object 105">
                <a:extLst>
                  <a:ext uri="{FF2B5EF4-FFF2-40B4-BE49-F238E27FC236}">
                    <a16:creationId xmlns:a16="http://schemas.microsoft.com/office/drawing/2014/main" id="{0D776977-DADA-4CFF-8162-1C5D0575AA8C}"/>
                  </a:ext>
                </a:extLst>
              </p:cNvPr>
              <p:cNvSpPr/>
              <p:nvPr/>
            </p:nvSpPr>
            <p:spPr>
              <a:xfrm>
                <a:off x="773004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4" name="object 106">
                <a:extLst>
                  <a:ext uri="{FF2B5EF4-FFF2-40B4-BE49-F238E27FC236}">
                    <a16:creationId xmlns:a16="http://schemas.microsoft.com/office/drawing/2014/main" id="{65AE50AF-4E3C-4FEE-8001-C2D8E83CB3CC}"/>
                  </a:ext>
                </a:extLst>
              </p:cNvPr>
              <p:cNvSpPr/>
              <p:nvPr/>
            </p:nvSpPr>
            <p:spPr>
              <a:xfrm>
                <a:off x="773004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5" name="object 107">
                <a:extLst>
                  <a:ext uri="{FF2B5EF4-FFF2-40B4-BE49-F238E27FC236}">
                    <a16:creationId xmlns:a16="http://schemas.microsoft.com/office/drawing/2014/main" id="{96B01DAF-B06C-4697-8E36-08F2F11122E1}"/>
                  </a:ext>
                </a:extLst>
              </p:cNvPr>
              <p:cNvSpPr/>
              <p:nvPr/>
            </p:nvSpPr>
            <p:spPr>
              <a:xfrm>
                <a:off x="783900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6" name="object 108">
                <a:extLst>
                  <a:ext uri="{FF2B5EF4-FFF2-40B4-BE49-F238E27FC236}">
                    <a16:creationId xmlns:a16="http://schemas.microsoft.com/office/drawing/2014/main" id="{B5C33D9A-501E-4619-B97A-32BB88320749}"/>
                  </a:ext>
                </a:extLst>
              </p:cNvPr>
              <p:cNvSpPr/>
              <p:nvPr/>
            </p:nvSpPr>
            <p:spPr>
              <a:xfrm>
                <a:off x="783900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7" name="object 109">
                <a:extLst>
                  <a:ext uri="{FF2B5EF4-FFF2-40B4-BE49-F238E27FC236}">
                    <a16:creationId xmlns:a16="http://schemas.microsoft.com/office/drawing/2014/main" id="{8C1A833D-7050-4A03-8D6A-BEB49D58039A}"/>
                  </a:ext>
                </a:extLst>
              </p:cNvPr>
              <p:cNvSpPr/>
              <p:nvPr/>
            </p:nvSpPr>
            <p:spPr>
              <a:xfrm>
                <a:off x="794797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8" name="object 110">
                <a:extLst>
                  <a:ext uri="{FF2B5EF4-FFF2-40B4-BE49-F238E27FC236}">
                    <a16:creationId xmlns:a16="http://schemas.microsoft.com/office/drawing/2014/main" id="{D76C0960-5D1F-45C5-ACDD-4C9E9671939D}"/>
                  </a:ext>
                </a:extLst>
              </p:cNvPr>
              <p:cNvSpPr/>
              <p:nvPr/>
            </p:nvSpPr>
            <p:spPr>
              <a:xfrm>
                <a:off x="794797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9" name="object 111">
                <a:extLst>
                  <a:ext uri="{FF2B5EF4-FFF2-40B4-BE49-F238E27FC236}">
                    <a16:creationId xmlns:a16="http://schemas.microsoft.com/office/drawing/2014/main" id="{E19256DE-02A6-439E-849D-47FED457E7B1}"/>
                  </a:ext>
                </a:extLst>
              </p:cNvPr>
              <p:cNvSpPr/>
              <p:nvPr/>
            </p:nvSpPr>
            <p:spPr>
              <a:xfrm>
                <a:off x="805617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0" name="object 112">
                <a:extLst>
                  <a:ext uri="{FF2B5EF4-FFF2-40B4-BE49-F238E27FC236}">
                    <a16:creationId xmlns:a16="http://schemas.microsoft.com/office/drawing/2014/main" id="{6DDB0005-3368-45E7-97AD-9EC1749529E4}"/>
                  </a:ext>
                </a:extLst>
              </p:cNvPr>
              <p:cNvSpPr/>
              <p:nvPr/>
            </p:nvSpPr>
            <p:spPr>
              <a:xfrm>
                <a:off x="805617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1" name="object 113">
                <a:extLst>
                  <a:ext uri="{FF2B5EF4-FFF2-40B4-BE49-F238E27FC236}">
                    <a16:creationId xmlns:a16="http://schemas.microsoft.com/office/drawing/2014/main" id="{9968DEA5-3CF4-471C-B39E-53A43CCD4209}"/>
                  </a:ext>
                </a:extLst>
              </p:cNvPr>
              <p:cNvSpPr/>
              <p:nvPr/>
            </p:nvSpPr>
            <p:spPr>
              <a:xfrm>
                <a:off x="816514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2" name="object 114">
                <a:extLst>
                  <a:ext uri="{FF2B5EF4-FFF2-40B4-BE49-F238E27FC236}">
                    <a16:creationId xmlns:a16="http://schemas.microsoft.com/office/drawing/2014/main" id="{8FDCAA72-83A6-439B-A1C1-F5876D26B69A}"/>
                  </a:ext>
                </a:extLst>
              </p:cNvPr>
              <p:cNvSpPr/>
              <p:nvPr/>
            </p:nvSpPr>
            <p:spPr>
              <a:xfrm>
                <a:off x="816514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3" name="object 115">
                <a:extLst>
                  <a:ext uri="{FF2B5EF4-FFF2-40B4-BE49-F238E27FC236}">
                    <a16:creationId xmlns:a16="http://schemas.microsoft.com/office/drawing/2014/main" id="{88BD1F1D-9278-46BB-8E09-A20EDC04BF5C}"/>
                  </a:ext>
                </a:extLst>
              </p:cNvPr>
              <p:cNvSpPr/>
              <p:nvPr/>
            </p:nvSpPr>
            <p:spPr>
              <a:xfrm>
                <a:off x="827334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4" name="object 116">
                <a:extLst>
                  <a:ext uri="{FF2B5EF4-FFF2-40B4-BE49-F238E27FC236}">
                    <a16:creationId xmlns:a16="http://schemas.microsoft.com/office/drawing/2014/main" id="{343767D4-C728-4776-9C72-80629E68E0D6}"/>
                  </a:ext>
                </a:extLst>
              </p:cNvPr>
              <p:cNvSpPr/>
              <p:nvPr/>
            </p:nvSpPr>
            <p:spPr>
              <a:xfrm>
                <a:off x="827334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5" name="object 117">
                <a:extLst>
                  <a:ext uri="{FF2B5EF4-FFF2-40B4-BE49-F238E27FC236}">
                    <a16:creationId xmlns:a16="http://schemas.microsoft.com/office/drawing/2014/main" id="{71ACB9A7-3158-470A-A881-21E4FF1E883D}"/>
                  </a:ext>
                </a:extLst>
              </p:cNvPr>
              <p:cNvSpPr/>
              <p:nvPr/>
            </p:nvSpPr>
            <p:spPr>
              <a:xfrm>
                <a:off x="838231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6" name="object 118">
                <a:extLst>
                  <a:ext uri="{FF2B5EF4-FFF2-40B4-BE49-F238E27FC236}">
                    <a16:creationId xmlns:a16="http://schemas.microsoft.com/office/drawing/2014/main" id="{FD6D69A2-CABD-4D8A-AD07-392C3DEFF66D}"/>
                  </a:ext>
                </a:extLst>
              </p:cNvPr>
              <p:cNvSpPr/>
              <p:nvPr/>
            </p:nvSpPr>
            <p:spPr>
              <a:xfrm>
                <a:off x="838231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7" name="object 119">
                <a:extLst>
                  <a:ext uri="{FF2B5EF4-FFF2-40B4-BE49-F238E27FC236}">
                    <a16:creationId xmlns:a16="http://schemas.microsoft.com/office/drawing/2014/main" id="{4C3FDAEA-EF31-4DF3-90D5-5BA577E2539B}"/>
                  </a:ext>
                </a:extLst>
              </p:cNvPr>
              <p:cNvSpPr/>
              <p:nvPr/>
            </p:nvSpPr>
            <p:spPr>
              <a:xfrm>
                <a:off x="8491280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8" name="object 120">
                <a:extLst>
                  <a:ext uri="{FF2B5EF4-FFF2-40B4-BE49-F238E27FC236}">
                    <a16:creationId xmlns:a16="http://schemas.microsoft.com/office/drawing/2014/main" id="{6D633D71-4004-460A-834A-A51C9C702FD9}"/>
                  </a:ext>
                </a:extLst>
              </p:cNvPr>
              <p:cNvSpPr/>
              <p:nvPr/>
            </p:nvSpPr>
            <p:spPr>
              <a:xfrm>
                <a:off x="8491280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9" name="object 121">
                <a:extLst>
                  <a:ext uri="{FF2B5EF4-FFF2-40B4-BE49-F238E27FC236}">
                    <a16:creationId xmlns:a16="http://schemas.microsoft.com/office/drawing/2014/main" id="{2588A6B9-9A21-4DA0-A634-151EA16182B3}"/>
                  </a:ext>
                </a:extLst>
              </p:cNvPr>
              <p:cNvSpPr/>
              <p:nvPr/>
            </p:nvSpPr>
            <p:spPr>
              <a:xfrm>
                <a:off x="859947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0" name="object 122">
                <a:extLst>
                  <a:ext uri="{FF2B5EF4-FFF2-40B4-BE49-F238E27FC236}">
                    <a16:creationId xmlns:a16="http://schemas.microsoft.com/office/drawing/2014/main" id="{9E5A53FF-E38F-4A25-BB99-249E5125C04F}"/>
                  </a:ext>
                </a:extLst>
              </p:cNvPr>
              <p:cNvSpPr/>
              <p:nvPr/>
            </p:nvSpPr>
            <p:spPr>
              <a:xfrm>
                <a:off x="8599472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1" name="object 123">
                <a:extLst>
                  <a:ext uri="{FF2B5EF4-FFF2-40B4-BE49-F238E27FC236}">
                    <a16:creationId xmlns:a16="http://schemas.microsoft.com/office/drawing/2014/main" id="{C7CCFC5F-D3C7-4F61-8CCA-1B8BF9D20235}"/>
                  </a:ext>
                </a:extLst>
              </p:cNvPr>
              <p:cNvSpPr/>
              <p:nvPr/>
            </p:nvSpPr>
            <p:spPr>
              <a:xfrm>
                <a:off x="8708437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2" name="object 124">
                <a:extLst>
                  <a:ext uri="{FF2B5EF4-FFF2-40B4-BE49-F238E27FC236}">
                    <a16:creationId xmlns:a16="http://schemas.microsoft.com/office/drawing/2014/main" id="{6EB86D9A-5CC1-4325-A17F-35430347871E}"/>
                  </a:ext>
                </a:extLst>
              </p:cNvPr>
              <p:cNvSpPr/>
              <p:nvPr/>
            </p:nvSpPr>
            <p:spPr>
              <a:xfrm>
                <a:off x="8708437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3" name="object 125">
                <a:extLst>
                  <a:ext uri="{FF2B5EF4-FFF2-40B4-BE49-F238E27FC236}">
                    <a16:creationId xmlns:a16="http://schemas.microsoft.com/office/drawing/2014/main" id="{EDA7C603-F173-411C-9A01-1F4A457B3F43}"/>
                  </a:ext>
                </a:extLst>
              </p:cNvPr>
              <p:cNvSpPr/>
              <p:nvPr/>
            </p:nvSpPr>
            <p:spPr>
              <a:xfrm>
                <a:off x="881665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4" name="object 126">
                <a:extLst>
                  <a:ext uri="{FF2B5EF4-FFF2-40B4-BE49-F238E27FC236}">
                    <a16:creationId xmlns:a16="http://schemas.microsoft.com/office/drawing/2014/main" id="{56658B06-7885-44FF-8982-FD127CA9DA72}"/>
                  </a:ext>
                </a:extLst>
              </p:cNvPr>
              <p:cNvSpPr/>
              <p:nvPr/>
            </p:nvSpPr>
            <p:spPr>
              <a:xfrm>
                <a:off x="881665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5" name="object 127">
                <a:extLst>
                  <a:ext uri="{FF2B5EF4-FFF2-40B4-BE49-F238E27FC236}">
                    <a16:creationId xmlns:a16="http://schemas.microsoft.com/office/drawing/2014/main" id="{1C88D116-DE66-4CA8-B2F3-2D41ABA65516}"/>
                  </a:ext>
                </a:extLst>
              </p:cNvPr>
              <p:cNvSpPr/>
              <p:nvPr/>
            </p:nvSpPr>
            <p:spPr>
              <a:xfrm>
                <a:off x="8925620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6" name="object 128">
                <a:extLst>
                  <a:ext uri="{FF2B5EF4-FFF2-40B4-BE49-F238E27FC236}">
                    <a16:creationId xmlns:a16="http://schemas.microsoft.com/office/drawing/2014/main" id="{9A27FC3A-371E-433A-A805-CECBC340AE15}"/>
                  </a:ext>
                </a:extLst>
              </p:cNvPr>
              <p:cNvSpPr/>
              <p:nvPr/>
            </p:nvSpPr>
            <p:spPr>
              <a:xfrm>
                <a:off x="8925620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7" name="object 129">
                <a:extLst>
                  <a:ext uri="{FF2B5EF4-FFF2-40B4-BE49-F238E27FC236}">
                    <a16:creationId xmlns:a16="http://schemas.microsoft.com/office/drawing/2014/main" id="{B98D40A2-362D-4A5D-A1BE-DBBE8F10AFEA}"/>
                  </a:ext>
                </a:extLst>
              </p:cNvPr>
              <p:cNvSpPr/>
              <p:nvPr/>
            </p:nvSpPr>
            <p:spPr>
              <a:xfrm>
                <a:off x="903457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8" name="object 130">
                <a:extLst>
                  <a:ext uri="{FF2B5EF4-FFF2-40B4-BE49-F238E27FC236}">
                    <a16:creationId xmlns:a16="http://schemas.microsoft.com/office/drawing/2014/main" id="{CB427AE2-97FA-4460-AF38-87BFF3BED51F}"/>
                  </a:ext>
                </a:extLst>
              </p:cNvPr>
              <p:cNvSpPr/>
              <p:nvPr/>
            </p:nvSpPr>
            <p:spPr>
              <a:xfrm>
                <a:off x="9034574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9" name="object 131">
                <a:extLst>
                  <a:ext uri="{FF2B5EF4-FFF2-40B4-BE49-F238E27FC236}">
                    <a16:creationId xmlns:a16="http://schemas.microsoft.com/office/drawing/2014/main" id="{5F662A2F-32F7-4312-AFB9-7158D50C3DB6}"/>
                  </a:ext>
                </a:extLst>
              </p:cNvPr>
              <p:cNvSpPr/>
              <p:nvPr/>
            </p:nvSpPr>
            <p:spPr>
              <a:xfrm>
                <a:off x="914277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0" name="object 132">
                <a:extLst>
                  <a:ext uri="{FF2B5EF4-FFF2-40B4-BE49-F238E27FC236}">
                    <a16:creationId xmlns:a16="http://schemas.microsoft.com/office/drawing/2014/main" id="{4482CDCE-39EE-484E-B725-443C0AA7078D}"/>
                  </a:ext>
                </a:extLst>
              </p:cNvPr>
              <p:cNvSpPr/>
              <p:nvPr/>
            </p:nvSpPr>
            <p:spPr>
              <a:xfrm>
                <a:off x="914277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1" name="object 133">
                <a:extLst>
                  <a:ext uri="{FF2B5EF4-FFF2-40B4-BE49-F238E27FC236}">
                    <a16:creationId xmlns:a16="http://schemas.microsoft.com/office/drawing/2014/main" id="{C7779366-0506-4616-9727-A803ABB0DA5D}"/>
                  </a:ext>
                </a:extLst>
              </p:cNvPr>
              <p:cNvSpPr/>
              <p:nvPr/>
            </p:nvSpPr>
            <p:spPr>
              <a:xfrm>
                <a:off x="9251756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2" name="object 134">
                <a:extLst>
                  <a:ext uri="{FF2B5EF4-FFF2-40B4-BE49-F238E27FC236}">
                    <a16:creationId xmlns:a16="http://schemas.microsoft.com/office/drawing/2014/main" id="{17414283-9BD9-4BC4-866B-73828E409FC5}"/>
                  </a:ext>
                </a:extLst>
              </p:cNvPr>
              <p:cNvSpPr/>
              <p:nvPr/>
            </p:nvSpPr>
            <p:spPr>
              <a:xfrm>
                <a:off x="9251756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3" name="object 135">
                <a:extLst>
                  <a:ext uri="{FF2B5EF4-FFF2-40B4-BE49-F238E27FC236}">
                    <a16:creationId xmlns:a16="http://schemas.microsoft.com/office/drawing/2014/main" id="{9A8A93F0-5DE6-49A4-BE6A-2AF265EE6707}"/>
                  </a:ext>
                </a:extLst>
              </p:cNvPr>
              <p:cNvSpPr/>
              <p:nvPr/>
            </p:nvSpPr>
            <p:spPr>
              <a:xfrm>
                <a:off x="935994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4" name="object 136">
                <a:extLst>
                  <a:ext uri="{FF2B5EF4-FFF2-40B4-BE49-F238E27FC236}">
                    <a16:creationId xmlns:a16="http://schemas.microsoft.com/office/drawing/2014/main" id="{0C9F8947-3C13-472B-BF1C-7B86E813ADE2}"/>
                  </a:ext>
                </a:extLst>
              </p:cNvPr>
              <p:cNvSpPr/>
              <p:nvPr/>
            </p:nvSpPr>
            <p:spPr>
              <a:xfrm>
                <a:off x="9359948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5" name="object 137">
                <a:extLst>
                  <a:ext uri="{FF2B5EF4-FFF2-40B4-BE49-F238E27FC236}">
                    <a16:creationId xmlns:a16="http://schemas.microsoft.com/office/drawing/2014/main" id="{B6F5148A-0B5B-4695-A3C6-18FE34391DE0}"/>
                  </a:ext>
                </a:extLst>
              </p:cNvPr>
              <p:cNvSpPr/>
              <p:nvPr/>
            </p:nvSpPr>
            <p:spPr>
              <a:xfrm>
                <a:off x="946891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6" name="object 138">
                <a:extLst>
                  <a:ext uri="{FF2B5EF4-FFF2-40B4-BE49-F238E27FC236}">
                    <a16:creationId xmlns:a16="http://schemas.microsoft.com/office/drawing/2014/main" id="{FBEFA149-A7AF-424C-AF0B-FE4BD59D67D4}"/>
                  </a:ext>
                </a:extLst>
              </p:cNvPr>
              <p:cNvSpPr/>
              <p:nvPr/>
            </p:nvSpPr>
            <p:spPr>
              <a:xfrm>
                <a:off x="9468914" y="434134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7" name="object 139">
                <a:extLst>
                  <a:ext uri="{FF2B5EF4-FFF2-40B4-BE49-F238E27FC236}">
                    <a16:creationId xmlns:a16="http://schemas.microsoft.com/office/drawing/2014/main" id="{9CAE03EA-1A00-4A06-97D7-B392324B8E1B}"/>
                  </a:ext>
                </a:extLst>
              </p:cNvPr>
              <p:cNvSpPr/>
              <p:nvPr/>
            </p:nvSpPr>
            <p:spPr>
              <a:xfrm>
                <a:off x="9577892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8" name="object 140">
                <a:extLst>
                  <a:ext uri="{FF2B5EF4-FFF2-40B4-BE49-F238E27FC236}">
                    <a16:creationId xmlns:a16="http://schemas.microsoft.com/office/drawing/2014/main" id="{83AE634F-EE2E-40FF-830F-12B7F6ED80A0}"/>
                  </a:ext>
                </a:extLst>
              </p:cNvPr>
              <p:cNvSpPr/>
              <p:nvPr/>
            </p:nvSpPr>
            <p:spPr>
              <a:xfrm>
                <a:off x="9577892" y="434134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9" name="object 141">
                <a:extLst>
                  <a:ext uri="{FF2B5EF4-FFF2-40B4-BE49-F238E27FC236}">
                    <a16:creationId xmlns:a16="http://schemas.microsoft.com/office/drawing/2014/main" id="{86796233-2BD2-4544-BCFB-F6CE84154690}"/>
                  </a:ext>
                </a:extLst>
              </p:cNvPr>
              <p:cNvSpPr/>
              <p:nvPr/>
            </p:nvSpPr>
            <p:spPr>
              <a:xfrm>
                <a:off x="6969566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0" name="object 142">
                <a:extLst>
                  <a:ext uri="{FF2B5EF4-FFF2-40B4-BE49-F238E27FC236}">
                    <a16:creationId xmlns:a16="http://schemas.microsoft.com/office/drawing/2014/main" id="{4DDB5CE8-CFC8-458E-B8E7-C7E38262632C}"/>
                  </a:ext>
                </a:extLst>
              </p:cNvPr>
              <p:cNvSpPr/>
              <p:nvPr/>
            </p:nvSpPr>
            <p:spPr>
              <a:xfrm>
                <a:off x="6969566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1" name="object 143">
                <a:extLst>
                  <a:ext uri="{FF2B5EF4-FFF2-40B4-BE49-F238E27FC236}">
                    <a16:creationId xmlns:a16="http://schemas.microsoft.com/office/drawing/2014/main" id="{22582658-75FD-4814-8E93-81FA60AF0490}"/>
                  </a:ext>
                </a:extLst>
              </p:cNvPr>
              <p:cNvSpPr/>
              <p:nvPr/>
            </p:nvSpPr>
            <p:spPr>
              <a:xfrm>
                <a:off x="7078532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2" name="object 144">
                <a:extLst>
                  <a:ext uri="{FF2B5EF4-FFF2-40B4-BE49-F238E27FC236}">
                    <a16:creationId xmlns:a16="http://schemas.microsoft.com/office/drawing/2014/main" id="{B7FDD207-DBE3-40B4-A63C-1E60953138D2}"/>
                  </a:ext>
                </a:extLst>
              </p:cNvPr>
              <p:cNvSpPr/>
              <p:nvPr/>
            </p:nvSpPr>
            <p:spPr>
              <a:xfrm>
                <a:off x="7078532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3" name="object 145">
                <a:extLst>
                  <a:ext uri="{FF2B5EF4-FFF2-40B4-BE49-F238E27FC236}">
                    <a16:creationId xmlns:a16="http://schemas.microsoft.com/office/drawing/2014/main" id="{E30BA54A-4739-486C-83C9-4FC68473BE30}"/>
                  </a:ext>
                </a:extLst>
              </p:cNvPr>
              <p:cNvSpPr/>
              <p:nvPr/>
            </p:nvSpPr>
            <p:spPr>
              <a:xfrm>
                <a:off x="7186736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4" name="object 146">
                <a:extLst>
                  <a:ext uri="{FF2B5EF4-FFF2-40B4-BE49-F238E27FC236}">
                    <a16:creationId xmlns:a16="http://schemas.microsoft.com/office/drawing/2014/main" id="{B0E3A1FE-74E2-4FA7-B7CF-364ECF7849BC}"/>
                  </a:ext>
                </a:extLst>
              </p:cNvPr>
              <p:cNvSpPr/>
              <p:nvPr/>
            </p:nvSpPr>
            <p:spPr>
              <a:xfrm>
                <a:off x="7186736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5" name="object 147">
                <a:extLst>
                  <a:ext uri="{FF2B5EF4-FFF2-40B4-BE49-F238E27FC236}">
                    <a16:creationId xmlns:a16="http://schemas.microsoft.com/office/drawing/2014/main" id="{78B3AD72-94D5-41F2-82EE-293F727F6604}"/>
                  </a:ext>
                </a:extLst>
              </p:cNvPr>
              <p:cNvSpPr/>
              <p:nvPr/>
            </p:nvSpPr>
            <p:spPr>
              <a:xfrm>
                <a:off x="729570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6" name="object 148">
                <a:extLst>
                  <a:ext uri="{FF2B5EF4-FFF2-40B4-BE49-F238E27FC236}">
                    <a16:creationId xmlns:a16="http://schemas.microsoft.com/office/drawing/2014/main" id="{9FE022B8-AD7D-441E-A0B4-1ABCEFC44CE5}"/>
                  </a:ext>
                </a:extLst>
              </p:cNvPr>
              <p:cNvSpPr/>
              <p:nvPr/>
            </p:nvSpPr>
            <p:spPr>
              <a:xfrm>
                <a:off x="729570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7" name="object 149">
                <a:extLst>
                  <a:ext uri="{FF2B5EF4-FFF2-40B4-BE49-F238E27FC236}">
                    <a16:creationId xmlns:a16="http://schemas.microsoft.com/office/drawing/2014/main" id="{D01BC0C7-A472-4D01-AB1A-B52A6B56A21A}"/>
                  </a:ext>
                </a:extLst>
              </p:cNvPr>
              <p:cNvSpPr/>
              <p:nvPr/>
            </p:nvSpPr>
            <p:spPr>
              <a:xfrm>
                <a:off x="7404668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8" name="object 150">
                <a:extLst>
                  <a:ext uri="{FF2B5EF4-FFF2-40B4-BE49-F238E27FC236}">
                    <a16:creationId xmlns:a16="http://schemas.microsoft.com/office/drawing/2014/main" id="{985AA059-591C-41C4-BAF0-281B7E80BBFE}"/>
                  </a:ext>
                </a:extLst>
              </p:cNvPr>
              <p:cNvSpPr/>
              <p:nvPr/>
            </p:nvSpPr>
            <p:spPr>
              <a:xfrm>
                <a:off x="7404668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9" name="object 151">
                <a:extLst>
                  <a:ext uri="{FF2B5EF4-FFF2-40B4-BE49-F238E27FC236}">
                    <a16:creationId xmlns:a16="http://schemas.microsoft.com/office/drawing/2014/main" id="{B6E76618-0140-4E1A-A5BB-06D44CE495BA}"/>
                  </a:ext>
                </a:extLst>
              </p:cNvPr>
              <p:cNvSpPr/>
              <p:nvPr/>
            </p:nvSpPr>
            <p:spPr>
              <a:xfrm>
                <a:off x="751287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0" name="object 152">
                <a:extLst>
                  <a:ext uri="{FF2B5EF4-FFF2-40B4-BE49-F238E27FC236}">
                    <a16:creationId xmlns:a16="http://schemas.microsoft.com/office/drawing/2014/main" id="{6D30B93C-6C72-4674-A741-C71363AD46BD}"/>
                  </a:ext>
                </a:extLst>
              </p:cNvPr>
              <p:cNvSpPr/>
              <p:nvPr/>
            </p:nvSpPr>
            <p:spPr>
              <a:xfrm>
                <a:off x="751287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1" name="object 153">
                <a:extLst>
                  <a:ext uri="{FF2B5EF4-FFF2-40B4-BE49-F238E27FC236}">
                    <a16:creationId xmlns:a16="http://schemas.microsoft.com/office/drawing/2014/main" id="{2D14D21C-3F93-4A14-838A-CF94E30E1541}"/>
                  </a:ext>
                </a:extLst>
              </p:cNvPr>
              <p:cNvSpPr/>
              <p:nvPr/>
            </p:nvSpPr>
            <p:spPr>
              <a:xfrm>
                <a:off x="7621838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2" name="object 154">
                <a:extLst>
                  <a:ext uri="{FF2B5EF4-FFF2-40B4-BE49-F238E27FC236}">
                    <a16:creationId xmlns:a16="http://schemas.microsoft.com/office/drawing/2014/main" id="{C07F5ADD-709E-4F5E-8C5F-1190DAB69232}"/>
                  </a:ext>
                </a:extLst>
              </p:cNvPr>
              <p:cNvSpPr/>
              <p:nvPr/>
            </p:nvSpPr>
            <p:spPr>
              <a:xfrm>
                <a:off x="7621838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3" name="object 155">
                <a:extLst>
                  <a:ext uri="{FF2B5EF4-FFF2-40B4-BE49-F238E27FC236}">
                    <a16:creationId xmlns:a16="http://schemas.microsoft.com/office/drawing/2014/main" id="{A53D5C95-BF8B-46C5-91D7-5D22D07C6AD2}"/>
                  </a:ext>
                </a:extLst>
              </p:cNvPr>
              <p:cNvSpPr/>
              <p:nvPr/>
            </p:nvSpPr>
            <p:spPr>
              <a:xfrm>
                <a:off x="773004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FBD7BB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4" name="object 156">
                <a:extLst>
                  <a:ext uri="{FF2B5EF4-FFF2-40B4-BE49-F238E27FC236}">
                    <a16:creationId xmlns:a16="http://schemas.microsoft.com/office/drawing/2014/main" id="{6DAAA077-7E28-4A8F-BC01-204AFA90238D}"/>
                  </a:ext>
                </a:extLst>
              </p:cNvPr>
              <p:cNvSpPr/>
              <p:nvPr/>
            </p:nvSpPr>
            <p:spPr>
              <a:xfrm>
                <a:off x="773004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5" name="object 157">
                <a:extLst>
                  <a:ext uri="{FF2B5EF4-FFF2-40B4-BE49-F238E27FC236}">
                    <a16:creationId xmlns:a16="http://schemas.microsoft.com/office/drawing/2014/main" id="{EF2E2503-985D-4B32-A610-AC37DEF9F191}"/>
                  </a:ext>
                </a:extLst>
              </p:cNvPr>
              <p:cNvSpPr/>
              <p:nvPr/>
            </p:nvSpPr>
            <p:spPr>
              <a:xfrm>
                <a:off x="783900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6" name="object 158">
                <a:extLst>
                  <a:ext uri="{FF2B5EF4-FFF2-40B4-BE49-F238E27FC236}">
                    <a16:creationId xmlns:a16="http://schemas.microsoft.com/office/drawing/2014/main" id="{6A4F3B33-3B5B-48CD-AA24-336A9883C2D2}"/>
                  </a:ext>
                </a:extLst>
              </p:cNvPr>
              <p:cNvSpPr/>
              <p:nvPr/>
            </p:nvSpPr>
            <p:spPr>
              <a:xfrm>
                <a:off x="783900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7" name="object 159">
                <a:extLst>
                  <a:ext uri="{FF2B5EF4-FFF2-40B4-BE49-F238E27FC236}">
                    <a16:creationId xmlns:a16="http://schemas.microsoft.com/office/drawing/2014/main" id="{F3CB227F-57CB-4E34-A0AD-934084D1613B}"/>
                  </a:ext>
                </a:extLst>
              </p:cNvPr>
              <p:cNvSpPr/>
              <p:nvPr/>
            </p:nvSpPr>
            <p:spPr>
              <a:xfrm>
                <a:off x="794797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8" name="object 160">
                <a:extLst>
                  <a:ext uri="{FF2B5EF4-FFF2-40B4-BE49-F238E27FC236}">
                    <a16:creationId xmlns:a16="http://schemas.microsoft.com/office/drawing/2014/main" id="{9A3E8E6D-2A37-4FFC-9E5A-EB254ABB43F3}"/>
                  </a:ext>
                </a:extLst>
              </p:cNvPr>
              <p:cNvSpPr/>
              <p:nvPr/>
            </p:nvSpPr>
            <p:spPr>
              <a:xfrm>
                <a:off x="794797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59" name="object 161">
                <a:extLst>
                  <a:ext uri="{FF2B5EF4-FFF2-40B4-BE49-F238E27FC236}">
                    <a16:creationId xmlns:a16="http://schemas.microsoft.com/office/drawing/2014/main" id="{606A1E89-E8B5-4CB5-AE72-67F81C413865}"/>
                  </a:ext>
                </a:extLst>
              </p:cNvPr>
              <p:cNvSpPr/>
              <p:nvPr/>
            </p:nvSpPr>
            <p:spPr>
              <a:xfrm>
                <a:off x="805617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0" name="object 162">
                <a:extLst>
                  <a:ext uri="{FF2B5EF4-FFF2-40B4-BE49-F238E27FC236}">
                    <a16:creationId xmlns:a16="http://schemas.microsoft.com/office/drawing/2014/main" id="{015D1802-E991-4695-A68C-1A3FA62C0C87}"/>
                  </a:ext>
                </a:extLst>
              </p:cNvPr>
              <p:cNvSpPr/>
              <p:nvPr/>
            </p:nvSpPr>
            <p:spPr>
              <a:xfrm>
                <a:off x="805617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1" name="object 163">
                <a:extLst>
                  <a:ext uri="{FF2B5EF4-FFF2-40B4-BE49-F238E27FC236}">
                    <a16:creationId xmlns:a16="http://schemas.microsoft.com/office/drawing/2014/main" id="{D2606E54-BA4A-4E99-91D9-0939CFC62E34}"/>
                  </a:ext>
                </a:extLst>
              </p:cNvPr>
              <p:cNvSpPr/>
              <p:nvPr/>
            </p:nvSpPr>
            <p:spPr>
              <a:xfrm>
                <a:off x="816514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2" name="object 164">
                <a:extLst>
                  <a:ext uri="{FF2B5EF4-FFF2-40B4-BE49-F238E27FC236}">
                    <a16:creationId xmlns:a16="http://schemas.microsoft.com/office/drawing/2014/main" id="{9B1CEE66-C6C0-452C-BACF-11ED78FE097E}"/>
                  </a:ext>
                </a:extLst>
              </p:cNvPr>
              <p:cNvSpPr/>
              <p:nvPr/>
            </p:nvSpPr>
            <p:spPr>
              <a:xfrm>
                <a:off x="816514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3" name="object 165">
                <a:extLst>
                  <a:ext uri="{FF2B5EF4-FFF2-40B4-BE49-F238E27FC236}">
                    <a16:creationId xmlns:a16="http://schemas.microsoft.com/office/drawing/2014/main" id="{B659B9A9-F085-458A-B5D8-7040938BC7CA}"/>
                  </a:ext>
                </a:extLst>
              </p:cNvPr>
              <p:cNvSpPr/>
              <p:nvPr/>
            </p:nvSpPr>
            <p:spPr>
              <a:xfrm>
                <a:off x="827334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4" name="object 166">
                <a:extLst>
                  <a:ext uri="{FF2B5EF4-FFF2-40B4-BE49-F238E27FC236}">
                    <a16:creationId xmlns:a16="http://schemas.microsoft.com/office/drawing/2014/main" id="{3C8C1A81-8153-47BA-9369-F9A6351D52AC}"/>
                  </a:ext>
                </a:extLst>
              </p:cNvPr>
              <p:cNvSpPr/>
              <p:nvPr/>
            </p:nvSpPr>
            <p:spPr>
              <a:xfrm>
                <a:off x="827334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5" name="object 167">
                <a:extLst>
                  <a:ext uri="{FF2B5EF4-FFF2-40B4-BE49-F238E27FC236}">
                    <a16:creationId xmlns:a16="http://schemas.microsoft.com/office/drawing/2014/main" id="{B644D86F-DC92-460D-908B-622A8589440F}"/>
                  </a:ext>
                </a:extLst>
              </p:cNvPr>
              <p:cNvSpPr/>
              <p:nvPr/>
            </p:nvSpPr>
            <p:spPr>
              <a:xfrm>
                <a:off x="838231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6" name="object 168">
                <a:extLst>
                  <a:ext uri="{FF2B5EF4-FFF2-40B4-BE49-F238E27FC236}">
                    <a16:creationId xmlns:a16="http://schemas.microsoft.com/office/drawing/2014/main" id="{4D16D6F0-E694-4A66-BF9D-FF1E8A1CAD04}"/>
                  </a:ext>
                </a:extLst>
              </p:cNvPr>
              <p:cNvSpPr/>
              <p:nvPr/>
            </p:nvSpPr>
            <p:spPr>
              <a:xfrm>
                <a:off x="838231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7" name="object 169">
                <a:extLst>
                  <a:ext uri="{FF2B5EF4-FFF2-40B4-BE49-F238E27FC236}">
                    <a16:creationId xmlns:a16="http://schemas.microsoft.com/office/drawing/2014/main" id="{BF687422-AE51-412A-8E49-CF36B99A5E30}"/>
                  </a:ext>
                </a:extLst>
              </p:cNvPr>
              <p:cNvSpPr/>
              <p:nvPr/>
            </p:nvSpPr>
            <p:spPr>
              <a:xfrm>
                <a:off x="8491280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8" name="object 170">
                <a:extLst>
                  <a:ext uri="{FF2B5EF4-FFF2-40B4-BE49-F238E27FC236}">
                    <a16:creationId xmlns:a16="http://schemas.microsoft.com/office/drawing/2014/main" id="{BC64D82B-9CA7-45EB-B276-936496B88807}"/>
                  </a:ext>
                </a:extLst>
              </p:cNvPr>
              <p:cNvSpPr/>
              <p:nvPr/>
            </p:nvSpPr>
            <p:spPr>
              <a:xfrm>
                <a:off x="8491280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9" name="object 171">
                <a:extLst>
                  <a:ext uri="{FF2B5EF4-FFF2-40B4-BE49-F238E27FC236}">
                    <a16:creationId xmlns:a16="http://schemas.microsoft.com/office/drawing/2014/main" id="{5BF3DCEA-C332-4D8F-8EBA-39271180A59D}"/>
                  </a:ext>
                </a:extLst>
              </p:cNvPr>
              <p:cNvSpPr/>
              <p:nvPr/>
            </p:nvSpPr>
            <p:spPr>
              <a:xfrm>
                <a:off x="859947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0" name="object 172">
                <a:extLst>
                  <a:ext uri="{FF2B5EF4-FFF2-40B4-BE49-F238E27FC236}">
                    <a16:creationId xmlns:a16="http://schemas.microsoft.com/office/drawing/2014/main" id="{44B2D538-0953-448F-B6BB-334F5589A99E}"/>
                  </a:ext>
                </a:extLst>
              </p:cNvPr>
              <p:cNvSpPr/>
              <p:nvPr/>
            </p:nvSpPr>
            <p:spPr>
              <a:xfrm>
                <a:off x="8599472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1" name="object 173">
                <a:extLst>
                  <a:ext uri="{FF2B5EF4-FFF2-40B4-BE49-F238E27FC236}">
                    <a16:creationId xmlns:a16="http://schemas.microsoft.com/office/drawing/2014/main" id="{0676151F-4A3A-443D-A342-FE4556093F44}"/>
                  </a:ext>
                </a:extLst>
              </p:cNvPr>
              <p:cNvSpPr/>
              <p:nvPr/>
            </p:nvSpPr>
            <p:spPr>
              <a:xfrm>
                <a:off x="8708437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2" name="object 174">
                <a:extLst>
                  <a:ext uri="{FF2B5EF4-FFF2-40B4-BE49-F238E27FC236}">
                    <a16:creationId xmlns:a16="http://schemas.microsoft.com/office/drawing/2014/main" id="{AFEF8134-8ECE-49BF-96D3-31C76774C46F}"/>
                  </a:ext>
                </a:extLst>
              </p:cNvPr>
              <p:cNvSpPr/>
              <p:nvPr/>
            </p:nvSpPr>
            <p:spPr>
              <a:xfrm>
                <a:off x="8708437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3" name="object 175">
                <a:extLst>
                  <a:ext uri="{FF2B5EF4-FFF2-40B4-BE49-F238E27FC236}">
                    <a16:creationId xmlns:a16="http://schemas.microsoft.com/office/drawing/2014/main" id="{2EBD315A-E966-4877-BD3B-A3FA21F30719}"/>
                  </a:ext>
                </a:extLst>
              </p:cNvPr>
              <p:cNvSpPr/>
              <p:nvPr/>
            </p:nvSpPr>
            <p:spPr>
              <a:xfrm>
                <a:off x="881665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4" name="object 176">
                <a:extLst>
                  <a:ext uri="{FF2B5EF4-FFF2-40B4-BE49-F238E27FC236}">
                    <a16:creationId xmlns:a16="http://schemas.microsoft.com/office/drawing/2014/main" id="{ABDFAC00-1BF8-4D17-A832-FB4A8237D8DD}"/>
                  </a:ext>
                </a:extLst>
              </p:cNvPr>
              <p:cNvSpPr/>
              <p:nvPr/>
            </p:nvSpPr>
            <p:spPr>
              <a:xfrm>
                <a:off x="881665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5" name="object 177">
                <a:extLst>
                  <a:ext uri="{FF2B5EF4-FFF2-40B4-BE49-F238E27FC236}">
                    <a16:creationId xmlns:a16="http://schemas.microsoft.com/office/drawing/2014/main" id="{2E1EC0C4-A01E-49DA-852F-0443D58821DA}"/>
                  </a:ext>
                </a:extLst>
              </p:cNvPr>
              <p:cNvSpPr/>
              <p:nvPr/>
            </p:nvSpPr>
            <p:spPr>
              <a:xfrm>
                <a:off x="8925620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6" name="object 178">
                <a:extLst>
                  <a:ext uri="{FF2B5EF4-FFF2-40B4-BE49-F238E27FC236}">
                    <a16:creationId xmlns:a16="http://schemas.microsoft.com/office/drawing/2014/main" id="{B0228139-AE9B-4DE1-AAF8-E8D93BC9CACF}"/>
                  </a:ext>
                </a:extLst>
              </p:cNvPr>
              <p:cNvSpPr/>
              <p:nvPr/>
            </p:nvSpPr>
            <p:spPr>
              <a:xfrm>
                <a:off x="8925620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7" name="object 179">
                <a:extLst>
                  <a:ext uri="{FF2B5EF4-FFF2-40B4-BE49-F238E27FC236}">
                    <a16:creationId xmlns:a16="http://schemas.microsoft.com/office/drawing/2014/main" id="{CA35404F-03DD-4C37-ACDB-F31E76E3E9CA}"/>
                  </a:ext>
                </a:extLst>
              </p:cNvPr>
              <p:cNvSpPr/>
              <p:nvPr/>
            </p:nvSpPr>
            <p:spPr>
              <a:xfrm>
                <a:off x="903457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8" name="object 180">
                <a:extLst>
                  <a:ext uri="{FF2B5EF4-FFF2-40B4-BE49-F238E27FC236}">
                    <a16:creationId xmlns:a16="http://schemas.microsoft.com/office/drawing/2014/main" id="{F30C9FA7-D0FE-4533-9E08-F0BADDCB3D0C}"/>
                  </a:ext>
                </a:extLst>
              </p:cNvPr>
              <p:cNvSpPr/>
              <p:nvPr/>
            </p:nvSpPr>
            <p:spPr>
              <a:xfrm>
                <a:off x="9034574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9" name="object 181">
                <a:extLst>
                  <a:ext uri="{FF2B5EF4-FFF2-40B4-BE49-F238E27FC236}">
                    <a16:creationId xmlns:a16="http://schemas.microsoft.com/office/drawing/2014/main" id="{F8E09E03-44E8-4556-AB41-C578999117A4}"/>
                  </a:ext>
                </a:extLst>
              </p:cNvPr>
              <p:cNvSpPr/>
              <p:nvPr/>
            </p:nvSpPr>
            <p:spPr>
              <a:xfrm>
                <a:off x="914277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0" name="object 182">
                <a:extLst>
                  <a:ext uri="{FF2B5EF4-FFF2-40B4-BE49-F238E27FC236}">
                    <a16:creationId xmlns:a16="http://schemas.microsoft.com/office/drawing/2014/main" id="{23F8046F-7879-4B5E-8743-472C2772EAAF}"/>
                  </a:ext>
                </a:extLst>
              </p:cNvPr>
              <p:cNvSpPr/>
              <p:nvPr/>
            </p:nvSpPr>
            <p:spPr>
              <a:xfrm>
                <a:off x="914277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1" name="object 183">
                <a:extLst>
                  <a:ext uri="{FF2B5EF4-FFF2-40B4-BE49-F238E27FC236}">
                    <a16:creationId xmlns:a16="http://schemas.microsoft.com/office/drawing/2014/main" id="{F5CC275C-4FB4-438A-9010-68E276F4CB85}"/>
                  </a:ext>
                </a:extLst>
              </p:cNvPr>
              <p:cNvSpPr/>
              <p:nvPr/>
            </p:nvSpPr>
            <p:spPr>
              <a:xfrm>
                <a:off x="9251756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2" name="object 184">
                <a:extLst>
                  <a:ext uri="{FF2B5EF4-FFF2-40B4-BE49-F238E27FC236}">
                    <a16:creationId xmlns:a16="http://schemas.microsoft.com/office/drawing/2014/main" id="{6A99520A-1CB4-4B64-884E-A5A78CCC6408}"/>
                  </a:ext>
                </a:extLst>
              </p:cNvPr>
              <p:cNvSpPr/>
              <p:nvPr/>
            </p:nvSpPr>
            <p:spPr>
              <a:xfrm>
                <a:off x="9251756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3" name="object 185">
                <a:extLst>
                  <a:ext uri="{FF2B5EF4-FFF2-40B4-BE49-F238E27FC236}">
                    <a16:creationId xmlns:a16="http://schemas.microsoft.com/office/drawing/2014/main" id="{16D298B4-3DAF-4254-96AB-96558E0D28C5}"/>
                  </a:ext>
                </a:extLst>
              </p:cNvPr>
              <p:cNvSpPr/>
              <p:nvPr/>
            </p:nvSpPr>
            <p:spPr>
              <a:xfrm>
                <a:off x="935994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4" name="object 186">
                <a:extLst>
                  <a:ext uri="{FF2B5EF4-FFF2-40B4-BE49-F238E27FC236}">
                    <a16:creationId xmlns:a16="http://schemas.microsoft.com/office/drawing/2014/main" id="{9D57CFF3-A3D1-4F04-BB5B-DBEC2A6BDE2C}"/>
                  </a:ext>
                </a:extLst>
              </p:cNvPr>
              <p:cNvSpPr/>
              <p:nvPr/>
            </p:nvSpPr>
            <p:spPr>
              <a:xfrm>
                <a:off x="9359948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5" name="object 187">
                <a:extLst>
                  <a:ext uri="{FF2B5EF4-FFF2-40B4-BE49-F238E27FC236}">
                    <a16:creationId xmlns:a16="http://schemas.microsoft.com/office/drawing/2014/main" id="{B9C4F91A-BEA2-45E4-87A1-94A75041DDB2}"/>
                  </a:ext>
                </a:extLst>
              </p:cNvPr>
              <p:cNvSpPr/>
              <p:nvPr/>
            </p:nvSpPr>
            <p:spPr>
              <a:xfrm>
                <a:off x="946891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6" name="object 188">
                <a:extLst>
                  <a:ext uri="{FF2B5EF4-FFF2-40B4-BE49-F238E27FC236}">
                    <a16:creationId xmlns:a16="http://schemas.microsoft.com/office/drawing/2014/main" id="{476D1CB3-63DE-4203-B4BB-FA146C337193}"/>
                  </a:ext>
                </a:extLst>
              </p:cNvPr>
              <p:cNvSpPr/>
              <p:nvPr/>
            </p:nvSpPr>
            <p:spPr>
              <a:xfrm>
                <a:off x="9468914" y="4450313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7" name="object 189">
                <a:extLst>
                  <a:ext uri="{FF2B5EF4-FFF2-40B4-BE49-F238E27FC236}">
                    <a16:creationId xmlns:a16="http://schemas.microsoft.com/office/drawing/2014/main" id="{7296B91D-EF3F-485F-8BD0-CB5554724CE5}"/>
                  </a:ext>
                </a:extLst>
              </p:cNvPr>
              <p:cNvSpPr/>
              <p:nvPr/>
            </p:nvSpPr>
            <p:spPr>
              <a:xfrm>
                <a:off x="9577892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8" name="object 190">
                <a:extLst>
                  <a:ext uri="{FF2B5EF4-FFF2-40B4-BE49-F238E27FC236}">
                    <a16:creationId xmlns:a16="http://schemas.microsoft.com/office/drawing/2014/main" id="{D3F3BC1C-34C6-4272-828A-302C6C340C2A}"/>
                  </a:ext>
                </a:extLst>
              </p:cNvPr>
              <p:cNvSpPr/>
              <p:nvPr/>
            </p:nvSpPr>
            <p:spPr>
              <a:xfrm>
                <a:off x="9577892" y="4450313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9" name="object 191">
                <a:extLst>
                  <a:ext uri="{FF2B5EF4-FFF2-40B4-BE49-F238E27FC236}">
                    <a16:creationId xmlns:a16="http://schemas.microsoft.com/office/drawing/2014/main" id="{B2F8887C-4744-4527-8FA1-545446EC3B8B}"/>
                  </a:ext>
                </a:extLst>
              </p:cNvPr>
              <p:cNvSpPr/>
              <p:nvPr/>
            </p:nvSpPr>
            <p:spPr>
              <a:xfrm>
                <a:off x="6969566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0" name="object 192">
                <a:extLst>
                  <a:ext uri="{FF2B5EF4-FFF2-40B4-BE49-F238E27FC236}">
                    <a16:creationId xmlns:a16="http://schemas.microsoft.com/office/drawing/2014/main" id="{32F33454-19F4-4881-9DA5-7009E090AB6A}"/>
                  </a:ext>
                </a:extLst>
              </p:cNvPr>
              <p:cNvSpPr/>
              <p:nvPr/>
            </p:nvSpPr>
            <p:spPr>
              <a:xfrm>
                <a:off x="6969566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1" name="object 193">
                <a:extLst>
                  <a:ext uri="{FF2B5EF4-FFF2-40B4-BE49-F238E27FC236}">
                    <a16:creationId xmlns:a16="http://schemas.microsoft.com/office/drawing/2014/main" id="{FF276179-D532-483E-AA11-906392CC68C2}"/>
                  </a:ext>
                </a:extLst>
              </p:cNvPr>
              <p:cNvSpPr/>
              <p:nvPr/>
            </p:nvSpPr>
            <p:spPr>
              <a:xfrm>
                <a:off x="7078532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2" name="object 194">
                <a:extLst>
                  <a:ext uri="{FF2B5EF4-FFF2-40B4-BE49-F238E27FC236}">
                    <a16:creationId xmlns:a16="http://schemas.microsoft.com/office/drawing/2014/main" id="{3C4392A1-DDD3-41C3-BC7F-99E78974E140}"/>
                  </a:ext>
                </a:extLst>
              </p:cNvPr>
              <p:cNvSpPr/>
              <p:nvPr/>
            </p:nvSpPr>
            <p:spPr>
              <a:xfrm>
                <a:off x="7078532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3" name="object 195">
                <a:extLst>
                  <a:ext uri="{FF2B5EF4-FFF2-40B4-BE49-F238E27FC236}">
                    <a16:creationId xmlns:a16="http://schemas.microsoft.com/office/drawing/2014/main" id="{16685C32-B19E-4CA7-A01B-2F7C02EC1695}"/>
                  </a:ext>
                </a:extLst>
              </p:cNvPr>
              <p:cNvSpPr/>
              <p:nvPr/>
            </p:nvSpPr>
            <p:spPr>
              <a:xfrm>
                <a:off x="7186736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4" name="object 196">
                <a:extLst>
                  <a:ext uri="{FF2B5EF4-FFF2-40B4-BE49-F238E27FC236}">
                    <a16:creationId xmlns:a16="http://schemas.microsoft.com/office/drawing/2014/main" id="{8156CBB9-2C6F-4EB5-B0E4-AB02B0EAE644}"/>
                  </a:ext>
                </a:extLst>
              </p:cNvPr>
              <p:cNvSpPr/>
              <p:nvPr/>
            </p:nvSpPr>
            <p:spPr>
              <a:xfrm>
                <a:off x="7186736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5" name="object 197">
                <a:extLst>
                  <a:ext uri="{FF2B5EF4-FFF2-40B4-BE49-F238E27FC236}">
                    <a16:creationId xmlns:a16="http://schemas.microsoft.com/office/drawing/2014/main" id="{D7C1CCB7-3630-4A0B-8B37-8895B10E6D84}"/>
                  </a:ext>
                </a:extLst>
              </p:cNvPr>
              <p:cNvSpPr/>
              <p:nvPr/>
            </p:nvSpPr>
            <p:spPr>
              <a:xfrm>
                <a:off x="729570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6" name="object 198">
                <a:extLst>
                  <a:ext uri="{FF2B5EF4-FFF2-40B4-BE49-F238E27FC236}">
                    <a16:creationId xmlns:a16="http://schemas.microsoft.com/office/drawing/2014/main" id="{302B96E2-F952-44D2-A9BB-82D2EE233832}"/>
                  </a:ext>
                </a:extLst>
              </p:cNvPr>
              <p:cNvSpPr/>
              <p:nvPr/>
            </p:nvSpPr>
            <p:spPr>
              <a:xfrm>
                <a:off x="729570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7" name="object 199">
                <a:extLst>
                  <a:ext uri="{FF2B5EF4-FFF2-40B4-BE49-F238E27FC236}">
                    <a16:creationId xmlns:a16="http://schemas.microsoft.com/office/drawing/2014/main" id="{18F94C3C-BB4D-4C9C-8697-8E53B6A86606}"/>
                  </a:ext>
                </a:extLst>
              </p:cNvPr>
              <p:cNvSpPr/>
              <p:nvPr/>
            </p:nvSpPr>
            <p:spPr>
              <a:xfrm>
                <a:off x="7404668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8" name="object 200">
                <a:extLst>
                  <a:ext uri="{FF2B5EF4-FFF2-40B4-BE49-F238E27FC236}">
                    <a16:creationId xmlns:a16="http://schemas.microsoft.com/office/drawing/2014/main" id="{3CFA4844-448E-4E32-BE36-AF2A734CE40C}"/>
                  </a:ext>
                </a:extLst>
              </p:cNvPr>
              <p:cNvSpPr/>
              <p:nvPr/>
            </p:nvSpPr>
            <p:spPr>
              <a:xfrm>
                <a:off x="7404668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99" name="object 201">
                <a:extLst>
                  <a:ext uri="{FF2B5EF4-FFF2-40B4-BE49-F238E27FC236}">
                    <a16:creationId xmlns:a16="http://schemas.microsoft.com/office/drawing/2014/main" id="{5F759A73-21AB-41E9-89A7-27D6072999A4}"/>
                  </a:ext>
                </a:extLst>
              </p:cNvPr>
              <p:cNvSpPr/>
              <p:nvPr/>
            </p:nvSpPr>
            <p:spPr>
              <a:xfrm>
                <a:off x="751287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0" name="object 202">
                <a:extLst>
                  <a:ext uri="{FF2B5EF4-FFF2-40B4-BE49-F238E27FC236}">
                    <a16:creationId xmlns:a16="http://schemas.microsoft.com/office/drawing/2014/main" id="{E0294F79-62EF-4197-BC82-86DBD8BE22E1}"/>
                  </a:ext>
                </a:extLst>
              </p:cNvPr>
              <p:cNvSpPr/>
              <p:nvPr/>
            </p:nvSpPr>
            <p:spPr>
              <a:xfrm>
                <a:off x="751287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1" name="object 203">
                <a:extLst>
                  <a:ext uri="{FF2B5EF4-FFF2-40B4-BE49-F238E27FC236}">
                    <a16:creationId xmlns:a16="http://schemas.microsoft.com/office/drawing/2014/main" id="{A0F42A7F-96DD-4AAB-8E56-FDDB032C5B6F}"/>
                  </a:ext>
                </a:extLst>
              </p:cNvPr>
              <p:cNvSpPr/>
              <p:nvPr/>
            </p:nvSpPr>
            <p:spPr>
              <a:xfrm>
                <a:off x="7621838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2" name="object 204">
                <a:extLst>
                  <a:ext uri="{FF2B5EF4-FFF2-40B4-BE49-F238E27FC236}">
                    <a16:creationId xmlns:a16="http://schemas.microsoft.com/office/drawing/2014/main" id="{7B314FE4-6599-4CF3-9B1C-5B715D89DA0F}"/>
                  </a:ext>
                </a:extLst>
              </p:cNvPr>
              <p:cNvSpPr/>
              <p:nvPr/>
            </p:nvSpPr>
            <p:spPr>
              <a:xfrm>
                <a:off x="7621838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3" name="object 205">
                <a:extLst>
                  <a:ext uri="{FF2B5EF4-FFF2-40B4-BE49-F238E27FC236}">
                    <a16:creationId xmlns:a16="http://schemas.microsoft.com/office/drawing/2014/main" id="{75EFF16E-8022-4116-B876-20D007CB4115}"/>
                  </a:ext>
                </a:extLst>
              </p:cNvPr>
              <p:cNvSpPr/>
              <p:nvPr/>
            </p:nvSpPr>
            <p:spPr>
              <a:xfrm>
                <a:off x="773004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4" name="object 206">
                <a:extLst>
                  <a:ext uri="{FF2B5EF4-FFF2-40B4-BE49-F238E27FC236}">
                    <a16:creationId xmlns:a16="http://schemas.microsoft.com/office/drawing/2014/main" id="{A0ED280F-2CE0-490E-8157-5BA446975511}"/>
                  </a:ext>
                </a:extLst>
              </p:cNvPr>
              <p:cNvSpPr/>
              <p:nvPr/>
            </p:nvSpPr>
            <p:spPr>
              <a:xfrm>
                <a:off x="773004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5" name="object 207">
                <a:extLst>
                  <a:ext uri="{FF2B5EF4-FFF2-40B4-BE49-F238E27FC236}">
                    <a16:creationId xmlns:a16="http://schemas.microsoft.com/office/drawing/2014/main" id="{EAC1563D-5A9E-461D-BA1C-9F74DD99B8C7}"/>
                  </a:ext>
                </a:extLst>
              </p:cNvPr>
              <p:cNvSpPr/>
              <p:nvPr/>
            </p:nvSpPr>
            <p:spPr>
              <a:xfrm>
                <a:off x="783900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6" name="object 208">
                <a:extLst>
                  <a:ext uri="{FF2B5EF4-FFF2-40B4-BE49-F238E27FC236}">
                    <a16:creationId xmlns:a16="http://schemas.microsoft.com/office/drawing/2014/main" id="{D26DE7FD-3ECC-4395-8E3D-C85B41273A47}"/>
                  </a:ext>
                </a:extLst>
              </p:cNvPr>
              <p:cNvSpPr/>
              <p:nvPr/>
            </p:nvSpPr>
            <p:spPr>
              <a:xfrm>
                <a:off x="783900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7" name="object 209">
                <a:extLst>
                  <a:ext uri="{FF2B5EF4-FFF2-40B4-BE49-F238E27FC236}">
                    <a16:creationId xmlns:a16="http://schemas.microsoft.com/office/drawing/2014/main" id="{A63E6777-E113-486D-BAFB-C1567A6B8553}"/>
                  </a:ext>
                </a:extLst>
              </p:cNvPr>
              <p:cNvSpPr/>
              <p:nvPr/>
            </p:nvSpPr>
            <p:spPr>
              <a:xfrm>
                <a:off x="794797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8" name="object 210">
                <a:extLst>
                  <a:ext uri="{FF2B5EF4-FFF2-40B4-BE49-F238E27FC236}">
                    <a16:creationId xmlns:a16="http://schemas.microsoft.com/office/drawing/2014/main" id="{04EB18B9-E201-46BB-9563-41CA2F19A792}"/>
                  </a:ext>
                </a:extLst>
              </p:cNvPr>
              <p:cNvSpPr/>
              <p:nvPr/>
            </p:nvSpPr>
            <p:spPr>
              <a:xfrm>
                <a:off x="794797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9" name="object 211">
                <a:extLst>
                  <a:ext uri="{FF2B5EF4-FFF2-40B4-BE49-F238E27FC236}">
                    <a16:creationId xmlns:a16="http://schemas.microsoft.com/office/drawing/2014/main" id="{D344B8CE-079B-4903-B630-3550538ECBEC}"/>
                  </a:ext>
                </a:extLst>
              </p:cNvPr>
              <p:cNvSpPr/>
              <p:nvPr/>
            </p:nvSpPr>
            <p:spPr>
              <a:xfrm>
                <a:off x="805617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0" name="object 212">
                <a:extLst>
                  <a:ext uri="{FF2B5EF4-FFF2-40B4-BE49-F238E27FC236}">
                    <a16:creationId xmlns:a16="http://schemas.microsoft.com/office/drawing/2014/main" id="{C7A6BDD9-5CBF-4F85-A64A-CB3C69460D8F}"/>
                  </a:ext>
                </a:extLst>
              </p:cNvPr>
              <p:cNvSpPr/>
              <p:nvPr/>
            </p:nvSpPr>
            <p:spPr>
              <a:xfrm>
                <a:off x="805617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1" name="object 213">
                <a:extLst>
                  <a:ext uri="{FF2B5EF4-FFF2-40B4-BE49-F238E27FC236}">
                    <a16:creationId xmlns:a16="http://schemas.microsoft.com/office/drawing/2014/main" id="{12EC9851-5CAD-47C4-9DFC-8A0F71E6B11B}"/>
                  </a:ext>
                </a:extLst>
              </p:cNvPr>
              <p:cNvSpPr/>
              <p:nvPr/>
            </p:nvSpPr>
            <p:spPr>
              <a:xfrm>
                <a:off x="816514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2" name="object 214">
                <a:extLst>
                  <a:ext uri="{FF2B5EF4-FFF2-40B4-BE49-F238E27FC236}">
                    <a16:creationId xmlns:a16="http://schemas.microsoft.com/office/drawing/2014/main" id="{4FF35EC4-D3EE-4BF9-9F45-560F590BB812}"/>
                  </a:ext>
                </a:extLst>
              </p:cNvPr>
              <p:cNvSpPr/>
              <p:nvPr/>
            </p:nvSpPr>
            <p:spPr>
              <a:xfrm>
                <a:off x="816514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3" name="object 215">
                <a:extLst>
                  <a:ext uri="{FF2B5EF4-FFF2-40B4-BE49-F238E27FC236}">
                    <a16:creationId xmlns:a16="http://schemas.microsoft.com/office/drawing/2014/main" id="{F9B69588-D004-481F-AE4D-E5ED2238CE2F}"/>
                  </a:ext>
                </a:extLst>
              </p:cNvPr>
              <p:cNvSpPr/>
              <p:nvPr/>
            </p:nvSpPr>
            <p:spPr>
              <a:xfrm>
                <a:off x="827334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4" name="object 216">
                <a:extLst>
                  <a:ext uri="{FF2B5EF4-FFF2-40B4-BE49-F238E27FC236}">
                    <a16:creationId xmlns:a16="http://schemas.microsoft.com/office/drawing/2014/main" id="{EC5AA265-BD9F-4542-9EB6-E51AF9D22BB8}"/>
                  </a:ext>
                </a:extLst>
              </p:cNvPr>
              <p:cNvSpPr/>
              <p:nvPr/>
            </p:nvSpPr>
            <p:spPr>
              <a:xfrm>
                <a:off x="827334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5" name="object 217">
                <a:extLst>
                  <a:ext uri="{FF2B5EF4-FFF2-40B4-BE49-F238E27FC236}">
                    <a16:creationId xmlns:a16="http://schemas.microsoft.com/office/drawing/2014/main" id="{94AA4A43-5FDB-414D-9826-EAE133F53291}"/>
                  </a:ext>
                </a:extLst>
              </p:cNvPr>
              <p:cNvSpPr/>
              <p:nvPr/>
            </p:nvSpPr>
            <p:spPr>
              <a:xfrm>
                <a:off x="838231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6" name="object 218">
                <a:extLst>
                  <a:ext uri="{FF2B5EF4-FFF2-40B4-BE49-F238E27FC236}">
                    <a16:creationId xmlns:a16="http://schemas.microsoft.com/office/drawing/2014/main" id="{AD5C90BC-6CF9-4D19-81D2-EB09C60C8BA0}"/>
                  </a:ext>
                </a:extLst>
              </p:cNvPr>
              <p:cNvSpPr/>
              <p:nvPr/>
            </p:nvSpPr>
            <p:spPr>
              <a:xfrm>
                <a:off x="838231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7" name="object 219">
                <a:extLst>
                  <a:ext uri="{FF2B5EF4-FFF2-40B4-BE49-F238E27FC236}">
                    <a16:creationId xmlns:a16="http://schemas.microsoft.com/office/drawing/2014/main" id="{85050FAE-EC71-4406-A689-E9958E950982}"/>
                  </a:ext>
                </a:extLst>
              </p:cNvPr>
              <p:cNvSpPr/>
              <p:nvPr/>
            </p:nvSpPr>
            <p:spPr>
              <a:xfrm>
                <a:off x="8491280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8" name="object 220">
                <a:extLst>
                  <a:ext uri="{FF2B5EF4-FFF2-40B4-BE49-F238E27FC236}">
                    <a16:creationId xmlns:a16="http://schemas.microsoft.com/office/drawing/2014/main" id="{D70DEDFC-775B-4BD2-9272-B2C6EC848567}"/>
                  </a:ext>
                </a:extLst>
              </p:cNvPr>
              <p:cNvSpPr/>
              <p:nvPr/>
            </p:nvSpPr>
            <p:spPr>
              <a:xfrm>
                <a:off x="8491280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9" name="object 221">
                <a:extLst>
                  <a:ext uri="{FF2B5EF4-FFF2-40B4-BE49-F238E27FC236}">
                    <a16:creationId xmlns:a16="http://schemas.microsoft.com/office/drawing/2014/main" id="{037182B6-1280-4823-97D6-6BB10E0D58D5}"/>
                  </a:ext>
                </a:extLst>
              </p:cNvPr>
              <p:cNvSpPr/>
              <p:nvPr/>
            </p:nvSpPr>
            <p:spPr>
              <a:xfrm>
                <a:off x="859947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0" name="object 222">
                <a:extLst>
                  <a:ext uri="{FF2B5EF4-FFF2-40B4-BE49-F238E27FC236}">
                    <a16:creationId xmlns:a16="http://schemas.microsoft.com/office/drawing/2014/main" id="{0145AB85-BC45-4BE1-B29E-941EFB10BC6C}"/>
                  </a:ext>
                </a:extLst>
              </p:cNvPr>
              <p:cNvSpPr/>
              <p:nvPr/>
            </p:nvSpPr>
            <p:spPr>
              <a:xfrm>
                <a:off x="8599472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1" name="object 223">
                <a:extLst>
                  <a:ext uri="{FF2B5EF4-FFF2-40B4-BE49-F238E27FC236}">
                    <a16:creationId xmlns:a16="http://schemas.microsoft.com/office/drawing/2014/main" id="{4DB92839-2A27-4EDF-9B66-3C9B5DDC9A12}"/>
                  </a:ext>
                </a:extLst>
              </p:cNvPr>
              <p:cNvSpPr/>
              <p:nvPr/>
            </p:nvSpPr>
            <p:spPr>
              <a:xfrm>
                <a:off x="8708437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2" name="object 224">
                <a:extLst>
                  <a:ext uri="{FF2B5EF4-FFF2-40B4-BE49-F238E27FC236}">
                    <a16:creationId xmlns:a16="http://schemas.microsoft.com/office/drawing/2014/main" id="{39BD7448-0954-4513-B8D6-1D546296C210}"/>
                  </a:ext>
                </a:extLst>
              </p:cNvPr>
              <p:cNvSpPr/>
              <p:nvPr/>
            </p:nvSpPr>
            <p:spPr>
              <a:xfrm>
                <a:off x="8708437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3" name="object 225">
                <a:extLst>
                  <a:ext uri="{FF2B5EF4-FFF2-40B4-BE49-F238E27FC236}">
                    <a16:creationId xmlns:a16="http://schemas.microsoft.com/office/drawing/2014/main" id="{32BA2095-02EF-4930-990F-A355093C2F59}"/>
                  </a:ext>
                </a:extLst>
              </p:cNvPr>
              <p:cNvSpPr/>
              <p:nvPr/>
            </p:nvSpPr>
            <p:spPr>
              <a:xfrm>
                <a:off x="881665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4" name="object 226">
                <a:extLst>
                  <a:ext uri="{FF2B5EF4-FFF2-40B4-BE49-F238E27FC236}">
                    <a16:creationId xmlns:a16="http://schemas.microsoft.com/office/drawing/2014/main" id="{C17E5113-15B6-4E4F-89AC-1C3E3274EDDC}"/>
                  </a:ext>
                </a:extLst>
              </p:cNvPr>
              <p:cNvSpPr/>
              <p:nvPr/>
            </p:nvSpPr>
            <p:spPr>
              <a:xfrm>
                <a:off x="881665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5" name="object 227">
                <a:extLst>
                  <a:ext uri="{FF2B5EF4-FFF2-40B4-BE49-F238E27FC236}">
                    <a16:creationId xmlns:a16="http://schemas.microsoft.com/office/drawing/2014/main" id="{F6DDB144-52DD-4A92-9A33-164AFCA2A001}"/>
                  </a:ext>
                </a:extLst>
              </p:cNvPr>
              <p:cNvSpPr/>
              <p:nvPr/>
            </p:nvSpPr>
            <p:spPr>
              <a:xfrm>
                <a:off x="8925620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6" name="object 228">
                <a:extLst>
                  <a:ext uri="{FF2B5EF4-FFF2-40B4-BE49-F238E27FC236}">
                    <a16:creationId xmlns:a16="http://schemas.microsoft.com/office/drawing/2014/main" id="{ADDCBF38-463B-4092-B8B9-E7C9C4F85517}"/>
                  </a:ext>
                </a:extLst>
              </p:cNvPr>
              <p:cNvSpPr/>
              <p:nvPr/>
            </p:nvSpPr>
            <p:spPr>
              <a:xfrm>
                <a:off x="8925620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7" name="object 229">
                <a:extLst>
                  <a:ext uri="{FF2B5EF4-FFF2-40B4-BE49-F238E27FC236}">
                    <a16:creationId xmlns:a16="http://schemas.microsoft.com/office/drawing/2014/main" id="{BB75FA44-1B17-406D-ADA6-577BA23A286D}"/>
                  </a:ext>
                </a:extLst>
              </p:cNvPr>
              <p:cNvSpPr/>
              <p:nvPr/>
            </p:nvSpPr>
            <p:spPr>
              <a:xfrm>
                <a:off x="903457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8" name="object 230">
                <a:extLst>
                  <a:ext uri="{FF2B5EF4-FFF2-40B4-BE49-F238E27FC236}">
                    <a16:creationId xmlns:a16="http://schemas.microsoft.com/office/drawing/2014/main" id="{FD2FFB1D-882E-4C83-821E-8CB4FB8A34E0}"/>
                  </a:ext>
                </a:extLst>
              </p:cNvPr>
              <p:cNvSpPr/>
              <p:nvPr/>
            </p:nvSpPr>
            <p:spPr>
              <a:xfrm>
                <a:off x="9034574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9" name="object 231">
                <a:extLst>
                  <a:ext uri="{FF2B5EF4-FFF2-40B4-BE49-F238E27FC236}">
                    <a16:creationId xmlns:a16="http://schemas.microsoft.com/office/drawing/2014/main" id="{F142E434-6057-46D0-A927-65E5910B912C}"/>
                  </a:ext>
                </a:extLst>
              </p:cNvPr>
              <p:cNvSpPr/>
              <p:nvPr/>
            </p:nvSpPr>
            <p:spPr>
              <a:xfrm>
                <a:off x="914277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0" name="object 232">
                <a:extLst>
                  <a:ext uri="{FF2B5EF4-FFF2-40B4-BE49-F238E27FC236}">
                    <a16:creationId xmlns:a16="http://schemas.microsoft.com/office/drawing/2014/main" id="{69A57381-859D-4C7F-A9C4-6C8F897A3ED7}"/>
                  </a:ext>
                </a:extLst>
              </p:cNvPr>
              <p:cNvSpPr/>
              <p:nvPr/>
            </p:nvSpPr>
            <p:spPr>
              <a:xfrm>
                <a:off x="914277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1" name="object 233">
                <a:extLst>
                  <a:ext uri="{FF2B5EF4-FFF2-40B4-BE49-F238E27FC236}">
                    <a16:creationId xmlns:a16="http://schemas.microsoft.com/office/drawing/2014/main" id="{2E2DB211-4875-4703-86B0-889FE0DDEE25}"/>
                  </a:ext>
                </a:extLst>
              </p:cNvPr>
              <p:cNvSpPr/>
              <p:nvPr/>
            </p:nvSpPr>
            <p:spPr>
              <a:xfrm>
                <a:off x="9251756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2" name="object 234">
                <a:extLst>
                  <a:ext uri="{FF2B5EF4-FFF2-40B4-BE49-F238E27FC236}">
                    <a16:creationId xmlns:a16="http://schemas.microsoft.com/office/drawing/2014/main" id="{C78F09A3-5995-4906-B954-03C68EF93352}"/>
                  </a:ext>
                </a:extLst>
              </p:cNvPr>
              <p:cNvSpPr/>
              <p:nvPr/>
            </p:nvSpPr>
            <p:spPr>
              <a:xfrm>
                <a:off x="9251756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3" name="object 235">
                <a:extLst>
                  <a:ext uri="{FF2B5EF4-FFF2-40B4-BE49-F238E27FC236}">
                    <a16:creationId xmlns:a16="http://schemas.microsoft.com/office/drawing/2014/main" id="{5F5E569E-2131-4A84-ADF9-FDF37C5678DC}"/>
                  </a:ext>
                </a:extLst>
              </p:cNvPr>
              <p:cNvSpPr/>
              <p:nvPr/>
            </p:nvSpPr>
            <p:spPr>
              <a:xfrm>
                <a:off x="935994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4" name="object 236">
                <a:extLst>
                  <a:ext uri="{FF2B5EF4-FFF2-40B4-BE49-F238E27FC236}">
                    <a16:creationId xmlns:a16="http://schemas.microsoft.com/office/drawing/2014/main" id="{609E7B34-CF6B-4F90-935E-C29EC79E6F29}"/>
                  </a:ext>
                </a:extLst>
              </p:cNvPr>
              <p:cNvSpPr/>
              <p:nvPr/>
            </p:nvSpPr>
            <p:spPr>
              <a:xfrm>
                <a:off x="9359948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5" name="object 237">
                <a:extLst>
                  <a:ext uri="{FF2B5EF4-FFF2-40B4-BE49-F238E27FC236}">
                    <a16:creationId xmlns:a16="http://schemas.microsoft.com/office/drawing/2014/main" id="{F0AC2001-FBB2-45A9-9495-57BE28541701}"/>
                  </a:ext>
                </a:extLst>
              </p:cNvPr>
              <p:cNvSpPr/>
              <p:nvPr/>
            </p:nvSpPr>
            <p:spPr>
              <a:xfrm>
                <a:off x="946891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6" name="object 238">
                <a:extLst>
                  <a:ext uri="{FF2B5EF4-FFF2-40B4-BE49-F238E27FC236}">
                    <a16:creationId xmlns:a16="http://schemas.microsoft.com/office/drawing/2014/main" id="{E0106368-7DAF-4D77-A77A-531B4C7ABC05}"/>
                  </a:ext>
                </a:extLst>
              </p:cNvPr>
              <p:cNvSpPr/>
              <p:nvPr/>
            </p:nvSpPr>
            <p:spPr>
              <a:xfrm>
                <a:off x="9468914" y="455851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7" name="object 239">
                <a:extLst>
                  <a:ext uri="{FF2B5EF4-FFF2-40B4-BE49-F238E27FC236}">
                    <a16:creationId xmlns:a16="http://schemas.microsoft.com/office/drawing/2014/main" id="{BFFEDE1A-797E-4EAF-8B98-8624F54721E1}"/>
                  </a:ext>
                </a:extLst>
              </p:cNvPr>
              <p:cNvSpPr/>
              <p:nvPr/>
            </p:nvSpPr>
            <p:spPr>
              <a:xfrm>
                <a:off x="9577892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8" name="object 240">
                <a:extLst>
                  <a:ext uri="{FF2B5EF4-FFF2-40B4-BE49-F238E27FC236}">
                    <a16:creationId xmlns:a16="http://schemas.microsoft.com/office/drawing/2014/main" id="{169162C9-C39F-4E7E-9BFC-2CD5E750FE4B}"/>
                  </a:ext>
                </a:extLst>
              </p:cNvPr>
              <p:cNvSpPr/>
              <p:nvPr/>
            </p:nvSpPr>
            <p:spPr>
              <a:xfrm>
                <a:off x="9577892" y="4558517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39" name="object 241">
                <a:extLst>
                  <a:ext uri="{FF2B5EF4-FFF2-40B4-BE49-F238E27FC236}">
                    <a16:creationId xmlns:a16="http://schemas.microsoft.com/office/drawing/2014/main" id="{2A181664-BB92-48E6-BF9E-8F01891B4F2D}"/>
                  </a:ext>
                </a:extLst>
              </p:cNvPr>
              <p:cNvSpPr/>
              <p:nvPr/>
            </p:nvSpPr>
            <p:spPr>
              <a:xfrm>
                <a:off x="6969566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0" name="object 242">
                <a:extLst>
                  <a:ext uri="{FF2B5EF4-FFF2-40B4-BE49-F238E27FC236}">
                    <a16:creationId xmlns:a16="http://schemas.microsoft.com/office/drawing/2014/main" id="{79EC5731-8AB5-498B-8EA8-AD8DFB45BA18}"/>
                  </a:ext>
                </a:extLst>
              </p:cNvPr>
              <p:cNvSpPr/>
              <p:nvPr/>
            </p:nvSpPr>
            <p:spPr>
              <a:xfrm>
                <a:off x="6969566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1" name="object 243">
                <a:extLst>
                  <a:ext uri="{FF2B5EF4-FFF2-40B4-BE49-F238E27FC236}">
                    <a16:creationId xmlns:a16="http://schemas.microsoft.com/office/drawing/2014/main" id="{E3D87B13-9841-461B-B41C-8A49C935CEEC}"/>
                  </a:ext>
                </a:extLst>
              </p:cNvPr>
              <p:cNvSpPr/>
              <p:nvPr/>
            </p:nvSpPr>
            <p:spPr>
              <a:xfrm>
                <a:off x="7078532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2" name="object 244">
                <a:extLst>
                  <a:ext uri="{FF2B5EF4-FFF2-40B4-BE49-F238E27FC236}">
                    <a16:creationId xmlns:a16="http://schemas.microsoft.com/office/drawing/2014/main" id="{B468620D-5C7C-4831-AD26-70BAD78BF341}"/>
                  </a:ext>
                </a:extLst>
              </p:cNvPr>
              <p:cNvSpPr/>
              <p:nvPr/>
            </p:nvSpPr>
            <p:spPr>
              <a:xfrm>
                <a:off x="7078532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3" name="object 245">
                <a:extLst>
                  <a:ext uri="{FF2B5EF4-FFF2-40B4-BE49-F238E27FC236}">
                    <a16:creationId xmlns:a16="http://schemas.microsoft.com/office/drawing/2014/main" id="{B958BCF6-9E28-4AE8-AD1D-5EE02CBE77BE}"/>
                  </a:ext>
                </a:extLst>
              </p:cNvPr>
              <p:cNvSpPr/>
              <p:nvPr/>
            </p:nvSpPr>
            <p:spPr>
              <a:xfrm>
                <a:off x="7186736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4" name="object 246">
                <a:extLst>
                  <a:ext uri="{FF2B5EF4-FFF2-40B4-BE49-F238E27FC236}">
                    <a16:creationId xmlns:a16="http://schemas.microsoft.com/office/drawing/2014/main" id="{20C3C70E-B07B-4B75-A2D9-88A42E92A28F}"/>
                  </a:ext>
                </a:extLst>
              </p:cNvPr>
              <p:cNvSpPr/>
              <p:nvPr/>
            </p:nvSpPr>
            <p:spPr>
              <a:xfrm>
                <a:off x="7186736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5" name="object 247">
                <a:extLst>
                  <a:ext uri="{FF2B5EF4-FFF2-40B4-BE49-F238E27FC236}">
                    <a16:creationId xmlns:a16="http://schemas.microsoft.com/office/drawing/2014/main" id="{9C568E28-06B7-4232-9601-8FBD24A603F0}"/>
                  </a:ext>
                </a:extLst>
              </p:cNvPr>
              <p:cNvSpPr/>
              <p:nvPr/>
            </p:nvSpPr>
            <p:spPr>
              <a:xfrm>
                <a:off x="729570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6" name="object 248">
                <a:extLst>
                  <a:ext uri="{FF2B5EF4-FFF2-40B4-BE49-F238E27FC236}">
                    <a16:creationId xmlns:a16="http://schemas.microsoft.com/office/drawing/2014/main" id="{9B7DB979-2523-4167-971F-8CD7EE239E96}"/>
                  </a:ext>
                </a:extLst>
              </p:cNvPr>
              <p:cNvSpPr/>
              <p:nvPr/>
            </p:nvSpPr>
            <p:spPr>
              <a:xfrm>
                <a:off x="729570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7" name="object 249">
                <a:extLst>
                  <a:ext uri="{FF2B5EF4-FFF2-40B4-BE49-F238E27FC236}">
                    <a16:creationId xmlns:a16="http://schemas.microsoft.com/office/drawing/2014/main" id="{9D983DE0-A912-4F1C-899C-B4DBDC03E665}"/>
                  </a:ext>
                </a:extLst>
              </p:cNvPr>
              <p:cNvSpPr/>
              <p:nvPr/>
            </p:nvSpPr>
            <p:spPr>
              <a:xfrm>
                <a:off x="7404668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8" name="object 250">
                <a:extLst>
                  <a:ext uri="{FF2B5EF4-FFF2-40B4-BE49-F238E27FC236}">
                    <a16:creationId xmlns:a16="http://schemas.microsoft.com/office/drawing/2014/main" id="{A0E03A1D-032C-4F23-8818-B817EC7CDF55}"/>
                  </a:ext>
                </a:extLst>
              </p:cNvPr>
              <p:cNvSpPr/>
              <p:nvPr/>
            </p:nvSpPr>
            <p:spPr>
              <a:xfrm>
                <a:off x="7404668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9" name="object 251">
                <a:extLst>
                  <a:ext uri="{FF2B5EF4-FFF2-40B4-BE49-F238E27FC236}">
                    <a16:creationId xmlns:a16="http://schemas.microsoft.com/office/drawing/2014/main" id="{80B2CCBB-8EEA-40ED-B589-6AFD6884A1DF}"/>
                  </a:ext>
                </a:extLst>
              </p:cNvPr>
              <p:cNvSpPr/>
              <p:nvPr/>
            </p:nvSpPr>
            <p:spPr>
              <a:xfrm>
                <a:off x="751287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0" name="object 252">
                <a:extLst>
                  <a:ext uri="{FF2B5EF4-FFF2-40B4-BE49-F238E27FC236}">
                    <a16:creationId xmlns:a16="http://schemas.microsoft.com/office/drawing/2014/main" id="{1CF68118-6345-44A8-8F8B-82D86439A347}"/>
                  </a:ext>
                </a:extLst>
              </p:cNvPr>
              <p:cNvSpPr/>
              <p:nvPr/>
            </p:nvSpPr>
            <p:spPr>
              <a:xfrm>
                <a:off x="751287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1" name="object 253">
                <a:extLst>
                  <a:ext uri="{FF2B5EF4-FFF2-40B4-BE49-F238E27FC236}">
                    <a16:creationId xmlns:a16="http://schemas.microsoft.com/office/drawing/2014/main" id="{199BCFB6-E1B0-45FA-AF5D-037A6BDB366A}"/>
                  </a:ext>
                </a:extLst>
              </p:cNvPr>
              <p:cNvSpPr/>
              <p:nvPr/>
            </p:nvSpPr>
            <p:spPr>
              <a:xfrm>
                <a:off x="7621838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2" name="object 254">
                <a:extLst>
                  <a:ext uri="{FF2B5EF4-FFF2-40B4-BE49-F238E27FC236}">
                    <a16:creationId xmlns:a16="http://schemas.microsoft.com/office/drawing/2014/main" id="{879F2B8A-007C-404D-99FE-465BACFD804E}"/>
                  </a:ext>
                </a:extLst>
              </p:cNvPr>
              <p:cNvSpPr/>
              <p:nvPr/>
            </p:nvSpPr>
            <p:spPr>
              <a:xfrm>
                <a:off x="7621838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3" name="object 255">
                <a:extLst>
                  <a:ext uri="{FF2B5EF4-FFF2-40B4-BE49-F238E27FC236}">
                    <a16:creationId xmlns:a16="http://schemas.microsoft.com/office/drawing/2014/main" id="{1FA830B7-23F1-4E02-A4AE-3860F7C31044}"/>
                  </a:ext>
                </a:extLst>
              </p:cNvPr>
              <p:cNvSpPr/>
              <p:nvPr/>
            </p:nvSpPr>
            <p:spPr>
              <a:xfrm>
                <a:off x="773004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4" name="object 256">
                <a:extLst>
                  <a:ext uri="{FF2B5EF4-FFF2-40B4-BE49-F238E27FC236}">
                    <a16:creationId xmlns:a16="http://schemas.microsoft.com/office/drawing/2014/main" id="{D8A9DAC6-C552-447E-823C-C654E54F8858}"/>
                  </a:ext>
                </a:extLst>
              </p:cNvPr>
              <p:cNvSpPr/>
              <p:nvPr/>
            </p:nvSpPr>
            <p:spPr>
              <a:xfrm>
                <a:off x="773004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5" name="object 257">
                <a:extLst>
                  <a:ext uri="{FF2B5EF4-FFF2-40B4-BE49-F238E27FC236}">
                    <a16:creationId xmlns:a16="http://schemas.microsoft.com/office/drawing/2014/main" id="{C159D0CB-AF4F-4A5F-BC71-DEDEEE5B73E2}"/>
                  </a:ext>
                </a:extLst>
              </p:cNvPr>
              <p:cNvSpPr/>
              <p:nvPr/>
            </p:nvSpPr>
            <p:spPr>
              <a:xfrm>
                <a:off x="783900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6" name="object 258">
                <a:extLst>
                  <a:ext uri="{FF2B5EF4-FFF2-40B4-BE49-F238E27FC236}">
                    <a16:creationId xmlns:a16="http://schemas.microsoft.com/office/drawing/2014/main" id="{3DB40FC1-EE5B-4D0D-A5D4-626FA31CFA57}"/>
                  </a:ext>
                </a:extLst>
              </p:cNvPr>
              <p:cNvSpPr/>
              <p:nvPr/>
            </p:nvSpPr>
            <p:spPr>
              <a:xfrm>
                <a:off x="783900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7" name="object 259">
                <a:extLst>
                  <a:ext uri="{FF2B5EF4-FFF2-40B4-BE49-F238E27FC236}">
                    <a16:creationId xmlns:a16="http://schemas.microsoft.com/office/drawing/2014/main" id="{77D9562C-1911-4324-979E-199DA939E12A}"/>
                  </a:ext>
                </a:extLst>
              </p:cNvPr>
              <p:cNvSpPr/>
              <p:nvPr/>
            </p:nvSpPr>
            <p:spPr>
              <a:xfrm>
                <a:off x="794797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8" name="object 260">
                <a:extLst>
                  <a:ext uri="{FF2B5EF4-FFF2-40B4-BE49-F238E27FC236}">
                    <a16:creationId xmlns:a16="http://schemas.microsoft.com/office/drawing/2014/main" id="{8D387A96-3816-4CB9-A829-AD36886CDB33}"/>
                  </a:ext>
                </a:extLst>
              </p:cNvPr>
              <p:cNvSpPr/>
              <p:nvPr/>
            </p:nvSpPr>
            <p:spPr>
              <a:xfrm>
                <a:off x="794797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59" name="object 261">
                <a:extLst>
                  <a:ext uri="{FF2B5EF4-FFF2-40B4-BE49-F238E27FC236}">
                    <a16:creationId xmlns:a16="http://schemas.microsoft.com/office/drawing/2014/main" id="{46D29BDC-3D12-494E-B22E-7467B897E44D}"/>
                  </a:ext>
                </a:extLst>
              </p:cNvPr>
              <p:cNvSpPr/>
              <p:nvPr/>
            </p:nvSpPr>
            <p:spPr>
              <a:xfrm>
                <a:off x="805617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0" name="object 262">
                <a:extLst>
                  <a:ext uri="{FF2B5EF4-FFF2-40B4-BE49-F238E27FC236}">
                    <a16:creationId xmlns:a16="http://schemas.microsoft.com/office/drawing/2014/main" id="{3C368CBF-9D13-4E23-BDD2-B912369E89A8}"/>
                  </a:ext>
                </a:extLst>
              </p:cNvPr>
              <p:cNvSpPr/>
              <p:nvPr/>
            </p:nvSpPr>
            <p:spPr>
              <a:xfrm>
                <a:off x="805617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1" name="object 263">
                <a:extLst>
                  <a:ext uri="{FF2B5EF4-FFF2-40B4-BE49-F238E27FC236}">
                    <a16:creationId xmlns:a16="http://schemas.microsoft.com/office/drawing/2014/main" id="{AAF67210-D6BC-4CEB-8555-491C3BF8D1F6}"/>
                  </a:ext>
                </a:extLst>
              </p:cNvPr>
              <p:cNvSpPr/>
              <p:nvPr/>
            </p:nvSpPr>
            <p:spPr>
              <a:xfrm>
                <a:off x="816514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2" name="object 264">
                <a:extLst>
                  <a:ext uri="{FF2B5EF4-FFF2-40B4-BE49-F238E27FC236}">
                    <a16:creationId xmlns:a16="http://schemas.microsoft.com/office/drawing/2014/main" id="{D199B60A-2098-401C-98F8-6101775475E0}"/>
                  </a:ext>
                </a:extLst>
              </p:cNvPr>
              <p:cNvSpPr/>
              <p:nvPr/>
            </p:nvSpPr>
            <p:spPr>
              <a:xfrm>
                <a:off x="816514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3" name="object 265">
                <a:extLst>
                  <a:ext uri="{FF2B5EF4-FFF2-40B4-BE49-F238E27FC236}">
                    <a16:creationId xmlns:a16="http://schemas.microsoft.com/office/drawing/2014/main" id="{53881943-EB67-4010-8D7A-91215EE3B5AE}"/>
                  </a:ext>
                </a:extLst>
              </p:cNvPr>
              <p:cNvSpPr/>
              <p:nvPr/>
            </p:nvSpPr>
            <p:spPr>
              <a:xfrm>
                <a:off x="827334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4" name="object 266">
                <a:extLst>
                  <a:ext uri="{FF2B5EF4-FFF2-40B4-BE49-F238E27FC236}">
                    <a16:creationId xmlns:a16="http://schemas.microsoft.com/office/drawing/2014/main" id="{A6534D42-8699-4592-AF57-FB76AB3B0EF3}"/>
                  </a:ext>
                </a:extLst>
              </p:cNvPr>
              <p:cNvSpPr/>
              <p:nvPr/>
            </p:nvSpPr>
            <p:spPr>
              <a:xfrm>
                <a:off x="827334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5" name="object 267">
                <a:extLst>
                  <a:ext uri="{FF2B5EF4-FFF2-40B4-BE49-F238E27FC236}">
                    <a16:creationId xmlns:a16="http://schemas.microsoft.com/office/drawing/2014/main" id="{C77DEAD1-A011-4AC9-B4E9-56510E0C399D}"/>
                  </a:ext>
                </a:extLst>
              </p:cNvPr>
              <p:cNvSpPr/>
              <p:nvPr/>
            </p:nvSpPr>
            <p:spPr>
              <a:xfrm>
                <a:off x="838231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6" name="object 268">
                <a:extLst>
                  <a:ext uri="{FF2B5EF4-FFF2-40B4-BE49-F238E27FC236}">
                    <a16:creationId xmlns:a16="http://schemas.microsoft.com/office/drawing/2014/main" id="{86FA0D44-1F5A-4025-BC85-4F888DE8B48E}"/>
                  </a:ext>
                </a:extLst>
              </p:cNvPr>
              <p:cNvSpPr/>
              <p:nvPr/>
            </p:nvSpPr>
            <p:spPr>
              <a:xfrm>
                <a:off x="838231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7" name="object 269">
                <a:extLst>
                  <a:ext uri="{FF2B5EF4-FFF2-40B4-BE49-F238E27FC236}">
                    <a16:creationId xmlns:a16="http://schemas.microsoft.com/office/drawing/2014/main" id="{131D9CD2-FABD-423F-9947-FEA497C2AD37}"/>
                  </a:ext>
                </a:extLst>
              </p:cNvPr>
              <p:cNvSpPr/>
              <p:nvPr/>
            </p:nvSpPr>
            <p:spPr>
              <a:xfrm>
                <a:off x="8491280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8" name="object 270">
                <a:extLst>
                  <a:ext uri="{FF2B5EF4-FFF2-40B4-BE49-F238E27FC236}">
                    <a16:creationId xmlns:a16="http://schemas.microsoft.com/office/drawing/2014/main" id="{CE6C135C-2E4D-41A3-A67B-BD3CA20ED9C6}"/>
                  </a:ext>
                </a:extLst>
              </p:cNvPr>
              <p:cNvSpPr/>
              <p:nvPr/>
            </p:nvSpPr>
            <p:spPr>
              <a:xfrm>
                <a:off x="8491280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9" name="object 271">
                <a:extLst>
                  <a:ext uri="{FF2B5EF4-FFF2-40B4-BE49-F238E27FC236}">
                    <a16:creationId xmlns:a16="http://schemas.microsoft.com/office/drawing/2014/main" id="{8B85C57A-5B5D-43FA-B255-F92127387707}"/>
                  </a:ext>
                </a:extLst>
              </p:cNvPr>
              <p:cNvSpPr/>
              <p:nvPr/>
            </p:nvSpPr>
            <p:spPr>
              <a:xfrm>
                <a:off x="859947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0" name="object 272">
                <a:extLst>
                  <a:ext uri="{FF2B5EF4-FFF2-40B4-BE49-F238E27FC236}">
                    <a16:creationId xmlns:a16="http://schemas.microsoft.com/office/drawing/2014/main" id="{792FC4AA-B264-4221-9EA0-373CF7A40ACF}"/>
                  </a:ext>
                </a:extLst>
              </p:cNvPr>
              <p:cNvSpPr/>
              <p:nvPr/>
            </p:nvSpPr>
            <p:spPr>
              <a:xfrm>
                <a:off x="8599472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1" name="object 273">
                <a:extLst>
                  <a:ext uri="{FF2B5EF4-FFF2-40B4-BE49-F238E27FC236}">
                    <a16:creationId xmlns:a16="http://schemas.microsoft.com/office/drawing/2014/main" id="{A383E722-315E-4763-B984-9C37305D5E53}"/>
                  </a:ext>
                </a:extLst>
              </p:cNvPr>
              <p:cNvSpPr/>
              <p:nvPr/>
            </p:nvSpPr>
            <p:spPr>
              <a:xfrm>
                <a:off x="8708437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2" name="object 274">
                <a:extLst>
                  <a:ext uri="{FF2B5EF4-FFF2-40B4-BE49-F238E27FC236}">
                    <a16:creationId xmlns:a16="http://schemas.microsoft.com/office/drawing/2014/main" id="{647F29B3-7D46-46A8-AAA4-58379FBC5A0E}"/>
                  </a:ext>
                </a:extLst>
              </p:cNvPr>
              <p:cNvSpPr/>
              <p:nvPr/>
            </p:nvSpPr>
            <p:spPr>
              <a:xfrm>
                <a:off x="8708437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3" name="object 275">
                <a:extLst>
                  <a:ext uri="{FF2B5EF4-FFF2-40B4-BE49-F238E27FC236}">
                    <a16:creationId xmlns:a16="http://schemas.microsoft.com/office/drawing/2014/main" id="{A53AA163-0B45-490A-8ED0-645AEE10956C}"/>
                  </a:ext>
                </a:extLst>
              </p:cNvPr>
              <p:cNvSpPr/>
              <p:nvPr/>
            </p:nvSpPr>
            <p:spPr>
              <a:xfrm>
                <a:off x="881665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4" name="object 276">
                <a:extLst>
                  <a:ext uri="{FF2B5EF4-FFF2-40B4-BE49-F238E27FC236}">
                    <a16:creationId xmlns:a16="http://schemas.microsoft.com/office/drawing/2014/main" id="{2A2052F8-0653-4F88-8065-2B5B4994AFC3}"/>
                  </a:ext>
                </a:extLst>
              </p:cNvPr>
              <p:cNvSpPr/>
              <p:nvPr/>
            </p:nvSpPr>
            <p:spPr>
              <a:xfrm>
                <a:off x="881665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5" name="object 277">
                <a:extLst>
                  <a:ext uri="{FF2B5EF4-FFF2-40B4-BE49-F238E27FC236}">
                    <a16:creationId xmlns:a16="http://schemas.microsoft.com/office/drawing/2014/main" id="{8CB540D2-8FA4-4B9E-B5F8-FC2C59F23237}"/>
                  </a:ext>
                </a:extLst>
              </p:cNvPr>
              <p:cNvSpPr/>
              <p:nvPr/>
            </p:nvSpPr>
            <p:spPr>
              <a:xfrm>
                <a:off x="8925620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6" name="object 278">
                <a:extLst>
                  <a:ext uri="{FF2B5EF4-FFF2-40B4-BE49-F238E27FC236}">
                    <a16:creationId xmlns:a16="http://schemas.microsoft.com/office/drawing/2014/main" id="{9FBF106A-43A2-46D2-94BF-B1B783A66298}"/>
                  </a:ext>
                </a:extLst>
              </p:cNvPr>
              <p:cNvSpPr/>
              <p:nvPr/>
            </p:nvSpPr>
            <p:spPr>
              <a:xfrm>
                <a:off x="8925620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7" name="object 279">
                <a:extLst>
                  <a:ext uri="{FF2B5EF4-FFF2-40B4-BE49-F238E27FC236}">
                    <a16:creationId xmlns:a16="http://schemas.microsoft.com/office/drawing/2014/main" id="{DFAA202F-290C-43D6-AF02-916B69B879CC}"/>
                  </a:ext>
                </a:extLst>
              </p:cNvPr>
              <p:cNvSpPr/>
              <p:nvPr/>
            </p:nvSpPr>
            <p:spPr>
              <a:xfrm>
                <a:off x="903457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8" name="object 280">
                <a:extLst>
                  <a:ext uri="{FF2B5EF4-FFF2-40B4-BE49-F238E27FC236}">
                    <a16:creationId xmlns:a16="http://schemas.microsoft.com/office/drawing/2014/main" id="{36638C44-58BF-4DCF-8523-2C64C114E169}"/>
                  </a:ext>
                </a:extLst>
              </p:cNvPr>
              <p:cNvSpPr/>
              <p:nvPr/>
            </p:nvSpPr>
            <p:spPr>
              <a:xfrm>
                <a:off x="9034574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9" name="object 281">
                <a:extLst>
                  <a:ext uri="{FF2B5EF4-FFF2-40B4-BE49-F238E27FC236}">
                    <a16:creationId xmlns:a16="http://schemas.microsoft.com/office/drawing/2014/main" id="{25B74F33-47A6-457F-8D2D-0AB874AF8EB8}"/>
                  </a:ext>
                </a:extLst>
              </p:cNvPr>
              <p:cNvSpPr/>
              <p:nvPr/>
            </p:nvSpPr>
            <p:spPr>
              <a:xfrm>
                <a:off x="914277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0" name="object 282">
                <a:extLst>
                  <a:ext uri="{FF2B5EF4-FFF2-40B4-BE49-F238E27FC236}">
                    <a16:creationId xmlns:a16="http://schemas.microsoft.com/office/drawing/2014/main" id="{B0ED4078-FE06-4DDD-9D03-FF82E55CD7E6}"/>
                  </a:ext>
                </a:extLst>
              </p:cNvPr>
              <p:cNvSpPr/>
              <p:nvPr/>
            </p:nvSpPr>
            <p:spPr>
              <a:xfrm>
                <a:off x="914277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1" name="object 283">
                <a:extLst>
                  <a:ext uri="{FF2B5EF4-FFF2-40B4-BE49-F238E27FC236}">
                    <a16:creationId xmlns:a16="http://schemas.microsoft.com/office/drawing/2014/main" id="{8E3CAF25-40DD-423E-907E-0C8775889BE8}"/>
                  </a:ext>
                </a:extLst>
              </p:cNvPr>
              <p:cNvSpPr/>
              <p:nvPr/>
            </p:nvSpPr>
            <p:spPr>
              <a:xfrm>
                <a:off x="9251756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2" name="object 284">
                <a:extLst>
                  <a:ext uri="{FF2B5EF4-FFF2-40B4-BE49-F238E27FC236}">
                    <a16:creationId xmlns:a16="http://schemas.microsoft.com/office/drawing/2014/main" id="{6A5F764A-40D5-4449-8D65-A1FE29ADCF77}"/>
                  </a:ext>
                </a:extLst>
              </p:cNvPr>
              <p:cNvSpPr/>
              <p:nvPr/>
            </p:nvSpPr>
            <p:spPr>
              <a:xfrm>
                <a:off x="9251756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3" name="object 285">
                <a:extLst>
                  <a:ext uri="{FF2B5EF4-FFF2-40B4-BE49-F238E27FC236}">
                    <a16:creationId xmlns:a16="http://schemas.microsoft.com/office/drawing/2014/main" id="{4794A562-DECD-4C53-B95C-1B60332E0857}"/>
                  </a:ext>
                </a:extLst>
              </p:cNvPr>
              <p:cNvSpPr/>
              <p:nvPr/>
            </p:nvSpPr>
            <p:spPr>
              <a:xfrm>
                <a:off x="935994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4" name="object 286">
                <a:extLst>
                  <a:ext uri="{FF2B5EF4-FFF2-40B4-BE49-F238E27FC236}">
                    <a16:creationId xmlns:a16="http://schemas.microsoft.com/office/drawing/2014/main" id="{32D74809-8D1C-4DB9-829A-42028D322F8C}"/>
                  </a:ext>
                </a:extLst>
              </p:cNvPr>
              <p:cNvSpPr/>
              <p:nvPr/>
            </p:nvSpPr>
            <p:spPr>
              <a:xfrm>
                <a:off x="9359948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5" name="object 287">
                <a:extLst>
                  <a:ext uri="{FF2B5EF4-FFF2-40B4-BE49-F238E27FC236}">
                    <a16:creationId xmlns:a16="http://schemas.microsoft.com/office/drawing/2014/main" id="{BAC543DE-E33D-483D-B2E7-B9255ABDE645}"/>
                  </a:ext>
                </a:extLst>
              </p:cNvPr>
              <p:cNvSpPr/>
              <p:nvPr/>
            </p:nvSpPr>
            <p:spPr>
              <a:xfrm>
                <a:off x="946891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6" name="object 288">
                <a:extLst>
                  <a:ext uri="{FF2B5EF4-FFF2-40B4-BE49-F238E27FC236}">
                    <a16:creationId xmlns:a16="http://schemas.microsoft.com/office/drawing/2014/main" id="{AABEF5D7-386A-4136-ABDE-733D20C7D7AC}"/>
                  </a:ext>
                </a:extLst>
              </p:cNvPr>
              <p:cNvSpPr/>
              <p:nvPr/>
            </p:nvSpPr>
            <p:spPr>
              <a:xfrm>
                <a:off x="9468914" y="466748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7" name="object 289">
                <a:extLst>
                  <a:ext uri="{FF2B5EF4-FFF2-40B4-BE49-F238E27FC236}">
                    <a16:creationId xmlns:a16="http://schemas.microsoft.com/office/drawing/2014/main" id="{9D506721-9D3B-4AAD-8E78-C9B8CE3BFA27}"/>
                  </a:ext>
                </a:extLst>
              </p:cNvPr>
              <p:cNvSpPr/>
              <p:nvPr/>
            </p:nvSpPr>
            <p:spPr>
              <a:xfrm>
                <a:off x="9577892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8" name="object 290">
                <a:extLst>
                  <a:ext uri="{FF2B5EF4-FFF2-40B4-BE49-F238E27FC236}">
                    <a16:creationId xmlns:a16="http://schemas.microsoft.com/office/drawing/2014/main" id="{FEBAFCD7-1D86-4029-A4BA-D95482677914}"/>
                  </a:ext>
                </a:extLst>
              </p:cNvPr>
              <p:cNvSpPr/>
              <p:nvPr/>
            </p:nvSpPr>
            <p:spPr>
              <a:xfrm>
                <a:off x="9577892" y="466748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9" name="object 291">
                <a:extLst>
                  <a:ext uri="{FF2B5EF4-FFF2-40B4-BE49-F238E27FC236}">
                    <a16:creationId xmlns:a16="http://schemas.microsoft.com/office/drawing/2014/main" id="{F74877E1-BFFC-42FC-828E-CCEABFAE1534}"/>
                  </a:ext>
                </a:extLst>
              </p:cNvPr>
              <p:cNvSpPr/>
              <p:nvPr/>
            </p:nvSpPr>
            <p:spPr>
              <a:xfrm>
                <a:off x="6969566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0" name="object 292">
                <a:extLst>
                  <a:ext uri="{FF2B5EF4-FFF2-40B4-BE49-F238E27FC236}">
                    <a16:creationId xmlns:a16="http://schemas.microsoft.com/office/drawing/2014/main" id="{50B5D545-8C5B-4B2B-978C-DB002D6A596F}"/>
                  </a:ext>
                </a:extLst>
              </p:cNvPr>
              <p:cNvSpPr/>
              <p:nvPr/>
            </p:nvSpPr>
            <p:spPr>
              <a:xfrm>
                <a:off x="6969566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1" name="object 293">
                <a:extLst>
                  <a:ext uri="{FF2B5EF4-FFF2-40B4-BE49-F238E27FC236}">
                    <a16:creationId xmlns:a16="http://schemas.microsoft.com/office/drawing/2014/main" id="{0E708166-61EE-4E38-B90A-514F7003C58C}"/>
                  </a:ext>
                </a:extLst>
              </p:cNvPr>
              <p:cNvSpPr/>
              <p:nvPr/>
            </p:nvSpPr>
            <p:spPr>
              <a:xfrm>
                <a:off x="7078532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2" name="object 294">
                <a:extLst>
                  <a:ext uri="{FF2B5EF4-FFF2-40B4-BE49-F238E27FC236}">
                    <a16:creationId xmlns:a16="http://schemas.microsoft.com/office/drawing/2014/main" id="{992CA599-4050-41A4-946F-537F50B2EA2F}"/>
                  </a:ext>
                </a:extLst>
              </p:cNvPr>
              <p:cNvSpPr/>
              <p:nvPr/>
            </p:nvSpPr>
            <p:spPr>
              <a:xfrm>
                <a:off x="7078532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3" name="object 295">
                <a:extLst>
                  <a:ext uri="{FF2B5EF4-FFF2-40B4-BE49-F238E27FC236}">
                    <a16:creationId xmlns:a16="http://schemas.microsoft.com/office/drawing/2014/main" id="{A2E74180-46BA-45AC-832A-BFEA2EC09E2B}"/>
                  </a:ext>
                </a:extLst>
              </p:cNvPr>
              <p:cNvSpPr/>
              <p:nvPr/>
            </p:nvSpPr>
            <p:spPr>
              <a:xfrm>
                <a:off x="7186736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4" name="object 296">
                <a:extLst>
                  <a:ext uri="{FF2B5EF4-FFF2-40B4-BE49-F238E27FC236}">
                    <a16:creationId xmlns:a16="http://schemas.microsoft.com/office/drawing/2014/main" id="{E9E31ADB-4016-4867-BE97-0E21F03F08CC}"/>
                  </a:ext>
                </a:extLst>
              </p:cNvPr>
              <p:cNvSpPr/>
              <p:nvPr/>
            </p:nvSpPr>
            <p:spPr>
              <a:xfrm>
                <a:off x="7186736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5" name="object 297">
                <a:extLst>
                  <a:ext uri="{FF2B5EF4-FFF2-40B4-BE49-F238E27FC236}">
                    <a16:creationId xmlns:a16="http://schemas.microsoft.com/office/drawing/2014/main" id="{120EFCD1-5DD1-40F0-8B2D-F11BD586ED25}"/>
                  </a:ext>
                </a:extLst>
              </p:cNvPr>
              <p:cNvSpPr/>
              <p:nvPr/>
            </p:nvSpPr>
            <p:spPr>
              <a:xfrm>
                <a:off x="729570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6" name="object 298">
                <a:extLst>
                  <a:ext uri="{FF2B5EF4-FFF2-40B4-BE49-F238E27FC236}">
                    <a16:creationId xmlns:a16="http://schemas.microsoft.com/office/drawing/2014/main" id="{58A84EDC-FFE3-4149-B99B-67DF282EC2B3}"/>
                  </a:ext>
                </a:extLst>
              </p:cNvPr>
              <p:cNvSpPr/>
              <p:nvPr/>
            </p:nvSpPr>
            <p:spPr>
              <a:xfrm>
                <a:off x="729570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7" name="object 299">
                <a:extLst>
                  <a:ext uri="{FF2B5EF4-FFF2-40B4-BE49-F238E27FC236}">
                    <a16:creationId xmlns:a16="http://schemas.microsoft.com/office/drawing/2014/main" id="{09EDE36D-A66F-44B0-82A3-C35AA496175E}"/>
                  </a:ext>
                </a:extLst>
              </p:cNvPr>
              <p:cNvSpPr/>
              <p:nvPr/>
            </p:nvSpPr>
            <p:spPr>
              <a:xfrm>
                <a:off x="7404668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8" name="object 300">
                <a:extLst>
                  <a:ext uri="{FF2B5EF4-FFF2-40B4-BE49-F238E27FC236}">
                    <a16:creationId xmlns:a16="http://schemas.microsoft.com/office/drawing/2014/main" id="{324C81EF-8A59-4704-90E0-098E3E8C706E}"/>
                  </a:ext>
                </a:extLst>
              </p:cNvPr>
              <p:cNvSpPr/>
              <p:nvPr/>
            </p:nvSpPr>
            <p:spPr>
              <a:xfrm>
                <a:off x="7404668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9" name="object 301">
                <a:extLst>
                  <a:ext uri="{FF2B5EF4-FFF2-40B4-BE49-F238E27FC236}">
                    <a16:creationId xmlns:a16="http://schemas.microsoft.com/office/drawing/2014/main" id="{D0457E5C-AF53-40A7-8444-0D43D84F667F}"/>
                  </a:ext>
                </a:extLst>
              </p:cNvPr>
              <p:cNvSpPr/>
              <p:nvPr/>
            </p:nvSpPr>
            <p:spPr>
              <a:xfrm>
                <a:off x="751287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0" name="object 302">
                <a:extLst>
                  <a:ext uri="{FF2B5EF4-FFF2-40B4-BE49-F238E27FC236}">
                    <a16:creationId xmlns:a16="http://schemas.microsoft.com/office/drawing/2014/main" id="{14265A10-EB07-45C3-83C9-2AAD8FC1BB62}"/>
                  </a:ext>
                </a:extLst>
              </p:cNvPr>
              <p:cNvSpPr/>
              <p:nvPr/>
            </p:nvSpPr>
            <p:spPr>
              <a:xfrm>
                <a:off x="751287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1" name="object 303">
                <a:extLst>
                  <a:ext uri="{FF2B5EF4-FFF2-40B4-BE49-F238E27FC236}">
                    <a16:creationId xmlns:a16="http://schemas.microsoft.com/office/drawing/2014/main" id="{45B3EDA2-3FF7-40C5-8FFE-67643E69F6DF}"/>
                  </a:ext>
                </a:extLst>
              </p:cNvPr>
              <p:cNvSpPr/>
              <p:nvPr/>
            </p:nvSpPr>
            <p:spPr>
              <a:xfrm>
                <a:off x="7621838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2" name="object 304">
                <a:extLst>
                  <a:ext uri="{FF2B5EF4-FFF2-40B4-BE49-F238E27FC236}">
                    <a16:creationId xmlns:a16="http://schemas.microsoft.com/office/drawing/2014/main" id="{B78D7CA8-2D96-4779-8C7B-B5701CDCDAFA}"/>
                  </a:ext>
                </a:extLst>
              </p:cNvPr>
              <p:cNvSpPr/>
              <p:nvPr/>
            </p:nvSpPr>
            <p:spPr>
              <a:xfrm>
                <a:off x="7621838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3" name="object 305">
                <a:extLst>
                  <a:ext uri="{FF2B5EF4-FFF2-40B4-BE49-F238E27FC236}">
                    <a16:creationId xmlns:a16="http://schemas.microsoft.com/office/drawing/2014/main" id="{33559C8D-3B75-4733-8CAA-AF4E6DBFEA5E}"/>
                  </a:ext>
                </a:extLst>
              </p:cNvPr>
              <p:cNvSpPr/>
              <p:nvPr/>
            </p:nvSpPr>
            <p:spPr>
              <a:xfrm>
                <a:off x="773004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4" name="object 306">
                <a:extLst>
                  <a:ext uri="{FF2B5EF4-FFF2-40B4-BE49-F238E27FC236}">
                    <a16:creationId xmlns:a16="http://schemas.microsoft.com/office/drawing/2014/main" id="{7719D518-2F59-4E92-BC27-68A74C1800E5}"/>
                  </a:ext>
                </a:extLst>
              </p:cNvPr>
              <p:cNvSpPr/>
              <p:nvPr/>
            </p:nvSpPr>
            <p:spPr>
              <a:xfrm>
                <a:off x="773004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5" name="object 307">
                <a:extLst>
                  <a:ext uri="{FF2B5EF4-FFF2-40B4-BE49-F238E27FC236}">
                    <a16:creationId xmlns:a16="http://schemas.microsoft.com/office/drawing/2014/main" id="{15B1C4E5-272B-4E22-869E-F4C05A373043}"/>
                  </a:ext>
                </a:extLst>
              </p:cNvPr>
              <p:cNvSpPr/>
              <p:nvPr/>
            </p:nvSpPr>
            <p:spPr>
              <a:xfrm>
                <a:off x="783900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6" name="object 308">
                <a:extLst>
                  <a:ext uri="{FF2B5EF4-FFF2-40B4-BE49-F238E27FC236}">
                    <a16:creationId xmlns:a16="http://schemas.microsoft.com/office/drawing/2014/main" id="{0635C6D1-C6EE-4971-A1AC-A4EB0F9F5EF2}"/>
                  </a:ext>
                </a:extLst>
              </p:cNvPr>
              <p:cNvSpPr/>
              <p:nvPr/>
            </p:nvSpPr>
            <p:spPr>
              <a:xfrm>
                <a:off x="783900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7" name="object 309">
                <a:extLst>
                  <a:ext uri="{FF2B5EF4-FFF2-40B4-BE49-F238E27FC236}">
                    <a16:creationId xmlns:a16="http://schemas.microsoft.com/office/drawing/2014/main" id="{F57C27B9-618A-46A5-8A44-F7AD130D56D4}"/>
                  </a:ext>
                </a:extLst>
              </p:cNvPr>
              <p:cNvSpPr/>
              <p:nvPr/>
            </p:nvSpPr>
            <p:spPr>
              <a:xfrm>
                <a:off x="794797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8" name="object 310">
                <a:extLst>
                  <a:ext uri="{FF2B5EF4-FFF2-40B4-BE49-F238E27FC236}">
                    <a16:creationId xmlns:a16="http://schemas.microsoft.com/office/drawing/2014/main" id="{E2A01625-AE61-4237-BEC9-544A1372AE65}"/>
                  </a:ext>
                </a:extLst>
              </p:cNvPr>
              <p:cNvSpPr/>
              <p:nvPr/>
            </p:nvSpPr>
            <p:spPr>
              <a:xfrm>
                <a:off x="794797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09" name="object 311">
                <a:extLst>
                  <a:ext uri="{FF2B5EF4-FFF2-40B4-BE49-F238E27FC236}">
                    <a16:creationId xmlns:a16="http://schemas.microsoft.com/office/drawing/2014/main" id="{64739B75-8087-4888-ABCD-FD027D0E6248}"/>
                  </a:ext>
                </a:extLst>
              </p:cNvPr>
              <p:cNvSpPr/>
              <p:nvPr/>
            </p:nvSpPr>
            <p:spPr>
              <a:xfrm>
                <a:off x="805617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0" name="object 312">
                <a:extLst>
                  <a:ext uri="{FF2B5EF4-FFF2-40B4-BE49-F238E27FC236}">
                    <a16:creationId xmlns:a16="http://schemas.microsoft.com/office/drawing/2014/main" id="{82EFF1FB-F8A1-47F4-BABA-D649CB06418D}"/>
                  </a:ext>
                </a:extLst>
              </p:cNvPr>
              <p:cNvSpPr/>
              <p:nvPr/>
            </p:nvSpPr>
            <p:spPr>
              <a:xfrm>
                <a:off x="805617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1" name="object 313">
                <a:extLst>
                  <a:ext uri="{FF2B5EF4-FFF2-40B4-BE49-F238E27FC236}">
                    <a16:creationId xmlns:a16="http://schemas.microsoft.com/office/drawing/2014/main" id="{0A85D82D-689D-49B7-B322-708C66AB1A02}"/>
                  </a:ext>
                </a:extLst>
              </p:cNvPr>
              <p:cNvSpPr/>
              <p:nvPr/>
            </p:nvSpPr>
            <p:spPr>
              <a:xfrm>
                <a:off x="816514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2" name="object 314">
                <a:extLst>
                  <a:ext uri="{FF2B5EF4-FFF2-40B4-BE49-F238E27FC236}">
                    <a16:creationId xmlns:a16="http://schemas.microsoft.com/office/drawing/2014/main" id="{F836A9C9-6562-42B0-889C-E6D566AA3130}"/>
                  </a:ext>
                </a:extLst>
              </p:cNvPr>
              <p:cNvSpPr/>
              <p:nvPr/>
            </p:nvSpPr>
            <p:spPr>
              <a:xfrm>
                <a:off x="816514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3" name="object 315">
                <a:extLst>
                  <a:ext uri="{FF2B5EF4-FFF2-40B4-BE49-F238E27FC236}">
                    <a16:creationId xmlns:a16="http://schemas.microsoft.com/office/drawing/2014/main" id="{1B170636-B027-4CE6-9BE7-5CF14FD8005C}"/>
                  </a:ext>
                </a:extLst>
              </p:cNvPr>
              <p:cNvSpPr/>
              <p:nvPr/>
            </p:nvSpPr>
            <p:spPr>
              <a:xfrm>
                <a:off x="827334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4" name="object 316">
                <a:extLst>
                  <a:ext uri="{FF2B5EF4-FFF2-40B4-BE49-F238E27FC236}">
                    <a16:creationId xmlns:a16="http://schemas.microsoft.com/office/drawing/2014/main" id="{CE1E199D-F9F6-4C35-8F9E-6410BD23E5AA}"/>
                  </a:ext>
                </a:extLst>
              </p:cNvPr>
              <p:cNvSpPr/>
              <p:nvPr/>
            </p:nvSpPr>
            <p:spPr>
              <a:xfrm>
                <a:off x="827334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5" name="object 317">
                <a:extLst>
                  <a:ext uri="{FF2B5EF4-FFF2-40B4-BE49-F238E27FC236}">
                    <a16:creationId xmlns:a16="http://schemas.microsoft.com/office/drawing/2014/main" id="{32D69A38-A998-4864-965F-226CB854045B}"/>
                  </a:ext>
                </a:extLst>
              </p:cNvPr>
              <p:cNvSpPr/>
              <p:nvPr/>
            </p:nvSpPr>
            <p:spPr>
              <a:xfrm>
                <a:off x="838231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6" name="object 318">
                <a:extLst>
                  <a:ext uri="{FF2B5EF4-FFF2-40B4-BE49-F238E27FC236}">
                    <a16:creationId xmlns:a16="http://schemas.microsoft.com/office/drawing/2014/main" id="{E80D22B0-F986-4259-86E7-E4BD0FC0AF33}"/>
                  </a:ext>
                </a:extLst>
              </p:cNvPr>
              <p:cNvSpPr/>
              <p:nvPr/>
            </p:nvSpPr>
            <p:spPr>
              <a:xfrm>
                <a:off x="838231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7" name="object 319">
                <a:extLst>
                  <a:ext uri="{FF2B5EF4-FFF2-40B4-BE49-F238E27FC236}">
                    <a16:creationId xmlns:a16="http://schemas.microsoft.com/office/drawing/2014/main" id="{5A2AF890-4B8A-4341-A419-B669C0EACA19}"/>
                  </a:ext>
                </a:extLst>
              </p:cNvPr>
              <p:cNvSpPr/>
              <p:nvPr/>
            </p:nvSpPr>
            <p:spPr>
              <a:xfrm>
                <a:off x="8491280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8" name="object 320">
                <a:extLst>
                  <a:ext uri="{FF2B5EF4-FFF2-40B4-BE49-F238E27FC236}">
                    <a16:creationId xmlns:a16="http://schemas.microsoft.com/office/drawing/2014/main" id="{7B72F7A3-ACA1-4530-9073-758458BDEB9E}"/>
                  </a:ext>
                </a:extLst>
              </p:cNvPr>
              <p:cNvSpPr/>
              <p:nvPr/>
            </p:nvSpPr>
            <p:spPr>
              <a:xfrm>
                <a:off x="8491280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19" name="object 321">
                <a:extLst>
                  <a:ext uri="{FF2B5EF4-FFF2-40B4-BE49-F238E27FC236}">
                    <a16:creationId xmlns:a16="http://schemas.microsoft.com/office/drawing/2014/main" id="{F3562064-657C-4262-A522-881B7C6D9168}"/>
                  </a:ext>
                </a:extLst>
              </p:cNvPr>
              <p:cNvSpPr/>
              <p:nvPr/>
            </p:nvSpPr>
            <p:spPr>
              <a:xfrm>
                <a:off x="859947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0" name="object 322">
                <a:extLst>
                  <a:ext uri="{FF2B5EF4-FFF2-40B4-BE49-F238E27FC236}">
                    <a16:creationId xmlns:a16="http://schemas.microsoft.com/office/drawing/2014/main" id="{C22ED1A2-687A-44CF-A7C9-EBF45E95B8E9}"/>
                  </a:ext>
                </a:extLst>
              </p:cNvPr>
              <p:cNvSpPr/>
              <p:nvPr/>
            </p:nvSpPr>
            <p:spPr>
              <a:xfrm>
                <a:off x="8599472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1" name="object 323">
                <a:extLst>
                  <a:ext uri="{FF2B5EF4-FFF2-40B4-BE49-F238E27FC236}">
                    <a16:creationId xmlns:a16="http://schemas.microsoft.com/office/drawing/2014/main" id="{7E85322E-B778-4D34-9EBB-3AB247B82B29}"/>
                  </a:ext>
                </a:extLst>
              </p:cNvPr>
              <p:cNvSpPr/>
              <p:nvPr/>
            </p:nvSpPr>
            <p:spPr>
              <a:xfrm>
                <a:off x="8708437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2" name="object 324">
                <a:extLst>
                  <a:ext uri="{FF2B5EF4-FFF2-40B4-BE49-F238E27FC236}">
                    <a16:creationId xmlns:a16="http://schemas.microsoft.com/office/drawing/2014/main" id="{E3684805-55C4-46D8-AB5E-8E7FCB36E425}"/>
                  </a:ext>
                </a:extLst>
              </p:cNvPr>
              <p:cNvSpPr/>
              <p:nvPr/>
            </p:nvSpPr>
            <p:spPr>
              <a:xfrm>
                <a:off x="8708437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3" name="object 325">
                <a:extLst>
                  <a:ext uri="{FF2B5EF4-FFF2-40B4-BE49-F238E27FC236}">
                    <a16:creationId xmlns:a16="http://schemas.microsoft.com/office/drawing/2014/main" id="{0C7A1C36-4A09-4C92-9BB8-97D7C5B47ECD}"/>
                  </a:ext>
                </a:extLst>
              </p:cNvPr>
              <p:cNvSpPr/>
              <p:nvPr/>
            </p:nvSpPr>
            <p:spPr>
              <a:xfrm>
                <a:off x="881665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4" name="object 326">
                <a:extLst>
                  <a:ext uri="{FF2B5EF4-FFF2-40B4-BE49-F238E27FC236}">
                    <a16:creationId xmlns:a16="http://schemas.microsoft.com/office/drawing/2014/main" id="{1D91B2A8-5CE6-4F46-A0D2-61FF48630CF0}"/>
                  </a:ext>
                </a:extLst>
              </p:cNvPr>
              <p:cNvSpPr/>
              <p:nvPr/>
            </p:nvSpPr>
            <p:spPr>
              <a:xfrm>
                <a:off x="881665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5" name="object 327">
                <a:extLst>
                  <a:ext uri="{FF2B5EF4-FFF2-40B4-BE49-F238E27FC236}">
                    <a16:creationId xmlns:a16="http://schemas.microsoft.com/office/drawing/2014/main" id="{E5E4AACE-8A80-444A-85A4-5856C9F3D507}"/>
                  </a:ext>
                </a:extLst>
              </p:cNvPr>
              <p:cNvSpPr/>
              <p:nvPr/>
            </p:nvSpPr>
            <p:spPr>
              <a:xfrm>
                <a:off x="8925620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6" name="object 328">
                <a:extLst>
                  <a:ext uri="{FF2B5EF4-FFF2-40B4-BE49-F238E27FC236}">
                    <a16:creationId xmlns:a16="http://schemas.microsoft.com/office/drawing/2014/main" id="{B5C7FD73-C03D-42DA-A8D6-8238AFC33D97}"/>
                  </a:ext>
                </a:extLst>
              </p:cNvPr>
              <p:cNvSpPr/>
              <p:nvPr/>
            </p:nvSpPr>
            <p:spPr>
              <a:xfrm>
                <a:off x="8925620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7" name="object 329">
                <a:extLst>
                  <a:ext uri="{FF2B5EF4-FFF2-40B4-BE49-F238E27FC236}">
                    <a16:creationId xmlns:a16="http://schemas.microsoft.com/office/drawing/2014/main" id="{A871139D-214D-4E8C-B841-5D196EE431CD}"/>
                  </a:ext>
                </a:extLst>
              </p:cNvPr>
              <p:cNvSpPr/>
              <p:nvPr/>
            </p:nvSpPr>
            <p:spPr>
              <a:xfrm>
                <a:off x="903457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8" name="object 330">
                <a:extLst>
                  <a:ext uri="{FF2B5EF4-FFF2-40B4-BE49-F238E27FC236}">
                    <a16:creationId xmlns:a16="http://schemas.microsoft.com/office/drawing/2014/main" id="{85028CED-648D-4802-B883-93CD00602E59}"/>
                  </a:ext>
                </a:extLst>
              </p:cNvPr>
              <p:cNvSpPr/>
              <p:nvPr/>
            </p:nvSpPr>
            <p:spPr>
              <a:xfrm>
                <a:off x="9034574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9" name="object 331">
                <a:extLst>
                  <a:ext uri="{FF2B5EF4-FFF2-40B4-BE49-F238E27FC236}">
                    <a16:creationId xmlns:a16="http://schemas.microsoft.com/office/drawing/2014/main" id="{E6351E76-02BF-4A0E-ABFF-139D7EEF9B9A}"/>
                  </a:ext>
                </a:extLst>
              </p:cNvPr>
              <p:cNvSpPr/>
              <p:nvPr/>
            </p:nvSpPr>
            <p:spPr>
              <a:xfrm>
                <a:off x="914277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0" name="object 332">
                <a:extLst>
                  <a:ext uri="{FF2B5EF4-FFF2-40B4-BE49-F238E27FC236}">
                    <a16:creationId xmlns:a16="http://schemas.microsoft.com/office/drawing/2014/main" id="{3A35ABC8-92EE-438B-ADEE-0C961A6D21D9}"/>
                  </a:ext>
                </a:extLst>
              </p:cNvPr>
              <p:cNvSpPr/>
              <p:nvPr/>
            </p:nvSpPr>
            <p:spPr>
              <a:xfrm>
                <a:off x="914277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1" name="object 333">
                <a:extLst>
                  <a:ext uri="{FF2B5EF4-FFF2-40B4-BE49-F238E27FC236}">
                    <a16:creationId xmlns:a16="http://schemas.microsoft.com/office/drawing/2014/main" id="{31B9D09A-5B77-4F63-9C8A-E837F18206D8}"/>
                  </a:ext>
                </a:extLst>
              </p:cNvPr>
              <p:cNvSpPr/>
              <p:nvPr/>
            </p:nvSpPr>
            <p:spPr>
              <a:xfrm>
                <a:off x="9251756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2" name="object 334">
                <a:extLst>
                  <a:ext uri="{FF2B5EF4-FFF2-40B4-BE49-F238E27FC236}">
                    <a16:creationId xmlns:a16="http://schemas.microsoft.com/office/drawing/2014/main" id="{BD1A872A-0034-4F88-A267-B412277A792C}"/>
                  </a:ext>
                </a:extLst>
              </p:cNvPr>
              <p:cNvSpPr/>
              <p:nvPr/>
            </p:nvSpPr>
            <p:spPr>
              <a:xfrm>
                <a:off x="9251756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3" name="object 335">
                <a:extLst>
                  <a:ext uri="{FF2B5EF4-FFF2-40B4-BE49-F238E27FC236}">
                    <a16:creationId xmlns:a16="http://schemas.microsoft.com/office/drawing/2014/main" id="{1218BC9B-07B8-4D8F-929E-A1DF0812BC9D}"/>
                  </a:ext>
                </a:extLst>
              </p:cNvPr>
              <p:cNvSpPr/>
              <p:nvPr/>
            </p:nvSpPr>
            <p:spPr>
              <a:xfrm>
                <a:off x="935994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4" name="object 336">
                <a:extLst>
                  <a:ext uri="{FF2B5EF4-FFF2-40B4-BE49-F238E27FC236}">
                    <a16:creationId xmlns:a16="http://schemas.microsoft.com/office/drawing/2014/main" id="{E4FBA9E9-A887-412E-BCE6-2DBF28304F98}"/>
                  </a:ext>
                </a:extLst>
              </p:cNvPr>
              <p:cNvSpPr/>
              <p:nvPr/>
            </p:nvSpPr>
            <p:spPr>
              <a:xfrm>
                <a:off x="9359948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5" name="object 337">
                <a:extLst>
                  <a:ext uri="{FF2B5EF4-FFF2-40B4-BE49-F238E27FC236}">
                    <a16:creationId xmlns:a16="http://schemas.microsoft.com/office/drawing/2014/main" id="{5C0BE2C5-1451-416B-867E-A6C0490BA19E}"/>
                  </a:ext>
                </a:extLst>
              </p:cNvPr>
              <p:cNvSpPr/>
              <p:nvPr/>
            </p:nvSpPr>
            <p:spPr>
              <a:xfrm>
                <a:off x="946891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6" name="object 338">
                <a:extLst>
                  <a:ext uri="{FF2B5EF4-FFF2-40B4-BE49-F238E27FC236}">
                    <a16:creationId xmlns:a16="http://schemas.microsoft.com/office/drawing/2014/main" id="{C4FC8261-46F1-46D0-927A-667E6332F2AB}"/>
                  </a:ext>
                </a:extLst>
              </p:cNvPr>
              <p:cNvSpPr/>
              <p:nvPr/>
            </p:nvSpPr>
            <p:spPr>
              <a:xfrm>
                <a:off x="9468914" y="477644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7" name="object 339">
                <a:extLst>
                  <a:ext uri="{FF2B5EF4-FFF2-40B4-BE49-F238E27FC236}">
                    <a16:creationId xmlns:a16="http://schemas.microsoft.com/office/drawing/2014/main" id="{12B1FA07-F674-4626-86C2-0A92E446A07B}"/>
                  </a:ext>
                </a:extLst>
              </p:cNvPr>
              <p:cNvSpPr/>
              <p:nvPr/>
            </p:nvSpPr>
            <p:spPr>
              <a:xfrm>
                <a:off x="9577892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8" name="object 340">
                <a:extLst>
                  <a:ext uri="{FF2B5EF4-FFF2-40B4-BE49-F238E27FC236}">
                    <a16:creationId xmlns:a16="http://schemas.microsoft.com/office/drawing/2014/main" id="{F66172BB-C9AD-4233-97FE-A4313B938ACF}"/>
                  </a:ext>
                </a:extLst>
              </p:cNvPr>
              <p:cNvSpPr/>
              <p:nvPr/>
            </p:nvSpPr>
            <p:spPr>
              <a:xfrm>
                <a:off x="9577892" y="4776449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39" name="object 341">
                <a:extLst>
                  <a:ext uri="{FF2B5EF4-FFF2-40B4-BE49-F238E27FC236}">
                    <a16:creationId xmlns:a16="http://schemas.microsoft.com/office/drawing/2014/main" id="{76930520-8F4F-4F7B-8609-B3CA74DE367E}"/>
                  </a:ext>
                </a:extLst>
              </p:cNvPr>
              <p:cNvSpPr/>
              <p:nvPr/>
            </p:nvSpPr>
            <p:spPr>
              <a:xfrm>
                <a:off x="6969566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0" name="object 342">
                <a:extLst>
                  <a:ext uri="{FF2B5EF4-FFF2-40B4-BE49-F238E27FC236}">
                    <a16:creationId xmlns:a16="http://schemas.microsoft.com/office/drawing/2014/main" id="{BC07B5EF-0FFA-4209-861D-F06CCC93A830}"/>
                  </a:ext>
                </a:extLst>
              </p:cNvPr>
              <p:cNvSpPr/>
              <p:nvPr/>
            </p:nvSpPr>
            <p:spPr>
              <a:xfrm>
                <a:off x="6969566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1" name="object 343">
                <a:extLst>
                  <a:ext uri="{FF2B5EF4-FFF2-40B4-BE49-F238E27FC236}">
                    <a16:creationId xmlns:a16="http://schemas.microsoft.com/office/drawing/2014/main" id="{4C7F3890-1015-4C5B-9984-CD40BB99E750}"/>
                  </a:ext>
                </a:extLst>
              </p:cNvPr>
              <p:cNvSpPr/>
              <p:nvPr/>
            </p:nvSpPr>
            <p:spPr>
              <a:xfrm>
                <a:off x="7078532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2" name="object 344">
                <a:extLst>
                  <a:ext uri="{FF2B5EF4-FFF2-40B4-BE49-F238E27FC236}">
                    <a16:creationId xmlns:a16="http://schemas.microsoft.com/office/drawing/2014/main" id="{955AFFCE-71AE-4D39-BE61-A639A18E900B}"/>
                  </a:ext>
                </a:extLst>
              </p:cNvPr>
              <p:cNvSpPr/>
              <p:nvPr/>
            </p:nvSpPr>
            <p:spPr>
              <a:xfrm>
                <a:off x="7078532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3" name="object 345">
                <a:extLst>
                  <a:ext uri="{FF2B5EF4-FFF2-40B4-BE49-F238E27FC236}">
                    <a16:creationId xmlns:a16="http://schemas.microsoft.com/office/drawing/2014/main" id="{2B1ACC27-D285-4A55-A559-54C9941DED21}"/>
                  </a:ext>
                </a:extLst>
              </p:cNvPr>
              <p:cNvSpPr/>
              <p:nvPr/>
            </p:nvSpPr>
            <p:spPr>
              <a:xfrm>
                <a:off x="7186736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4" name="object 346">
                <a:extLst>
                  <a:ext uri="{FF2B5EF4-FFF2-40B4-BE49-F238E27FC236}">
                    <a16:creationId xmlns:a16="http://schemas.microsoft.com/office/drawing/2014/main" id="{E0E09160-6834-4960-934F-0630FFE4FF95}"/>
                  </a:ext>
                </a:extLst>
              </p:cNvPr>
              <p:cNvSpPr/>
              <p:nvPr/>
            </p:nvSpPr>
            <p:spPr>
              <a:xfrm>
                <a:off x="7186736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5" name="object 347">
                <a:extLst>
                  <a:ext uri="{FF2B5EF4-FFF2-40B4-BE49-F238E27FC236}">
                    <a16:creationId xmlns:a16="http://schemas.microsoft.com/office/drawing/2014/main" id="{2AF1C51A-12A3-4C8F-9EF7-8A61C25F5069}"/>
                  </a:ext>
                </a:extLst>
              </p:cNvPr>
              <p:cNvSpPr/>
              <p:nvPr/>
            </p:nvSpPr>
            <p:spPr>
              <a:xfrm>
                <a:off x="729570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6" name="object 348">
                <a:extLst>
                  <a:ext uri="{FF2B5EF4-FFF2-40B4-BE49-F238E27FC236}">
                    <a16:creationId xmlns:a16="http://schemas.microsoft.com/office/drawing/2014/main" id="{0967A349-CF54-4C2F-A9C9-4DCA75BD155C}"/>
                  </a:ext>
                </a:extLst>
              </p:cNvPr>
              <p:cNvSpPr/>
              <p:nvPr/>
            </p:nvSpPr>
            <p:spPr>
              <a:xfrm>
                <a:off x="729570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7" name="object 349">
                <a:extLst>
                  <a:ext uri="{FF2B5EF4-FFF2-40B4-BE49-F238E27FC236}">
                    <a16:creationId xmlns:a16="http://schemas.microsoft.com/office/drawing/2014/main" id="{B776E2B1-0656-4EDB-815C-F45CED2D69A3}"/>
                  </a:ext>
                </a:extLst>
              </p:cNvPr>
              <p:cNvSpPr/>
              <p:nvPr/>
            </p:nvSpPr>
            <p:spPr>
              <a:xfrm>
                <a:off x="7404668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8" name="object 350">
                <a:extLst>
                  <a:ext uri="{FF2B5EF4-FFF2-40B4-BE49-F238E27FC236}">
                    <a16:creationId xmlns:a16="http://schemas.microsoft.com/office/drawing/2014/main" id="{6F3DF4D1-BC2F-4BD6-9457-2804BCB22C9C}"/>
                  </a:ext>
                </a:extLst>
              </p:cNvPr>
              <p:cNvSpPr/>
              <p:nvPr/>
            </p:nvSpPr>
            <p:spPr>
              <a:xfrm>
                <a:off x="7404668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49" name="object 351">
                <a:extLst>
                  <a:ext uri="{FF2B5EF4-FFF2-40B4-BE49-F238E27FC236}">
                    <a16:creationId xmlns:a16="http://schemas.microsoft.com/office/drawing/2014/main" id="{DCA619AD-8B13-425D-AAFB-A3C9A89E49E3}"/>
                  </a:ext>
                </a:extLst>
              </p:cNvPr>
              <p:cNvSpPr/>
              <p:nvPr/>
            </p:nvSpPr>
            <p:spPr>
              <a:xfrm>
                <a:off x="751287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0" name="object 352">
                <a:extLst>
                  <a:ext uri="{FF2B5EF4-FFF2-40B4-BE49-F238E27FC236}">
                    <a16:creationId xmlns:a16="http://schemas.microsoft.com/office/drawing/2014/main" id="{1816B145-97F1-4EB6-8BD2-E1BB67B1927A}"/>
                  </a:ext>
                </a:extLst>
              </p:cNvPr>
              <p:cNvSpPr/>
              <p:nvPr/>
            </p:nvSpPr>
            <p:spPr>
              <a:xfrm>
                <a:off x="751287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1" name="object 353">
                <a:extLst>
                  <a:ext uri="{FF2B5EF4-FFF2-40B4-BE49-F238E27FC236}">
                    <a16:creationId xmlns:a16="http://schemas.microsoft.com/office/drawing/2014/main" id="{9AD630A3-C05D-4FB8-A173-22842BD17580}"/>
                  </a:ext>
                </a:extLst>
              </p:cNvPr>
              <p:cNvSpPr/>
              <p:nvPr/>
            </p:nvSpPr>
            <p:spPr>
              <a:xfrm>
                <a:off x="7621838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2" name="object 354">
                <a:extLst>
                  <a:ext uri="{FF2B5EF4-FFF2-40B4-BE49-F238E27FC236}">
                    <a16:creationId xmlns:a16="http://schemas.microsoft.com/office/drawing/2014/main" id="{095464B2-3D7C-4D7C-935C-E23185C8514B}"/>
                  </a:ext>
                </a:extLst>
              </p:cNvPr>
              <p:cNvSpPr/>
              <p:nvPr/>
            </p:nvSpPr>
            <p:spPr>
              <a:xfrm>
                <a:off x="7621838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3" name="object 355">
                <a:extLst>
                  <a:ext uri="{FF2B5EF4-FFF2-40B4-BE49-F238E27FC236}">
                    <a16:creationId xmlns:a16="http://schemas.microsoft.com/office/drawing/2014/main" id="{6F7CAEAB-F2CF-4FAE-85AB-9D60DB218D51}"/>
                  </a:ext>
                </a:extLst>
              </p:cNvPr>
              <p:cNvSpPr/>
              <p:nvPr/>
            </p:nvSpPr>
            <p:spPr>
              <a:xfrm>
                <a:off x="773004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4" name="object 356">
                <a:extLst>
                  <a:ext uri="{FF2B5EF4-FFF2-40B4-BE49-F238E27FC236}">
                    <a16:creationId xmlns:a16="http://schemas.microsoft.com/office/drawing/2014/main" id="{38B4BA1F-C3A0-4C02-AC6F-A0666D8B4918}"/>
                  </a:ext>
                </a:extLst>
              </p:cNvPr>
              <p:cNvSpPr/>
              <p:nvPr/>
            </p:nvSpPr>
            <p:spPr>
              <a:xfrm>
                <a:off x="773004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5" name="object 357">
                <a:extLst>
                  <a:ext uri="{FF2B5EF4-FFF2-40B4-BE49-F238E27FC236}">
                    <a16:creationId xmlns:a16="http://schemas.microsoft.com/office/drawing/2014/main" id="{8CBBBBA2-A9D8-4ACC-84EE-6B328705498B}"/>
                  </a:ext>
                </a:extLst>
              </p:cNvPr>
              <p:cNvSpPr/>
              <p:nvPr/>
            </p:nvSpPr>
            <p:spPr>
              <a:xfrm>
                <a:off x="783900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6" name="object 358">
                <a:extLst>
                  <a:ext uri="{FF2B5EF4-FFF2-40B4-BE49-F238E27FC236}">
                    <a16:creationId xmlns:a16="http://schemas.microsoft.com/office/drawing/2014/main" id="{DA580F36-C430-4AB6-9246-99B0AD8E3D8B}"/>
                  </a:ext>
                </a:extLst>
              </p:cNvPr>
              <p:cNvSpPr/>
              <p:nvPr/>
            </p:nvSpPr>
            <p:spPr>
              <a:xfrm>
                <a:off x="783900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7" name="object 359">
                <a:extLst>
                  <a:ext uri="{FF2B5EF4-FFF2-40B4-BE49-F238E27FC236}">
                    <a16:creationId xmlns:a16="http://schemas.microsoft.com/office/drawing/2014/main" id="{D63C4A48-0446-4CAC-A96F-BE8606FDE9E2}"/>
                  </a:ext>
                </a:extLst>
              </p:cNvPr>
              <p:cNvSpPr/>
              <p:nvPr/>
            </p:nvSpPr>
            <p:spPr>
              <a:xfrm>
                <a:off x="794797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8" name="object 360">
                <a:extLst>
                  <a:ext uri="{FF2B5EF4-FFF2-40B4-BE49-F238E27FC236}">
                    <a16:creationId xmlns:a16="http://schemas.microsoft.com/office/drawing/2014/main" id="{DAF8EC9A-FAE5-4EDC-AFAF-72F57BCE9A16}"/>
                  </a:ext>
                </a:extLst>
              </p:cNvPr>
              <p:cNvSpPr/>
              <p:nvPr/>
            </p:nvSpPr>
            <p:spPr>
              <a:xfrm>
                <a:off x="794797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59" name="object 361">
                <a:extLst>
                  <a:ext uri="{FF2B5EF4-FFF2-40B4-BE49-F238E27FC236}">
                    <a16:creationId xmlns:a16="http://schemas.microsoft.com/office/drawing/2014/main" id="{11361BE5-3233-485D-A856-073949B4FB8B}"/>
                  </a:ext>
                </a:extLst>
              </p:cNvPr>
              <p:cNvSpPr/>
              <p:nvPr/>
            </p:nvSpPr>
            <p:spPr>
              <a:xfrm>
                <a:off x="805617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0" name="object 362">
                <a:extLst>
                  <a:ext uri="{FF2B5EF4-FFF2-40B4-BE49-F238E27FC236}">
                    <a16:creationId xmlns:a16="http://schemas.microsoft.com/office/drawing/2014/main" id="{09F0EC73-8D2F-459A-885E-C0D72BFD7CA6}"/>
                  </a:ext>
                </a:extLst>
              </p:cNvPr>
              <p:cNvSpPr/>
              <p:nvPr/>
            </p:nvSpPr>
            <p:spPr>
              <a:xfrm>
                <a:off x="805617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1" name="object 363">
                <a:extLst>
                  <a:ext uri="{FF2B5EF4-FFF2-40B4-BE49-F238E27FC236}">
                    <a16:creationId xmlns:a16="http://schemas.microsoft.com/office/drawing/2014/main" id="{1FB7A1D8-3616-4401-8C07-91FBD7A2849F}"/>
                  </a:ext>
                </a:extLst>
              </p:cNvPr>
              <p:cNvSpPr/>
              <p:nvPr/>
            </p:nvSpPr>
            <p:spPr>
              <a:xfrm>
                <a:off x="816514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2" name="object 364">
                <a:extLst>
                  <a:ext uri="{FF2B5EF4-FFF2-40B4-BE49-F238E27FC236}">
                    <a16:creationId xmlns:a16="http://schemas.microsoft.com/office/drawing/2014/main" id="{FFAEACDC-1095-4F0E-AEEF-CC77B20E0D83}"/>
                  </a:ext>
                </a:extLst>
              </p:cNvPr>
              <p:cNvSpPr/>
              <p:nvPr/>
            </p:nvSpPr>
            <p:spPr>
              <a:xfrm>
                <a:off x="816514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3" name="object 365">
                <a:extLst>
                  <a:ext uri="{FF2B5EF4-FFF2-40B4-BE49-F238E27FC236}">
                    <a16:creationId xmlns:a16="http://schemas.microsoft.com/office/drawing/2014/main" id="{E09C3B16-03DB-4ED9-8C64-8E8EE40AC03D}"/>
                  </a:ext>
                </a:extLst>
              </p:cNvPr>
              <p:cNvSpPr/>
              <p:nvPr/>
            </p:nvSpPr>
            <p:spPr>
              <a:xfrm>
                <a:off x="827334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4" name="object 366">
                <a:extLst>
                  <a:ext uri="{FF2B5EF4-FFF2-40B4-BE49-F238E27FC236}">
                    <a16:creationId xmlns:a16="http://schemas.microsoft.com/office/drawing/2014/main" id="{63581162-FE67-476D-97E4-2C15B14218A5}"/>
                  </a:ext>
                </a:extLst>
              </p:cNvPr>
              <p:cNvSpPr/>
              <p:nvPr/>
            </p:nvSpPr>
            <p:spPr>
              <a:xfrm>
                <a:off x="827334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5" name="object 367">
                <a:extLst>
                  <a:ext uri="{FF2B5EF4-FFF2-40B4-BE49-F238E27FC236}">
                    <a16:creationId xmlns:a16="http://schemas.microsoft.com/office/drawing/2014/main" id="{EE50E9BF-FDA9-4706-954D-1A464BD1D156}"/>
                  </a:ext>
                </a:extLst>
              </p:cNvPr>
              <p:cNvSpPr/>
              <p:nvPr/>
            </p:nvSpPr>
            <p:spPr>
              <a:xfrm>
                <a:off x="838231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6" name="object 368">
                <a:extLst>
                  <a:ext uri="{FF2B5EF4-FFF2-40B4-BE49-F238E27FC236}">
                    <a16:creationId xmlns:a16="http://schemas.microsoft.com/office/drawing/2014/main" id="{999B844A-0F09-48D1-A03C-E226D50ED250}"/>
                  </a:ext>
                </a:extLst>
              </p:cNvPr>
              <p:cNvSpPr/>
              <p:nvPr/>
            </p:nvSpPr>
            <p:spPr>
              <a:xfrm>
                <a:off x="838231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7" name="object 369">
                <a:extLst>
                  <a:ext uri="{FF2B5EF4-FFF2-40B4-BE49-F238E27FC236}">
                    <a16:creationId xmlns:a16="http://schemas.microsoft.com/office/drawing/2014/main" id="{3F24CE16-F714-48CB-990F-ECDEC694D7A7}"/>
                  </a:ext>
                </a:extLst>
              </p:cNvPr>
              <p:cNvSpPr/>
              <p:nvPr/>
            </p:nvSpPr>
            <p:spPr>
              <a:xfrm>
                <a:off x="8491280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8" name="object 370">
                <a:extLst>
                  <a:ext uri="{FF2B5EF4-FFF2-40B4-BE49-F238E27FC236}">
                    <a16:creationId xmlns:a16="http://schemas.microsoft.com/office/drawing/2014/main" id="{997D3381-9F32-4D65-9831-FD5F33AE04B3}"/>
                  </a:ext>
                </a:extLst>
              </p:cNvPr>
              <p:cNvSpPr/>
              <p:nvPr/>
            </p:nvSpPr>
            <p:spPr>
              <a:xfrm>
                <a:off x="8491280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69" name="object 371">
                <a:extLst>
                  <a:ext uri="{FF2B5EF4-FFF2-40B4-BE49-F238E27FC236}">
                    <a16:creationId xmlns:a16="http://schemas.microsoft.com/office/drawing/2014/main" id="{AC327350-70FC-4F7B-AC7F-D16EEE84EF8F}"/>
                  </a:ext>
                </a:extLst>
              </p:cNvPr>
              <p:cNvSpPr/>
              <p:nvPr/>
            </p:nvSpPr>
            <p:spPr>
              <a:xfrm>
                <a:off x="859947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0" name="object 372">
                <a:extLst>
                  <a:ext uri="{FF2B5EF4-FFF2-40B4-BE49-F238E27FC236}">
                    <a16:creationId xmlns:a16="http://schemas.microsoft.com/office/drawing/2014/main" id="{FA706CCE-A11E-4562-BF87-E46DC86553C4}"/>
                  </a:ext>
                </a:extLst>
              </p:cNvPr>
              <p:cNvSpPr/>
              <p:nvPr/>
            </p:nvSpPr>
            <p:spPr>
              <a:xfrm>
                <a:off x="8599472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1" name="object 373">
                <a:extLst>
                  <a:ext uri="{FF2B5EF4-FFF2-40B4-BE49-F238E27FC236}">
                    <a16:creationId xmlns:a16="http://schemas.microsoft.com/office/drawing/2014/main" id="{A70CA21B-D187-4536-8A7F-82D1021F80E1}"/>
                  </a:ext>
                </a:extLst>
              </p:cNvPr>
              <p:cNvSpPr/>
              <p:nvPr/>
            </p:nvSpPr>
            <p:spPr>
              <a:xfrm>
                <a:off x="8708437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2" name="object 374">
                <a:extLst>
                  <a:ext uri="{FF2B5EF4-FFF2-40B4-BE49-F238E27FC236}">
                    <a16:creationId xmlns:a16="http://schemas.microsoft.com/office/drawing/2014/main" id="{9ED37FBC-57E8-48BB-8B88-2146581DCFAB}"/>
                  </a:ext>
                </a:extLst>
              </p:cNvPr>
              <p:cNvSpPr/>
              <p:nvPr/>
            </p:nvSpPr>
            <p:spPr>
              <a:xfrm>
                <a:off x="8708437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3" name="object 375">
                <a:extLst>
                  <a:ext uri="{FF2B5EF4-FFF2-40B4-BE49-F238E27FC236}">
                    <a16:creationId xmlns:a16="http://schemas.microsoft.com/office/drawing/2014/main" id="{C8927DC1-503E-4002-B39B-B8D923871530}"/>
                  </a:ext>
                </a:extLst>
              </p:cNvPr>
              <p:cNvSpPr/>
              <p:nvPr/>
            </p:nvSpPr>
            <p:spPr>
              <a:xfrm>
                <a:off x="881665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4" name="object 376">
                <a:extLst>
                  <a:ext uri="{FF2B5EF4-FFF2-40B4-BE49-F238E27FC236}">
                    <a16:creationId xmlns:a16="http://schemas.microsoft.com/office/drawing/2014/main" id="{9F426DDE-28C7-4974-9A21-0525FBBFE7B7}"/>
                  </a:ext>
                </a:extLst>
              </p:cNvPr>
              <p:cNvSpPr/>
              <p:nvPr/>
            </p:nvSpPr>
            <p:spPr>
              <a:xfrm>
                <a:off x="881665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5" name="object 377">
                <a:extLst>
                  <a:ext uri="{FF2B5EF4-FFF2-40B4-BE49-F238E27FC236}">
                    <a16:creationId xmlns:a16="http://schemas.microsoft.com/office/drawing/2014/main" id="{DC3837A6-CA98-48A9-97EA-5419ABAFE8A9}"/>
                  </a:ext>
                </a:extLst>
              </p:cNvPr>
              <p:cNvSpPr/>
              <p:nvPr/>
            </p:nvSpPr>
            <p:spPr>
              <a:xfrm>
                <a:off x="8925620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6" name="object 378">
                <a:extLst>
                  <a:ext uri="{FF2B5EF4-FFF2-40B4-BE49-F238E27FC236}">
                    <a16:creationId xmlns:a16="http://schemas.microsoft.com/office/drawing/2014/main" id="{9B4E09E2-533D-4309-8DCC-B0C46A6F18D4}"/>
                  </a:ext>
                </a:extLst>
              </p:cNvPr>
              <p:cNvSpPr/>
              <p:nvPr/>
            </p:nvSpPr>
            <p:spPr>
              <a:xfrm>
                <a:off x="8925620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7" name="object 379">
                <a:extLst>
                  <a:ext uri="{FF2B5EF4-FFF2-40B4-BE49-F238E27FC236}">
                    <a16:creationId xmlns:a16="http://schemas.microsoft.com/office/drawing/2014/main" id="{5B4B0C7E-613C-45B0-BDF0-03CC3CCC65F9}"/>
                  </a:ext>
                </a:extLst>
              </p:cNvPr>
              <p:cNvSpPr/>
              <p:nvPr/>
            </p:nvSpPr>
            <p:spPr>
              <a:xfrm>
                <a:off x="903457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8" name="object 380">
                <a:extLst>
                  <a:ext uri="{FF2B5EF4-FFF2-40B4-BE49-F238E27FC236}">
                    <a16:creationId xmlns:a16="http://schemas.microsoft.com/office/drawing/2014/main" id="{4E149A17-FD62-4488-9085-FC24962839E9}"/>
                  </a:ext>
                </a:extLst>
              </p:cNvPr>
              <p:cNvSpPr/>
              <p:nvPr/>
            </p:nvSpPr>
            <p:spPr>
              <a:xfrm>
                <a:off x="9034574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79" name="object 381">
                <a:extLst>
                  <a:ext uri="{FF2B5EF4-FFF2-40B4-BE49-F238E27FC236}">
                    <a16:creationId xmlns:a16="http://schemas.microsoft.com/office/drawing/2014/main" id="{EE3EAD3A-CD31-4F23-B59E-B2E209C8F148}"/>
                  </a:ext>
                </a:extLst>
              </p:cNvPr>
              <p:cNvSpPr/>
              <p:nvPr/>
            </p:nvSpPr>
            <p:spPr>
              <a:xfrm>
                <a:off x="914277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0" name="object 382">
                <a:extLst>
                  <a:ext uri="{FF2B5EF4-FFF2-40B4-BE49-F238E27FC236}">
                    <a16:creationId xmlns:a16="http://schemas.microsoft.com/office/drawing/2014/main" id="{03FD718A-7E27-4F02-8E5A-8CC1C47DD58B}"/>
                  </a:ext>
                </a:extLst>
              </p:cNvPr>
              <p:cNvSpPr/>
              <p:nvPr/>
            </p:nvSpPr>
            <p:spPr>
              <a:xfrm>
                <a:off x="914277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1" name="object 383">
                <a:extLst>
                  <a:ext uri="{FF2B5EF4-FFF2-40B4-BE49-F238E27FC236}">
                    <a16:creationId xmlns:a16="http://schemas.microsoft.com/office/drawing/2014/main" id="{08A28537-4A84-4BD0-B1FE-591AC82509B9}"/>
                  </a:ext>
                </a:extLst>
              </p:cNvPr>
              <p:cNvSpPr/>
              <p:nvPr/>
            </p:nvSpPr>
            <p:spPr>
              <a:xfrm>
                <a:off x="9251756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2" name="object 384">
                <a:extLst>
                  <a:ext uri="{FF2B5EF4-FFF2-40B4-BE49-F238E27FC236}">
                    <a16:creationId xmlns:a16="http://schemas.microsoft.com/office/drawing/2014/main" id="{A40200AE-FDEB-4DEC-B415-DDD68D55DC3D}"/>
                  </a:ext>
                </a:extLst>
              </p:cNvPr>
              <p:cNvSpPr/>
              <p:nvPr/>
            </p:nvSpPr>
            <p:spPr>
              <a:xfrm>
                <a:off x="9251756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3" name="object 385">
                <a:extLst>
                  <a:ext uri="{FF2B5EF4-FFF2-40B4-BE49-F238E27FC236}">
                    <a16:creationId xmlns:a16="http://schemas.microsoft.com/office/drawing/2014/main" id="{3947E599-F004-4C0E-BFA6-26A616D0F0E6}"/>
                  </a:ext>
                </a:extLst>
              </p:cNvPr>
              <p:cNvSpPr/>
              <p:nvPr/>
            </p:nvSpPr>
            <p:spPr>
              <a:xfrm>
                <a:off x="935994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4" name="object 386">
                <a:extLst>
                  <a:ext uri="{FF2B5EF4-FFF2-40B4-BE49-F238E27FC236}">
                    <a16:creationId xmlns:a16="http://schemas.microsoft.com/office/drawing/2014/main" id="{856AAFAA-FB80-4666-BE45-75632A59FD3B}"/>
                  </a:ext>
                </a:extLst>
              </p:cNvPr>
              <p:cNvSpPr/>
              <p:nvPr/>
            </p:nvSpPr>
            <p:spPr>
              <a:xfrm>
                <a:off x="9359948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5" name="object 387">
                <a:extLst>
                  <a:ext uri="{FF2B5EF4-FFF2-40B4-BE49-F238E27FC236}">
                    <a16:creationId xmlns:a16="http://schemas.microsoft.com/office/drawing/2014/main" id="{EB7483D9-F6AD-4712-A16C-71757ECC6323}"/>
                  </a:ext>
                </a:extLst>
              </p:cNvPr>
              <p:cNvSpPr/>
              <p:nvPr/>
            </p:nvSpPr>
            <p:spPr>
              <a:xfrm>
                <a:off x="946891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6" name="object 388">
                <a:extLst>
                  <a:ext uri="{FF2B5EF4-FFF2-40B4-BE49-F238E27FC236}">
                    <a16:creationId xmlns:a16="http://schemas.microsoft.com/office/drawing/2014/main" id="{2C6CA1A3-B07C-41DA-8EE4-759C2C0BD884}"/>
                  </a:ext>
                </a:extLst>
              </p:cNvPr>
              <p:cNvSpPr/>
              <p:nvPr/>
            </p:nvSpPr>
            <p:spPr>
              <a:xfrm>
                <a:off x="9468914" y="488465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7" name="object 389">
                <a:extLst>
                  <a:ext uri="{FF2B5EF4-FFF2-40B4-BE49-F238E27FC236}">
                    <a16:creationId xmlns:a16="http://schemas.microsoft.com/office/drawing/2014/main" id="{8AB48B16-CAA0-4307-BAA1-47C599AC0606}"/>
                  </a:ext>
                </a:extLst>
              </p:cNvPr>
              <p:cNvSpPr/>
              <p:nvPr/>
            </p:nvSpPr>
            <p:spPr>
              <a:xfrm>
                <a:off x="9577892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8" name="object 390">
                <a:extLst>
                  <a:ext uri="{FF2B5EF4-FFF2-40B4-BE49-F238E27FC236}">
                    <a16:creationId xmlns:a16="http://schemas.microsoft.com/office/drawing/2014/main" id="{E6D91BAF-B7D8-43EC-8180-DC8C2C509FE5}"/>
                  </a:ext>
                </a:extLst>
              </p:cNvPr>
              <p:cNvSpPr/>
              <p:nvPr/>
            </p:nvSpPr>
            <p:spPr>
              <a:xfrm>
                <a:off x="9577892" y="488465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89" name="object 391">
                <a:extLst>
                  <a:ext uri="{FF2B5EF4-FFF2-40B4-BE49-F238E27FC236}">
                    <a16:creationId xmlns:a16="http://schemas.microsoft.com/office/drawing/2014/main" id="{766A1424-86DB-4931-A39A-925BE14DE906}"/>
                  </a:ext>
                </a:extLst>
              </p:cNvPr>
              <p:cNvSpPr/>
              <p:nvPr/>
            </p:nvSpPr>
            <p:spPr>
              <a:xfrm>
                <a:off x="6969566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0" name="object 392">
                <a:extLst>
                  <a:ext uri="{FF2B5EF4-FFF2-40B4-BE49-F238E27FC236}">
                    <a16:creationId xmlns:a16="http://schemas.microsoft.com/office/drawing/2014/main" id="{6FF31A01-DDDD-4C44-9CB5-6009291D66F5}"/>
                  </a:ext>
                </a:extLst>
              </p:cNvPr>
              <p:cNvSpPr/>
              <p:nvPr/>
            </p:nvSpPr>
            <p:spPr>
              <a:xfrm>
                <a:off x="6969566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1" name="object 393">
                <a:extLst>
                  <a:ext uri="{FF2B5EF4-FFF2-40B4-BE49-F238E27FC236}">
                    <a16:creationId xmlns:a16="http://schemas.microsoft.com/office/drawing/2014/main" id="{7A29818B-9CBE-4EB3-9DC0-97143C5FC06E}"/>
                  </a:ext>
                </a:extLst>
              </p:cNvPr>
              <p:cNvSpPr/>
              <p:nvPr/>
            </p:nvSpPr>
            <p:spPr>
              <a:xfrm>
                <a:off x="7078532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2" name="object 394">
                <a:extLst>
                  <a:ext uri="{FF2B5EF4-FFF2-40B4-BE49-F238E27FC236}">
                    <a16:creationId xmlns:a16="http://schemas.microsoft.com/office/drawing/2014/main" id="{20938CE9-AEE1-4F7D-BDFF-9AAD4E0A86F8}"/>
                  </a:ext>
                </a:extLst>
              </p:cNvPr>
              <p:cNvSpPr/>
              <p:nvPr/>
            </p:nvSpPr>
            <p:spPr>
              <a:xfrm>
                <a:off x="7078532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3" name="object 395">
                <a:extLst>
                  <a:ext uri="{FF2B5EF4-FFF2-40B4-BE49-F238E27FC236}">
                    <a16:creationId xmlns:a16="http://schemas.microsoft.com/office/drawing/2014/main" id="{5B0B4C98-C335-4FC8-9BA7-2DF860C2E29C}"/>
                  </a:ext>
                </a:extLst>
              </p:cNvPr>
              <p:cNvSpPr/>
              <p:nvPr/>
            </p:nvSpPr>
            <p:spPr>
              <a:xfrm>
                <a:off x="7186736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4" name="object 396">
                <a:extLst>
                  <a:ext uri="{FF2B5EF4-FFF2-40B4-BE49-F238E27FC236}">
                    <a16:creationId xmlns:a16="http://schemas.microsoft.com/office/drawing/2014/main" id="{261C5A4C-CE10-4691-ABA5-42BE650324DD}"/>
                  </a:ext>
                </a:extLst>
              </p:cNvPr>
              <p:cNvSpPr/>
              <p:nvPr/>
            </p:nvSpPr>
            <p:spPr>
              <a:xfrm>
                <a:off x="7186736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5" name="object 397">
                <a:extLst>
                  <a:ext uri="{FF2B5EF4-FFF2-40B4-BE49-F238E27FC236}">
                    <a16:creationId xmlns:a16="http://schemas.microsoft.com/office/drawing/2014/main" id="{36C915DF-3C48-4FE7-865B-A0814C57CB36}"/>
                  </a:ext>
                </a:extLst>
              </p:cNvPr>
              <p:cNvSpPr/>
              <p:nvPr/>
            </p:nvSpPr>
            <p:spPr>
              <a:xfrm>
                <a:off x="7295702" y="49936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16764"/>
                    </a:ln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16764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6" name="object 398">
                <a:extLst>
                  <a:ext uri="{FF2B5EF4-FFF2-40B4-BE49-F238E27FC236}">
                    <a16:creationId xmlns:a16="http://schemas.microsoft.com/office/drawing/2014/main" id="{5D10A5EB-B9F0-4DFC-8B60-7D86224C5DB9}"/>
                  </a:ext>
                </a:extLst>
              </p:cNvPr>
              <p:cNvSpPr/>
              <p:nvPr/>
            </p:nvSpPr>
            <p:spPr>
              <a:xfrm>
                <a:off x="729570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7" name="object 399">
                <a:extLst>
                  <a:ext uri="{FF2B5EF4-FFF2-40B4-BE49-F238E27FC236}">
                    <a16:creationId xmlns:a16="http://schemas.microsoft.com/office/drawing/2014/main" id="{04FDEDC0-1CB8-4029-898D-3F78FB97E806}"/>
                  </a:ext>
                </a:extLst>
              </p:cNvPr>
              <p:cNvSpPr/>
              <p:nvPr/>
            </p:nvSpPr>
            <p:spPr>
              <a:xfrm>
                <a:off x="7404668" y="4993619"/>
                <a:ext cx="108585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7145">
                    <a:moveTo>
                      <a:pt x="0" y="16763"/>
                    </a:moveTo>
                    <a:lnTo>
                      <a:pt x="108203" y="16763"/>
                    </a:lnTo>
                    <a:lnTo>
                      <a:pt x="108203" y="0"/>
                    </a:lnTo>
                    <a:lnTo>
                      <a:pt x="0" y="0"/>
                    </a:lnTo>
                    <a:lnTo>
                      <a:pt x="0" y="1676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8" name="object 400">
                <a:extLst>
                  <a:ext uri="{FF2B5EF4-FFF2-40B4-BE49-F238E27FC236}">
                    <a16:creationId xmlns:a16="http://schemas.microsoft.com/office/drawing/2014/main" id="{A1CB586E-A8FE-4CB9-854E-4C53BCEA09BD}"/>
                  </a:ext>
                </a:extLst>
              </p:cNvPr>
              <p:cNvSpPr/>
              <p:nvPr/>
            </p:nvSpPr>
            <p:spPr>
              <a:xfrm>
                <a:off x="7404668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99" name="object 401">
                <a:extLst>
                  <a:ext uri="{FF2B5EF4-FFF2-40B4-BE49-F238E27FC236}">
                    <a16:creationId xmlns:a16="http://schemas.microsoft.com/office/drawing/2014/main" id="{CE3A8A52-9579-42F6-BEA2-FC31DB7E1B1D}"/>
                  </a:ext>
                </a:extLst>
              </p:cNvPr>
              <p:cNvSpPr/>
              <p:nvPr/>
            </p:nvSpPr>
            <p:spPr>
              <a:xfrm>
                <a:off x="7512872" y="4993619"/>
                <a:ext cx="109220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7145">
                    <a:moveTo>
                      <a:pt x="0" y="16763"/>
                    </a:moveTo>
                    <a:lnTo>
                      <a:pt x="108965" y="16763"/>
                    </a:lnTo>
                    <a:lnTo>
                      <a:pt x="108965" y="0"/>
                    </a:lnTo>
                    <a:lnTo>
                      <a:pt x="0" y="0"/>
                    </a:lnTo>
                    <a:lnTo>
                      <a:pt x="0" y="1676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0" name="object 402">
                <a:extLst>
                  <a:ext uri="{FF2B5EF4-FFF2-40B4-BE49-F238E27FC236}">
                    <a16:creationId xmlns:a16="http://schemas.microsoft.com/office/drawing/2014/main" id="{BE615EA0-3F52-49E2-8597-A6E20AD8960B}"/>
                  </a:ext>
                </a:extLst>
              </p:cNvPr>
              <p:cNvSpPr/>
              <p:nvPr/>
            </p:nvSpPr>
            <p:spPr>
              <a:xfrm>
                <a:off x="751287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1" name="object 403">
                <a:extLst>
                  <a:ext uri="{FF2B5EF4-FFF2-40B4-BE49-F238E27FC236}">
                    <a16:creationId xmlns:a16="http://schemas.microsoft.com/office/drawing/2014/main" id="{7379F436-D8AF-4146-8353-4B00C318C3E1}"/>
                  </a:ext>
                </a:extLst>
              </p:cNvPr>
              <p:cNvSpPr/>
              <p:nvPr/>
            </p:nvSpPr>
            <p:spPr>
              <a:xfrm>
                <a:off x="7621839" y="49936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191" y="0"/>
                    </a:moveTo>
                    <a:lnTo>
                      <a:pt x="0" y="0"/>
                    </a:lnTo>
                    <a:lnTo>
                      <a:pt x="0" y="16764"/>
                    </a:lnTo>
                    <a:lnTo>
                      <a:pt x="0" y="108966"/>
                    </a:lnTo>
                    <a:lnTo>
                      <a:pt x="108191" y="108966"/>
                    </a:lnTo>
                    <a:lnTo>
                      <a:pt x="108191" y="16764"/>
                    </a:lnTo>
                    <a:lnTo>
                      <a:pt x="108191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2" name="object 404">
                <a:extLst>
                  <a:ext uri="{FF2B5EF4-FFF2-40B4-BE49-F238E27FC236}">
                    <a16:creationId xmlns:a16="http://schemas.microsoft.com/office/drawing/2014/main" id="{8DF478FB-207D-4B0C-8CA2-F81EA6208F45}"/>
                  </a:ext>
                </a:extLst>
              </p:cNvPr>
              <p:cNvSpPr/>
              <p:nvPr/>
            </p:nvSpPr>
            <p:spPr>
              <a:xfrm>
                <a:off x="7621838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3" name="object 405">
                <a:extLst>
                  <a:ext uri="{FF2B5EF4-FFF2-40B4-BE49-F238E27FC236}">
                    <a16:creationId xmlns:a16="http://schemas.microsoft.com/office/drawing/2014/main" id="{99DD7A51-D58A-45D3-8276-B283274E99F6}"/>
                  </a:ext>
                </a:extLst>
              </p:cNvPr>
              <p:cNvSpPr/>
              <p:nvPr/>
            </p:nvSpPr>
            <p:spPr>
              <a:xfrm>
                <a:off x="773004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4" name="object 406">
                <a:extLst>
                  <a:ext uri="{FF2B5EF4-FFF2-40B4-BE49-F238E27FC236}">
                    <a16:creationId xmlns:a16="http://schemas.microsoft.com/office/drawing/2014/main" id="{96F2D219-9AB2-40FD-AF5D-9FBBC28B7EEF}"/>
                  </a:ext>
                </a:extLst>
              </p:cNvPr>
              <p:cNvSpPr/>
              <p:nvPr/>
            </p:nvSpPr>
            <p:spPr>
              <a:xfrm>
                <a:off x="773004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5" name="object 407">
                <a:extLst>
                  <a:ext uri="{FF2B5EF4-FFF2-40B4-BE49-F238E27FC236}">
                    <a16:creationId xmlns:a16="http://schemas.microsoft.com/office/drawing/2014/main" id="{2FAF332B-1653-4A22-B657-660ABA5AB201}"/>
                  </a:ext>
                </a:extLst>
              </p:cNvPr>
              <p:cNvSpPr/>
              <p:nvPr/>
            </p:nvSpPr>
            <p:spPr>
              <a:xfrm>
                <a:off x="783900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6" name="object 408">
                <a:extLst>
                  <a:ext uri="{FF2B5EF4-FFF2-40B4-BE49-F238E27FC236}">
                    <a16:creationId xmlns:a16="http://schemas.microsoft.com/office/drawing/2014/main" id="{6AEBFB91-0952-46D8-8FF4-129F1C72CD7A}"/>
                  </a:ext>
                </a:extLst>
              </p:cNvPr>
              <p:cNvSpPr/>
              <p:nvPr/>
            </p:nvSpPr>
            <p:spPr>
              <a:xfrm>
                <a:off x="783900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7" name="object 409">
                <a:extLst>
                  <a:ext uri="{FF2B5EF4-FFF2-40B4-BE49-F238E27FC236}">
                    <a16:creationId xmlns:a16="http://schemas.microsoft.com/office/drawing/2014/main" id="{4E1879E7-F93B-40E1-A1E8-9BEDEC1C1173}"/>
                  </a:ext>
                </a:extLst>
              </p:cNvPr>
              <p:cNvSpPr/>
              <p:nvPr/>
            </p:nvSpPr>
            <p:spPr>
              <a:xfrm>
                <a:off x="794797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8" name="object 410">
                <a:extLst>
                  <a:ext uri="{FF2B5EF4-FFF2-40B4-BE49-F238E27FC236}">
                    <a16:creationId xmlns:a16="http://schemas.microsoft.com/office/drawing/2014/main" id="{AAC37F61-BE6E-461F-A312-487F43E98BEC}"/>
                  </a:ext>
                </a:extLst>
              </p:cNvPr>
              <p:cNvSpPr/>
              <p:nvPr/>
            </p:nvSpPr>
            <p:spPr>
              <a:xfrm>
                <a:off x="794797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9" name="object 411">
                <a:extLst>
                  <a:ext uri="{FF2B5EF4-FFF2-40B4-BE49-F238E27FC236}">
                    <a16:creationId xmlns:a16="http://schemas.microsoft.com/office/drawing/2014/main" id="{1114354B-62FC-4C02-ACFF-D7ED54835BB9}"/>
                  </a:ext>
                </a:extLst>
              </p:cNvPr>
              <p:cNvSpPr/>
              <p:nvPr/>
            </p:nvSpPr>
            <p:spPr>
              <a:xfrm>
                <a:off x="805617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0" name="object 412">
                <a:extLst>
                  <a:ext uri="{FF2B5EF4-FFF2-40B4-BE49-F238E27FC236}">
                    <a16:creationId xmlns:a16="http://schemas.microsoft.com/office/drawing/2014/main" id="{FE66870C-85E5-4D83-93AD-47D67F978B58}"/>
                  </a:ext>
                </a:extLst>
              </p:cNvPr>
              <p:cNvSpPr/>
              <p:nvPr/>
            </p:nvSpPr>
            <p:spPr>
              <a:xfrm>
                <a:off x="805617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1" name="object 413">
                <a:extLst>
                  <a:ext uri="{FF2B5EF4-FFF2-40B4-BE49-F238E27FC236}">
                    <a16:creationId xmlns:a16="http://schemas.microsoft.com/office/drawing/2014/main" id="{3DD5F374-F1E5-4F10-BA2D-E13C711415FE}"/>
                  </a:ext>
                </a:extLst>
              </p:cNvPr>
              <p:cNvSpPr/>
              <p:nvPr/>
            </p:nvSpPr>
            <p:spPr>
              <a:xfrm>
                <a:off x="816514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2" name="object 414">
                <a:extLst>
                  <a:ext uri="{FF2B5EF4-FFF2-40B4-BE49-F238E27FC236}">
                    <a16:creationId xmlns:a16="http://schemas.microsoft.com/office/drawing/2014/main" id="{5342583B-2780-4274-851F-29389E20A965}"/>
                  </a:ext>
                </a:extLst>
              </p:cNvPr>
              <p:cNvSpPr/>
              <p:nvPr/>
            </p:nvSpPr>
            <p:spPr>
              <a:xfrm>
                <a:off x="816514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3" name="object 415">
                <a:extLst>
                  <a:ext uri="{FF2B5EF4-FFF2-40B4-BE49-F238E27FC236}">
                    <a16:creationId xmlns:a16="http://schemas.microsoft.com/office/drawing/2014/main" id="{118CB340-EEB8-4B31-B7AA-E6BE33A8DF9A}"/>
                  </a:ext>
                </a:extLst>
              </p:cNvPr>
              <p:cNvSpPr/>
              <p:nvPr/>
            </p:nvSpPr>
            <p:spPr>
              <a:xfrm>
                <a:off x="827334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4" name="object 416">
                <a:extLst>
                  <a:ext uri="{FF2B5EF4-FFF2-40B4-BE49-F238E27FC236}">
                    <a16:creationId xmlns:a16="http://schemas.microsoft.com/office/drawing/2014/main" id="{9ECCFD9C-BAB5-48B1-81F5-147CC9811FB8}"/>
                  </a:ext>
                </a:extLst>
              </p:cNvPr>
              <p:cNvSpPr/>
              <p:nvPr/>
            </p:nvSpPr>
            <p:spPr>
              <a:xfrm>
                <a:off x="827334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5" name="object 417">
                <a:extLst>
                  <a:ext uri="{FF2B5EF4-FFF2-40B4-BE49-F238E27FC236}">
                    <a16:creationId xmlns:a16="http://schemas.microsoft.com/office/drawing/2014/main" id="{31737797-0684-4CF2-A01F-9799FDD444B0}"/>
                  </a:ext>
                </a:extLst>
              </p:cNvPr>
              <p:cNvSpPr/>
              <p:nvPr/>
            </p:nvSpPr>
            <p:spPr>
              <a:xfrm>
                <a:off x="838231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6" name="object 418">
                <a:extLst>
                  <a:ext uri="{FF2B5EF4-FFF2-40B4-BE49-F238E27FC236}">
                    <a16:creationId xmlns:a16="http://schemas.microsoft.com/office/drawing/2014/main" id="{DC503278-6E36-485A-92D8-96761AF5E8E9}"/>
                  </a:ext>
                </a:extLst>
              </p:cNvPr>
              <p:cNvSpPr/>
              <p:nvPr/>
            </p:nvSpPr>
            <p:spPr>
              <a:xfrm>
                <a:off x="838231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7" name="object 419">
                <a:extLst>
                  <a:ext uri="{FF2B5EF4-FFF2-40B4-BE49-F238E27FC236}">
                    <a16:creationId xmlns:a16="http://schemas.microsoft.com/office/drawing/2014/main" id="{EF70D8EC-EF50-4B96-8E42-16903692DB7A}"/>
                  </a:ext>
                </a:extLst>
              </p:cNvPr>
              <p:cNvSpPr/>
              <p:nvPr/>
            </p:nvSpPr>
            <p:spPr>
              <a:xfrm>
                <a:off x="8491280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8" name="object 420">
                <a:extLst>
                  <a:ext uri="{FF2B5EF4-FFF2-40B4-BE49-F238E27FC236}">
                    <a16:creationId xmlns:a16="http://schemas.microsoft.com/office/drawing/2014/main" id="{19641E7C-DB17-44DC-9E6B-AA79786CCA27}"/>
                  </a:ext>
                </a:extLst>
              </p:cNvPr>
              <p:cNvSpPr/>
              <p:nvPr/>
            </p:nvSpPr>
            <p:spPr>
              <a:xfrm>
                <a:off x="8491280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9" name="object 421">
                <a:extLst>
                  <a:ext uri="{FF2B5EF4-FFF2-40B4-BE49-F238E27FC236}">
                    <a16:creationId xmlns:a16="http://schemas.microsoft.com/office/drawing/2014/main" id="{E6BCE759-3B97-4AFB-8618-A7FEDD60FA9D}"/>
                  </a:ext>
                </a:extLst>
              </p:cNvPr>
              <p:cNvSpPr/>
              <p:nvPr/>
            </p:nvSpPr>
            <p:spPr>
              <a:xfrm>
                <a:off x="859947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0" name="object 422">
                <a:extLst>
                  <a:ext uri="{FF2B5EF4-FFF2-40B4-BE49-F238E27FC236}">
                    <a16:creationId xmlns:a16="http://schemas.microsoft.com/office/drawing/2014/main" id="{54948F8D-15BB-4438-A0E9-CFC4417BF223}"/>
                  </a:ext>
                </a:extLst>
              </p:cNvPr>
              <p:cNvSpPr/>
              <p:nvPr/>
            </p:nvSpPr>
            <p:spPr>
              <a:xfrm>
                <a:off x="8599472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1" name="object 423">
                <a:extLst>
                  <a:ext uri="{FF2B5EF4-FFF2-40B4-BE49-F238E27FC236}">
                    <a16:creationId xmlns:a16="http://schemas.microsoft.com/office/drawing/2014/main" id="{195ED5BA-E2C5-4E44-B483-D456C425B9BE}"/>
                  </a:ext>
                </a:extLst>
              </p:cNvPr>
              <p:cNvSpPr/>
              <p:nvPr/>
            </p:nvSpPr>
            <p:spPr>
              <a:xfrm>
                <a:off x="8708437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2" name="object 424">
                <a:extLst>
                  <a:ext uri="{FF2B5EF4-FFF2-40B4-BE49-F238E27FC236}">
                    <a16:creationId xmlns:a16="http://schemas.microsoft.com/office/drawing/2014/main" id="{99684D42-7FCF-4AA4-8714-127AFE7A24C6}"/>
                  </a:ext>
                </a:extLst>
              </p:cNvPr>
              <p:cNvSpPr/>
              <p:nvPr/>
            </p:nvSpPr>
            <p:spPr>
              <a:xfrm>
                <a:off x="8708437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3" name="object 425">
                <a:extLst>
                  <a:ext uri="{FF2B5EF4-FFF2-40B4-BE49-F238E27FC236}">
                    <a16:creationId xmlns:a16="http://schemas.microsoft.com/office/drawing/2014/main" id="{A933AE89-40AD-4BBB-BFD0-DE43F4DB84B2}"/>
                  </a:ext>
                </a:extLst>
              </p:cNvPr>
              <p:cNvSpPr/>
              <p:nvPr/>
            </p:nvSpPr>
            <p:spPr>
              <a:xfrm>
                <a:off x="881665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4" name="object 426">
                <a:extLst>
                  <a:ext uri="{FF2B5EF4-FFF2-40B4-BE49-F238E27FC236}">
                    <a16:creationId xmlns:a16="http://schemas.microsoft.com/office/drawing/2014/main" id="{06868D6E-5194-4914-B5FC-00131CE539A9}"/>
                  </a:ext>
                </a:extLst>
              </p:cNvPr>
              <p:cNvSpPr/>
              <p:nvPr/>
            </p:nvSpPr>
            <p:spPr>
              <a:xfrm>
                <a:off x="881665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5" name="object 427">
                <a:extLst>
                  <a:ext uri="{FF2B5EF4-FFF2-40B4-BE49-F238E27FC236}">
                    <a16:creationId xmlns:a16="http://schemas.microsoft.com/office/drawing/2014/main" id="{AC8171B2-C633-4744-95E4-14C5756CABBE}"/>
                  </a:ext>
                </a:extLst>
              </p:cNvPr>
              <p:cNvSpPr/>
              <p:nvPr/>
            </p:nvSpPr>
            <p:spPr>
              <a:xfrm>
                <a:off x="8925620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6" name="object 428">
                <a:extLst>
                  <a:ext uri="{FF2B5EF4-FFF2-40B4-BE49-F238E27FC236}">
                    <a16:creationId xmlns:a16="http://schemas.microsoft.com/office/drawing/2014/main" id="{B456FA31-6E3F-43CE-AF19-1253DFB1EA38}"/>
                  </a:ext>
                </a:extLst>
              </p:cNvPr>
              <p:cNvSpPr/>
              <p:nvPr/>
            </p:nvSpPr>
            <p:spPr>
              <a:xfrm>
                <a:off x="8925620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7" name="object 429">
                <a:extLst>
                  <a:ext uri="{FF2B5EF4-FFF2-40B4-BE49-F238E27FC236}">
                    <a16:creationId xmlns:a16="http://schemas.microsoft.com/office/drawing/2014/main" id="{713616BF-61D8-4DEA-9DE9-58F1C4118A37}"/>
                  </a:ext>
                </a:extLst>
              </p:cNvPr>
              <p:cNvSpPr/>
              <p:nvPr/>
            </p:nvSpPr>
            <p:spPr>
              <a:xfrm>
                <a:off x="903457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8" name="object 430">
                <a:extLst>
                  <a:ext uri="{FF2B5EF4-FFF2-40B4-BE49-F238E27FC236}">
                    <a16:creationId xmlns:a16="http://schemas.microsoft.com/office/drawing/2014/main" id="{B1B7E701-F3E8-4272-B86F-27B1EE4BD90C}"/>
                  </a:ext>
                </a:extLst>
              </p:cNvPr>
              <p:cNvSpPr/>
              <p:nvPr/>
            </p:nvSpPr>
            <p:spPr>
              <a:xfrm>
                <a:off x="9034574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29" name="object 431">
                <a:extLst>
                  <a:ext uri="{FF2B5EF4-FFF2-40B4-BE49-F238E27FC236}">
                    <a16:creationId xmlns:a16="http://schemas.microsoft.com/office/drawing/2014/main" id="{D3B39428-B189-4001-8120-E188F50FCECE}"/>
                  </a:ext>
                </a:extLst>
              </p:cNvPr>
              <p:cNvSpPr/>
              <p:nvPr/>
            </p:nvSpPr>
            <p:spPr>
              <a:xfrm>
                <a:off x="914277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0" name="object 432">
                <a:extLst>
                  <a:ext uri="{FF2B5EF4-FFF2-40B4-BE49-F238E27FC236}">
                    <a16:creationId xmlns:a16="http://schemas.microsoft.com/office/drawing/2014/main" id="{35115516-FF32-4424-A0E3-B2D8E199277A}"/>
                  </a:ext>
                </a:extLst>
              </p:cNvPr>
              <p:cNvSpPr/>
              <p:nvPr/>
            </p:nvSpPr>
            <p:spPr>
              <a:xfrm>
                <a:off x="914277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1" name="object 433">
                <a:extLst>
                  <a:ext uri="{FF2B5EF4-FFF2-40B4-BE49-F238E27FC236}">
                    <a16:creationId xmlns:a16="http://schemas.microsoft.com/office/drawing/2014/main" id="{2984E3C9-9E30-409C-997A-4EA24445D75C}"/>
                  </a:ext>
                </a:extLst>
              </p:cNvPr>
              <p:cNvSpPr/>
              <p:nvPr/>
            </p:nvSpPr>
            <p:spPr>
              <a:xfrm>
                <a:off x="9251756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2" name="object 434">
                <a:extLst>
                  <a:ext uri="{FF2B5EF4-FFF2-40B4-BE49-F238E27FC236}">
                    <a16:creationId xmlns:a16="http://schemas.microsoft.com/office/drawing/2014/main" id="{2F077A67-E58D-4053-B260-00F02925991B}"/>
                  </a:ext>
                </a:extLst>
              </p:cNvPr>
              <p:cNvSpPr/>
              <p:nvPr/>
            </p:nvSpPr>
            <p:spPr>
              <a:xfrm>
                <a:off x="9251756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3" name="object 435">
                <a:extLst>
                  <a:ext uri="{FF2B5EF4-FFF2-40B4-BE49-F238E27FC236}">
                    <a16:creationId xmlns:a16="http://schemas.microsoft.com/office/drawing/2014/main" id="{B2D887F5-9E6C-442E-B102-F96C805F2A4A}"/>
                  </a:ext>
                </a:extLst>
              </p:cNvPr>
              <p:cNvSpPr/>
              <p:nvPr/>
            </p:nvSpPr>
            <p:spPr>
              <a:xfrm>
                <a:off x="935994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4" name="object 436">
                <a:extLst>
                  <a:ext uri="{FF2B5EF4-FFF2-40B4-BE49-F238E27FC236}">
                    <a16:creationId xmlns:a16="http://schemas.microsoft.com/office/drawing/2014/main" id="{D1D96C88-9FFC-4ABF-8B63-E0EA0CDB3A9C}"/>
                  </a:ext>
                </a:extLst>
              </p:cNvPr>
              <p:cNvSpPr/>
              <p:nvPr/>
            </p:nvSpPr>
            <p:spPr>
              <a:xfrm>
                <a:off x="9359948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5" name="object 437">
                <a:extLst>
                  <a:ext uri="{FF2B5EF4-FFF2-40B4-BE49-F238E27FC236}">
                    <a16:creationId xmlns:a16="http://schemas.microsoft.com/office/drawing/2014/main" id="{F9542AC5-1CFA-495B-96FA-DAC27E06EDAC}"/>
                  </a:ext>
                </a:extLst>
              </p:cNvPr>
              <p:cNvSpPr/>
              <p:nvPr/>
            </p:nvSpPr>
            <p:spPr>
              <a:xfrm>
                <a:off x="946891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6" name="object 438">
                <a:extLst>
                  <a:ext uri="{FF2B5EF4-FFF2-40B4-BE49-F238E27FC236}">
                    <a16:creationId xmlns:a16="http://schemas.microsoft.com/office/drawing/2014/main" id="{12B99C23-BBB2-4AE5-BAF9-5C6DD8FEAD14}"/>
                  </a:ext>
                </a:extLst>
              </p:cNvPr>
              <p:cNvSpPr/>
              <p:nvPr/>
            </p:nvSpPr>
            <p:spPr>
              <a:xfrm>
                <a:off x="9468914" y="499361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7" name="object 439">
                <a:extLst>
                  <a:ext uri="{FF2B5EF4-FFF2-40B4-BE49-F238E27FC236}">
                    <a16:creationId xmlns:a16="http://schemas.microsoft.com/office/drawing/2014/main" id="{920B21D7-C8B1-4484-80D6-82E31303BB5F}"/>
                  </a:ext>
                </a:extLst>
              </p:cNvPr>
              <p:cNvSpPr/>
              <p:nvPr/>
            </p:nvSpPr>
            <p:spPr>
              <a:xfrm>
                <a:off x="9577892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8" name="object 440">
                <a:extLst>
                  <a:ext uri="{FF2B5EF4-FFF2-40B4-BE49-F238E27FC236}">
                    <a16:creationId xmlns:a16="http://schemas.microsoft.com/office/drawing/2014/main" id="{C6927905-D009-45B4-82A3-63679D8D8557}"/>
                  </a:ext>
                </a:extLst>
              </p:cNvPr>
              <p:cNvSpPr/>
              <p:nvPr/>
            </p:nvSpPr>
            <p:spPr>
              <a:xfrm>
                <a:off x="9577892" y="499361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9" name="object 441">
                <a:extLst>
                  <a:ext uri="{FF2B5EF4-FFF2-40B4-BE49-F238E27FC236}">
                    <a16:creationId xmlns:a16="http://schemas.microsoft.com/office/drawing/2014/main" id="{245BC9D9-7C97-46D7-8F24-C2739F12D9DF}"/>
                  </a:ext>
                </a:extLst>
              </p:cNvPr>
              <p:cNvSpPr/>
              <p:nvPr/>
            </p:nvSpPr>
            <p:spPr>
              <a:xfrm>
                <a:off x="6969566" y="510259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16764"/>
                    </a:ln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16764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0" name="object 442">
                <a:extLst>
                  <a:ext uri="{FF2B5EF4-FFF2-40B4-BE49-F238E27FC236}">
                    <a16:creationId xmlns:a16="http://schemas.microsoft.com/office/drawing/2014/main" id="{B48FC75D-42A3-4AD0-9EDB-5376255586D1}"/>
                  </a:ext>
                </a:extLst>
              </p:cNvPr>
              <p:cNvSpPr/>
              <p:nvPr/>
            </p:nvSpPr>
            <p:spPr>
              <a:xfrm>
                <a:off x="6969566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1" name="object 443">
                <a:extLst>
                  <a:ext uri="{FF2B5EF4-FFF2-40B4-BE49-F238E27FC236}">
                    <a16:creationId xmlns:a16="http://schemas.microsoft.com/office/drawing/2014/main" id="{EEC74C71-EC71-4BFA-94A2-A4F4AFC032F1}"/>
                  </a:ext>
                </a:extLst>
              </p:cNvPr>
              <p:cNvSpPr/>
              <p:nvPr/>
            </p:nvSpPr>
            <p:spPr>
              <a:xfrm>
                <a:off x="7078532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2" name="object 444">
                <a:extLst>
                  <a:ext uri="{FF2B5EF4-FFF2-40B4-BE49-F238E27FC236}">
                    <a16:creationId xmlns:a16="http://schemas.microsoft.com/office/drawing/2014/main" id="{386AB65B-DC21-4492-9008-2CEC8A7DD296}"/>
                  </a:ext>
                </a:extLst>
              </p:cNvPr>
              <p:cNvSpPr/>
              <p:nvPr/>
            </p:nvSpPr>
            <p:spPr>
              <a:xfrm>
                <a:off x="7078532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3" name="object 445">
                <a:extLst>
                  <a:ext uri="{FF2B5EF4-FFF2-40B4-BE49-F238E27FC236}">
                    <a16:creationId xmlns:a16="http://schemas.microsoft.com/office/drawing/2014/main" id="{9E2B0802-FFED-4E50-AE96-CC734D0D8604}"/>
                  </a:ext>
                </a:extLst>
              </p:cNvPr>
              <p:cNvSpPr/>
              <p:nvPr/>
            </p:nvSpPr>
            <p:spPr>
              <a:xfrm>
                <a:off x="7186736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4" name="object 446">
                <a:extLst>
                  <a:ext uri="{FF2B5EF4-FFF2-40B4-BE49-F238E27FC236}">
                    <a16:creationId xmlns:a16="http://schemas.microsoft.com/office/drawing/2014/main" id="{95C977DA-071C-4C40-9934-E59276F8955C}"/>
                  </a:ext>
                </a:extLst>
              </p:cNvPr>
              <p:cNvSpPr/>
              <p:nvPr/>
            </p:nvSpPr>
            <p:spPr>
              <a:xfrm>
                <a:off x="7186736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5" name="object 447">
                <a:extLst>
                  <a:ext uri="{FF2B5EF4-FFF2-40B4-BE49-F238E27FC236}">
                    <a16:creationId xmlns:a16="http://schemas.microsoft.com/office/drawing/2014/main" id="{FF1D045B-FF39-4E25-B389-CFA3DF42B973}"/>
                  </a:ext>
                </a:extLst>
              </p:cNvPr>
              <p:cNvSpPr/>
              <p:nvPr/>
            </p:nvSpPr>
            <p:spPr>
              <a:xfrm>
                <a:off x="7295702" y="510259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91440"/>
                    </a:ln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91440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6" name="object 448">
                <a:extLst>
                  <a:ext uri="{FF2B5EF4-FFF2-40B4-BE49-F238E27FC236}">
                    <a16:creationId xmlns:a16="http://schemas.microsoft.com/office/drawing/2014/main" id="{593E4945-C3FC-4C2F-BA25-479C4BC738A1}"/>
                  </a:ext>
                </a:extLst>
              </p:cNvPr>
              <p:cNvSpPr/>
              <p:nvPr/>
            </p:nvSpPr>
            <p:spPr>
              <a:xfrm>
                <a:off x="729570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7" name="object 449">
                <a:extLst>
                  <a:ext uri="{FF2B5EF4-FFF2-40B4-BE49-F238E27FC236}">
                    <a16:creationId xmlns:a16="http://schemas.microsoft.com/office/drawing/2014/main" id="{3340105A-0913-4B75-B29B-B7341C7216CC}"/>
                  </a:ext>
                </a:extLst>
              </p:cNvPr>
              <p:cNvSpPr/>
              <p:nvPr/>
            </p:nvSpPr>
            <p:spPr>
              <a:xfrm>
                <a:off x="7404668" y="5194025"/>
                <a:ext cx="108585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7145">
                    <a:moveTo>
                      <a:pt x="0" y="16763"/>
                    </a:moveTo>
                    <a:lnTo>
                      <a:pt x="108203" y="16763"/>
                    </a:lnTo>
                    <a:lnTo>
                      <a:pt x="108203" y="0"/>
                    </a:lnTo>
                    <a:lnTo>
                      <a:pt x="0" y="0"/>
                    </a:lnTo>
                    <a:lnTo>
                      <a:pt x="0" y="1676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8" name="object 450">
                <a:extLst>
                  <a:ext uri="{FF2B5EF4-FFF2-40B4-BE49-F238E27FC236}">
                    <a16:creationId xmlns:a16="http://schemas.microsoft.com/office/drawing/2014/main" id="{B5C2411F-524A-4A5E-B615-0F72425F87A1}"/>
                  </a:ext>
                </a:extLst>
              </p:cNvPr>
              <p:cNvSpPr/>
              <p:nvPr/>
            </p:nvSpPr>
            <p:spPr>
              <a:xfrm>
                <a:off x="7404668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49" name="object 451">
                <a:extLst>
                  <a:ext uri="{FF2B5EF4-FFF2-40B4-BE49-F238E27FC236}">
                    <a16:creationId xmlns:a16="http://schemas.microsoft.com/office/drawing/2014/main" id="{F3CB70F4-EDF3-433B-B20D-CBC98389FF6A}"/>
                  </a:ext>
                </a:extLst>
              </p:cNvPr>
              <p:cNvSpPr/>
              <p:nvPr/>
            </p:nvSpPr>
            <p:spPr>
              <a:xfrm>
                <a:off x="7512872" y="5194025"/>
                <a:ext cx="109220" cy="1714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7145">
                    <a:moveTo>
                      <a:pt x="0" y="16763"/>
                    </a:moveTo>
                    <a:lnTo>
                      <a:pt x="108965" y="16763"/>
                    </a:lnTo>
                    <a:lnTo>
                      <a:pt x="108965" y="0"/>
                    </a:lnTo>
                    <a:lnTo>
                      <a:pt x="0" y="0"/>
                    </a:lnTo>
                    <a:lnTo>
                      <a:pt x="0" y="1676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0" name="object 452">
                <a:extLst>
                  <a:ext uri="{FF2B5EF4-FFF2-40B4-BE49-F238E27FC236}">
                    <a16:creationId xmlns:a16="http://schemas.microsoft.com/office/drawing/2014/main" id="{AFB580A7-9DA8-4D6C-9C22-C0BF6EE78E48}"/>
                  </a:ext>
                </a:extLst>
              </p:cNvPr>
              <p:cNvSpPr/>
              <p:nvPr/>
            </p:nvSpPr>
            <p:spPr>
              <a:xfrm>
                <a:off x="751287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1" name="object 453">
                <a:extLst>
                  <a:ext uri="{FF2B5EF4-FFF2-40B4-BE49-F238E27FC236}">
                    <a16:creationId xmlns:a16="http://schemas.microsoft.com/office/drawing/2014/main" id="{2D34CEA7-E6CB-490E-840A-4798D308700F}"/>
                  </a:ext>
                </a:extLst>
              </p:cNvPr>
              <p:cNvSpPr/>
              <p:nvPr/>
            </p:nvSpPr>
            <p:spPr>
              <a:xfrm>
                <a:off x="7621839" y="510259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191" y="0"/>
                    </a:moveTo>
                    <a:lnTo>
                      <a:pt x="0" y="0"/>
                    </a:lnTo>
                    <a:lnTo>
                      <a:pt x="0" y="91440"/>
                    </a:lnTo>
                    <a:lnTo>
                      <a:pt x="0" y="108204"/>
                    </a:lnTo>
                    <a:lnTo>
                      <a:pt x="108191" y="108204"/>
                    </a:lnTo>
                    <a:lnTo>
                      <a:pt x="108191" y="91440"/>
                    </a:lnTo>
                    <a:lnTo>
                      <a:pt x="108191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2" name="object 454">
                <a:extLst>
                  <a:ext uri="{FF2B5EF4-FFF2-40B4-BE49-F238E27FC236}">
                    <a16:creationId xmlns:a16="http://schemas.microsoft.com/office/drawing/2014/main" id="{3CA4C6BF-D2BC-467D-A31E-634E4B5C01D3}"/>
                  </a:ext>
                </a:extLst>
              </p:cNvPr>
              <p:cNvSpPr/>
              <p:nvPr/>
            </p:nvSpPr>
            <p:spPr>
              <a:xfrm>
                <a:off x="7621838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3" name="object 455">
                <a:extLst>
                  <a:ext uri="{FF2B5EF4-FFF2-40B4-BE49-F238E27FC236}">
                    <a16:creationId xmlns:a16="http://schemas.microsoft.com/office/drawing/2014/main" id="{93CF394C-DC03-4006-857B-9B7277611203}"/>
                  </a:ext>
                </a:extLst>
              </p:cNvPr>
              <p:cNvSpPr/>
              <p:nvPr/>
            </p:nvSpPr>
            <p:spPr>
              <a:xfrm>
                <a:off x="773004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4" name="object 456">
                <a:extLst>
                  <a:ext uri="{FF2B5EF4-FFF2-40B4-BE49-F238E27FC236}">
                    <a16:creationId xmlns:a16="http://schemas.microsoft.com/office/drawing/2014/main" id="{CE9E25F2-B0E2-428F-92CE-9CF00BD76A56}"/>
                  </a:ext>
                </a:extLst>
              </p:cNvPr>
              <p:cNvSpPr/>
              <p:nvPr/>
            </p:nvSpPr>
            <p:spPr>
              <a:xfrm>
                <a:off x="773004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5" name="object 457">
                <a:extLst>
                  <a:ext uri="{FF2B5EF4-FFF2-40B4-BE49-F238E27FC236}">
                    <a16:creationId xmlns:a16="http://schemas.microsoft.com/office/drawing/2014/main" id="{F8C031A9-638E-4258-A18C-94BD2F4D2999}"/>
                  </a:ext>
                </a:extLst>
              </p:cNvPr>
              <p:cNvSpPr/>
              <p:nvPr/>
            </p:nvSpPr>
            <p:spPr>
              <a:xfrm>
                <a:off x="783900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6" name="object 458">
                <a:extLst>
                  <a:ext uri="{FF2B5EF4-FFF2-40B4-BE49-F238E27FC236}">
                    <a16:creationId xmlns:a16="http://schemas.microsoft.com/office/drawing/2014/main" id="{D6CDB34B-6D55-4785-BB3C-966B686C0C09}"/>
                  </a:ext>
                </a:extLst>
              </p:cNvPr>
              <p:cNvSpPr/>
              <p:nvPr/>
            </p:nvSpPr>
            <p:spPr>
              <a:xfrm>
                <a:off x="783900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7" name="object 459">
                <a:extLst>
                  <a:ext uri="{FF2B5EF4-FFF2-40B4-BE49-F238E27FC236}">
                    <a16:creationId xmlns:a16="http://schemas.microsoft.com/office/drawing/2014/main" id="{8A586DC8-7E42-45D6-865C-8E53D690B816}"/>
                  </a:ext>
                </a:extLst>
              </p:cNvPr>
              <p:cNvSpPr/>
              <p:nvPr/>
            </p:nvSpPr>
            <p:spPr>
              <a:xfrm>
                <a:off x="794797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8" name="object 460">
                <a:extLst>
                  <a:ext uri="{FF2B5EF4-FFF2-40B4-BE49-F238E27FC236}">
                    <a16:creationId xmlns:a16="http://schemas.microsoft.com/office/drawing/2014/main" id="{FABD90CF-EDB1-4571-9951-5DF1AD6397B2}"/>
                  </a:ext>
                </a:extLst>
              </p:cNvPr>
              <p:cNvSpPr/>
              <p:nvPr/>
            </p:nvSpPr>
            <p:spPr>
              <a:xfrm>
                <a:off x="794797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9" name="object 461">
                <a:extLst>
                  <a:ext uri="{FF2B5EF4-FFF2-40B4-BE49-F238E27FC236}">
                    <a16:creationId xmlns:a16="http://schemas.microsoft.com/office/drawing/2014/main" id="{74B21E88-7FFF-4AE6-BF55-CAC27D31C777}"/>
                  </a:ext>
                </a:extLst>
              </p:cNvPr>
              <p:cNvSpPr/>
              <p:nvPr/>
            </p:nvSpPr>
            <p:spPr>
              <a:xfrm>
                <a:off x="805617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0" name="object 462">
                <a:extLst>
                  <a:ext uri="{FF2B5EF4-FFF2-40B4-BE49-F238E27FC236}">
                    <a16:creationId xmlns:a16="http://schemas.microsoft.com/office/drawing/2014/main" id="{DC61CAAB-9DB1-4572-BA6D-985D7AD6770F}"/>
                  </a:ext>
                </a:extLst>
              </p:cNvPr>
              <p:cNvSpPr/>
              <p:nvPr/>
            </p:nvSpPr>
            <p:spPr>
              <a:xfrm>
                <a:off x="805617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1" name="object 463">
                <a:extLst>
                  <a:ext uri="{FF2B5EF4-FFF2-40B4-BE49-F238E27FC236}">
                    <a16:creationId xmlns:a16="http://schemas.microsoft.com/office/drawing/2014/main" id="{7A671070-E8F2-4D73-B7CE-14A35A461EFF}"/>
                  </a:ext>
                </a:extLst>
              </p:cNvPr>
              <p:cNvSpPr/>
              <p:nvPr/>
            </p:nvSpPr>
            <p:spPr>
              <a:xfrm>
                <a:off x="816514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2" name="object 464">
                <a:extLst>
                  <a:ext uri="{FF2B5EF4-FFF2-40B4-BE49-F238E27FC236}">
                    <a16:creationId xmlns:a16="http://schemas.microsoft.com/office/drawing/2014/main" id="{DA9FAF9B-4C35-4DC6-92A7-627EFD568039}"/>
                  </a:ext>
                </a:extLst>
              </p:cNvPr>
              <p:cNvSpPr/>
              <p:nvPr/>
            </p:nvSpPr>
            <p:spPr>
              <a:xfrm>
                <a:off x="816514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3" name="object 465">
                <a:extLst>
                  <a:ext uri="{FF2B5EF4-FFF2-40B4-BE49-F238E27FC236}">
                    <a16:creationId xmlns:a16="http://schemas.microsoft.com/office/drawing/2014/main" id="{CFFEE1AD-FFC4-4B85-ACDD-5BA3B5C50945}"/>
                  </a:ext>
                </a:extLst>
              </p:cNvPr>
              <p:cNvSpPr/>
              <p:nvPr/>
            </p:nvSpPr>
            <p:spPr>
              <a:xfrm>
                <a:off x="827334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4" name="object 466">
                <a:extLst>
                  <a:ext uri="{FF2B5EF4-FFF2-40B4-BE49-F238E27FC236}">
                    <a16:creationId xmlns:a16="http://schemas.microsoft.com/office/drawing/2014/main" id="{B5AEEC4D-E32B-49C2-A376-C5FB3BBF343A}"/>
                  </a:ext>
                </a:extLst>
              </p:cNvPr>
              <p:cNvSpPr/>
              <p:nvPr/>
            </p:nvSpPr>
            <p:spPr>
              <a:xfrm>
                <a:off x="827334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5" name="object 467">
                <a:extLst>
                  <a:ext uri="{FF2B5EF4-FFF2-40B4-BE49-F238E27FC236}">
                    <a16:creationId xmlns:a16="http://schemas.microsoft.com/office/drawing/2014/main" id="{FC323B9F-2E57-4F74-BC88-B24E3BE9DEFE}"/>
                  </a:ext>
                </a:extLst>
              </p:cNvPr>
              <p:cNvSpPr/>
              <p:nvPr/>
            </p:nvSpPr>
            <p:spPr>
              <a:xfrm>
                <a:off x="838231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6" name="object 468">
                <a:extLst>
                  <a:ext uri="{FF2B5EF4-FFF2-40B4-BE49-F238E27FC236}">
                    <a16:creationId xmlns:a16="http://schemas.microsoft.com/office/drawing/2014/main" id="{5F9CB6AB-BAF9-418F-9FFA-3A63B002A625}"/>
                  </a:ext>
                </a:extLst>
              </p:cNvPr>
              <p:cNvSpPr/>
              <p:nvPr/>
            </p:nvSpPr>
            <p:spPr>
              <a:xfrm>
                <a:off x="838231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7" name="object 469">
                <a:extLst>
                  <a:ext uri="{FF2B5EF4-FFF2-40B4-BE49-F238E27FC236}">
                    <a16:creationId xmlns:a16="http://schemas.microsoft.com/office/drawing/2014/main" id="{7B1829D6-4A6B-4AD6-9B6D-B9E1016E926F}"/>
                  </a:ext>
                </a:extLst>
              </p:cNvPr>
              <p:cNvSpPr/>
              <p:nvPr/>
            </p:nvSpPr>
            <p:spPr>
              <a:xfrm>
                <a:off x="8491280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8" name="object 470">
                <a:extLst>
                  <a:ext uri="{FF2B5EF4-FFF2-40B4-BE49-F238E27FC236}">
                    <a16:creationId xmlns:a16="http://schemas.microsoft.com/office/drawing/2014/main" id="{5CA41725-8BEA-4649-9E2A-0403C6CAAB49}"/>
                  </a:ext>
                </a:extLst>
              </p:cNvPr>
              <p:cNvSpPr/>
              <p:nvPr/>
            </p:nvSpPr>
            <p:spPr>
              <a:xfrm>
                <a:off x="8491280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69" name="object 471">
                <a:extLst>
                  <a:ext uri="{FF2B5EF4-FFF2-40B4-BE49-F238E27FC236}">
                    <a16:creationId xmlns:a16="http://schemas.microsoft.com/office/drawing/2014/main" id="{578CA820-5326-45AD-BBEA-85E882B654FC}"/>
                  </a:ext>
                </a:extLst>
              </p:cNvPr>
              <p:cNvSpPr/>
              <p:nvPr/>
            </p:nvSpPr>
            <p:spPr>
              <a:xfrm>
                <a:off x="859947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0" name="object 472">
                <a:extLst>
                  <a:ext uri="{FF2B5EF4-FFF2-40B4-BE49-F238E27FC236}">
                    <a16:creationId xmlns:a16="http://schemas.microsoft.com/office/drawing/2014/main" id="{088E290F-09D8-41D0-8C49-606A4FBB3050}"/>
                  </a:ext>
                </a:extLst>
              </p:cNvPr>
              <p:cNvSpPr/>
              <p:nvPr/>
            </p:nvSpPr>
            <p:spPr>
              <a:xfrm>
                <a:off x="8599472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1" name="object 473">
                <a:extLst>
                  <a:ext uri="{FF2B5EF4-FFF2-40B4-BE49-F238E27FC236}">
                    <a16:creationId xmlns:a16="http://schemas.microsoft.com/office/drawing/2014/main" id="{F74C6792-4449-4FBD-8E3B-29A9BED09B7A}"/>
                  </a:ext>
                </a:extLst>
              </p:cNvPr>
              <p:cNvSpPr/>
              <p:nvPr/>
            </p:nvSpPr>
            <p:spPr>
              <a:xfrm>
                <a:off x="8708437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2" name="object 474">
                <a:extLst>
                  <a:ext uri="{FF2B5EF4-FFF2-40B4-BE49-F238E27FC236}">
                    <a16:creationId xmlns:a16="http://schemas.microsoft.com/office/drawing/2014/main" id="{D34EDEA7-6A3A-49AA-8C16-3013FCF4FEA1}"/>
                  </a:ext>
                </a:extLst>
              </p:cNvPr>
              <p:cNvSpPr/>
              <p:nvPr/>
            </p:nvSpPr>
            <p:spPr>
              <a:xfrm>
                <a:off x="8708437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3" name="object 475">
                <a:extLst>
                  <a:ext uri="{FF2B5EF4-FFF2-40B4-BE49-F238E27FC236}">
                    <a16:creationId xmlns:a16="http://schemas.microsoft.com/office/drawing/2014/main" id="{DA4E9836-7EBB-45A9-B154-939A85E36ACB}"/>
                  </a:ext>
                </a:extLst>
              </p:cNvPr>
              <p:cNvSpPr/>
              <p:nvPr/>
            </p:nvSpPr>
            <p:spPr>
              <a:xfrm>
                <a:off x="881665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4" name="object 476">
                <a:extLst>
                  <a:ext uri="{FF2B5EF4-FFF2-40B4-BE49-F238E27FC236}">
                    <a16:creationId xmlns:a16="http://schemas.microsoft.com/office/drawing/2014/main" id="{AF22AC56-4A29-4219-A3D6-6F7DE376CCD3}"/>
                  </a:ext>
                </a:extLst>
              </p:cNvPr>
              <p:cNvSpPr/>
              <p:nvPr/>
            </p:nvSpPr>
            <p:spPr>
              <a:xfrm>
                <a:off x="881665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5" name="object 477">
                <a:extLst>
                  <a:ext uri="{FF2B5EF4-FFF2-40B4-BE49-F238E27FC236}">
                    <a16:creationId xmlns:a16="http://schemas.microsoft.com/office/drawing/2014/main" id="{3575597E-72A7-4C1B-AA22-F733771F2D6A}"/>
                  </a:ext>
                </a:extLst>
              </p:cNvPr>
              <p:cNvSpPr/>
              <p:nvPr/>
            </p:nvSpPr>
            <p:spPr>
              <a:xfrm>
                <a:off x="8925620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6" name="object 478">
                <a:extLst>
                  <a:ext uri="{FF2B5EF4-FFF2-40B4-BE49-F238E27FC236}">
                    <a16:creationId xmlns:a16="http://schemas.microsoft.com/office/drawing/2014/main" id="{9885F043-89BD-4B2F-8BEF-5C253D05F4B6}"/>
                  </a:ext>
                </a:extLst>
              </p:cNvPr>
              <p:cNvSpPr/>
              <p:nvPr/>
            </p:nvSpPr>
            <p:spPr>
              <a:xfrm>
                <a:off x="8925620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7" name="object 479">
                <a:extLst>
                  <a:ext uri="{FF2B5EF4-FFF2-40B4-BE49-F238E27FC236}">
                    <a16:creationId xmlns:a16="http://schemas.microsoft.com/office/drawing/2014/main" id="{C7D4F229-4EFD-45EC-9C3F-F5D959369089}"/>
                  </a:ext>
                </a:extLst>
              </p:cNvPr>
              <p:cNvSpPr/>
              <p:nvPr/>
            </p:nvSpPr>
            <p:spPr>
              <a:xfrm>
                <a:off x="903457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8" name="object 480">
                <a:extLst>
                  <a:ext uri="{FF2B5EF4-FFF2-40B4-BE49-F238E27FC236}">
                    <a16:creationId xmlns:a16="http://schemas.microsoft.com/office/drawing/2014/main" id="{A9EBF6B1-089D-4D6B-ADC9-DA6C3372495D}"/>
                  </a:ext>
                </a:extLst>
              </p:cNvPr>
              <p:cNvSpPr/>
              <p:nvPr/>
            </p:nvSpPr>
            <p:spPr>
              <a:xfrm>
                <a:off x="9034574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79" name="object 481">
                <a:extLst>
                  <a:ext uri="{FF2B5EF4-FFF2-40B4-BE49-F238E27FC236}">
                    <a16:creationId xmlns:a16="http://schemas.microsoft.com/office/drawing/2014/main" id="{94AC89FB-63A5-49CF-ADF6-5DB1DD47A972}"/>
                  </a:ext>
                </a:extLst>
              </p:cNvPr>
              <p:cNvSpPr/>
              <p:nvPr/>
            </p:nvSpPr>
            <p:spPr>
              <a:xfrm>
                <a:off x="914277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0" name="object 482">
                <a:extLst>
                  <a:ext uri="{FF2B5EF4-FFF2-40B4-BE49-F238E27FC236}">
                    <a16:creationId xmlns:a16="http://schemas.microsoft.com/office/drawing/2014/main" id="{0D5A3877-0A9E-42D8-B1E3-006F43F06802}"/>
                  </a:ext>
                </a:extLst>
              </p:cNvPr>
              <p:cNvSpPr/>
              <p:nvPr/>
            </p:nvSpPr>
            <p:spPr>
              <a:xfrm>
                <a:off x="914277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1" name="object 483">
                <a:extLst>
                  <a:ext uri="{FF2B5EF4-FFF2-40B4-BE49-F238E27FC236}">
                    <a16:creationId xmlns:a16="http://schemas.microsoft.com/office/drawing/2014/main" id="{DAD1B6CD-DD6A-419C-B977-3AD1C6A36892}"/>
                  </a:ext>
                </a:extLst>
              </p:cNvPr>
              <p:cNvSpPr/>
              <p:nvPr/>
            </p:nvSpPr>
            <p:spPr>
              <a:xfrm>
                <a:off x="9251756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2" name="object 484">
                <a:extLst>
                  <a:ext uri="{FF2B5EF4-FFF2-40B4-BE49-F238E27FC236}">
                    <a16:creationId xmlns:a16="http://schemas.microsoft.com/office/drawing/2014/main" id="{EAE9328A-A9E1-44DF-8B6A-BFAFB2540182}"/>
                  </a:ext>
                </a:extLst>
              </p:cNvPr>
              <p:cNvSpPr/>
              <p:nvPr/>
            </p:nvSpPr>
            <p:spPr>
              <a:xfrm>
                <a:off x="9251756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3" name="object 485">
                <a:extLst>
                  <a:ext uri="{FF2B5EF4-FFF2-40B4-BE49-F238E27FC236}">
                    <a16:creationId xmlns:a16="http://schemas.microsoft.com/office/drawing/2014/main" id="{C43D8FD7-204D-40E7-988C-93842526F36C}"/>
                  </a:ext>
                </a:extLst>
              </p:cNvPr>
              <p:cNvSpPr/>
              <p:nvPr/>
            </p:nvSpPr>
            <p:spPr>
              <a:xfrm>
                <a:off x="935994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4" name="object 486">
                <a:extLst>
                  <a:ext uri="{FF2B5EF4-FFF2-40B4-BE49-F238E27FC236}">
                    <a16:creationId xmlns:a16="http://schemas.microsoft.com/office/drawing/2014/main" id="{68D670FC-3841-4610-A871-5E0D221669A0}"/>
                  </a:ext>
                </a:extLst>
              </p:cNvPr>
              <p:cNvSpPr/>
              <p:nvPr/>
            </p:nvSpPr>
            <p:spPr>
              <a:xfrm>
                <a:off x="9359948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5" name="object 487">
                <a:extLst>
                  <a:ext uri="{FF2B5EF4-FFF2-40B4-BE49-F238E27FC236}">
                    <a16:creationId xmlns:a16="http://schemas.microsoft.com/office/drawing/2014/main" id="{01DDF7E8-EBD0-457C-A27B-F8DEAF574DD8}"/>
                  </a:ext>
                </a:extLst>
              </p:cNvPr>
              <p:cNvSpPr/>
              <p:nvPr/>
            </p:nvSpPr>
            <p:spPr>
              <a:xfrm>
                <a:off x="946891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6" name="object 488">
                <a:extLst>
                  <a:ext uri="{FF2B5EF4-FFF2-40B4-BE49-F238E27FC236}">
                    <a16:creationId xmlns:a16="http://schemas.microsoft.com/office/drawing/2014/main" id="{A3642476-8DE3-45D0-949A-0B7C7FD64E3E}"/>
                  </a:ext>
                </a:extLst>
              </p:cNvPr>
              <p:cNvSpPr/>
              <p:nvPr/>
            </p:nvSpPr>
            <p:spPr>
              <a:xfrm>
                <a:off x="9468914" y="5102585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7" name="object 489">
                <a:extLst>
                  <a:ext uri="{FF2B5EF4-FFF2-40B4-BE49-F238E27FC236}">
                    <a16:creationId xmlns:a16="http://schemas.microsoft.com/office/drawing/2014/main" id="{1E85610B-94F1-488A-BE6B-0F52FCBB74D2}"/>
                  </a:ext>
                </a:extLst>
              </p:cNvPr>
              <p:cNvSpPr/>
              <p:nvPr/>
            </p:nvSpPr>
            <p:spPr>
              <a:xfrm>
                <a:off x="9577892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8" name="object 490">
                <a:extLst>
                  <a:ext uri="{FF2B5EF4-FFF2-40B4-BE49-F238E27FC236}">
                    <a16:creationId xmlns:a16="http://schemas.microsoft.com/office/drawing/2014/main" id="{C38C622E-D336-48EC-975C-9EAA43CA1AC1}"/>
                  </a:ext>
                </a:extLst>
              </p:cNvPr>
              <p:cNvSpPr/>
              <p:nvPr/>
            </p:nvSpPr>
            <p:spPr>
              <a:xfrm>
                <a:off x="9577892" y="5102585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9" name="object 491">
                <a:extLst>
                  <a:ext uri="{FF2B5EF4-FFF2-40B4-BE49-F238E27FC236}">
                    <a16:creationId xmlns:a16="http://schemas.microsoft.com/office/drawing/2014/main" id="{AB389EC9-F202-48BB-8FC5-95F6B74B39AE}"/>
                  </a:ext>
                </a:extLst>
              </p:cNvPr>
              <p:cNvSpPr/>
              <p:nvPr/>
            </p:nvSpPr>
            <p:spPr>
              <a:xfrm>
                <a:off x="6969566" y="521080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92202"/>
                    </a:ln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92202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0" name="object 492">
                <a:extLst>
                  <a:ext uri="{FF2B5EF4-FFF2-40B4-BE49-F238E27FC236}">
                    <a16:creationId xmlns:a16="http://schemas.microsoft.com/office/drawing/2014/main" id="{905C1965-038E-4638-A0E8-E08B70A4989B}"/>
                  </a:ext>
                </a:extLst>
              </p:cNvPr>
              <p:cNvSpPr/>
              <p:nvPr/>
            </p:nvSpPr>
            <p:spPr>
              <a:xfrm>
                <a:off x="6969566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1" name="object 493">
                <a:extLst>
                  <a:ext uri="{FF2B5EF4-FFF2-40B4-BE49-F238E27FC236}">
                    <a16:creationId xmlns:a16="http://schemas.microsoft.com/office/drawing/2014/main" id="{B08F57B9-FD6C-4162-9E2C-0ADF07527F58}"/>
                  </a:ext>
                </a:extLst>
              </p:cNvPr>
              <p:cNvSpPr/>
              <p:nvPr/>
            </p:nvSpPr>
            <p:spPr>
              <a:xfrm>
                <a:off x="7078532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2" name="object 494">
                <a:extLst>
                  <a:ext uri="{FF2B5EF4-FFF2-40B4-BE49-F238E27FC236}">
                    <a16:creationId xmlns:a16="http://schemas.microsoft.com/office/drawing/2014/main" id="{1B5B80B4-5328-488E-A563-301C2B1D691E}"/>
                  </a:ext>
                </a:extLst>
              </p:cNvPr>
              <p:cNvSpPr/>
              <p:nvPr/>
            </p:nvSpPr>
            <p:spPr>
              <a:xfrm>
                <a:off x="7078532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3" name="object 495">
                <a:extLst>
                  <a:ext uri="{FF2B5EF4-FFF2-40B4-BE49-F238E27FC236}">
                    <a16:creationId xmlns:a16="http://schemas.microsoft.com/office/drawing/2014/main" id="{98B379B8-A3D6-4FA6-9777-6DCB1E6E9942}"/>
                  </a:ext>
                </a:extLst>
              </p:cNvPr>
              <p:cNvSpPr/>
              <p:nvPr/>
            </p:nvSpPr>
            <p:spPr>
              <a:xfrm>
                <a:off x="7186736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4" name="object 496">
                <a:extLst>
                  <a:ext uri="{FF2B5EF4-FFF2-40B4-BE49-F238E27FC236}">
                    <a16:creationId xmlns:a16="http://schemas.microsoft.com/office/drawing/2014/main" id="{B43542D2-1B54-4AD9-AEC2-0A96864B0DCF}"/>
                  </a:ext>
                </a:extLst>
              </p:cNvPr>
              <p:cNvSpPr/>
              <p:nvPr/>
            </p:nvSpPr>
            <p:spPr>
              <a:xfrm>
                <a:off x="7186736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5" name="object 497">
                <a:extLst>
                  <a:ext uri="{FF2B5EF4-FFF2-40B4-BE49-F238E27FC236}">
                    <a16:creationId xmlns:a16="http://schemas.microsoft.com/office/drawing/2014/main" id="{286C4A4C-EDF7-454F-A667-90233CD66779}"/>
                  </a:ext>
                </a:extLst>
              </p:cNvPr>
              <p:cNvSpPr/>
              <p:nvPr/>
            </p:nvSpPr>
            <p:spPr>
              <a:xfrm>
                <a:off x="729570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6" name="object 498">
                <a:extLst>
                  <a:ext uri="{FF2B5EF4-FFF2-40B4-BE49-F238E27FC236}">
                    <a16:creationId xmlns:a16="http://schemas.microsoft.com/office/drawing/2014/main" id="{4E30AAF6-2066-4CD1-B174-F6108851D0F6}"/>
                  </a:ext>
                </a:extLst>
              </p:cNvPr>
              <p:cNvSpPr/>
              <p:nvPr/>
            </p:nvSpPr>
            <p:spPr>
              <a:xfrm>
                <a:off x="729570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7" name="object 499">
                <a:extLst>
                  <a:ext uri="{FF2B5EF4-FFF2-40B4-BE49-F238E27FC236}">
                    <a16:creationId xmlns:a16="http://schemas.microsoft.com/office/drawing/2014/main" id="{34B520BD-D4DB-4F32-B8DD-6339781CC1DA}"/>
                  </a:ext>
                </a:extLst>
              </p:cNvPr>
              <p:cNvSpPr/>
              <p:nvPr/>
            </p:nvSpPr>
            <p:spPr>
              <a:xfrm>
                <a:off x="7404668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8" name="object 500">
                <a:extLst>
                  <a:ext uri="{FF2B5EF4-FFF2-40B4-BE49-F238E27FC236}">
                    <a16:creationId xmlns:a16="http://schemas.microsoft.com/office/drawing/2014/main" id="{E84597F0-E12F-494D-9DCF-A092D147733E}"/>
                  </a:ext>
                </a:extLst>
              </p:cNvPr>
              <p:cNvSpPr/>
              <p:nvPr/>
            </p:nvSpPr>
            <p:spPr>
              <a:xfrm>
                <a:off x="7404668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99" name="object 501">
                <a:extLst>
                  <a:ext uri="{FF2B5EF4-FFF2-40B4-BE49-F238E27FC236}">
                    <a16:creationId xmlns:a16="http://schemas.microsoft.com/office/drawing/2014/main" id="{73A8D86F-D0D1-40DC-800B-600EFD2D1732}"/>
                  </a:ext>
                </a:extLst>
              </p:cNvPr>
              <p:cNvSpPr/>
              <p:nvPr/>
            </p:nvSpPr>
            <p:spPr>
              <a:xfrm>
                <a:off x="751287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0" name="object 502">
                <a:extLst>
                  <a:ext uri="{FF2B5EF4-FFF2-40B4-BE49-F238E27FC236}">
                    <a16:creationId xmlns:a16="http://schemas.microsoft.com/office/drawing/2014/main" id="{96C240FF-5896-4365-979B-486EE710E781}"/>
                  </a:ext>
                </a:extLst>
              </p:cNvPr>
              <p:cNvSpPr/>
              <p:nvPr/>
            </p:nvSpPr>
            <p:spPr>
              <a:xfrm>
                <a:off x="751287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1" name="object 503">
                <a:extLst>
                  <a:ext uri="{FF2B5EF4-FFF2-40B4-BE49-F238E27FC236}">
                    <a16:creationId xmlns:a16="http://schemas.microsoft.com/office/drawing/2014/main" id="{48B17083-CD27-481C-A000-FCD0121AB630}"/>
                  </a:ext>
                </a:extLst>
              </p:cNvPr>
              <p:cNvSpPr/>
              <p:nvPr/>
            </p:nvSpPr>
            <p:spPr>
              <a:xfrm>
                <a:off x="7621838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2" name="object 504">
                <a:extLst>
                  <a:ext uri="{FF2B5EF4-FFF2-40B4-BE49-F238E27FC236}">
                    <a16:creationId xmlns:a16="http://schemas.microsoft.com/office/drawing/2014/main" id="{B128BDE7-1FF1-4CE1-9A83-F6E64B250E31}"/>
                  </a:ext>
                </a:extLst>
              </p:cNvPr>
              <p:cNvSpPr/>
              <p:nvPr/>
            </p:nvSpPr>
            <p:spPr>
              <a:xfrm>
                <a:off x="7621838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3" name="object 505">
                <a:extLst>
                  <a:ext uri="{FF2B5EF4-FFF2-40B4-BE49-F238E27FC236}">
                    <a16:creationId xmlns:a16="http://schemas.microsoft.com/office/drawing/2014/main" id="{CDF526D9-233F-4535-BA8F-3BF17DFD2188}"/>
                  </a:ext>
                </a:extLst>
              </p:cNvPr>
              <p:cNvSpPr/>
              <p:nvPr/>
            </p:nvSpPr>
            <p:spPr>
              <a:xfrm>
                <a:off x="773004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4" name="object 506">
                <a:extLst>
                  <a:ext uri="{FF2B5EF4-FFF2-40B4-BE49-F238E27FC236}">
                    <a16:creationId xmlns:a16="http://schemas.microsoft.com/office/drawing/2014/main" id="{A737CD99-6C55-46DF-8D98-477D87DB1B63}"/>
                  </a:ext>
                </a:extLst>
              </p:cNvPr>
              <p:cNvSpPr/>
              <p:nvPr/>
            </p:nvSpPr>
            <p:spPr>
              <a:xfrm>
                <a:off x="773004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5" name="object 507">
                <a:extLst>
                  <a:ext uri="{FF2B5EF4-FFF2-40B4-BE49-F238E27FC236}">
                    <a16:creationId xmlns:a16="http://schemas.microsoft.com/office/drawing/2014/main" id="{1DCBA0F6-CF9A-44ED-8C03-5743A30950E9}"/>
                  </a:ext>
                </a:extLst>
              </p:cNvPr>
              <p:cNvSpPr/>
              <p:nvPr/>
            </p:nvSpPr>
            <p:spPr>
              <a:xfrm>
                <a:off x="783900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6" name="object 508">
                <a:extLst>
                  <a:ext uri="{FF2B5EF4-FFF2-40B4-BE49-F238E27FC236}">
                    <a16:creationId xmlns:a16="http://schemas.microsoft.com/office/drawing/2014/main" id="{2FD823C8-F574-42DA-AF82-FED122C6C5AB}"/>
                  </a:ext>
                </a:extLst>
              </p:cNvPr>
              <p:cNvSpPr/>
              <p:nvPr/>
            </p:nvSpPr>
            <p:spPr>
              <a:xfrm>
                <a:off x="783900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7" name="object 509">
                <a:extLst>
                  <a:ext uri="{FF2B5EF4-FFF2-40B4-BE49-F238E27FC236}">
                    <a16:creationId xmlns:a16="http://schemas.microsoft.com/office/drawing/2014/main" id="{60207BF1-7527-4A0A-83FC-23C7A539EEFA}"/>
                  </a:ext>
                </a:extLst>
              </p:cNvPr>
              <p:cNvSpPr/>
              <p:nvPr/>
            </p:nvSpPr>
            <p:spPr>
              <a:xfrm>
                <a:off x="794797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8" name="object 510">
                <a:extLst>
                  <a:ext uri="{FF2B5EF4-FFF2-40B4-BE49-F238E27FC236}">
                    <a16:creationId xmlns:a16="http://schemas.microsoft.com/office/drawing/2014/main" id="{CD75F481-8D0D-4F0E-B6C3-876688E8915D}"/>
                  </a:ext>
                </a:extLst>
              </p:cNvPr>
              <p:cNvSpPr/>
              <p:nvPr/>
            </p:nvSpPr>
            <p:spPr>
              <a:xfrm>
                <a:off x="794797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09" name="object 511">
                <a:extLst>
                  <a:ext uri="{FF2B5EF4-FFF2-40B4-BE49-F238E27FC236}">
                    <a16:creationId xmlns:a16="http://schemas.microsoft.com/office/drawing/2014/main" id="{BEE7ADC3-9BCD-43ED-B741-0185EC848A2A}"/>
                  </a:ext>
                </a:extLst>
              </p:cNvPr>
              <p:cNvSpPr/>
              <p:nvPr/>
            </p:nvSpPr>
            <p:spPr>
              <a:xfrm>
                <a:off x="805617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0" name="object 512">
                <a:extLst>
                  <a:ext uri="{FF2B5EF4-FFF2-40B4-BE49-F238E27FC236}">
                    <a16:creationId xmlns:a16="http://schemas.microsoft.com/office/drawing/2014/main" id="{D4EE2D5C-F2B5-4A3A-BCBD-3C492123F431}"/>
                  </a:ext>
                </a:extLst>
              </p:cNvPr>
              <p:cNvSpPr/>
              <p:nvPr/>
            </p:nvSpPr>
            <p:spPr>
              <a:xfrm>
                <a:off x="805617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1" name="object 513">
                <a:extLst>
                  <a:ext uri="{FF2B5EF4-FFF2-40B4-BE49-F238E27FC236}">
                    <a16:creationId xmlns:a16="http://schemas.microsoft.com/office/drawing/2014/main" id="{C67731BB-90E8-48B7-B697-7E5BD1F72170}"/>
                  </a:ext>
                </a:extLst>
              </p:cNvPr>
              <p:cNvSpPr/>
              <p:nvPr/>
            </p:nvSpPr>
            <p:spPr>
              <a:xfrm>
                <a:off x="816514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2" name="object 514">
                <a:extLst>
                  <a:ext uri="{FF2B5EF4-FFF2-40B4-BE49-F238E27FC236}">
                    <a16:creationId xmlns:a16="http://schemas.microsoft.com/office/drawing/2014/main" id="{549F8D5F-C396-4E58-8AAE-65A5A56AC75D}"/>
                  </a:ext>
                </a:extLst>
              </p:cNvPr>
              <p:cNvSpPr/>
              <p:nvPr/>
            </p:nvSpPr>
            <p:spPr>
              <a:xfrm>
                <a:off x="816514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3" name="object 515">
                <a:extLst>
                  <a:ext uri="{FF2B5EF4-FFF2-40B4-BE49-F238E27FC236}">
                    <a16:creationId xmlns:a16="http://schemas.microsoft.com/office/drawing/2014/main" id="{8CCA1183-43C8-49EB-91D7-02C3A0A06241}"/>
                  </a:ext>
                </a:extLst>
              </p:cNvPr>
              <p:cNvSpPr/>
              <p:nvPr/>
            </p:nvSpPr>
            <p:spPr>
              <a:xfrm>
                <a:off x="827334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4" name="object 516">
                <a:extLst>
                  <a:ext uri="{FF2B5EF4-FFF2-40B4-BE49-F238E27FC236}">
                    <a16:creationId xmlns:a16="http://schemas.microsoft.com/office/drawing/2014/main" id="{E8E8801B-37AB-4F8F-A532-48087A8F6C66}"/>
                  </a:ext>
                </a:extLst>
              </p:cNvPr>
              <p:cNvSpPr/>
              <p:nvPr/>
            </p:nvSpPr>
            <p:spPr>
              <a:xfrm>
                <a:off x="827334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5" name="object 517">
                <a:extLst>
                  <a:ext uri="{FF2B5EF4-FFF2-40B4-BE49-F238E27FC236}">
                    <a16:creationId xmlns:a16="http://schemas.microsoft.com/office/drawing/2014/main" id="{805E1F23-CC32-4E05-AE7E-2C65FC1B3092}"/>
                  </a:ext>
                </a:extLst>
              </p:cNvPr>
              <p:cNvSpPr/>
              <p:nvPr/>
            </p:nvSpPr>
            <p:spPr>
              <a:xfrm>
                <a:off x="838231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6" name="object 518">
                <a:extLst>
                  <a:ext uri="{FF2B5EF4-FFF2-40B4-BE49-F238E27FC236}">
                    <a16:creationId xmlns:a16="http://schemas.microsoft.com/office/drawing/2014/main" id="{DBF57FDB-5A56-4C0E-870F-DF26E66D46D2}"/>
                  </a:ext>
                </a:extLst>
              </p:cNvPr>
              <p:cNvSpPr/>
              <p:nvPr/>
            </p:nvSpPr>
            <p:spPr>
              <a:xfrm>
                <a:off x="838231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7" name="object 519">
                <a:extLst>
                  <a:ext uri="{FF2B5EF4-FFF2-40B4-BE49-F238E27FC236}">
                    <a16:creationId xmlns:a16="http://schemas.microsoft.com/office/drawing/2014/main" id="{F1A740DA-5EA9-4D24-9CD3-F5612DFF2E69}"/>
                  </a:ext>
                </a:extLst>
              </p:cNvPr>
              <p:cNvSpPr/>
              <p:nvPr/>
            </p:nvSpPr>
            <p:spPr>
              <a:xfrm>
                <a:off x="8491280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8" name="object 520">
                <a:extLst>
                  <a:ext uri="{FF2B5EF4-FFF2-40B4-BE49-F238E27FC236}">
                    <a16:creationId xmlns:a16="http://schemas.microsoft.com/office/drawing/2014/main" id="{64684431-9B7A-4083-B6C4-42515BF8D25A}"/>
                  </a:ext>
                </a:extLst>
              </p:cNvPr>
              <p:cNvSpPr/>
              <p:nvPr/>
            </p:nvSpPr>
            <p:spPr>
              <a:xfrm>
                <a:off x="8491280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9" name="object 521">
                <a:extLst>
                  <a:ext uri="{FF2B5EF4-FFF2-40B4-BE49-F238E27FC236}">
                    <a16:creationId xmlns:a16="http://schemas.microsoft.com/office/drawing/2014/main" id="{CFB45911-62A2-443E-A531-F006387C76F6}"/>
                  </a:ext>
                </a:extLst>
              </p:cNvPr>
              <p:cNvSpPr/>
              <p:nvPr/>
            </p:nvSpPr>
            <p:spPr>
              <a:xfrm>
                <a:off x="859947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0" name="object 522">
                <a:extLst>
                  <a:ext uri="{FF2B5EF4-FFF2-40B4-BE49-F238E27FC236}">
                    <a16:creationId xmlns:a16="http://schemas.microsoft.com/office/drawing/2014/main" id="{2FB067A8-10AE-4CEC-8753-6279379FDAFC}"/>
                  </a:ext>
                </a:extLst>
              </p:cNvPr>
              <p:cNvSpPr/>
              <p:nvPr/>
            </p:nvSpPr>
            <p:spPr>
              <a:xfrm>
                <a:off x="8599472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1" name="object 523">
                <a:extLst>
                  <a:ext uri="{FF2B5EF4-FFF2-40B4-BE49-F238E27FC236}">
                    <a16:creationId xmlns:a16="http://schemas.microsoft.com/office/drawing/2014/main" id="{9B0DAC15-2CE0-4A5B-9308-D8E7EC9E85C8}"/>
                  </a:ext>
                </a:extLst>
              </p:cNvPr>
              <p:cNvSpPr/>
              <p:nvPr/>
            </p:nvSpPr>
            <p:spPr>
              <a:xfrm>
                <a:off x="8708437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2" name="object 524">
                <a:extLst>
                  <a:ext uri="{FF2B5EF4-FFF2-40B4-BE49-F238E27FC236}">
                    <a16:creationId xmlns:a16="http://schemas.microsoft.com/office/drawing/2014/main" id="{009B2B1C-E084-46E2-9B34-8B00055BFE0B}"/>
                  </a:ext>
                </a:extLst>
              </p:cNvPr>
              <p:cNvSpPr/>
              <p:nvPr/>
            </p:nvSpPr>
            <p:spPr>
              <a:xfrm>
                <a:off x="8708437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3" name="object 525">
                <a:extLst>
                  <a:ext uri="{FF2B5EF4-FFF2-40B4-BE49-F238E27FC236}">
                    <a16:creationId xmlns:a16="http://schemas.microsoft.com/office/drawing/2014/main" id="{67521C61-E474-484B-90AC-0C5A588FE8A7}"/>
                  </a:ext>
                </a:extLst>
              </p:cNvPr>
              <p:cNvSpPr/>
              <p:nvPr/>
            </p:nvSpPr>
            <p:spPr>
              <a:xfrm>
                <a:off x="881665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4" name="object 526">
                <a:extLst>
                  <a:ext uri="{FF2B5EF4-FFF2-40B4-BE49-F238E27FC236}">
                    <a16:creationId xmlns:a16="http://schemas.microsoft.com/office/drawing/2014/main" id="{5473ACC8-E562-4EB0-943D-4253E5B06E72}"/>
                  </a:ext>
                </a:extLst>
              </p:cNvPr>
              <p:cNvSpPr/>
              <p:nvPr/>
            </p:nvSpPr>
            <p:spPr>
              <a:xfrm>
                <a:off x="881665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5" name="object 527">
                <a:extLst>
                  <a:ext uri="{FF2B5EF4-FFF2-40B4-BE49-F238E27FC236}">
                    <a16:creationId xmlns:a16="http://schemas.microsoft.com/office/drawing/2014/main" id="{4C567316-0A37-4206-AFC0-DC780314B3AD}"/>
                  </a:ext>
                </a:extLst>
              </p:cNvPr>
              <p:cNvSpPr/>
              <p:nvPr/>
            </p:nvSpPr>
            <p:spPr>
              <a:xfrm>
                <a:off x="8925620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6" name="object 528">
                <a:extLst>
                  <a:ext uri="{FF2B5EF4-FFF2-40B4-BE49-F238E27FC236}">
                    <a16:creationId xmlns:a16="http://schemas.microsoft.com/office/drawing/2014/main" id="{77B42373-901E-44DC-87D8-F9272FCE09B1}"/>
                  </a:ext>
                </a:extLst>
              </p:cNvPr>
              <p:cNvSpPr/>
              <p:nvPr/>
            </p:nvSpPr>
            <p:spPr>
              <a:xfrm>
                <a:off x="8925620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7" name="object 529">
                <a:extLst>
                  <a:ext uri="{FF2B5EF4-FFF2-40B4-BE49-F238E27FC236}">
                    <a16:creationId xmlns:a16="http://schemas.microsoft.com/office/drawing/2014/main" id="{4AC60806-554A-41DE-98E3-9FDC0DC4094C}"/>
                  </a:ext>
                </a:extLst>
              </p:cNvPr>
              <p:cNvSpPr/>
              <p:nvPr/>
            </p:nvSpPr>
            <p:spPr>
              <a:xfrm>
                <a:off x="903457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8" name="object 530">
                <a:extLst>
                  <a:ext uri="{FF2B5EF4-FFF2-40B4-BE49-F238E27FC236}">
                    <a16:creationId xmlns:a16="http://schemas.microsoft.com/office/drawing/2014/main" id="{E4E0A711-F3BC-487E-B24B-679BA7C354B5}"/>
                  </a:ext>
                </a:extLst>
              </p:cNvPr>
              <p:cNvSpPr/>
              <p:nvPr/>
            </p:nvSpPr>
            <p:spPr>
              <a:xfrm>
                <a:off x="9034574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29" name="object 531">
                <a:extLst>
                  <a:ext uri="{FF2B5EF4-FFF2-40B4-BE49-F238E27FC236}">
                    <a16:creationId xmlns:a16="http://schemas.microsoft.com/office/drawing/2014/main" id="{66BFD87C-EED5-4247-9ADC-7A1A69BF9A47}"/>
                  </a:ext>
                </a:extLst>
              </p:cNvPr>
              <p:cNvSpPr/>
              <p:nvPr/>
            </p:nvSpPr>
            <p:spPr>
              <a:xfrm>
                <a:off x="914277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0" name="object 532">
                <a:extLst>
                  <a:ext uri="{FF2B5EF4-FFF2-40B4-BE49-F238E27FC236}">
                    <a16:creationId xmlns:a16="http://schemas.microsoft.com/office/drawing/2014/main" id="{8A3F4B30-5C81-4043-9D2E-CE825110B5C1}"/>
                  </a:ext>
                </a:extLst>
              </p:cNvPr>
              <p:cNvSpPr/>
              <p:nvPr/>
            </p:nvSpPr>
            <p:spPr>
              <a:xfrm>
                <a:off x="914277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1" name="object 533">
                <a:extLst>
                  <a:ext uri="{FF2B5EF4-FFF2-40B4-BE49-F238E27FC236}">
                    <a16:creationId xmlns:a16="http://schemas.microsoft.com/office/drawing/2014/main" id="{7F5A1D36-D551-40DD-BF21-6620E0DB7753}"/>
                  </a:ext>
                </a:extLst>
              </p:cNvPr>
              <p:cNvSpPr/>
              <p:nvPr/>
            </p:nvSpPr>
            <p:spPr>
              <a:xfrm>
                <a:off x="9251756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2" name="object 534">
                <a:extLst>
                  <a:ext uri="{FF2B5EF4-FFF2-40B4-BE49-F238E27FC236}">
                    <a16:creationId xmlns:a16="http://schemas.microsoft.com/office/drawing/2014/main" id="{C659C4EA-5549-4B4C-8EFF-9FF156529480}"/>
                  </a:ext>
                </a:extLst>
              </p:cNvPr>
              <p:cNvSpPr/>
              <p:nvPr/>
            </p:nvSpPr>
            <p:spPr>
              <a:xfrm>
                <a:off x="9251756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3" name="object 535">
                <a:extLst>
                  <a:ext uri="{FF2B5EF4-FFF2-40B4-BE49-F238E27FC236}">
                    <a16:creationId xmlns:a16="http://schemas.microsoft.com/office/drawing/2014/main" id="{474AF84B-D981-4215-AE95-A7463003166C}"/>
                  </a:ext>
                </a:extLst>
              </p:cNvPr>
              <p:cNvSpPr/>
              <p:nvPr/>
            </p:nvSpPr>
            <p:spPr>
              <a:xfrm>
                <a:off x="935994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4" name="object 536">
                <a:extLst>
                  <a:ext uri="{FF2B5EF4-FFF2-40B4-BE49-F238E27FC236}">
                    <a16:creationId xmlns:a16="http://schemas.microsoft.com/office/drawing/2014/main" id="{1F4A6F96-E069-4095-8C72-DEB71E67307B}"/>
                  </a:ext>
                </a:extLst>
              </p:cNvPr>
              <p:cNvSpPr/>
              <p:nvPr/>
            </p:nvSpPr>
            <p:spPr>
              <a:xfrm>
                <a:off x="9359948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5" name="object 537">
                <a:extLst>
                  <a:ext uri="{FF2B5EF4-FFF2-40B4-BE49-F238E27FC236}">
                    <a16:creationId xmlns:a16="http://schemas.microsoft.com/office/drawing/2014/main" id="{3D4129A2-781C-44C9-AD21-9681EB0001C4}"/>
                  </a:ext>
                </a:extLst>
              </p:cNvPr>
              <p:cNvSpPr/>
              <p:nvPr/>
            </p:nvSpPr>
            <p:spPr>
              <a:xfrm>
                <a:off x="946891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6" name="object 538">
                <a:extLst>
                  <a:ext uri="{FF2B5EF4-FFF2-40B4-BE49-F238E27FC236}">
                    <a16:creationId xmlns:a16="http://schemas.microsoft.com/office/drawing/2014/main" id="{4488797F-53A3-436E-A73C-87905109586C}"/>
                  </a:ext>
                </a:extLst>
              </p:cNvPr>
              <p:cNvSpPr/>
              <p:nvPr/>
            </p:nvSpPr>
            <p:spPr>
              <a:xfrm>
                <a:off x="9468914" y="5210789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7" name="object 539">
                <a:extLst>
                  <a:ext uri="{FF2B5EF4-FFF2-40B4-BE49-F238E27FC236}">
                    <a16:creationId xmlns:a16="http://schemas.microsoft.com/office/drawing/2014/main" id="{47041281-A0C9-413C-91D5-041D7FD19C7F}"/>
                  </a:ext>
                </a:extLst>
              </p:cNvPr>
              <p:cNvSpPr/>
              <p:nvPr/>
            </p:nvSpPr>
            <p:spPr>
              <a:xfrm>
                <a:off x="9577892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8" name="object 540">
                <a:extLst>
                  <a:ext uri="{FF2B5EF4-FFF2-40B4-BE49-F238E27FC236}">
                    <a16:creationId xmlns:a16="http://schemas.microsoft.com/office/drawing/2014/main" id="{59A16AEB-B937-4BC9-B8A0-3118FCB24C5E}"/>
                  </a:ext>
                </a:extLst>
              </p:cNvPr>
              <p:cNvSpPr/>
              <p:nvPr/>
            </p:nvSpPr>
            <p:spPr>
              <a:xfrm>
                <a:off x="9577892" y="5210789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39" name="object 541">
                <a:extLst>
                  <a:ext uri="{FF2B5EF4-FFF2-40B4-BE49-F238E27FC236}">
                    <a16:creationId xmlns:a16="http://schemas.microsoft.com/office/drawing/2014/main" id="{BC35D45A-72FD-4B92-9096-6A8199AB3F3B}"/>
                  </a:ext>
                </a:extLst>
              </p:cNvPr>
              <p:cNvSpPr/>
              <p:nvPr/>
            </p:nvSpPr>
            <p:spPr>
              <a:xfrm>
                <a:off x="6969566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0" name="object 542">
                <a:extLst>
                  <a:ext uri="{FF2B5EF4-FFF2-40B4-BE49-F238E27FC236}">
                    <a16:creationId xmlns:a16="http://schemas.microsoft.com/office/drawing/2014/main" id="{F951415D-43B4-4CF6-8435-8DE05F65B3FC}"/>
                  </a:ext>
                </a:extLst>
              </p:cNvPr>
              <p:cNvSpPr/>
              <p:nvPr/>
            </p:nvSpPr>
            <p:spPr>
              <a:xfrm>
                <a:off x="6969566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1" name="object 543">
                <a:extLst>
                  <a:ext uri="{FF2B5EF4-FFF2-40B4-BE49-F238E27FC236}">
                    <a16:creationId xmlns:a16="http://schemas.microsoft.com/office/drawing/2014/main" id="{68B3D69E-B953-4F47-90BC-3AF705DA5E5F}"/>
                  </a:ext>
                </a:extLst>
              </p:cNvPr>
              <p:cNvSpPr/>
              <p:nvPr/>
            </p:nvSpPr>
            <p:spPr>
              <a:xfrm>
                <a:off x="7078532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2" name="object 544">
                <a:extLst>
                  <a:ext uri="{FF2B5EF4-FFF2-40B4-BE49-F238E27FC236}">
                    <a16:creationId xmlns:a16="http://schemas.microsoft.com/office/drawing/2014/main" id="{D320ECC2-2E63-47A1-8095-370CCD18D578}"/>
                  </a:ext>
                </a:extLst>
              </p:cNvPr>
              <p:cNvSpPr/>
              <p:nvPr/>
            </p:nvSpPr>
            <p:spPr>
              <a:xfrm>
                <a:off x="7078532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3" name="object 545">
                <a:extLst>
                  <a:ext uri="{FF2B5EF4-FFF2-40B4-BE49-F238E27FC236}">
                    <a16:creationId xmlns:a16="http://schemas.microsoft.com/office/drawing/2014/main" id="{173594F8-9EAA-4CB9-BE70-8B16B29EF65A}"/>
                  </a:ext>
                </a:extLst>
              </p:cNvPr>
              <p:cNvSpPr/>
              <p:nvPr/>
            </p:nvSpPr>
            <p:spPr>
              <a:xfrm>
                <a:off x="7186736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4" name="object 546">
                <a:extLst>
                  <a:ext uri="{FF2B5EF4-FFF2-40B4-BE49-F238E27FC236}">
                    <a16:creationId xmlns:a16="http://schemas.microsoft.com/office/drawing/2014/main" id="{7FC1CC37-A178-4F21-BD58-54A761377EE4}"/>
                  </a:ext>
                </a:extLst>
              </p:cNvPr>
              <p:cNvSpPr/>
              <p:nvPr/>
            </p:nvSpPr>
            <p:spPr>
              <a:xfrm>
                <a:off x="7186736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5" name="object 547">
                <a:extLst>
                  <a:ext uri="{FF2B5EF4-FFF2-40B4-BE49-F238E27FC236}">
                    <a16:creationId xmlns:a16="http://schemas.microsoft.com/office/drawing/2014/main" id="{0C3CF7CC-8C2F-4B94-A732-C598F0FB3E1E}"/>
                  </a:ext>
                </a:extLst>
              </p:cNvPr>
              <p:cNvSpPr/>
              <p:nvPr/>
            </p:nvSpPr>
            <p:spPr>
              <a:xfrm>
                <a:off x="729570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6" name="object 548">
                <a:extLst>
                  <a:ext uri="{FF2B5EF4-FFF2-40B4-BE49-F238E27FC236}">
                    <a16:creationId xmlns:a16="http://schemas.microsoft.com/office/drawing/2014/main" id="{DF328527-8235-411B-B1C8-C10717CD4E4D}"/>
                  </a:ext>
                </a:extLst>
              </p:cNvPr>
              <p:cNvSpPr/>
              <p:nvPr/>
            </p:nvSpPr>
            <p:spPr>
              <a:xfrm>
                <a:off x="729570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7" name="object 549">
                <a:extLst>
                  <a:ext uri="{FF2B5EF4-FFF2-40B4-BE49-F238E27FC236}">
                    <a16:creationId xmlns:a16="http://schemas.microsoft.com/office/drawing/2014/main" id="{B71F7781-706F-48F0-AC6E-D9362720B72C}"/>
                  </a:ext>
                </a:extLst>
              </p:cNvPr>
              <p:cNvSpPr/>
              <p:nvPr/>
            </p:nvSpPr>
            <p:spPr>
              <a:xfrm>
                <a:off x="7404668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8" name="object 550">
                <a:extLst>
                  <a:ext uri="{FF2B5EF4-FFF2-40B4-BE49-F238E27FC236}">
                    <a16:creationId xmlns:a16="http://schemas.microsoft.com/office/drawing/2014/main" id="{0FDC7BB5-3471-4D25-892A-4D61E2FA90AA}"/>
                  </a:ext>
                </a:extLst>
              </p:cNvPr>
              <p:cNvSpPr/>
              <p:nvPr/>
            </p:nvSpPr>
            <p:spPr>
              <a:xfrm>
                <a:off x="7404668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9" name="object 551">
                <a:extLst>
                  <a:ext uri="{FF2B5EF4-FFF2-40B4-BE49-F238E27FC236}">
                    <a16:creationId xmlns:a16="http://schemas.microsoft.com/office/drawing/2014/main" id="{CFF82036-3AF1-48E5-A79E-A8750B3A93C1}"/>
                  </a:ext>
                </a:extLst>
              </p:cNvPr>
              <p:cNvSpPr/>
              <p:nvPr/>
            </p:nvSpPr>
            <p:spPr>
              <a:xfrm>
                <a:off x="751287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0" name="object 552">
                <a:extLst>
                  <a:ext uri="{FF2B5EF4-FFF2-40B4-BE49-F238E27FC236}">
                    <a16:creationId xmlns:a16="http://schemas.microsoft.com/office/drawing/2014/main" id="{81F56E4D-40C8-4042-A920-27C83DF36F03}"/>
                  </a:ext>
                </a:extLst>
              </p:cNvPr>
              <p:cNvSpPr/>
              <p:nvPr/>
            </p:nvSpPr>
            <p:spPr>
              <a:xfrm>
                <a:off x="751287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1" name="object 553">
                <a:extLst>
                  <a:ext uri="{FF2B5EF4-FFF2-40B4-BE49-F238E27FC236}">
                    <a16:creationId xmlns:a16="http://schemas.microsoft.com/office/drawing/2014/main" id="{101C1DD7-ED34-4ECC-8F30-1C5D519C5BBB}"/>
                  </a:ext>
                </a:extLst>
              </p:cNvPr>
              <p:cNvSpPr/>
              <p:nvPr/>
            </p:nvSpPr>
            <p:spPr>
              <a:xfrm>
                <a:off x="7621838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2" name="object 554">
                <a:extLst>
                  <a:ext uri="{FF2B5EF4-FFF2-40B4-BE49-F238E27FC236}">
                    <a16:creationId xmlns:a16="http://schemas.microsoft.com/office/drawing/2014/main" id="{F6CDD62A-23C0-402B-A333-62BB1574877A}"/>
                  </a:ext>
                </a:extLst>
              </p:cNvPr>
              <p:cNvSpPr/>
              <p:nvPr/>
            </p:nvSpPr>
            <p:spPr>
              <a:xfrm>
                <a:off x="7621838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3" name="object 555">
                <a:extLst>
                  <a:ext uri="{FF2B5EF4-FFF2-40B4-BE49-F238E27FC236}">
                    <a16:creationId xmlns:a16="http://schemas.microsoft.com/office/drawing/2014/main" id="{57E948CF-C0F8-4837-97AE-27B27B345363}"/>
                  </a:ext>
                </a:extLst>
              </p:cNvPr>
              <p:cNvSpPr/>
              <p:nvPr/>
            </p:nvSpPr>
            <p:spPr>
              <a:xfrm>
                <a:off x="773004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4" name="object 556">
                <a:extLst>
                  <a:ext uri="{FF2B5EF4-FFF2-40B4-BE49-F238E27FC236}">
                    <a16:creationId xmlns:a16="http://schemas.microsoft.com/office/drawing/2014/main" id="{9B993637-3635-4B7A-B373-F1D4EE9C97F3}"/>
                  </a:ext>
                </a:extLst>
              </p:cNvPr>
              <p:cNvSpPr/>
              <p:nvPr/>
            </p:nvSpPr>
            <p:spPr>
              <a:xfrm>
                <a:off x="773004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5" name="object 557">
                <a:extLst>
                  <a:ext uri="{FF2B5EF4-FFF2-40B4-BE49-F238E27FC236}">
                    <a16:creationId xmlns:a16="http://schemas.microsoft.com/office/drawing/2014/main" id="{1E38D739-E600-4FE3-B326-6B27F52B3F82}"/>
                  </a:ext>
                </a:extLst>
              </p:cNvPr>
              <p:cNvSpPr/>
              <p:nvPr/>
            </p:nvSpPr>
            <p:spPr>
              <a:xfrm>
                <a:off x="783900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6" name="object 558">
                <a:extLst>
                  <a:ext uri="{FF2B5EF4-FFF2-40B4-BE49-F238E27FC236}">
                    <a16:creationId xmlns:a16="http://schemas.microsoft.com/office/drawing/2014/main" id="{614301CC-123A-4326-B09B-62C8BEE6C554}"/>
                  </a:ext>
                </a:extLst>
              </p:cNvPr>
              <p:cNvSpPr/>
              <p:nvPr/>
            </p:nvSpPr>
            <p:spPr>
              <a:xfrm>
                <a:off x="783900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7" name="object 559">
                <a:extLst>
                  <a:ext uri="{FF2B5EF4-FFF2-40B4-BE49-F238E27FC236}">
                    <a16:creationId xmlns:a16="http://schemas.microsoft.com/office/drawing/2014/main" id="{FB0437D8-BE8D-48DE-93A3-3A508C7E904C}"/>
                  </a:ext>
                </a:extLst>
              </p:cNvPr>
              <p:cNvSpPr/>
              <p:nvPr/>
            </p:nvSpPr>
            <p:spPr>
              <a:xfrm>
                <a:off x="794797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8" name="object 560">
                <a:extLst>
                  <a:ext uri="{FF2B5EF4-FFF2-40B4-BE49-F238E27FC236}">
                    <a16:creationId xmlns:a16="http://schemas.microsoft.com/office/drawing/2014/main" id="{070BD390-5859-4A3F-ACCE-84D3BCD58858}"/>
                  </a:ext>
                </a:extLst>
              </p:cNvPr>
              <p:cNvSpPr/>
              <p:nvPr/>
            </p:nvSpPr>
            <p:spPr>
              <a:xfrm>
                <a:off x="794797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9" name="object 561">
                <a:extLst>
                  <a:ext uri="{FF2B5EF4-FFF2-40B4-BE49-F238E27FC236}">
                    <a16:creationId xmlns:a16="http://schemas.microsoft.com/office/drawing/2014/main" id="{274CF3F5-81C7-434F-9944-C2061A4085EA}"/>
                  </a:ext>
                </a:extLst>
              </p:cNvPr>
              <p:cNvSpPr/>
              <p:nvPr/>
            </p:nvSpPr>
            <p:spPr>
              <a:xfrm>
                <a:off x="805617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0" name="object 562">
                <a:extLst>
                  <a:ext uri="{FF2B5EF4-FFF2-40B4-BE49-F238E27FC236}">
                    <a16:creationId xmlns:a16="http://schemas.microsoft.com/office/drawing/2014/main" id="{901A0ECB-28CA-49FE-9D1B-EF81D61BB2EB}"/>
                  </a:ext>
                </a:extLst>
              </p:cNvPr>
              <p:cNvSpPr/>
              <p:nvPr/>
            </p:nvSpPr>
            <p:spPr>
              <a:xfrm>
                <a:off x="805617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1" name="object 563">
                <a:extLst>
                  <a:ext uri="{FF2B5EF4-FFF2-40B4-BE49-F238E27FC236}">
                    <a16:creationId xmlns:a16="http://schemas.microsoft.com/office/drawing/2014/main" id="{1E27039E-5B5E-4F2B-8C23-F2C6AAEE653A}"/>
                  </a:ext>
                </a:extLst>
              </p:cNvPr>
              <p:cNvSpPr/>
              <p:nvPr/>
            </p:nvSpPr>
            <p:spPr>
              <a:xfrm>
                <a:off x="816514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2" name="object 564">
                <a:extLst>
                  <a:ext uri="{FF2B5EF4-FFF2-40B4-BE49-F238E27FC236}">
                    <a16:creationId xmlns:a16="http://schemas.microsoft.com/office/drawing/2014/main" id="{109D0660-CF62-458A-AA57-D3CB5237E460}"/>
                  </a:ext>
                </a:extLst>
              </p:cNvPr>
              <p:cNvSpPr/>
              <p:nvPr/>
            </p:nvSpPr>
            <p:spPr>
              <a:xfrm>
                <a:off x="816514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3" name="object 565">
                <a:extLst>
                  <a:ext uri="{FF2B5EF4-FFF2-40B4-BE49-F238E27FC236}">
                    <a16:creationId xmlns:a16="http://schemas.microsoft.com/office/drawing/2014/main" id="{01000925-A519-4A8D-BE36-A4D1AF6A185E}"/>
                  </a:ext>
                </a:extLst>
              </p:cNvPr>
              <p:cNvSpPr/>
              <p:nvPr/>
            </p:nvSpPr>
            <p:spPr>
              <a:xfrm>
                <a:off x="827334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4" name="object 566">
                <a:extLst>
                  <a:ext uri="{FF2B5EF4-FFF2-40B4-BE49-F238E27FC236}">
                    <a16:creationId xmlns:a16="http://schemas.microsoft.com/office/drawing/2014/main" id="{07CD479A-CF41-478F-B450-4D01D0B6D97C}"/>
                  </a:ext>
                </a:extLst>
              </p:cNvPr>
              <p:cNvSpPr/>
              <p:nvPr/>
            </p:nvSpPr>
            <p:spPr>
              <a:xfrm>
                <a:off x="827334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5" name="object 567">
                <a:extLst>
                  <a:ext uri="{FF2B5EF4-FFF2-40B4-BE49-F238E27FC236}">
                    <a16:creationId xmlns:a16="http://schemas.microsoft.com/office/drawing/2014/main" id="{981F5169-CB2B-4C63-AAFB-D7FCD3C437CD}"/>
                  </a:ext>
                </a:extLst>
              </p:cNvPr>
              <p:cNvSpPr/>
              <p:nvPr/>
            </p:nvSpPr>
            <p:spPr>
              <a:xfrm>
                <a:off x="838231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6" name="object 568">
                <a:extLst>
                  <a:ext uri="{FF2B5EF4-FFF2-40B4-BE49-F238E27FC236}">
                    <a16:creationId xmlns:a16="http://schemas.microsoft.com/office/drawing/2014/main" id="{4CA88C26-EAF2-4B29-8337-A9A5265BD8E4}"/>
                  </a:ext>
                </a:extLst>
              </p:cNvPr>
              <p:cNvSpPr/>
              <p:nvPr/>
            </p:nvSpPr>
            <p:spPr>
              <a:xfrm>
                <a:off x="838231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7" name="object 569">
                <a:extLst>
                  <a:ext uri="{FF2B5EF4-FFF2-40B4-BE49-F238E27FC236}">
                    <a16:creationId xmlns:a16="http://schemas.microsoft.com/office/drawing/2014/main" id="{EB53B6BE-648F-47F6-902C-E7E90A244A66}"/>
                  </a:ext>
                </a:extLst>
              </p:cNvPr>
              <p:cNvSpPr/>
              <p:nvPr/>
            </p:nvSpPr>
            <p:spPr>
              <a:xfrm>
                <a:off x="8491280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8" name="object 570">
                <a:extLst>
                  <a:ext uri="{FF2B5EF4-FFF2-40B4-BE49-F238E27FC236}">
                    <a16:creationId xmlns:a16="http://schemas.microsoft.com/office/drawing/2014/main" id="{856C9E39-868A-4DC7-8477-8574EB1695D8}"/>
                  </a:ext>
                </a:extLst>
              </p:cNvPr>
              <p:cNvSpPr/>
              <p:nvPr/>
            </p:nvSpPr>
            <p:spPr>
              <a:xfrm>
                <a:off x="8491280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69" name="object 571">
                <a:extLst>
                  <a:ext uri="{FF2B5EF4-FFF2-40B4-BE49-F238E27FC236}">
                    <a16:creationId xmlns:a16="http://schemas.microsoft.com/office/drawing/2014/main" id="{9C9A82A6-E269-432E-B38A-E1CE21D45CC5}"/>
                  </a:ext>
                </a:extLst>
              </p:cNvPr>
              <p:cNvSpPr/>
              <p:nvPr/>
            </p:nvSpPr>
            <p:spPr>
              <a:xfrm>
                <a:off x="859947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0" name="object 572">
                <a:extLst>
                  <a:ext uri="{FF2B5EF4-FFF2-40B4-BE49-F238E27FC236}">
                    <a16:creationId xmlns:a16="http://schemas.microsoft.com/office/drawing/2014/main" id="{B7AC416D-AB3D-4906-B526-759992ADFAC9}"/>
                  </a:ext>
                </a:extLst>
              </p:cNvPr>
              <p:cNvSpPr/>
              <p:nvPr/>
            </p:nvSpPr>
            <p:spPr>
              <a:xfrm>
                <a:off x="8599472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1" name="object 573">
                <a:extLst>
                  <a:ext uri="{FF2B5EF4-FFF2-40B4-BE49-F238E27FC236}">
                    <a16:creationId xmlns:a16="http://schemas.microsoft.com/office/drawing/2014/main" id="{96643460-1DC2-430F-BF6A-996BA5822628}"/>
                  </a:ext>
                </a:extLst>
              </p:cNvPr>
              <p:cNvSpPr/>
              <p:nvPr/>
            </p:nvSpPr>
            <p:spPr>
              <a:xfrm>
                <a:off x="8708437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2" name="object 574">
                <a:extLst>
                  <a:ext uri="{FF2B5EF4-FFF2-40B4-BE49-F238E27FC236}">
                    <a16:creationId xmlns:a16="http://schemas.microsoft.com/office/drawing/2014/main" id="{1EBB73CF-BCC7-4E49-A11D-7F13794BFD50}"/>
                  </a:ext>
                </a:extLst>
              </p:cNvPr>
              <p:cNvSpPr/>
              <p:nvPr/>
            </p:nvSpPr>
            <p:spPr>
              <a:xfrm>
                <a:off x="8708437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3" name="object 575">
                <a:extLst>
                  <a:ext uri="{FF2B5EF4-FFF2-40B4-BE49-F238E27FC236}">
                    <a16:creationId xmlns:a16="http://schemas.microsoft.com/office/drawing/2014/main" id="{9DE66E6F-14FC-4D16-AAC1-DCC7DDB7D100}"/>
                  </a:ext>
                </a:extLst>
              </p:cNvPr>
              <p:cNvSpPr/>
              <p:nvPr/>
            </p:nvSpPr>
            <p:spPr>
              <a:xfrm>
                <a:off x="881665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4" name="object 576">
                <a:extLst>
                  <a:ext uri="{FF2B5EF4-FFF2-40B4-BE49-F238E27FC236}">
                    <a16:creationId xmlns:a16="http://schemas.microsoft.com/office/drawing/2014/main" id="{DB5C44D9-42DA-4CAC-85EC-7E636ACD2F33}"/>
                  </a:ext>
                </a:extLst>
              </p:cNvPr>
              <p:cNvSpPr/>
              <p:nvPr/>
            </p:nvSpPr>
            <p:spPr>
              <a:xfrm>
                <a:off x="881665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5" name="object 577">
                <a:extLst>
                  <a:ext uri="{FF2B5EF4-FFF2-40B4-BE49-F238E27FC236}">
                    <a16:creationId xmlns:a16="http://schemas.microsoft.com/office/drawing/2014/main" id="{8ED64B7A-F8C8-4A0D-AD04-29F7F4EED87E}"/>
                  </a:ext>
                </a:extLst>
              </p:cNvPr>
              <p:cNvSpPr/>
              <p:nvPr/>
            </p:nvSpPr>
            <p:spPr>
              <a:xfrm>
                <a:off x="8925620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6" name="object 578">
                <a:extLst>
                  <a:ext uri="{FF2B5EF4-FFF2-40B4-BE49-F238E27FC236}">
                    <a16:creationId xmlns:a16="http://schemas.microsoft.com/office/drawing/2014/main" id="{2D986AA2-E5EF-4700-9B5F-B6562761A1E7}"/>
                  </a:ext>
                </a:extLst>
              </p:cNvPr>
              <p:cNvSpPr/>
              <p:nvPr/>
            </p:nvSpPr>
            <p:spPr>
              <a:xfrm>
                <a:off x="8925620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7" name="object 579">
                <a:extLst>
                  <a:ext uri="{FF2B5EF4-FFF2-40B4-BE49-F238E27FC236}">
                    <a16:creationId xmlns:a16="http://schemas.microsoft.com/office/drawing/2014/main" id="{9EB582D8-2A9A-4C80-B3D1-B4F1E0785ACE}"/>
                  </a:ext>
                </a:extLst>
              </p:cNvPr>
              <p:cNvSpPr/>
              <p:nvPr/>
            </p:nvSpPr>
            <p:spPr>
              <a:xfrm>
                <a:off x="903457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8" name="object 580">
                <a:extLst>
                  <a:ext uri="{FF2B5EF4-FFF2-40B4-BE49-F238E27FC236}">
                    <a16:creationId xmlns:a16="http://schemas.microsoft.com/office/drawing/2014/main" id="{FF530D00-5B40-4737-992F-F8170BE16439}"/>
                  </a:ext>
                </a:extLst>
              </p:cNvPr>
              <p:cNvSpPr/>
              <p:nvPr/>
            </p:nvSpPr>
            <p:spPr>
              <a:xfrm>
                <a:off x="9034574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9" name="object 581">
                <a:extLst>
                  <a:ext uri="{FF2B5EF4-FFF2-40B4-BE49-F238E27FC236}">
                    <a16:creationId xmlns:a16="http://schemas.microsoft.com/office/drawing/2014/main" id="{99B0ED0D-FAD1-49BF-89F9-6EC869784546}"/>
                  </a:ext>
                </a:extLst>
              </p:cNvPr>
              <p:cNvSpPr/>
              <p:nvPr/>
            </p:nvSpPr>
            <p:spPr>
              <a:xfrm>
                <a:off x="914277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0" name="object 582">
                <a:extLst>
                  <a:ext uri="{FF2B5EF4-FFF2-40B4-BE49-F238E27FC236}">
                    <a16:creationId xmlns:a16="http://schemas.microsoft.com/office/drawing/2014/main" id="{D5354AA3-82E4-4B99-B164-EFC247CBE5F6}"/>
                  </a:ext>
                </a:extLst>
              </p:cNvPr>
              <p:cNvSpPr/>
              <p:nvPr/>
            </p:nvSpPr>
            <p:spPr>
              <a:xfrm>
                <a:off x="914277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1" name="object 583">
                <a:extLst>
                  <a:ext uri="{FF2B5EF4-FFF2-40B4-BE49-F238E27FC236}">
                    <a16:creationId xmlns:a16="http://schemas.microsoft.com/office/drawing/2014/main" id="{A2258058-1BB2-4120-B9F4-03AF6A52B1E2}"/>
                  </a:ext>
                </a:extLst>
              </p:cNvPr>
              <p:cNvSpPr/>
              <p:nvPr/>
            </p:nvSpPr>
            <p:spPr>
              <a:xfrm>
                <a:off x="9251756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2" name="object 584">
                <a:extLst>
                  <a:ext uri="{FF2B5EF4-FFF2-40B4-BE49-F238E27FC236}">
                    <a16:creationId xmlns:a16="http://schemas.microsoft.com/office/drawing/2014/main" id="{A764C824-50C0-460F-A566-7FC0C6F00411}"/>
                  </a:ext>
                </a:extLst>
              </p:cNvPr>
              <p:cNvSpPr/>
              <p:nvPr/>
            </p:nvSpPr>
            <p:spPr>
              <a:xfrm>
                <a:off x="9251756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3" name="object 585">
                <a:extLst>
                  <a:ext uri="{FF2B5EF4-FFF2-40B4-BE49-F238E27FC236}">
                    <a16:creationId xmlns:a16="http://schemas.microsoft.com/office/drawing/2014/main" id="{88A82DFC-9454-491D-88C3-8FF30F2BC122}"/>
                  </a:ext>
                </a:extLst>
              </p:cNvPr>
              <p:cNvSpPr/>
              <p:nvPr/>
            </p:nvSpPr>
            <p:spPr>
              <a:xfrm>
                <a:off x="935994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4" name="object 586">
                <a:extLst>
                  <a:ext uri="{FF2B5EF4-FFF2-40B4-BE49-F238E27FC236}">
                    <a16:creationId xmlns:a16="http://schemas.microsoft.com/office/drawing/2014/main" id="{449390E9-B7D5-400C-BC85-2CB992CA9AD3}"/>
                  </a:ext>
                </a:extLst>
              </p:cNvPr>
              <p:cNvSpPr/>
              <p:nvPr/>
            </p:nvSpPr>
            <p:spPr>
              <a:xfrm>
                <a:off x="9359948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5" name="object 587">
                <a:extLst>
                  <a:ext uri="{FF2B5EF4-FFF2-40B4-BE49-F238E27FC236}">
                    <a16:creationId xmlns:a16="http://schemas.microsoft.com/office/drawing/2014/main" id="{F9399539-CF46-4282-8C6C-2D42062FDC57}"/>
                  </a:ext>
                </a:extLst>
              </p:cNvPr>
              <p:cNvSpPr/>
              <p:nvPr/>
            </p:nvSpPr>
            <p:spPr>
              <a:xfrm>
                <a:off x="946891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6" name="object 588">
                <a:extLst>
                  <a:ext uri="{FF2B5EF4-FFF2-40B4-BE49-F238E27FC236}">
                    <a16:creationId xmlns:a16="http://schemas.microsoft.com/office/drawing/2014/main" id="{FB0E1553-9B8A-4C91-9419-3967564CC064}"/>
                  </a:ext>
                </a:extLst>
              </p:cNvPr>
              <p:cNvSpPr/>
              <p:nvPr/>
            </p:nvSpPr>
            <p:spPr>
              <a:xfrm>
                <a:off x="9468914" y="531975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7" name="object 589">
                <a:extLst>
                  <a:ext uri="{FF2B5EF4-FFF2-40B4-BE49-F238E27FC236}">
                    <a16:creationId xmlns:a16="http://schemas.microsoft.com/office/drawing/2014/main" id="{603D00B9-6F20-4EEA-9B3B-9AF1A4D65508}"/>
                  </a:ext>
                </a:extLst>
              </p:cNvPr>
              <p:cNvSpPr/>
              <p:nvPr/>
            </p:nvSpPr>
            <p:spPr>
              <a:xfrm>
                <a:off x="9577892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8" name="object 590">
                <a:extLst>
                  <a:ext uri="{FF2B5EF4-FFF2-40B4-BE49-F238E27FC236}">
                    <a16:creationId xmlns:a16="http://schemas.microsoft.com/office/drawing/2014/main" id="{9F201092-69A9-4ED8-AD6C-4161A435E602}"/>
                  </a:ext>
                </a:extLst>
              </p:cNvPr>
              <p:cNvSpPr/>
              <p:nvPr/>
            </p:nvSpPr>
            <p:spPr>
              <a:xfrm>
                <a:off x="9577892" y="531975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89" name="object 591">
                <a:extLst>
                  <a:ext uri="{FF2B5EF4-FFF2-40B4-BE49-F238E27FC236}">
                    <a16:creationId xmlns:a16="http://schemas.microsoft.com/office/drawing/2014/main" id="{E644E554-6CB0-4A27-9FC8-E9D1B0F79CAD}"/>
                  </a:ext>
                </a:extLst>
              </p:cNvPr>
              <p:cNvSpPr/>
              <p:nvPr/>
            </p:nvSpPr>
            <p:spPr>
              <a:xfrm>
                <a:off x="6969566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0" name="object 592">
                <a:extLst>
                  <a:ext uri="{FF2B5EF4-FFF2-40B4-BE49-F238E27FC236}">
                    <a16:creationId xmlns:a16="http://schemas.microsoft.com/office/drawing/2014/main" id="{E6F38788-CAC3-45D5-BE49-7D7D537D58D0}"/>
                  </a:ext>
                </a:extLst>
              </p:cNvPr>
              <p:cNvSpPr/>
              <p:nvPr/>
            </p:nvSpPr>
            <p:spPr>
              <a:xfrm>
                <a:off x="6969566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1" name="object 593">
                <a:extLst>
                  <a:ext uri="{FF2B5EF4-FFF2-40B4-BE49-F238E27FC236}">
                    <a16:creationId xmlns:a16="http://schemas.microsoft.com/office/drawing/2014/main" id="{794E74EA-EDBD-42DE-8452-ECD48AD223F1}"/>
                  </a:ext>
                </a:extLst>
              </p:cNvPr>
              <p:cNvSpPr/>
              <p:nvPr/>
            </p:nvSpPr>
            <p:spPr>
              <a:xfrm>
                <a:off x="7078532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2" name="object 594">
                <a:extLst>
                  <a:ext uri="{FF2B5EF4-FFF2-40B4-BE49-F238E27FC236}">
                    <a16:creationId xmlns:a16="http://schemas.microsoft.com/office/drawing/2014/main" id="{40A63233-A356-4B81-84EF-4946C9E422B3}"/>
                  </a:ext>
                </a:extLst>
              </p:cNvPr>
              <p:cNvSpPr/>
              <p:nvPr/>
            </p:nvSpPr>
            <p:spPr>
              <a:xfrm>
                <a:off x="7078532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3" name="object 595">
                <a:extLst>
                  <a:ext uri="{FF2B5EF4-FFF2-40B4-BE49-F238E27FC236}">
                    <a16:creationId xmlns:a16="http://schemas.microsoft.com/office/drawing/2014/main" id="{8E59737B-C4E0-4CF6-89A7-F4D70D813223}"/>
                  </a:ext>
                </a:extLst>
              </p:cNvPr>
              <p:cNvSpPr/>
              <p:nvPr/>
            </p:nvSpPr>
            <p:spPr>
              <a:xfrm>
                <a:off x="7186736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4" name="object 596">
                <a:extLst>
                  <a:ext uri="{FF2B5EF4-FFF2-40B4-BE49-F238E27FC236}">
                    <a16:creationId xmlns:a16="http://schemas.microsoft.com/office/drawing/2014/main" id="{78CB457E-419F-43E9-9F44-5EF880AC7A0C}"/>
                  </a:ext>
                </a:extLst>
              </p:cNvPr>
              <p:cNvSpPr/>
              <p:nvPr/>
            </p:nvSpPr>
            <p:spPr>
              <a:xfrm>
                <a:off x="7186736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5" name="object 597">
                <a:extLst>
                  <a:ext uri="{FF2B5EF4-FFF2-40B4-BE49-F238E27FC236}">
                    <a16:creationId xmlns:a16="http://schemas.microsoft.com/office/drawing/2014/main" id="{FBB9FD21-775E-4DD8-9129-A7B6BB4E3D6C}"/>
                  </a:ext>
                </a:extLst>
              </p:cNvPr>
              <p:cNvSpPr/>
              <p:nvPr/>
            </p:nvSpPr>
            <p:spPr>
              <a:xfrm>
                <a:off x="729570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6" name="object 598">
                <a:extLst>
                  <a:ext uri="{FF2B5EF4-FFF2-40B4-BE49-F238E27FC236}">
                    <a16:creationId xmlns:a16="http://schemas.microsoft.com/office/drawing/2014/main" id="{33EDBF22-C131-4755-AD85-FBA41F3F14B2}"/>
                  </a:ext>
                </a:extLst>
              </p:cNvPr>
              <p:cNvSpPr/>
              <p:nvPr/>
            </p:nvSpPr>
            <p:spPr>
              <a:xfrm>
                <a:off x="729570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7" name="object 599">
                <a:extLst>
                  <a:ext uri="{FF2B5EF4-FFF2-40B4-BE49-F238E27FC236}">
                    <a16:creationId xmlns:a16="http://schemas.microsoft.com/office/drawing/2014/main" id="{A42576C7-76CF-4DF0-9CB4-9A2A2D95BEDE}"/>
                  </a:ext>
                </a:extLst>
              </p:cNvPr>
              <p:cNvSpPr/>
              <p:nvPr/>
            </p:nvSpPr>
            <p:spPr>
              <a:xfrm>
                <a:off x="7404668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8" name="object 600">
                <a:extLst>
                  <a:ext uri="{FF2B5EF4-FFF2-40B4-BE49-F238E27FC236}">
                    <a16:creationId xmlns:a16="http://schemas.microsoft.com/office/drawing/2014/main" id="{0A728858-E17B-4256-BB74-D65355757EE5}"/>
                  </a:ext>
                </a:extLst>
              </p:cNvPr>
              <p:cNvSpPr/>
              <p:nvPr/>
            </p:nvSpPr>
            <p:spPr>
              <a:xfrm>
                <a:off x="7404668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9" name="object 601">
                <a:extLst>
                  <a:ext uri="{FF2B5EF4-FFF2-40B4-BE49-F238E27FC236}">
                    <a16:creationId xmlns:a16="http://schemas.microsoft.com/office/drawing/2014/main" id="{9EF1B2A2-CC2B-41CB-8D55-AF3861BD0BD2}"/>
                  </a:ext>
                </a:extLst>
              </p:cNvPr>
              <p:cNvSpPr/>
              <p:nvPr/>
            </p:nvSpPr>
            <p:spPr>
              <a:xfrm>
                <a:off x="751287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0" name="object 602">
                <a:extLst>
                  <a:ext uri="{FF2B5EF4-FFF2-40B4-BE49-F238E27FC236}">
                    <a16:creationId xmlns:a16="http://schemas.microsoft.com/office/drawing/2014/main" id="{F33E29A8-1792-40AA-A9DF-8A9EF8AB4466}"/>
                  </a:ext>
                </a:extLst>
              </p:cNvPr>
              <p:cNvSpPr/>
              <p:nvPr/>
            </p:nvSpPr>
            <p:spPr>
              <a:xfrm>
                <a:off x="751287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1" name="object 603">
                <a:extLst>
                  <a:ext uri="{FF2B5EF4-FFF2-40B4-BE49-F238E27FC236}">
                    <a16:creationId xmlns:a16="http://schemas.microsoft.com/office/drawing/2014/main" id="{EC03302C-72FE-4802-A275-837525596BCA}"/>
                  </a:ext>
                </a:extLst>
              </p:cNvPr>
              <p:cNvSpPr/>
              <p:nvPr/>
            </p:nvSpPr>
            <p:spPr>
              <a:xfrm>
                <a:off x="7621838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2" name="object 604">
                <a:extLst>
                  <a:ext uri="{FF2B5EF4-FFF2-40B4-BE49-F238E27FC236}">
                    <a16:creationId xmlns:a16="http://schemas.microsoft.com/office/drawing/2014/main" id="{74E70DB1-B3E4-40D7-97AB-C94D1D239DF1}"/>
                  </a:ext>
                </a:extLst>
              </p:cNvPr>
              <p:cNvSpPr/>
              <p:nvPr/>
            </p:nvSpPr>
            <p:spPr>
              <a:xfrm>
                <a:off x="7621838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3" name="object 605">
                <a:extLst>
                  <a:ext uri="{FF2B5EF4-FFF2-40B4-BE49-F238E27FC236}">
                    <a16:creationId xmlns:a16="http://schemas.microsoft.com/office/drawing/2014/main" id="{8784326C-3A28-4D32-9F8E-716DE3976D19}"/>
                  </a:ext>
                </a:extLst>
              </p:cNvPr>
              <p:cNvSpPr/>
              <p:nvPr/>
            </p:nvSpPr>
            <p:spPr>
              <a:xfrm>
                <a:off x="773004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4" name="object 606">
                <a:extLst>
                  <a:ext uri="{FF2B5EF4-FFF2-40B4-BE49-F238E27FC236}">
                    <a16:creationId xmlns:a16="http://schemas.microsoft.com/office/drawing/2014/main" id="{B999E436-30A7-4CF3-9753-96D8C4407D41}"/>
                  </a:ext>
                </a:extLst>
              </p:cNvPr>
              <p:cNvSpPr/>
              <p:nvPr/>
            </p:nvSpPr>
            <p:spPr>
              <a:xfrm>
                <a:off x="773004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5" name="object 607">
                <a:extLst>
                  <a:ext uri="{FF2B5EF4-FFF2-40B4-BE49-F238E27FC236}">
                    <a16:creationId xmlns:a16="http://schemas.microsoft.com/office/drawing/2014/main" id="{4CA7FC8F-93C9-459F-BCF0-AE85EE7831D6}"/>
                  </a:ext>
                </a:extLst>
              </p:cNvPr>
              <p:cNvSpPr/>
              <p:nvPr/>
            </p:nvSpPr>
            <p:spPr>
              <a:xfrm>
                <a:off x="783900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6" name="object 608">
                <a:extLst>
                  <a:ext uri="{FF2B5EF4-FFF2-40B4-BE49-F238E27FC236}">
                    <a16:creationId xmlns:a16="http://schemas.microsoft.com/office/drawing/2014/main" id="{7E908BB8-19BB-4998-A64C-9222E0307CCF}"/>
                  </a:ext>
                </a:extLst>
              </p:cNvPr>
              <p:cNvSpPr/>
              <p:nvPr/>
            </p:nvSpPr>
            <p:spPr>
              <a:xfrm>
                <a:off x="783900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7" name="object 609">
                <a:extLst>
                  <a:ext uri="{FF2B5EF4-FFF2-40B4-BE49-F238E27FC236}">
                    <a16:creationId xmlns:a16="http://schemas.microsoft.com/office/drawing/2014/main" id="{601FD49A-59BA-4213-93AA-431DE200BA6A}"/>
                  </a:ext>
                </a:extLst>
              </p:cNvPr>
              <p:cNvSpPr/>
              <p:nvPr/>
            </p:nvSpPr>
            <p:spPr>
              <a:xfrm>
                <a:off x="794797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8" name="object 610">
                <a:extLst>
                  <a:ext uri="{FF2B5EF4-FFF2-40B4-BE49-F238E27FC236}">
                    <a16:creationId xmlns:a16="http://schemas.microsoft.com/office/drawing/2014/main" id="{38DDF94F-A122-47D4-9D7D-46611AD79BE1}"/>
                  </a:ext>
                </a:extLst>
              </p:cNvPr>
              <p:cNvSpPr/>
              <p:nvPr/>
            </p:nvSpPr>
            <p:spPr>
              <a:xfrm>
                <a:off x="794797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204" y="108204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09" name="object 611">
                <a:extLst>
                  <a:ext uri="{FF2B5EF4-FFF2-40B4-BE49-F238E27FC236}">
                    <a16:creationId xmlns:a16="http://schemas.microsoft.com/office/drawing/2014/main" id="{EF9C40BE-ED83-49CA-B818-F74624152AEB}"/>
                  </a:ext>
                </a:extLst>
              </p:cNvPr>
              <p:cNvSpPr/>
              <p:nvPr/>
            </p:nvSpPr>
            <p:spPr>
              <a:xfrm>
                <a:off x="805617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0" name="object 612">
                <a:extLst>
                  <a:ext uri="{FF2B5EF4-FFF2-40B4-BE49-F238E27FC236}">
                    <a16:creationId xmlns:a16="http://schemas.microsoft.com/office/drawing/2014/main" id="{4769AB75-8181-4F05-B905-34F95781CE9A}"/>
                  </a:ext>
                </a:extLst>
              </p:cNvPr>
              <p:cNvSpPr/>
              <p:nvPr/>
            </p:nvSpPr>
            <p:spPr>
              <a:xfrm>
                <a:off x="805617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1" name="object 613">
                <a:extLst>
                  <a:ext uri="{FF2B5EF4-FFF2-40B4-BE49-F238E27FC236}">
                    <a16:creationId xmlns:a16="http://schemas.microsoft.com/office/drawing/2014/main" id="{25DD8F92-BE07-4272-8554-F0CB2BE12FFC}"/>
                  </a:ext>
                </a:extLst>
              </p:cNvPr>
              <p:cNvSpPr/>
              <p:nvPr/>
            </p:nvSpPr>
            <p:spPr>
              <a:xfrm>
                <a:off x="816514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2" name="object 614">
                <a:extLst>
                  <a:ext uri="{FF2B5EF4-FFF2-40B4-BE49-F238E27FC236}">
                    <a16:creationId xmlns:a16="http://schemas.microsoft.com/office/drawing/2014/main" id="{9BE8A3B1-3635-4D71-9818-15A7943AF503}"/>
                  </a:ext>
                </a:extLst>
              </p:cNvPr>
              <p:cNvSpPr/>
              <p:nvPr/>
            </p:nvSpPr>
            <p:spPr>
              <a:xfrm>
                <a:off x="816514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3" name="object 615">
                <a:extLst>
                  <a:ext uri="{FF2B5EF4-FFF2-40B4-BE49-F238E27FC236}">
                    <a16:creationId xmlns:a16="http://schemas.microsoft.com/office/drawing/2014/main" id="{AF718975-1CCE-4D4C-9B99-A42B40E7DBFF}"/>
                  </a:ext>
                </a:extLst>
              </p:cNvPr>
              <p:cNvSpPr/>
              <p:nvPr/>
            </p:nvSpPr>
            <p:spPr>
              <a:xfrm>
                <a:off x="827334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4" name="object 616">
                <a:extLst>
                  <a:ext uri="{FF2B5EF4-FFF2-40B4-BE49-F238E27FC236}">
                    <a16:creationId xmlns:a16="http://schemas.microsoft.com/office/drawing/2014/main" id="{4E5F549E-F0CD-4FD7-8E36-2926595A4A80}"/>
                  </a:ext>
                </a:extLst>
              </p:cNvPr>
              <p:cNvSpPr/>
              <p:nvPr/>
            </p:nvSpPr>
            <p:spPr>
              <a:xfrm>
                <a:off x="827334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5" name="object 617">
                <a:extLst>
                  <a:ext uri="{FF2B5EF4-FFF2-40B4-BE49-F238E27FC236}">
                    <a16:creationId xmlns:a16="http://schemas.microsoft.com/office/drawing/2014/main" id="{5307DF74-535C-41C9-928C-F175E9D86C05}"/>
                  </a:ext>
                </a:extLst>
              </p:cNvPr>
              <p:cNvSpPr/>
              <p:nvPr/>
            </p:nvSpPr>
            <p:spPr>
              <a:xfrm>
                <a:off x="838231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6" name="object 618">
                <a:extLst>
                  <a:ext uri="{FF2B5EF4-FFF2-40B4-BE49-F238E27FC236}">
                    <a16:creationId xmlns:a16="http://schemas.microsoft.com/office/drawing/2014/main" id="{28C23632-B3AC-4686-8165-7362068DC345}"/>
                  </a:ext>
                </a:extLst>
              </p:cNvPr>
              <p:cNvSpPr/>
              <p:nvPr/>
            </p:nvSpPr>
            <p:spPr>
              <a:xfrm>
                <a:off x="838231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7" name="object 619">
                <a:extLst>
                  <a:ext uri="{FF2B5EF4-FFF2-40B4-BE49-F238E27FC236}">
                    <a16:creationId xmlns:a16="http://schemas.microsoft.com/office/drawing/2014/main" id="{33981104-BE38-4FA5-BB8D-8C24562AC365}"/>
                  </a:ext>
                </a:extLst>
              </p:cNvPr>
              <p:cNvSpPr/>
              <p:nvPr/>
            </p:nvSpPr>
            <p:spPr>
              <a:xfrm>
                <a:off x="8491280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4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4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8" name="object 620">
                <a:extLst>
                  <a:ext uri="{FF2B5EF4-FFF2-40B4-BE49-F238E27FC236}">
                    <a16:creationId xmlns:a16="http://schemas.microsoft.com/office/drawing/2014/main" id="{32D81071-4812-4DAB-845D-BE9C01D6ACCD}"/>
                  </a:ext>
                </a:extLst>
              </p:cNvPr>
              <p:cNvSpPr/>
              <p:nvPr/>
            </p:nvSpPr>
            <p:spPr>
              <a:xfrm>
                <a:off x="8491280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19" name="object 621">
                <a:extLst>
                  <a:ext uri="{FF2B5EF4-FFF2-40B4-BE49-F238E27FC236}">
                    <a16:creationId xmlns:a16="http://schemas.microsoft.com/office/drawing/2014/main" id="{525B1E55-E420-4E17-8D92-B00F38DFF024}"/>
                  </a:ext>
                </a:extLst>
              </p:cNvPr>
              <p:cNvSpPr/>
              <p:nvPr/>
            </p:nvSpPr>
            <p:spPr>
              <a:xfrm>
                <a:off x="859947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0" name="object 622">
                <a:extLst>
                  <a:ext uri="{FF2B5EF4-FFF2-40B4-BE49-F238E27FC236}">
                    <a16:creationId xmlns:a16="http://schemas.microsoft.com/office/drawing/2014/main" id="{939259EE-5EB7-4747-8E80-F8D09F348FBA}"/>
                  </a:ext>
                </a:extLst>
              </p:cNvPr>
              <p:cNvSpPr/>
              <p:nvPr/>
            </p:nvSpPr>
            <p:spPr>
              <a:xfrm>
                <a:off x="8599472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1" name="object 623">
                <a:extLst>
                  <a:ext uri="{FF2B5EF4-FFF2-40B4-BE49-F238E27FC236}">
                    <a16:creationId xmlns:a16="http://schemas.microsoft.com/office/drawing/2014/main" id="{9E45A437-B45A-461B-BB13-79403C0BBC60}"/>
                  </a:ext>
                </a:extLst>
              </p:cNvPr>
              <p:cNvSpPr/>
              <p:nvPr/>
            </p:nvSpPr>
            <p:spPr>
              <a:xfrm>
                <a:off x="8708437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2" name="object 624">
                <a:extLst>
                  <a:ext uri="{FF2B5EF4-FFF2-40B4-BE49-F238E27FC236}">
                    <a16:creationId xmlns:a16="http://schemas.microsoft.com/office/drawing/2014/main" id="{67BBE308-6DAC-4393-9288-2085A335103F}"/>
                  </a:ext>
                </a:extLst>
              </p:cNvPr>
              <p:cNvSpPr/>
              <p:nvPr/>
            </p:nvSpPr>
            <p:spPr>
              <a:xfrm>
                <a:off x="8708437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3" name="object 625">
                <a:extLst>
                  <a:ext uri="{FF2B5EF4-FFF2-40B4-BE49-F238E27FC236}">
                    <a16:creationId xmlns:a16="http://schemas.microsoft.com/office/drawing/2014/main" id="{FCB612E9-EF26-4933-961D-3FE39BB27E8E}"/>
                  </a:ext>
                </a:extLst>
              </p:cNvPr>
              <p:cNvSpPr/>
              <p:nvPr/>
            </p:nvSpPr>
            <p:spPr>
              <a:xfrm>
                <a:off x="881665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4" name="object 626">
                <a:extLst>
                  <a:ext uri="{FF2B5EF4-FFF2-40B4-BE49-F238E27FC236}">
                    <a16:creationId xmlns:a16="http://schemas.microsoft.com/office/drawing/2014/main" id="{659F497D-5F9A-4CAC-8A77-5441ABD7F60E}"/>
                  </a:ext>
                </a:extLst>
              </p:cNvPr>
              <p:cNvSpPr/>
              <p:nvPr/>
            </p:nvSpPr>
            <p:spPr>
              <a:xfrm>
                <a:off x="881665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5" name="object 627">
                <a:extLst>
                  <a:ext uri="{FF2B5EF4-FFF2-40B4-BE49-F238E27FC236}">
                    <a16:creationId xmlns:a16="http://schemas.microsoft.com/office/drawing/2014/main" id="{DF72D5E8-3888-4123-97A2-D6884F89BFD2}"/>
                  </a:ext>
                </a:extLst>
              </p:cNvPr>
              <p:cNvSpPr/>
              <p:nvPr/>
            </p:nvSpPr>
            <p:spPr>
              <a:xfrm>
                <a:off x="8925620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6" name="object 628">
                <a:extLst>
                  <a:ext uri="{FF2B5EF4-FFF2-40B4-BE49-F238E27FC236}">
                    <a16:creationId xmlns:a16="http://schemas.microsoft.com/office/drawing/2014/main" id="{89EBC6F0-9FD4-41E3-AE31-50DA1CB457CD}"/>
                  </a:ext>
                </a:extLst>
              </p:cNvPr>
              <p:cNvSpPr/>
              <p:nvPr/>
            </p:nvSpPr>
            <p:spPr>
              <a:xfrm>
                <a:off x="8925620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7" name="object 629">
                <a:extLst>
                  <a:ext uri="{FF2B5EF4-FFF2-40B4-BE49-F238E27FC236}">
                    <a16:creationId xmlns:a16="http://schemas.microsoft.com/office/drawing/2014/main" id="{2950A03A-79F5-47FF-9DC3-338B51F79790}"/>
                  </a:ext>
                </a:extLst>
              </p:cNvPr>
              <p:cNvSpPr/>
              <p:nvPr/>
            </p:nvSpPr>
            <p:spPr>
              <a:xfrm>
                <a:off x="903457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8" name="object 630">
                <a:extLst>
                  <a:ext uri="{FF2B5EF4-FFF2-40B4-BE49-F238E27FC236}">
                    <a16:creationId xmlns:a16="http://schemas.microsoft.com/office/drawing/2014/main" id="{FB4D568E-EEA7-40EA-8187-9938128B1D69}"/>
                  </a:ext>
                </a:extLst>
              </p:cNvPr>
              <p:cNvSpPr/>
              <p:nvPr/>
            </p:nvSpPr>
            <p:spPr>
              <a:xfrm>
                <a:off x="9034574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29" name="object 631">
                <a:extLst>
                  <a:ext uri="{FF2B5EF4-FFF2-40B4-BE49-F238E27FC236}">
                    <a16:creationId xmlns:a16="http://schemas.microsoft.com/office/drawing/2014/main" id="{7260E4F7-48D5-42AC-9EFD-0E371C8DF42E}"/>
                  </a:ext>
                </a:extLst>
              </p:cNvPr>
              <p:cNvSpPr/>
              <p:nvPr/>
            </p:nvSpPr>
            <p:spPr>
              <a:xfrm>
                <a:off x="914277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0" name="object 632">
                <a:extLst>
                  <a:ext uri="{FF2B5EF4-FFF2-40B4-BE49-F238E27FC236}">
                    <a16:creationId xmlns:a16="http://schemas.microsoft.com/office/drawing/2014/main" id="{146C5CEF-62C6-432F-A44B-2DEFDA963FB1}"/>
                  </a:ext>
                </a:extLst>
              </p:cNvPr>
              <p:cNvSpPr/>
              <p:nvPr/>
            </p:nvSpPr>
            <p:spPr>
              <a:xfrm>
                <a:off x="914277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1" name="object 633">
                <a:extLst>
                  <a:ext uri="{FF2B5EF4-FFF2-40B4-BE49-F238E27FC236}">
                    <a16:creationId xmlns:a16="http://schemas.microsoft.com/office/drawing/2014/main" id="{88A1D22E-BB3B-41D9-9DB0-CEF1368AC9EE}"/>
                  </a:ext>
                </a:extLst>
              </p:cNvPr>
              <p:cNvSpPr/>
              <p:nvPr/>
            </p:nvSpPr>
            <p:spPr>
              <a:xfrm>
                <a:off x="9251756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2" name="object 634">
                <a:extLst>
                  <a:ext uri="{FF2B5EF4-FFF2-40B4-BE49-F238E27FC236}">
                    <a16:creationId xmlns:a16="http://schemas.microsoft.com/office/drawing/2014/main" id="{5E84AB52-6285-4380-AA64-DBB602BE8C65}"/>
                  </a:ext>
                </a:extLst>
              </p:cNvPr>
              <p:cNvSpPr/>
              <p:nvPr/>
            </p:nvSpPr>
            <p:spPr>
              <a:xfrm>
                <a:off x="9251756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3" name="object 635">
                <a:extLst>
                  <a:ext uri="{FF2B5EF4-FFF2-40B4-BE49-F238E27FC236}">
                    <a16:creationId xmlns:a16="http://schemas.microsoft.com/office/drawing/2014/main" id="{929DE57E-B3DD-4B63-99CB-A73D12D67024}"/>
                  </a:ext>
                </a:extLst>
              </p:cNvPr>
              <p:cNvSpPr/>
              <p:nvPr/>
            </p:nvSpPr>
            <p:spPr>
              <a:xfrm>
                <a:off x="935994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4" name="object 636">
                <a:extLst>
                  <a:ext uri="{FF2B5EF4-FFF2-40B4-BE49-F238E27FC236}">
                    <a16:creationId xmlns:a16="http://schemas.microsoft.com/office/drawing/2014/main" id="{AAC475A2-4224-4E1B-A71A-FF51A9E38030}"/>
                  </a:ext>
                </a:extLst>
              </p:cNvPr>
              <p:cNvSpPr/>
              <p:nvPr/>
            </p:nvSpPr>
            <p:spPr>
              <a:xfrm>
                <a:off x="9359948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5" name="object 637">
                <a:extLst>
                  <a:ext uri="{FF2B5EF4-FFF2-40B4-BE49-F238E27FC236}">
                    <a16:creationId xmlns:a16="http://schemas.microsoft.com/office/drawing/2014/main" id="{E761B69D-34D9-4C53-BCE0-21A0DBAE1567}"/>
                  </a:ext>
                </a:extLst>
              </p:cNvPr>
              <p:cNvSpPr/>
              <p:nvPr/>
            </p:nvSpPr>
            <p:spPr>
              <a:xfrm>
                <a:off x="946891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6" name="object 638">
                <a:extLst>
                  <a:ext uri="{FF2B5EF4-FFF2-40B4-BE49-F238E27FC236}">
                    <a16:creationId xmlns:a16="http://schemas.microsoft.com/office/drawing/2014/main" id="{998A42C8-68B9-457A-83AE-22DDDD0AD5D8}"/>
                  </a:ext>
                </a:extLst>
              </p:cNvPr>
              <p:cNvSpPr/>
              <p:nvPr/>
            </p:nvSpPr>
            <p:spPr>
              <a:xfrm>
                <a:off x="9468914" y="542872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7" name="object 639">
                <a:extLst>
                  <a:ext uri="{FF2B5EF4-FFF2-40B4-BE49-F238E27FC236}">
                    <a16:creationId xmlns:a16="http://schemas.microsoft.com/office/drawing/2014/main" id="{AABF0461-9432-40A2-91C8-F18F6D1E50F4}"/>
                  </a:ext>
                </a:extLst>
              </p:cNvPr>
              <p:cNvSpPr/>
              <p:nvPr/>
            </p:nvSpPr>
            <p:spPr>
              <a:xfrm>
                <a:off x="9577892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8" name="object 640">
                <a:extLst>
                  <a:ext uri="{FF2B5EF4-FFF2-40B4-BE49-F238E27FC236}">
                    <a16:creationId xmlns:a16="http://schemas.microsoft.com/office/drawing/2014/main" id="{167524B4-4835-4F38-A1D1-974C9F2C79FA}"/>
                  </a:ext>
                </a:extLst>
              </p:cNvPr>
              <p:cNvSpPr/>
              <p:nvPr/>
            </p:nvSpPr>
            <p:spPr>
              <a:xfrm>
                <a:off x="9577892" y="542872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9" name="object 641">
                <a:extLst>
                  <a:ext uri="{FF2B5EF4-FFF2-40B4-BE49-F238E27FC236}">
                    <a16:creationId xmlns:a16="http://schemas.microsoft.com/office/drawing/2014/main" id="{134C05F0-14DE-4081-AEE7-C08C23B72C90}"/>
                  </a:ext>
                </a:extLst>
              </p:cNvPr>
              <p:cNvSpPr/>
              <p:nvPr/>
            </p:nvSpPr>
            <p:spPr>
              <a:xfrm>
                <a:off x="6969566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0" name="object 642">
                <a:extLst>
                  <a:ext uri="{FF2B5EF4-FFF2-40B4-BE49-F238E27FC236}">
                    <a16:creationId xmlns:a16="http://schemas.microsoft.com/office/drawing/2014/main" id="{E95F3E29-1667-4FAB-806F-2014B08ABC70}"/>
                  </a:ext>
                </a:extLst>
              </p:cNvPr>
              <p:cNvSpPr/>
              <p:nvPr/>
            </p:nvSpPr>
            <p:spPr>
              <a:xfrm>
                <a:off x="6969566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1" name="object 643">
                <a:extLst>
                  <a:ext uri="{FF2B5EF4-FFF2-40B4-BE49-F238E27FC236}">
                    <a16:creationId xmlns:a16="http://schemas.microsoft.com/office/drawing/2014/main" id="{6940C4C3-3E51-42AA-B8E0-A350832252A6}"/>
                  </a:ext>
                </a:extLst>
              </p:cNvPr>
              <p:cNvSpPr/>
              <p:nvPr/>
            </p:nvSpPr>
            <p:spPr>
              <a:xfrm>
                <a:off x="7078532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2" name="object 644">
                <a:extLst>
                  <a:ext uri="{FF2B5EF4-FFF2-40B4-BE49-F238E27FC236}">
                    <a16:creationId xmlns:a16="http://schemas.microsoft.com/office/drawing/2014/main" id="{1B62CD59-1062-431F-830D-0F915BBEFE2F}"/>
                  </a:ext>
                </a:extLst>
              </p:cNvPr>
              <p:cNvSpPr/>
              <p:nvPr/>
            </p:nvSpPr>
            <p:spPr>
              <a:xfrm>
                <a:off x="7078532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3" name="object 645">
                <a:extLst>
                  <a:ext uri="{FF2B5EF4-FFF2-40B4-BE49-F238E27FC236}">
                    <a16:creationId xmlns:a16="http://schemas.microsoft.com/office/drawing/2014/main" id="{ED4FCB14-E990-4309-B33E-A4116F134A25}"/>
                  </a:ext>
                </a:extLst>
              </p:cNvPr>
              <p:cNvSpPr/>
              <p:nvPr/>
            </p:nvSpPr>
            <p:spPr>
              <a:xfrm>
                <a:off x="7186736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4" name="object 646">
                <a:extLst>
                  <a:ext uri="{FF2B5EF4-FFF2-40B4-BE49-F238E27FC236}">
                    <a16:creationId xmlns:a16="http://schemas.microsoft.com/office/drawing/2014/main" id="{BB98E312-EFEC-4D5A-9020-D1C263A94A08}"/>
                  </a:ext>
                </a:extLst>
              </p:cNvPr>
              <p:cNvSpPr/>
              <p:nvPr/>
            </p:nvSpPr>
            <p:spPr>
              <a:xfrm>
                <a:off x="7186736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5" name="object 647">
                <a:extLst>
                  <a:ext uri="{FF2B5EF4-FFF2-40B4-BE49-F238E27FC236}">
                    <a16:creationId xmlns:a16="http://schemas.microsoft.com/office/drawing/2014/main" id="{135495AC-A111-41DA-BA2A-C4E036290C34}"/>
                  </a:ext>
                </a:extLst>
              </p:cNvPr>
              <p:cNvSpPr/>
              <p:nvPr/>
            </p:nvSpPr>
            <p:spPr>
              <a:xfrm>
                <a:off x="729570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6" name="object 648">
                <a:extLst>
                  <a:ext uri="{FF2B5EF4-FFF2-40B4-BE49-F238E27FC236}">
                    <a16:creationId xmlns:a16="http://schemas.microsoft.com/office/drawing/2014/main" id="{BB94FB79-4323-490F-B6F1-429DBFECBA9E}"/>
                  </a:ext>
                </a:extLst>
              </p:cNvPr>
              <p:cNvSpPr/>
              <p:nvPr/>
            </p:nvSpPr>
            <p:spPr>
              <a:xfrm>
                <a:off x="729570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7" name="object 649">
                <a:extLst>
                  <a:ext uri="{FF2B5EF4-FFF2-40B4-BE49-F238E27FC236}">
                    <a16:creationId xmlns:a16="http://schemas.microsoft.com/office/drawing/2014/main" id="{E0D79DA1-5565-4D3B-A7C3-C259A55059CC}"/>
                  </a:ext>
                </a:extLst>
              </p:cNvPr>
              <p:cNvSpPr/>
              <p:nvPr/>
            </p:nvSpPr>
            <p:spPr>
              <a:xfrm>
                <a:off x="7404668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8" name="object 650">
                <a:extLst>
                  <a:ext uri="{FF2B5EF4-FFF2-40B4-BE49-F238E27FC236}">
                    <a16:creationId xmlns:a16="http://schemas.microsoft.com/office/drawing/2014/main" id="{6617BA7F-1734-4277-8C66-EA7F9A468AFA}"/>
                  </a:ext>
                </a:extLst>
              </p:cNvPr>
              <p:cNvSpPr/>
              <p:nvPr/>
            </p:nvSpPr>
            <p:spPr>
              <a:xfrm>
                <a:off x="7404668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49" name="object 651">
                <a:extLst>
                  <a:ext uri="{FF2B5EF4-FFF2-40B4-BE49-F238E27FC236}">
                    <a16:creationId xmlns:a16="http://schemas.microsoft.com/office/drawing/2014/main" id="{37EBF517-C42E-4A9B-9E52-7FCB471598BB}"/>
                  </a:ext>
                </a:extLst>
              </p:cNvPr>
              <p:cNvSpPr/>
              <p:nvPr/>
            </p:nvSpPr>
            <p:spPr>
              <a:xfrm>
                <a:off x="751287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0" name="object 652">
                <a:extLst>
                  <a:ext uri="{FF2B5EF4-FFF2-40B4-BE49-F238E27FC236}">
                    <a16:creationId xmlns:a16="http://schemas.microsoft.com/office/drawing/2014/main" id="{120FB6DD-8046-42BB-9C55-4DD0CBF28060}"/>
                  </a:ext>
                </a:extLst>
              </p:cNvPr>
              <p:cNvSpPr/>
              <p:nvPr/>
            </p:nvSpPr>
            <p:spPr>
              <a:xfrm>
                <a:off x="751287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1" name="object 653">
                <a:extLst>
                  <a:ext uri="{FF2B5EF4-FFF2-40B4-BE49-F238E27FC236}">
                    <a16:creationId xmlns:a16="http://schemas.microsoft.com/office/drawing/2014/main" id="{36C63EB9-636D-4C80-9AE1-F27C8A7C0D6A}"/>
                  </a:ext>
                </a:extLst>
              </p:cNvPr>
              <p:cNvSpPr/>
              <p:nvPr/>
            </p:nvSpPr>
            <p:spPr>
              <a:xfrm>
                <a:off x="7621838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2" name="object 654">
                <a:extLst>
                  <a:ext uri="{FF2B5EF4-FFF2-40B4-BE49-F238E27FC236}">
                    <a16:creationId xmlns:a16="http://schemas.microsoft.com/office/drawing/2014/main" id="{DF9713B6-47B2-4D8F-AC34-CE582C3ACFBE}"/>
                  </a:ext>
                </a:extLst>
              </p:cNvPr>
              <p:cNvSpPr/>
              <p:nvPr/>
            </p:nvSpPr>
            <p:spPr>
              <a:xfrm>
                <a:off x="7621838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3" name="object 655">
                <a:extLst>
                  <a:ext uri="{FF2B5EF4-FFF2-40B4-BE49-F238E27FC236}">
                    <a16:creationId xmlns:a16="http://schemas.microsoft.com/office/drawing/2014/main" id="{B705A310-296D-4E53-BB23-2F6CCEBD7CC2}"/>
                  </a:ext>
                </a:extLst>
              </p:cNvPr>
              <p:cNvSpPr/>
              <p:nvPr/>
            </p:nvSpPr>
            <p:spPr>
              <a:xfrm>
                <a:off x="773004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4" name="object 656">
                <a:extLst>
                  <a:ext uri="{FF2B5EF4-FFF2-40B4-BE49-F238E27FC236}">
                    <a16:creationId xmlns:a16="http://schemas.microsoft.com/office/drawing/2014/main" id="{E91C19A4-ED41-47E0-B295-F16CE2C15950}"/>
                  </a:ext>
                </a:extLst>
              </p:cNvPr>
              <p:cNvSpPr/>
              <p:nvPr/>
            </p:nvSpPr>
            <p:spPr>
              <a:xfrm>
                <a:off x="773004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5" name="object 657">
                <a:extLst>
                  <a:ext uri="{FF2B5EF4-FFF2-40B4-BE49-F238E27FC236}">
                    <a16:creationId xmlns:a16="http://schemas.microsoft.com/office/drawing/2014/main" id="{EFD8698D-0077-44EF-9E50-003B848242F4}"/>
                  </a:ext>
                </a:extLst>
              </p:cNvPr>
              <p:cNvSpPr/>
              <p:nvPr/>
            </p:nvSpPr>
            <p:spPr>
              <a:xfrm>
                <a:off x="783900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6" name="object 658">
                <a:extLst>
                  <a:ext uri="{FF2B5EF4-FFF2-40B4-BE49-F238E27FC236}">
                    <a16:creationId xmlns:a16="http://schemas.microsoft.com/office/drawing/2014/main" id="{AA45E4B9-17F9-4676-B133-F654E50D16EB}"/>
                  </a:ext>
                </a:extLst>
              </p:cNvPr>
              <p:cNvSpPr/>
              <p:nvPr/>
            </p:nvSpPr>
            <p:spPr>
              <a:xfrm>
                <a:off x="783900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7" name="object 659">
                <a:extLst>
                  <a:ext uri="{FF2B5EF4-FFF2-40B4-BE49-F238E27FC236}">
                    <a16:creationId xmlns:a16="http://schemas.microsoft.com/office/drawing/2014/main" id="{151B5BD7-FC92-43A7-B438-0DDA9B7A9F21}"/>
                  </a:ext>
                </a:extLst>
              </p:cNvPr>
              <p:cNvSpPr/>
              <p:nvPr/>
            </p:nvSpPr>
            <p:spPr>
              <a:xfrm>
                <a:off x="794797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8" name="object 660">
                <a:extLst>
                  <a:ext uri="{FF2B5EF4-FFF2-40B4-BE49-F238E27FC236}">
                    <a16:creationId xmlns:a16="http://schemas.microsoft.com/office/drawing/2014/main" id="{7B1FA225-E215-41A9-B10A-82BD36F0F723}"/>
                  </a:ext>
                </a:extLst>
              </p:cNvPr>
              <p:cNvSpPr/>
              <p:nvPr/>
            </p:nvSpPr>
            <p:spPr>
              <a:xfrm>
                <a:off x="794797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59" name="object 661">
                <a:extLst>
                  <a:ext uri="{FF2B5EF4-FFF2-40B4-BE49-F238E27FC236}">
                    <a16:creationId xmlns:a16="http://schemas.microsoft.com/office/drawing/2014/main" id="{472D0B24-C4C3-49DC-97E5-E73D4BF98AB4}"/>
                  </a:ext>
                </a:extLst>
              </p:cNvPr>
              <p:cNvSpPr/>
              <p:nvPr/>
            </p:nvSpPr>
            <p:spPr>
              <a:xfrm>
                <a:off x="805617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0" name="object 662">
                <a:extLst>
                  <a:ext uri="{FF2B5EF4-FFF2-40B4-BE49-F238E27FC236}">
                    <a16:creationId xmlns:a16="http://schemas.microsoft.com/office/drawing/2014/main" id="{C1E6F2C6-A71E-4018-AD95-19B52B77B4F2}"/>
                  </a:ext>
                </a:extLst>
              </p:cNvPr>
              <p:cNvSpPr/>
              <p:nvPr/>
            </p:nvSpPr>
            <p:spPr>
              <a:xfrm>
                <a:off x="805617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1" name="object 663">
                <a:extLst>
                  <a:ext uri="{FF2B5EF4-FFF2-40B4-BE49-F238E27FC236}">
                    <a16:creationId xmlns:a16="http://schemas.microsoft.com/office/drawing/2014/main" id="{671D4818-27B5-4836-8FED-9E25BCDA7A3C}"/>
                  </a:ext>
                </a:extLst>
              </p:cNvPr>
              <p:cNvSpPr/>
              <p:nvPr/>
            </p:nvSpPr>
            <p:spPr>
              <a:xfrm>
                <a:off x="816514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2" name="object 664">
                <a:extLst>
                  <a:ext uri="{FF2B5EF4-FFF2-40B4-BE49-F238E27FC236}">
                    <a16:creationId xmlns:a16="http://schemas.microsoft.com/office/drawing/2014/main" id="{A1163FE0-3456-4250-8665-7F541348294F}"/>
                  </a:ext>
                </a:extLst>
              </p:cNvPr>
              <p:cNvSpPr/>
              <p:nvPr/>
            </p:nvSpPr>
            <p:spPr>
              <a:xfrm>
                <a:off x="816514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3" name="object 665">
                <a:extLst>
                  <a:ext uri="{FF2B5EF4-FFF2-40B4-BE49-F238E27FC236}">
                    <a16:creationId xmlns:a16="http://schemas.microsoft.com/office/drawing/2014/main" id="{E15692E4-4AE1-4799-9AD8-84C6E1131763}"/>
                  </a:ext>
                </a:extLst>
              </p:cNvPr>
              <p:cNvSpPr/>
              <p:nvPr/>
            </p:nvSpPr>
            <p:spPr>
              <a:xfrm>
                <a:off x="827334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4" name="object 666">
                <a:extLst>
                  <a:ext uri="{FF2B5EF4-FFF2-40B4-BE49-F238E27FC236}">
                    <a16:creationId xmlns:a16="http://schemas.microsoft.com/office/drawing/2014/main" id="{2FC35C52-A7DA-4AAA-BFB7-785342F2CB79}"/>
                  </a:ext>
                </a:extLst>
              </p:cNvPr>
              <p:cNvSpPr/>
              <p:nvPr/>
            </p:nvSpPr>
            <p:spPr>
              <a:xfrm>
                <a:off x="827334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5" name="object 667">
                <a:extLst>
                  <a:ext uri="{FF2B5EF4-FFF2-40B4-BE49-F238E27FC236}">
                    <a16:creationId xmlns:a16="http://schemas.microsoft.com/office/drawing/2014/main" id="{5D37DAED-FBB5-4E28-9E41-1DDAD9216B3D}"/>
                  </a:ext>
                </a:extLst>
              </p:cNvPr>
              <p:cNvSpPr/>
              <p:nvPr/>
            </p:nvSpPr>
            <p:spPr>
              <a:xfrm>
                <a:off x="838231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6" name="object 668">
                <a:extLst>
                  <a:ext uri="{FF2B5EF4-FFF2-40B4-BE49-F238E27FC236}">
                    <a16:creationId xmlns:a16="http://schemas.microsoft.com/office/drawing/2014/main" id="{D1C5485B-42A2-42D6-ABAB-94107D815D26}"/>
                  </a:ext>
                </a:extLst>
              </p:cNvPr>
              <p:cNvSpPr/>
              <p:nvPr/>
            </p:nvSpPr>
            <p:spPr>
              <a:xfrm>
                <a:off x="838231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7" name="object 669">
                <a:extLst>
                  <a:ext uri="{FF2B5EF4-FFF2-40B4-BE49-F238E27FC236}">
                    <a16:creationId xmlns:a16="http://schemas.microsoft.com/office/drawing/2014/main" id="{B9D6C808-C17D-4F51-A148-951E240D31B2}"/>
                  </a:ext>
                </a:extLst>
              </p:cNvPr>
              <p:cNvSpPr/>
              <p:nvPr/>
            </p:nvSpPr>
            <p:spPr>
              <a:xfrm>
                <a:off x="8491280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8" name="object 670">
                <a:extLst>
                  <a:ext uri="{FF2B5EF4-FFF2-40B4-BE49-F238E27FC236}">
                    <a16:creationId xmlns:a16="http://schemas.microsoft.com/office/drawing/2014/main" id="{EF28BC6C-33F6-4A95-ABCE-46275B11D284}"/>
                  </a:ext>
                </a:extLst>
              </p:cNvPr>
              <p:cNvSpPr/>
              <p:nvPr/>
            </p:nvSpPr>
            <p:spPr>
              <a:xfrm>
                <a:off x="8491280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9" name="object 671">
                <a:extLst>
                  <a:ext uri="{FF2B5EF4-FFF2-40B4-BE49-F238E27FC236}">
                    <a16:creationId xmlns:a16="http://schemas.microsoft.com/office/drawing/2014/main" id="{669B20A8-7C25-4323-8685-29FB65640F54}"/>
                  </a:ext>
                </a:extLst>
              </p:cNvPr>
              <p:cNvSpPr/>
              <p:nvPr/>
            </p:nvSpPr>
            <p:spPr>
              <a:xfrm>
                <a:off x="859947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0" name="object 672">
                <a:extLst>
                  <a:ext uri="{FF2B5EF4-FFF2-40B4-BE49-F238E27FC236}">
                    <a16:creationId xmlns:a16="http://schemas.microsoft.com/office/drawing/2014/main" id="{19D22641-C9F3-46E3-BD3A-77F19B21CB6B}"/>
                  </a:ext>
                </a:extLst>
              </p:cNvPr>
              <p:cNvSpPr/>
              <p:nvPr/>
            </p:nvSpPr>
            <p:spPr>
              <a:xfrm>
                <a:off x="8599472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1" name="object 673">
                <a:extLst>
                  <a:ext uri="{FF2B5EF4-FFF2-40B4-BE49-F238E27FC236}">
                    <a16:creationId xmlns:a16="http://schemas.microsoft.com/office/drawing/2014/main" id="{0A82695C-F9FB-4453-A452-89451BEB4508}"/>
                  </a:ext>
                </a:extLst>
              </p:cNvPr>
              <p:cNvSpPr/>
              <p:nvPr/>
            </p:nvSpPr>
            <p:spPr>
              <a:xfrm>
                <a:off x="8708437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2" name="object 674">
                <a:extLst>
                  <a:ext uri="{FF2B5EF4-FFF2-40B4-BE49-F238E27FC236}">
                    <a16:creationId xmlns:a16="http://schemas.microsoft.com/office/drawing/2014/main" id="{87A3D2BE-440A-4901-8462-141A31EA8597}"/>
                  </a:ext>
                </a:extLst>
              </p:cNvPr>
              <p:cNvSpPr/>
              <p:nvPr/>
            </p:nvSpPr>
            <p:spPr>
              <a:xfrm>
                <a:off x="8708437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3" name="object 675">
                <a:extLst>
                  <a:ext uri="{FF2B5EF4-FFF2-40B4-BE49-F238E27FC236}">
                    <a16:creationId xmlns:a16="http://schemas.microsoft.com/office/drawing/2014/main" id="{61E3C74A-35C0-4EFA-9EBE-38C5527372F5}"/>
                  </a:ext>
                </a:extLst>
              </p:cNvPr>
              <p:cNvSpPr/>
              <p:nvPr/>
            </p:nvSpPr>
            <p:spPr>
              <a:xfrm>
                <a:off x="881665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4" name="object 676">
                <a:extLst>
                  <a:ext uri="{FF2B5EF4-FFF2-40B4-BE49-F238E27FC236}">
                    <a16:creationId xmlns:a16="http://schemas.microsoft.com/office/drawing/2014/main" id="{3339C389-FDB2-4E10-931B-1DF863C58B55}"/>
                  </a:ext>
                </a:extLst>
              </p:cNvPr>
              <p:cNvSpPr/>
              <p:nvPr/>
            </p:nvSpPr>
            <p:spPr>
              <a:xfrm>
                <a:off x="881665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5" name="object 677">
                <a:extLst>
                  <a:ext uri="{FF2B5EF4-FFF2-40B4-BE49-F238E27FC236}">
                    <a16:creationId xmlns:a16="http://schemas.microsoft.com/office/drawing/2014/main" id="{E87412AC-5FC6-41CC-B2D6-B0B1A7A79C36}"/>
                  </a:ext>
                </a:extLst>
              </p:cNvPr>
              <p:cNvSpPr/>
              <p:nvPr/>
            </p:nvSpPr>
            <p:spPr>
              <a:xfrm>
                <a:off x="8925620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6" name="object 678">
                <a:extLst>
                  <a:ext uri="{FF2B5EF4-FFF2-40B4-BE49-F238E27FC236}">
                    <a16:creationId xmlns:a16="http://schemas.microsoft.com/office/drawing/2014/main" id="{4D6DC6F4-77E5-4B4A-9B67-EBF88CEE3BC4}"/>
                  </a:ext>
                </a:extLst>
              </p:cNvPr>
              <p:cNvSpPr/>
              <p:nvPr/>
            </p:nvSpPr>
            <p:spPr>
              <a:xfrm>
                <a:off x="8925620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7" name="object 679">
                <a:extLst>
                  <a:ext uri="{FF2B5EF4-FFF2-40B4-BE49-F238E27FC236}">
                    <a16:creationId xmlns:a16="http://schemas.microsoft.com/office/drawing/2014/main" id="{9214C88F-FA24-400C-84DE-0B1947C3C883}"/>
                  </a:ext>
                </a:extLst>
              </p:cNvPr>
              <p:cNvSpPr/>
              <p:nvPr/>
            </p:nvSpPr>
            <p:spPr>
              <a:xfrm>
                <a:off x="903457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8" name="object 680">
                <a:extLst>
                  <a:ext uri="{FF2B5EF4-FFF2-40B4-BE49-F238E27FC236}">
                    <a16:creationId xmlns:a16="http://schemas.microsoft.com/office/drawing/2014/main" id="{7C69A5D4-E4F9-422D-B863-BA1DC3F3357D}"/>
                  </a:ext>
                </a:extLst>
              </p:cNvPr>
              <p:cNvSpPr/>
              <p:nvPr/>
            </p:nvSpPr>
            <p:spPr>
              <a:xfrm>
                <a:off x="9034574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79" name="object 681">
                <a:extLst>
                  <a:ext uri="{FF2B5EF4-FFF2-40B4-BE49-F238E27FC236}">
                    <a16:creationId xmlns:a16="http://schemas.microsoft.com/office/drawing/2014/main" id="{1E3C6326-3D08-465D-9EAC-CCC80B4A178C}"/>
                  </a:ext>
                </a:extLst>
              </p:cNvPr>
              <p:cNvSpPr/>
              <p:nvPr/>
            </p:nvSpPr>
            <p:spPr>
              <a:xfrm>
                <a:off x="914277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0" name="object 682">
                <a:extLst>
                  <a:ext uri="{FF2B5EF4-FFF2-40B4-BE49-F238E27FC236}">
                    <a16:creationId xmlns:a16="http://schemas.microsoft.com/office/drawing/2014/main" id="{42D0204B-5107-4C63-8F94-2144B4824229}"/>
                  </a:ext>
                </a:extLst>
              </p:cNvPr>
              <p:cNvSpPr/>
              <p:nvPr/>
            </p:nvSpPr>
            <p:spPr>
              <a:xfrm>
                <a:off x="914277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1" name="object 683">
                <a:extLst>
                  <a:ext uri="{FF2B5EF4-FFF2-40B4-BE49-F238E27FC236}">
                    <a16:creationId xmlns:a16="http://schemas.microsoft.com/office/drawing/2014/main" id="{23A3F1FC-319F-4CC6-8CF7-DF58868ECD82}"/>
                  </a:ext>
                </a:extLst>
              </p:cNvPr>
              <p:cNvSpPr/>
              <p:nvPr/>
            </p:nvSpPr>
            <p:spPr>
              <a:xfrm>
                <a:off x="9251756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2" name="object 684">
                <a:extLst>
                  <a:ext uri="{FF2B5EF4-FFF2-40B4-BE49-F238E27FC236}">
                    <a16:creationId xmlns:a16="http://schemas.microsoft.com/office/drawing/2014/main" id="{913B5B0B-1801-4011-BB9C-902F460CFD56}"/>
                  </a:ext>
                </a:extLst>
              </p:cNvPr>
              <p:cNvSpPr/>
              <p:nvPr/>
            </p:nvSpPr>
            <p:spPr>
              <a:xfrm>
                <a:off x="9251756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3" name="object 685">
                <a:extLst>
                  <a:ext uri="{FF2B5EF4-FFF2-40B4-BE49-F238E27FC236}">
                    <a16:creationId xmlns:a16="http://schemas.microsoft.com/office/drawing/2014/main" id="{4B0C91E0-4F1D-4B07-9D3E-5FF391430DA1}"/>
                  </a:ext>
                </a:extLst>
              </p:cNvPr>
              <p:cNvSpPr/>
              <p:nvPr/>
            </p:nvSpPr>
            <p:spPr>
              <a:xfrm>
                <a:off x="935994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4" name="object 686">
                <a:extLst>
                  <a:ext uri="{FF2B5EF4-FFF2-40B4-BE49-F238E27FC236}">
                    <a16:creationId xmlns:a16="http://schemas.microsoft.com/office/drawing/2014/main" id="{B20F29F0-ABE7-4D6A-9352-26FA051676CC}"/>
                  </a:ext>
                </a:extLst>
              </p:cNvPr>
              <p:cNvSpPr/>
              <p:nvPr/>
            </p:nvSpPr>
            <p:spPr>
              <a:xfrm>
                <a:off x="9359948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5" name="object 687">
                <a:extLst>
                  <a:ext uri="{FF2B5EF4-FFF2-40B4-BE49-F238E27FC236}">
                    <a16:creationId xmlns:a16="http://schemas.microsoft.com/office/drawing/2014/main" id="{9F3E4861-565D-4D16-82C1-6F63EDFF80D4}"/>
                  </a:ext>
                </a:extLst>
              </p:cNvPr>
              <p:cNvSpPr/>
              <p:nvPr/>
            </p:nvSpPr>
            <p:spPr>
              <a:xfrm>
                <a:off x="946891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6" name="object 688">
                <a:extLst>
                  <a:ext uri="{FF2B5EF4-FFF2-40B4-BE49-F238E27FC236}">
                    <a16:creationId xmlns:a16="http://schemas.microsoft.com/office/drawing/2014/main" id="{1F313131-F4C5-4A69-8495-39F7A360CC7C}"/>
                  </a:ext>
                </a:extLst>
              </p:cNvPr>
              <p:cNvSpPr/>
              <p:nvPr/>
            </p:nvSpPr>
            <p:spPr>
              <a:xfrm>
                <a:off x="9468914" y="553692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7" name="object 689">
                <a:extLst>
                  <a:ext uri="{FF2B5EF4-FFF2-40B4-BE49-F238E27FC236}">
                    <a16:creationId xmlns:a16="http://schemas.microsoft.com/office/drawing/2014/main" id="{D7384FD6-EA20-484F-86B6-F1ECCFC5F8EF}"/>
                  </a:ext>
                </a:extLst>
              </p:cNvPr>
              <p:cNvSpPr/>
              <p:nvPr/>
            </p:nvSpPr>
            <p:spPr>
              <a:xfrm>
                <a:off x="9577892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8" name="object 690">
                <a:extLst>
                  <a:ext uri="{FF2B5EF4-FFF2-40B4-BE49-F238E27FC236}">
                    <a16:creationId xmlns:a16="http://schemas.microsoft.com/office/drawing/2014/main" id="{961A1C07-CC61-4309-95FF-33899769B8D2}"/>
                  </a:ext>
                </a:extLst>
              </p:cNvPr>
              <p:cNvSpPr/>
              <p:nvPr/>
            </p:nvSpPr>
            <p:spPr>
              <a:xfrm>
                <a:off x="9577892" y="553692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89" name="object 691">
                <a:extLst>
                  <a:ext uri="{FF2B5EF4-FFF2-40B4-BE49-F238E27FC236}">
                    <a16:creationId xmlns:a16="http://schemas.microsoft.com/office/drawing/2014/main" id="{1E071910-B474-412D-A3E1-C503D5AE8FEF}"/>
                  </a:ext>
                </a:extLst>
              </p:cNvPr>
              <p:cNvSpPr/>
              <p:nvPr/>
            </p:nvSpPr>
            <p:spPr>
              <a:xfrm>
                <a:off x="6969566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0" name="object 692">
                <a:extLst>
                  <a:ext uri="{FF2B5EF4-FFF2-40B4-BE49-F238E27FC236}">
                    <a16:creationId xmlns:a16="http://schemas.microsoft.com/office/drawing/2014/main" id="{3C5D8BA9-B1D2-4D91-B380-7B4AB15F4750}"/>
                  </a:ext>
                </a:extLst>
              </p:cNvPr>
              <p:cNvSpPr/>
              <p:nvPr/>
            </p:nvSpPr>
            <p:spPr>
              <a:xfrm>
                <a:off x="6969566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1" name="object 693">
                <a:extLst>
                  <a:ext uri="{FF2B5EF4-FFF2-40B4-BE49-F238E27FC236}">
                    <a16:creationId xmlns:a16="http://schemas.microsoft.com/office/drawing/2014/main" id="{CF8E7F11-817F-401B-8ABC-6BBB430832ED}"/>
                  </a:ext>
                </a:extLst>
              </p:cNvPr>
              <p:cNvSpPr/>
              <p:nvPr/>
            </p:nvSpPr>
            <p:spPr>
              <a:xfrm>
                <a:off x="7078532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2" name="object 694">
                <a:extLst>
                  <a:ext uri="{FF2B5EF4-FFF2-40B4-BE49-F238E27FC236}">
                    <a16:creationId xmlns:a16="http://schemas.microsoft.com/office/drawing/2014/main" id="{5826F0CF-E62D-4ADF-A354-30DAAB9A4DE7}"/>
                  </a:ext>
                </a:extLst>
              </p:cNvPr>
              <p:cNvSpPr/>
              <p:nvPr/>
            </p:nvSpPr>
            <p:spPr>
              <a:xfrm>
                <a:off x="7078532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3" name="object 695">
                <a:extLst>
                  <a:ext uri="{FF2B5EF4-FFF2-40B4-BE49-F238E27FC236}">
                    <a16:creationId xmlns:a16="http://schemas.microsoft.com/office/drawing/2014/main" id="{17A8B61D-E9AE-4138-A261-9BA69A5EC81D}"/>
                  </a:ext>
                </a:extLst>
              </p:cNvPr>
              <p:cNvSpPr/>
              <p:nvPr/>
            </p:nvSpPr>
            <p:spPr>
              <a:xfrm>
                <a:off x="7186736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4" name="object 696">
                <a:extLst>
                  <a:ext uri="{FF2B5EF4-FFF2-40B4-BE49-F238E27FC236}">
                    <a16:creationId xmlns:a16="http://schemas.microsoft.com/office/drawing/2014/main" id="{4E0A359F-8633-4A02-AB76-FEDB37C0CABA}"/>
                  </a:ext>
                </a:extLst>
              </p:cNvPr>
              <p:cNvSpPr/>
              <p:nvPr/>
            </p:nvSpPr>
            <p:spPr>
              <a:xfrm>
                <a:off x="7186736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5" name="object 697">
                <a:extLst>
                  <a:ext uri="{FF2B5EF4-FFF2-40B4-BE49-F238E27FC236}">
                    <a16:creationId xmlns:a16="http://schemas.microsoft.com/office/drawing/2014/main" id="{4C52CAE8-3C45-478E-9B03-D90F5A8E7909}"/>
                  </a:ext>
                </a:extLst>
              </p:cNvPr>
              <p:cNvSpPr/>
              <p:nvPr/>
            </p:nvSpPr>
            <p:spPr>
              <a:xfrm>
                <a:off x="729570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6" name="object 698">
                <a:extLst>
                  <a:ext uri="{FF2B5EF4-FFF2-40B4-BE49-F238E27FC236}">
                    <a16:creationId xmlns:a16="http://schemas.microsoft.com/office/drawing/2014/main" id="{C417522E-361C-4511-B3C2-A97A987B50AC}"/>
                  </a:ext>
                </a:extLst>
              </p:cNvPr>
              <p:cNvSpPr/>
              <p:nvPr/>
            </p:nvSpPr>
            <p:spPr>
              <a:xfrm>
                <a:off x="729570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7" name="object 699">
                <a:extLst>
                  <a:ext uri="{FF2B5EF4-FFF2-40B4-BE49-F238E27FC236}">
                    <a16:creationId xmlns:a16="http://schemas.microsoft.com/office/drawing/2014/main" id="{1C1E0FF4-33E9-400B-99DA-504D9F320AEE}"/>
                  </a:ext>
                </a:extLst>
              </p:cNvPr>
              <p:cNvSpPr/>
              <p:nvPr/>
            </p:nvSpPr>
            <p:spPr>
              <a:xfrm>
                <a:off x="7404668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8" name="object 700">
                <a:extLst>
                  <a:ext uri="{FF2B5EF4-FFF2-40B4-BE49-F238E27FC236}">
                    <a16:creationId xmlns:a16="http://schemas.microsoft.com/office/drawing/2014/main" id="{99DE5316-7157-455E-A1E3-2C8010BB1017}"/>
                  </a:ext>
                </a:extLst>
              </p:cNvPr>
              <p:cNvSpPr/>
              <p:nvPr/>
            </p:nvSpPr>
            <p:spPr>
              <a:xfrm>
                <a:off x="7404668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99" name="object 701">
                <a:extLst>
                  <a:ext uri="{FF2B5EF4-FFF2-40B4-BE49-F238E27FC236}">
                    <a16:creationId xmlns:a16="http://schemas.microsoft.com/office/drawing/2014/main" id="{5446865A-D28C-427A-9FA6-48D0BCA5B675}"/>
                  </a:ext>
                </a:extLst>
              </p:cNvPr>
              <p:cNvSpPr/>
              <p:nvPr/>
            </p:nvSpPr>
            <p:spPr>
              <a:xfrm>
                <a:off x="751287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0" name="object 702">
                <a:extLst>
                  <a:ext uri="{FF2B5EF4-FFF2-40B4-BE49-F238E27FC236}">
                    <a16:creationId xmlns:a16="http://schemas.microsoft.com/office/drawing/2014/main" id="{999B0481-0B59-402D-A435-B9B8897B87B4}"/>
                  </a:ext>
                </a:extLst>
              </p:cNvPr>
              <p:cNvSpPr/>
              <p:nvPr/>
            </p:nvSpPr>
            <p:spPr>
              <a:xfrm>
                <a:off x="751287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1" name="object 703">
                <a:extLst>
                  <a:ext uri="{FF2B5EF4-FFF2-40B4-BE49-F238E27FC236}">
                    <a16:creationId xmlns:a16="http://schemas.microsoft.com/office/drawing/2014/main" id="{F421B070-2D3F-40BD-9AB8-6DE08FAC64A0}"/>
                  </a:ext>
                </a:extLst>
              </p:cNvPr>
              <p:cNvSpPr/>
              <p:nvPr/>
            </p:nvSpPr>
            <p:spPr>
              <a:xfrm>
                <a:off x="7621838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2" name="object 704">
                <a:extLst>
                  <a:ext uri="{FF2B5EF4-FFF2-40B4-BE49-F238E27FC236}">
                    <a16:creationId xmlns:a16="http://schemas.microsoft.com/office/drawing/2014/main" id="{FFA37FF5-385B-4921-80F8-ED346F47444D}"/>
                  </a:ext>
                </a:extLst>
              </p:cNvPr>
              <p:cNvSpPr/>
              <p:nvPr/>
            </p:nvSpPr>
            <p:spPr>
              <a:xfrm>
                <a:off x="7621838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3" name="object 705">
                <a:extLst>
                  <a:ext uri="{FF2B5EF4-FFF2-40B4-BE49-F238E27FC236}">
                    <a16:creationId xmlns:a16="http://schemas.microsoft.com/office/drawing/2014/main" id="{9CF19DFC-C601-465D-8B1C-54ECBD7137BF}"/>
                  </a:ext>
                </a:extLst>
              </p:cNvPr>
              <p:cNvSpPr/>
              <p:nvPr/>
            </p:nvSpPr>
            <p:spPr>
              <a:xfrm>
                <a:off x="773004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4" name="object 706">
                <a:extLst>
                  <a:ext uri="{FF2B5EF4-FFF2-40B4-BE49-F238E27FC236}">
                    <a16:creationId xmlns:a16="http://schemas.microsoft.com/office/drawing/2014/main" id="{0565F377-9E05-4221-9B37-595134A649BF}"/>
                  </a:ext>
                </a:extLst>
              </p:cNvPr>
              <p:cNvSpPr/>
              <p:nvPr/>
            </p:nvSpPr>
            <p:spPr>
              <a:xfrm>
                <a:off x="773004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5" name="object 707">
                <a:extLst>
                  <a:ext uri="{FF2B5EF4-FFF2-40B4-BE49-F238E27FC236}">
                    <a16:creationId xmlns:a16="http://schemas.microsoft.com/office/drawing/2014/main" id="{C067D958-7760-49F7-8883-BAA588F835B8}"/>
                  </a:ext>
                </a:extLst>
              </p:cNvPr>
              <p:cNvSpPr/>
              <p:nvPr/>
            </p:nvSpPr>
            <p:spPr>
              <a:xfrm>
                <a:off x="783900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6" name="object 708">
                <a:extLst>
                  <a:ext uri="{FF2B5EF4-FFF2-40B4-BE49-F238E27FC236}">
                    <a16:creationId xmlns:a16="http://schemas.microsoft.com/office/drawing/2014/main" id="{5FCD8E08-B61A-46AA-9BF0-F634A2BCB505}"/>
                  </a:ext>
                </a:extLst>
              </p:cNvPr>
              <p:cNvSpPr/>
              <p:nvPr/>
            </p:nvSpPr>
            <p:spPr>
              <a:xfrm>
                <a:off x="783900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7" name="object 709">
                <a:extLst>
                  <a:ext uri="{FF2B5EF4-FFF2-40B4-BE49-F238E27FC236}">
                    <a16:creationId xmlns:a16="http://schemas.microsoft.com/office/drawing/2014/main" id="{0B877987-B6E1-4D33-A032-D5984A99A9C5}"/>
                  </a:ext>
                </a:extLst>
              </p:cNvPr>
              <p:cNvSpPr/>
              <p:nvPr/>
            </p:nvSpPr>
            <p:spPr>
              <a:xfrm>
                <a:off x="794797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8" name="object 710">
                <a:extLst>
                  <a:ext uri="{FF2B5EF4-FFF2-40B4-BE49-F238E27FC236}">
                    <a16:creationId xmlns:a16="http://schemas.microsoft.com/office/drawing/2014/main" id="{1E76309A-DF97-4C9B-A9FC-B7E267BAFCE2}"/>
                  </a:ext>
                </a:extLst>
              </p:cNvPr>
              <p:cNvSpPr/>
              <p:nvPr/>
            </p:nvSpPr>
            <p:spPr>
              <a:xfrm>
                <a:off x="794797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09" name="object 711">
                <a:extLst>
                  <a:ext uri="{FF2B5EF4-FFF2-40B4-BE49-F238E27FC236}">
                    <a16:creationId xmlns:a16="http://schemas.microsoft.com/office/drawing/2014/main" id="{97192E78-584C-4CB6-BED0-11E6B500493A}"/>
                  </a:ext>
                </a:extLst>
              </p:cNvPr>
              <p:cNvSpPr/>
              <p:nvPr/>
            </p:nvSpPr>
            <p:spPr>
              <a:xfrm>
                <a:off x="805617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4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0" name="object 712">
                <a:extLst>
                  <a:ext uri="{FF2B5EF4-FFF2-40B4-BE49-F238E27FC236}">
                    <a16:creationId xmlns:a16="http://schemas.microsoft.com/office/drawing/2014/main" id="{FE038BCC-1807-423C-AC2C-47B1A579CAA1}"/>
                  </a:ext>
                </a:extLst>
              </p:cNvPr>
              <p:cNvSpPr/>
              <p:nvPr/>
            </p:nvSpPr>
            <p:spPr>
              <a:xfrm>
                <a:off x="805617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1" name="object 713">
                <a:extLst>
                  <a:ext uri="{FF2B5EF4-FFF2-40B4-BE49-F238E27FC236}">
                    <a16:creationId xmlns:a16="http://schemas.microsoft.com/office/drawing/2014/main" id="{B484C2DC-317F-4289-8165-B6515A88C996}"/>
                  </a:ext>
                </a:extLst>
              </p:cNvPr>
              <p:cNvSpPr/>
              <p:nvPr/>
            </p:nvSpPr>
            <p:spPr>
              <a:xfrm>
                <a:off x="816514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2" name="object 714">
                <a:extLst>
                  <a:ext uri="{FF2B5EF4-FFF2-40B4-BE49-F238E27FC236}">
                    <a16:creationId xmlns:a16="http://schemas.microsoft.com/office/drawing/2014/main" id="{2F6F6A11-64C5-43E3-AB05-63974C14072A}"/>
                  </a:ext>
                </a:extLst>
              </p:cNvPr>
              <p:cNvSpPr/>
              <p:nvPr/>
            </p:nvSpPr>
            <p:spPr>
              <a:xfrm>
                <a:off x="816514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3" name="object 715">
                <a:extLst>
                  <a:ext uri="{FF2B5EF4-FFF2-40B4-BE49-F238E27FC236}">
                    <a16:creationId xmlns:a16="http://schemas.microsoft.com/office/drawing/2014/main" id="{B55C6C2A-0F0F-488A-86D8-B4E6480352DD}"/>
                  </a:ext>
                </a:extLst>
              </p:cNvPr>
              <p:cNvSpPr/>
              <p:nvPr/>
            </p:nvSpPr>
            <p:spPr>
              <a:xfrm>
                <a:off x="827334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4" name="object 716">
                <a:extLst>
                  <a:ext uri="{FF2B5EF4-FFF2-40B4-BE49-F238E27FC236}">
                    <a16:creationId xmlns:a16="http://schemas.microsoft.com/office/drawing/2014/main" id="{BAF374FB-F8A1-4298-8A1B-7D4BCE0CA009}"/>
                  </a:ext>
                </a:extLst>
              </p:cNvPr>
              <p:cNvSpPr/>
              <p:nvPr/>
            </p:nvSpPr>
            <p:spPr>
              <a:xfrm>
                <a:off x="827334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5" name="object 717">
                <a:extLst>
                  <a:ext uri="{FF2B5EF4-FFF2-40B4-BE49-F238E27FC236}">
                    <a16:creationId xmlns:a16="http://schemas.microsoft.com/office/drawing/2014/main" id="{CA1CB9A6-61C1-4305-8AB1-7D8EA85BA4EE}"/>
                  </a:ext>
                </a:extLst>
              </p:cNvPr>
              <p:cNvSpPr/>
              <p:nvPr/>
            </p:nvSpPr>
            <p:spPr>
              <a:xfrm>
                <a:off x="838231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FBD7BB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6" name="object 718">
                <a:extLst>
                  <a:ext uri="{FF2B5EF4-FFF2-40B4-BE49-F238E27FC236}">
                    <a16:creationId xmlns:a16="http://schemas.microsoft.com/office/drawing/2014/main" id="{5F0C47B7-D874-4ECC-A22C-925917C2AC74}"/>
                  </a:ext>
                </a:extLst>
              </p:cNvPr>
              <p:cNvSpPr/>
              <p:nvPr/>
            </p:nvSpPr>
            <p:spPr>
              <a:xfrm>
                <a:off x="838231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7" name="object 719">
                <a:extLst>
                  <a:ext uri="{FF2B5EF4-FFF2-40B4-BE49-F238E27FC236}">
                    <a16:creationId xmlns:a16="http://schemas.microsoft.com/office/drawing/2014/main" id="{BC7D9D6E-D737-4948-9E15-95E6977D92A2}"/>
                  </a:ext>
                </a:extLst>
              </p:cNvPr>
              <p:cNvSpPr/>
              <p:nvPr/>
            </p:nvSpPr>
            <p:spPr>
              <a:xfrm>
                <a:off x="8491280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8" name="object 720">
                <a:extLst>
                  <a:ext uri="{FF2B5EF4-FFF2-40B4-BE49-F238E27FC236}">
                    <a16:creationId xmlns:a16="http://schemas.microsoft.com/office/drawing/2014/main" id="{016ED56B-6819-49CB-889B-B9241B2A9BF0}"/>
                  </a:ext>
                </a:extLst>
              </p:cNvPr>
              <p:cNvSpPr/>
              <p:nvPr/>
            </p:nvSpPr>
            <p:spPr>
              <a:xfrm>
                <a:off x="8491280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19" name="object 721">
                <a:extLst>
                  <a:ext uri="{FF2B5EF4-FFF2-40B4-BE49-F238E27FC236}">
                    <a16:creationId xmlns:a16="http://schemas.microsoft.com/office/drawing/2014/main" id="{676F41EB-947B-421B-B3B3-7970B29B0CC4}"/>
                  </a:ext>
                </a:extLst>
              </p:cNvPr>
              <p:cNvSpPr/>
              <p:nvPr/>
            </p:nvSpPr>
            <p:spPr>
              <a:xfrm>
                <a:off x="859947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0" name="object 722">
                <a:extLst>
                  <a:ext uri="{FF2B5EF4-FFF2-40B4-BE49-F238E27FC236}">
                    <a16:creationId xmlns:a16="http://schemas.microsoft.com/office/drawing/2014/main" id="{463E0759-43E2-4D57-B0E1-833BE461522E}"/>
                  </a:ext>
                </a:extLst>
              </p:cNvPr>
              <p:cNvSpPr/>
              <p:nvPr/>
            </p:nvSpPr>
            <p:spPr>
              <a:xfrm>
                <a:off x="8599472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1" name="object 723">
                <a:extLst>
                  <a:ext uri="{FF2B5EF4-FFF2-40B4-BE49-F238E27FC236}">
                    <a16:creationId xmlns:a16="http://schemas.microsoft.com/office/drawing/2014/main" id="{FF78B96A-64CF-44CC-81E6-AB50C2EC3342}"/>
                  </a:ext>
                </a:extLst>
              </p:cNvPr>
              <p:cNvSpPr/>
              <p:nvPr/>
            </p:nvSpPr>
            <p:spPr>
              <a:xfrm>
                <a:off x="8708437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2" name="object 724">
                <a:extLst>
                  <a:ext uri="{FF2B5EF4-FFF2-40B4-BE49-F238E27FC236}">
                    <a16:creationId xmlns:a16="http://schemas.microsoft.com/office/drawing/2014/main" id="{8FB9EA7C-3DC1-436B-BD01-4C5361DA4904}"/>
                  </a:ext>
                </a:extLst>
              </p:cNvPr>
              <p:cNvSpPr/>
              <p:nvPr/>
            </p:nvSpPr>
            <p:spPr>
              <a:xfrm>
                <a:off x="8708437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3" name="object 725">
                <a:extLst>
                  <a:ext uri="{FF2B5EF4-FFF2-40B4-BE49-F238E27FC236}">
                    <a16:creationId xmlns:a16="http://schemas.microsoft.com/office/drawing/2014/main" id="{EDEF89AD-6CCC-4245-8194-446D688767CB}"/>
                  </a:ext>
                </a:extLst>
              </p:cNvPr>
              <p:cNvSpPr/>
              <p:nvPr/>
            </p:nvSpPr>
            <p:spPr>
              <a:xfrm>
                <a:off x="881665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4" name="object 726">
                <a:extLst>
                  <a:ext uri="{FF2B5EF4-FFF2-40B4-BE49-F238E27FC236}">
                    <a16:creationId xmlns:a16="http://schemas.microsoft.com/office/drawing/2014/main" id="{16AAB207-30DC-4F5E-B95B-2233B3B1852B}"/>
                  </a:ext>
                </a:extLst>
              </p:cNvPr>
              <p:cNvSpPr/>
              <p:nvPr/>
            </p:nvSpPr>
            <p:spPr>
              <a:xfrm>
                <a:off x="881665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5" name="object 727">
                <a:extLst>
                  <a:ext uri="{FF2B5EF4-FFF2-40B4-BE49-F238E27FC236}">
                    <a16:creationId xmlns:a16="http://schemas.microsoft.com/office/drawing/2014/main" id="{41E4C6CF-6B96-49AA-B710-5FD7DA7C3F3E}"/>
                  </a:ext>
                </a:extLst>
              </p:cNvPr>
              <p:cNvSpPr/>
              <p:nvPr/>
            </p:nvSpPr>
            <p:spPr>
              <a:xfrm>
                <a:off x="8925620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6" name="object 728">
                <a:extLst>
                  <a:ext uri="{FF2B5EF4-FFF2-40B4-BE49-F238E27FC236}">
                    <a16:creationId xmlns:a16="http://schemas.microsoft.com/office/drawing/2014/main" id="{CE9F3E7C-AFB6-4291-B08A-6D349C8105C7}"/>
                  </a:ext>
                </a:extLst>
              </p:cNvPr>
              <p:cNvSpPr/>
              <p:nvPr/>
            </p:nvSpPr>
            <p:spPr>
              <a:xfrm>
                <a:off x="8925620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7" name="object 729">
                <a:extLst>
                  <a:ext uri="{FF2B5EF4-FFF2-40B4-BE49-F238E27FC236}">
                    <a16:creationId xmlns:a16="http://schemas.microsoft.com/office/drawing/2014/main" id="{ECDA510F-D54C-4408-83E8-3AE3D6F8336D}"/>
                  </a:ext>
                </a:extLst>
              </p:cNvPr>
              <p:cNvSpPr/>
              <p:nvPr/>
            </p:nvSpPr>
            <p:spPr>
              <a:xfrm>
                <a:off x="903457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8" name="object 730">
                <a:extLst>
                  <a:ext uri="{FF2B5EF4-FFF2-40B4-BE49-F238E27FC236}">
                    <a16:creationId xmlns:a16="http://schemas.microsoft.com/office/drawing/2014/main" id="{CA6DAA63-F18A-4A1E-BFDA-F1C3FA4DBB18}"/>
                  </a:ext>
                </a:extLst>
              </p:cNvPr>
              <p:cNvSpPr/>
              <p:nvPr/>
            </p:nvSpPr>
            <p:spPr>
              <a:xfrm>
                <a:off x="9034574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29" name="object 731">
                <a:extLst>
                  <a:ext uri="{FF2B5EF4-FFF2-40B4-BE49-F238E27FC236}">
                    <a16:creationId xmlns:a16="http://schemas.microsoft.com/office/drawing/2014/main" id="{9DF9FCAE-10B6-4110-BEFC-42A008630566}"/>
                  </a:ext>
                </a:extLst>
              </p:cNvPr>
              <p:cNvSpPr/>
              <p:nvPr/>
            </p:nvSpPr>
            <p:spPr>
              <a:xfrm>
                <a:off x="914277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0" name="object 732">
                <a:extLst>
                  <a:ext uri="{FF2B5EF4-FFF2-40B4-BE49-F238E27FC236}">
                    <a16:creationId xmlns:a16="http://schemas.microsoft.com/office/drawing/2014/main" id="{B1503AEF-2DE3-451D-A1C4-8FE77796D762}"/>
                  </a:ext>
                </a:extLst>
              </p:cNvPr>
              <p:cNvSpPr/>
              <p:nvPr/>
            </p:nvSpPr>
            <p:spPr>
              <a:xfrm>
                <a:off x="914277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1" name="object 733">
                <a:extLst>
                  <a:ext uri="{FF2B5EF4-FFF2-40B4-BE49-F238E27FC236}">
                    <a16:creationId xmlns:a16="http://schemas.microsoft.com/office/drawing/2014/main" id="{11F30416-D8C5-46F7-8C76-67C93C52AA2A}"/>
                  </a:ext>
                </a:extLst>
              </p:cNvPr>
              <p:cNvSpPr/>
              <p:nvPr/>
            </p:nvSpPr>
            <p:spPr>
              <a:xfrm>
                <a:off x="9251756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2" name="object 734">
                <a:extLst>
                  <a:ext uri="{FF2B5EF4-FFF2-40B4-BE49-F238E27FC236}">
                    <a16:creationId xmlns:a16="http://schemas.microsoft.com/office/drawing/2014/main" id="{7876B3C7-36E6-4F47-8FBD-306B0EC1C4FF}"/>
                  </a:ext>
                </a:extLst>
              </p:cNvPr>
              <p:cNvSpPr/>
              <p:nvPr/>
            </p:nvSpPr>
            <p:spPr>
              <a:xfrm>
                <a:off x="9251756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3" name="object 735">
                <a:extLst>
                  <a:ext uri="{FF2B5EF4-FFF2-40B4-BE49-F238E27FC236}">
                    <a16:creationId xmlns:a16="http://schemas.microsoft.com/office/drawing/2014/main" id="{65C0A9F2-F764-4BC3-9E65-27C1CEF5AE4C}"/>
                  </a:ext>
                </a:extLst>
              </p:cNvPr>
              <p:cNvSpPr/>
              <p:nvPr/>
            </p:nvSpPr>
            <p:spPr>
              <a:xfrm>
                <a:off x="935994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4" name="object 736">
                <a:extLst>
                  <a:ext uri="{FF2B5EF4-FFF2-40B4-BE49-F238E27FC236}">
                    <a16:creationId xmlns:a16="http://schemas.microsoft.com/office/drawing/2014/main" id="{56408C60-A76A-4E9B-B88C-6186B51A705C}"/>
                  </a:ext>
                </a:extLst>
              </p:cNvPr>
              <p:cNvSpPr/>
              <p:nvPr/>
            </p:nvSpPr>
            <p:spPr>
              <a:xfrm>
                <a:off x="9359948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5" name="object 737">
                <a:extLst>
                  <a:ext uri="{FF2B5EF4-FFF2-40B4-BE49-F238E27FC236}">
                    <a16:creationId xmlns:a16="http://schemas.microsoft.com/office/drawing/2014/main" id="{AD05562D-67DA-4B56-A461-20E80F387A52}"/>
                  </a:ext>
                </a:extLst>
              </p:cNvPr>
              <p:cNvSpPr/>
              <p:nvPr/>
            </p:nvSpPr>
            <p:spPr>
              <a:xfrm>
                <a:off x="946891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6" name="object 738">
                <a:extLst>
                  <a:ext uri="{FF2B5EF4-FFF2-40B4-BE49-F238E27FC236}">
                    <a16:creationId xmlns:a16="http://schemas.microsoft.com/office/drawing/2014/main" id="{3D9AA016-B45C-468F-AFFA-C89D5C64EC9D}"/>
                  </a:ext>
                </a:extLst>
              </p:cNvPr>
              <p:cNvSpPr/>
              <p:nvPr/>
            </p:nvSpPr>
            <p:spPr>
              <a:xfrm>
                <a:off x="9468914" y="5645891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7" name="object 739">
                <a:extLst>
                  <a:ext uri="{FF2B5EF4-FFF2-40B4-BE49-F238E27FC236}">
                    <a16:creationId xmlns:a16="http://schemas.microsoft.com/office/drawing/2014/main" id="{98672E26-0A42-41C2-B3EC-6DFB14FB1C1B}"/>
                  </a:ext>
                </a:extLst>
              </p:cNvPr>
              <p:cNvSpPr/>
              <p:nvPr/>
            </p:nvSpPr>
            <p:spPr>
              <a:xfrm>
                <a:off x="9577892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8" name="object 740">
                <a:extLst>
                  <a:ext uri="{FF2B5EF4-FFF2-40B4-BE49-F238E27FC236}">
                    <a16:creationId xmlns:a16="http://schemas.microsoft.com/office/drawing/2014/main" id="{351593EE-1F29-4732-B73E-0A9F4FEA6A4D}"/>
                  </a:ext>
                </a:extLst>
              </p:cNvPr>
              <p:cNvSpPr/>
              <p:nvPr/>
            </p:nvSpPr>
            <p:spPr>
              <a:xfrm>
                <a:off x="9577892" y="5645891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39" name="object 741">
                <a:extLst>
                  <a:ext uri="{FF2B5EF4-FFF2-40B4-BE49-F238E27FC236}">
                    <a16:creationId xmlns:a16="http://schemas.microsoft.com/office/drawing/2014/main" id="{F311C554-F712-4012-A9D1-168A6C9A1BE4}"/>
                  </a:ext>
                </a:extLst>
              </p:cNvPr>
              <p:cNvSpPr/>
              <p:nvPr/>
            </p:nvSpPr>
            <p:spPr>
              <a:xfrm>
                <a:off x="6969566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0" name="object 742">
                <a:extLst>
                  <a:ext uri="{FF2B5EF4-FFF2-40B4-BE49-F238E27FC236}">
                    <a16:creationId xmlns:a16="http://schemas.microsoft.com/office/drawing/2014/main" id="{B37CCECD-B467-4FB9-B4AA-0C4934200428}"/>
                  </a:ext>
                </a:extLst>
              </p:cNvPr>
              <p:cNvSpPr/>
              <p:nvPr/>
            </p:nvSpPr>
            <p:spPr>
              <a:xfrm>
                <a:off x="6969566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1" name="object 743">
                <a:extLst>
                  <a:ext uri="{FF2B5EF4-FFF2-40B4-BE49-F238E27FC236}">
                    <a16:creationId xmlns:a16="http://schemas.microsoft.com/office/drawing/2014/main" id="{7E753D7A-1CBC-4D4E-86CE-BBBD2D941525}"/>
                  </a:ext>
                </a:extLst>
              </p:cNvPr>
              <p:cNvSpPr/>
              <p:nvPr/>
            </p:nvSpPr>
            <p:spPr>
              <a:xfrm>
                <a:off x="7078532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2" name="object 744">
                <a:extLst>
                  <a:ext uri="{FF2B5EF4-FFF2-40B4-BE49-F238E27FC236}">
                    <a16:creationId xmlns:a16="http://schemas.microsoft.com/office/drawing/2014/main" id="{09757646-3EB4-4457-8996-8D917827B064}"/>
                  </a:ext>
                </a:extLst>
              </p:cNvPr>
              <p:cNvSpPr/>
              <p:nvPr/>
            </p:nvSpPr>
            <p:spPr>
              <a:xfrm>
                <a:off x="7078532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3" name="object 745">
                <a:extLst>
                  <a:ext uri="{FF2B5EF4-FFF2-40B4-BE49-F238E27FC236}">
                    <a16:creationId xmlns:a16="http://schemas.microsoft.com/office/drawing/2014/main" id="{FAD95ADF-F4FC-4728-89A9-28EA285C1436}"/>
                  </a:ext>
                </a:extLst>
              </p:cNvPr>
              <p:cNvSpPr/>
              <p:nvPr/>
            </p:nvSpPr>
            <p:spPr>
              <a:xfrm>
                <a:off x="7186736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4" name="object 746">
                <a:extLst>
                  <a:ext uri="{FF2B5EF4-FFF2-40B4-BE49-F238E27FC236}">
                    <a16:creationId xmlns:a16="http://schemas.microsoft.com/office/drawing/2014/main" id="{CE18747D-C442-4047-A5C9-DFA3A2F3232B}"/>
                  </a:ext>
                </a:extLst>
              </p:cNvPr>
              <p:cNvSpPr/>
              <p:nvPr/>
            </p:nvSpPr>
            <p:spPr>
              <a:xfrm>
                <a:off x="7186736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5" name="object 747">
                <a:extLst>
                  <a:ext uri="{FF2B5EF4-FFF2-40B4-BE49-F238E27FC236}">
                    <a16:creationId xmlns:a16="http://schemas.microsoft.com/office/drawing/2014/main" id="{8AD2A2DE-316D-4802-A64C-5EBAA55FAF21}"/>
                  </a:ext>
                </a:extLst>
              </p:cNvPr>
              <p:cNvSpPr/>
              <p:nvPr/>
            </p:nvSpPr>
            <p:spPr>
              <a:xfrm>
                <a:off x="729570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6" name="object 748">
                <a:extLst>
                  <a:ext uri="{FF2B5EF4-FFF2-40B4-BE49-F238E27FC236}">
                    <a16:creationId xmlns:a16="http://schemas.microsoft.com/office/drawing/2014/main" id="{4074375C-E235-443A-AD97-3D70F1F4B749}"/>
                  </a:ext>
                </a:extLst>
              </p:cNvPr>
              <p:cNvSpPr/>
              <p:nvPr/>
            </p:nvSpPr>
            <p:spPr>
              <a:xfrm>
                <a:off x="729570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7" name="object 749">
                <a:extLst>
                  <a:ext uri="{FF2B5EF4-FFF2-40B4-BE49-F238E27FC236}">
                    <a16:creationId xmlns:a16="http://schemas.microsoft.com/office/drawing/2014/main" id="{2F8084A1-87D2-4DF1-8A87-48863BE60189}"/>
                  </a:ext>
                </a:extLst>
              </p:cNvPr>
              <p:cNvSpPr/>
              <p:nvPr/>
            </p:nvSpPr>
            <p:spPr>
              <a:xfrm>
                <a:off x="7404668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8" name="object 750">
                <a:extLst>
                  <a:ext uri="{FF2B5EF4-FFF2-40B4-BE49-F238E27FC236}">
                    <a16:creationId xmlns:a16="http://schemas.microsoft.com/office/drawing/2014/main" id="{5CEB1840-656E-4CF7-832D-498EFFD28202}"/>
                  </a:ext>
                </a:extLst>
              </p:cNvPr>
              <p:cNvSpPr/>
              <p:nvPr/>
            </p:nvSpPr>
            <p:spPr>
              <a:xfrm>
                <a:off x="7404668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49" name="object 751">
                <a:extLst>
                  <a:ext uri="{FF2B5EF4-FFF2-40B4-BE49-F238E27FC236}">
                    <a16:creationId xmlns:a16="http://schemas.microsoft.com/office/drawing/2014/main" id="{0E48FA38-C2CD-45D0-91E1-2CF43167F717}"/>
                  </a:ext>
                </a:extLst>
              </p:cNvPr>
              <p:cNvSpPr/>
              <p:nvPr/>
            </p:nvSpPr>
            <p:spPr>
              <a:xfrm>
                <a:off x="751287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0" name="object 752">
                <a:extLst>
                  <a:ext uri="{FF2B5EF4-FFF2-40B4-BE49-F238E27FC236}">
                    <a16:creationId xmlns:a16="http://schemas.microsoft.com/office/drawing/2014/main" id="{2578842A-4273-4FED-AF28-36F5DE393F3E}"/>
                  </a:ext>
                </a:extLst>
              </p:cNvPr>
              <p:cNvSpPr/>
              <p:nvPr/>
            </p:nvSpPr>
            <p:spPr>
              <a:xfrm>
                <a:off x="751287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1" name="object 753">
                <a:extLst>
                  <a:ext uri="{FF2B5EF4-FFF2-40B4-BE49-F238E27FC236}">
                    <a16:creationId xmlns:a16="http://schemas.microsoft.com/office/drawing/2014/main" id="{CAF03CF1-F833-4BBE-B239-B4EFE6329C6B}"/>
                  </a:ext>
                </a:extLst>
              </p:cNvPr>
              <p:cNvSpPr/>
              <p:nvPr/>
            </p:nvSpPr>
            <p:spPr>
              <a:xfrm>
                <a:off x="7621838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2" name="object 754">
                <a:extLst>
                  <a:ext uri="{FF2B5EF4-FFF2-40B4-BE49-F238E27FC236}">
                    <a16:creationId xmlns:a16="http://schemas.microsoft.com/office/drawing/2014/main" id="{3F258C06-1EF5-43BD-B52F-C49BE6F74332}"/>
                  </a:ext>
                </a:extLst>
              </p:cNvPr>
              <p:cNvSpPr/>
              <p:nvPr/>
            </p:nvSpPr>
            <p:spPr>
              <a:xfrm>
                <a:off x="7621838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3" name="object 755">
                <a:extLst>
                  <a:ext uri="{FF2B5EF4-FFF2-40B4-BE49-F238E27FC236}">
                    <a16:creationId xmlns:a16="http://schemas.microsoft.com/office/drawing/2014/main" id="{32DAEBBF-ABB8-4A32-AED3-9AEDE991B961}"/>
                  </a:ext>
                </a:extLst>
              </p:cNvPr>
              <p:cNvSpPr/>
              <p:nvPr/>
            </p:nvSpPr>
            <p:spPr>
              <a:xfrm>
                <a:off x="773004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4" name="object 756">
                <a:extLst>
                  <a:ext uri="{FF2B5EF4-FFF2-40B4-BE49-F238E27FC236}">
                    <a16:creationId xmlns:a16="http://schemas.microsoft.com/office/drawing/2014/main" id="{6F2124D1-1A09-4430-82C9-5B9C539B8FA7}"/>
                  </a:ext>
                </a:extLst>
              </p:cNvPr>
              <p:cNvSpPr/>
              <p:nvPr/>
            </p:nvSpPr>
            <p:spPr>
              <a:xfrm>
                <a:off x="773004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5" name="object 757">
                <a:extLst>
                  <a:ext uri="{FF2B5EF4-FFF2-40B4-BE49-F238E27FC236}">
                    <a16:creationId xmlns:a16="http://schemas.microsoft.com/office/drawing/2014/main" id="{4291A093-9476-4561-934F-31820D15D348}"/>
                  </a:ext>
                </a:extLst>
              </p:cNvPr>
              <p:cNvSpPr/>
              <p:nvPr/>
            </p:nvSpPr>
            <p:spPr>
              <a:xfrm>
                <a:off x="783900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6" name="object 758">
                <a:extLst>
                  <a:ext uri="{FF2B5EF4-FFF2-40B4-BE49-F238E27FC236}">
                    <a16:creationId xmlns:a16="http://schemas.microsoft.com/office/drawing/2014/main" id="{3A9B5AFE-531A-4587-80DA-F52D8DCB1B37}"/>
                  </a:ext>
                </a:extLst>
              </p:cNvPr>
              <p:cNvSpPr/>
              <p:nvPr/>
            </p:nvSpPr>
            <p:spPr>
              <a:xfrm>
                <a:off x="783900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7" name="object 759">
                <a:extLst>
                  <a:ext uri="{FF2B5EF4-FFF2-40B4-BE49-F238E27FC236}">
                    <a16:creationId xmlns:a16="http://schemas.microsoft.com/office/drawing/2014/main" id="{2DD87CCD-AE39-4B38-8F95-CCA366BCBE5F}"/>
                  </a:ext>
                </a:extLst>
              </p:cNvPr>
              <p:cNvSpPr/>
              <p:nvPr/>
            </p:nvSpPr>
            <p:spPr>
              <a:xfrm>
                <a:off x="794797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8" name="object 760">
                <a:extLst>
                  <a:ext uri="{FF2B5EF4-FFF2-40B4-BE49-F238E27FC236}">
                    <a16:creationId xmlns:a16="http://schemas.microsoft.com/office/drawing/2014/main" id="{44FC34AA-4E99-420F-ADA8-AE4BB87DCD73}"/>
                  </a:ext>
                </a:extLst>
              </p:cNvPr>
              <p:cNvSpPr/>
              <p:nvPr/>
            </p:nvSpPr>
            <p:spPr>
              <a:xfrm>
                <a:off x="794797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59" name="object 761">
                <a:extLst>
                  <a:ext uri="{FF2B5EF4-FFF2-40B4-BE49-F238E27FC236}">
                    <a16:creationId xmlns:a16="http://schemas.microsoft.com/office/drawing/2014/main" id="{5DEE13B0-09D2-4D99-8EA5-27955B735AF7}"/>
                  </a:ext>
                </a:extLst>
              </p:cNvPr>
              <p:cNvSpPr/>
              <p:nvPr/>
            </p:nvSpPr>
            <p:spPr>
              <a:xfrm>
                <a:off x="8056179" y="5754107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52578"/>
                    </a:ln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52578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0" name="object 762">
                <a:extLst>
                  <a:ext uri="{FF2B5EF4-FFF2-40B4-BE49-F238E27FC236}">
                    <a16:creationId xmlns:a16="http://schemas.microsoft.com/office/drawing/2014/main" id="{B16FC351-5540-401E-9C79-B0E9A7EECE9F}"/>
                  </a:ext>
                </a:extLst>
              </p:cNvPr>
              <p:cNvSpPr/>
              <p:nvPr/>
            </p:nvSpPr>
            <p:spPr>
              <a:xfrm>
                <a:off x="805617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1" name="object 763">
                <a:extLst>
                  <a:ext uri="{FF2B5EF4-FFF2-40B4-BE49-F238E27FC236}">
                    <a16:creationId xmlns:a16="http://schemas.microsoft.com/office/drawing/2014/main" id="{D067B01D-4D2B-4A65-B3CE-6281885319DC}"/>
                  </a:ext>
                </a:extLst>
              </p:cNvPr>
              <p:cNvSpPr/>
              <p:nvPr/>
            </p:nvSpPr>
            <p:spPr>
              <a:xfrm>
                <a:off x="816514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2" name="object 764">
                <a:extLst>
                  <a:ext uri="{FF2B5EF4-FFF2-40B4-BE49-F238E27FC236}">
                    <a16:creationId xmlns:a16="http://schemas.microsoft.com/office/drawing/2014/main" id="{34ECE102-DD69-4A40-8221-56FA91D59E8C}"/>
                  </a:ext>
                </a:extLst>
              </p:cNvPr>
              <p:cNvSpPr/>
              <p:nvPr/>
            </p:nvSpPr>
            <p:spPr>
              <a:xfrm>
                <a:off x="816514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3" name="object 765">
                <a:extLst>
                  <a:ext uri="{FF2B5EF4-FFF2-40B4-BE49-F238E27FC236}">
                    <a16:creationId xmlns:a16="http://schemas.microsoft.com/office/drawing/2014/main" id="{66053898-60D3-4032-BF17-77F1E42DB81B}"/>
                  </a:ext>
                </a:extLst>
              </p:cNvPr>
              <p:cNvSpPr/>
              <p:nvPr/>
            </p:nvSpPr>
            <p:spPr>
              <a:xfrm>
                <a:off x="827334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4" name="object 766">
                <a:extLst>
                  <a:ext uri="{FF2B5EF4-FFF2-40B4-BE49-F238E27FC236}">
                    <a16:creationId xmlns:a16="http://schemas.microsoft.com/office/drawing/2014/main" id="{84B00DE3-2342-4016-95B8-54ABBA79ECB4}"/>
                  </a:ext>
                </a:extLst>
              </p:cNvPr>
              <p:cNvSpPr/>
              <p:nvPr/>
            </p:nvSpPr>
            <p:spPr>
              <a:xfrm>
                <a:off x="827334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5" name="object 767">
                <a:extLst>
                  <a:ext uri="{FF2B5EF4-FFF2-40B4-BE49-F238E27FC236}">
                    <a16:creationId xmlns:a16="http://schemas.microsoft.com/office/drawing/2014/main" id="{6123BFA7-040E-4C4D-8A28-29402FE7D5E1}"/>
                  </a:ext>
                </a:extLst>
              </p:cNvPr>
              <p:cNvSpPr/>
              <p:nvPr/>
            </p:nvSpPr>
            <p:spPr>
              <a:xfrm>
                <a:off x="838231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6" name="object 768">
                <a:extLst>
                  <a:ext uri="{FF2B5EF4-FFF2-40B4-BE49-F238E27FC236}">
                    <a16:creationId xmlns:a16="http://schemas.microsoft.com/office/drawing/2014/main" id="{B751CE1F-20D7-41F6-AC15-1897A7F1D443}"/>
                  </a:ext>
                </a:extLst>
              </p:cNvPr>
              <p:cNvSpPr/>
              <p:nvPr/>
            </p:nvSpPr>
            <p:spPr>
              <a:xfrm>
                <a:off x="838231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7" name="object 769">
                <a:extLst>
                  <a:ext uri="{FF2B5EF4-FFF2-40B4-BE49-F238E27FC236}">
                    <a16:creationId xmlns:a16="http://schemas.microsoft.com/office/drawing/2014/main" id="{6F7F694B-B450-4793-994F-03ED2977FB8C}"/>
                  </a:ext>
                </a:extLst>
              </p:cNvPr>
              <p:cNvSpPr/>
              <p:nvPr/>
            </p:nvSpPr>
            <p:spPr>
              <a:xfrm>
                <a:off x="8491280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8" name="object 770">
                <a:extLst>
                  <a:ext uri="{FF2B5EF4-FFF2-40B4-BE49-F238E27FC236}">
                    <a16:creationId xmlns:a16="http://schemas.microsoft.com/office/drawing/2014/main" id="{E86BC336-8BC6-4445-BE27-4121AB124F41}"/>
                  </a:ext>
                </a:extLst>
              </p:cNvPr>
              <p:cNvSpPr/>
              <p:nvPr/>
            </p:nvSpPr>
            <p:spPr>
              <a:xfrm>
                <a:off x="8491280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69" name="object 771">
                <a:extLst>
                  <a:ext uri="{FF2B5EF4-FFF2-40B4-BE49-F238E27FC236}">
                    <a16:creationId xmlns:a16="http://schemas.microsoft.com/office/drawing/2014/main" id="{48C75A73-C774-41E7-B4EC-D95F8CD97630}"/>
                  </a:ext>
                </a:extLst>
              </p:cNvPr>
              <p:cNvSpPr/>
              <p:nvPr/>
            </p:nvSpPr>
            <p:spPr>
              <a:xfrm>
                <a:off x="859947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0" name="object 772">
                <a:extLst>
                  <a:ext uri="{FF2B5EF4-FFF2-40B4-BE49-F238E27FC236}">
                    <a16:creationId xmlns:a16="http://schemas.microsoft.com/office/drawing/2014/main" id="{429619CC-0540-4D59-BF80-446A349032DF}"/>
                  </a:ext>
                </a:extLst>
              </p:cNvPr>
              <p:cNvSpPr/>
              <p:nvPr/>
            </p:nvSpPr>
            <p:spPr>
              <a:xfrm>
                <a:off x="8599472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1" name="object 773">
                <a:extLst>
                  <a:ext uri="{FF2B5EF4-FFF2-40B4-BE49-F238E27FC236}">
                    <a16:creationId xmlns:a16="http://schemas.microsoft.com/office/drawing/2014/main" id="{2D9DCCFE-115F-420D-82A4-F54B3AA0650D}"/>
                  </a:ext>
                </a:extLst>
              </p:cNvPr>
              <p:cNvSpPr/>
              <p:nvPr/>
            </p:nvSpPr>
            <p:spPr>
              <a:xfrm>
                <a:off x="8708437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2" name="object 774">
                <a:extLst>
                  <a:ext uri="{FF2B5EF4-FFF2-40B4-BE49-F238E27FC236}">
                    <a16:creationId xmlns:a16="http://schemas.microsoft.com/office/drawing/2014/main" id="{5D8BD102-62D9-4D0E-BDD4-C215C287C498}"/>
                  </a:ext>
                </a:extLst>
              </p:cNvPr>
              <p:cNvSpPr/>
              <p:nvPr/>
            </p:nvSpPr>
            <p:spPr>
              <a:xfrm>
                <a:off x="8708437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3" name="object 775">
                <a:extLst>
                  <a:ext uri="{FF2B5EF4-FFF2-40B4-BE49-F238E27FC236}">
                    <a16:creationId xmlns:a16="http://schemas.microsoft.com/office/drawing/2014/main" id="{5AF449B7-75AA-4298-92F7-68A77C0E0B7F}"/>
                  </a:ext>
                </a:extLst>
              </p:cNvPr>
              <p:cNvSpPr/>
              <p:nvPr/>
            </p:nvSpPr>
            <p:spPr>
              <a:xfrm>
                <a:off x="881665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4" name="object 776">
                <a:extLst>
                  <a:ext uri="{FF2B5EF4-FFF2-40B4-BE49-F238E27FC236}">
                    <a16:creationId xmlns:a16="http://schemas.microsoft.com/office/drawing/2014/main" id="{75FB0F15-91EB-434C-83DA-BE7E647034E0}"/>
                  </a:ext>
                </a:extLst>
              </p:cNvPr>
              <p:cNvSpPr/>
              <p:nvPr/>
            </p:nvSpPr>
            <p:spPr>
              <a:xfrm>
                <a:off x="881665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5" name="object 777">
                <a:extLst>
                  <a:ext uri="{FF2B5EF4-FFF2-40B4-BE49-F238E27FC236}">
                    <a16:creationId xmlns:a16="http://schemas.microsoft.com/office/drawing/2014/main" id="{8697B513-9EA0-43FA-B2B1-291EEDC4E309}"/>
                  </a:ext>
                </a:extLst>
              </p:cNvPr>
              <p:cNvSpPr/>
              <p:nvPr/>
            </p:nvSpPr>
            <p:spPr>
              <a:xfrm>
                <a:off x="8925620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6" name="object 778">
                <a:extLst>
                  <a:ext uri="{FF2B5EF4-FFF2-40B4-BE49-F238E27FC236}">
                    <a16:creationId xmlns:a16="http://schemas.microsoft.com/office/drawing/2014/main" id="{5552147B-1A29-444A-B0D3-B121D3355A75}"/>
                  </a:ext>
                </a:extLst>
              </p:cNvPr>
              <p:cNvSpPr/>
              <p:nvPr/>
            </p:nvSpPr>
            <p:spPr>
              <a:xfrm>
                <a:off x="8925620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7" name="object 779">
                <a:extLst>
                  <a:ext uri="{FF2B5EF4-FFF2-40B4-BE49-F238E27FC236}">
                    <a16:creationId xmlns:a16="http://schemas.microsoft.com/office/drawing/2014/main" id="{F4327499-4D4F-4DC4-B7FF-0E21323A4F0F}"/>
                  </a:ext>
                </a:extLst>
              </p:cNvPr>
              <p:cNvSpPr/>
              <p:nvPr/>
            </p:nvSpPr>
            <p:spPr>
              <a:xfrm>
                <a:off x="903457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8" name="object 780">
                <a:extLst>
                  <a:ext uri="{FF2B5EF4-FFF2-40B4-BE49-F238E27FC236}">
                    <a16:creationId xmlns:a16="http://schemas.microsoft.com/office/drawing/2014/main" id="{8A492B80-67EE-46C4-92CF-4C344C6756BD}"/>
                  </a:ext>
                </a:extLst>
              </p:cNvPr>
              <p:cNvSpPr/>
              <p:nvPr/>
            </p:nvSpPr>
            <p:spPr>
              <a:xfrm>
                <a:off x="9034574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79" name="object 781">
                <a:extLst>
                  <a:ext uri="{FF2B5EF4-FFF2-40B4-BE49-F238E27FC236}">
                    <a16:creationId xmlns:a16="http://schemas.microsoft.com/office/drawing/2014/main" id="{4E59B8BE-5CE2-4F83-B41F-7721D47D054E}"/>
                  </a:ext>
                </a:extLst>
              </p:cNvPr>
              <p:cNvSpPr/>
              <p:nvPr/>
            </p:nvSpPr>
            <p:spPr>
              <a:xfrm>
                <a:off x="914277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0" name="object 782">
                <a:extLst>
                  <a:ext uri="{FF2B5EF4-FFF2-40B4-BE49-F238E27FC236}">
                    <a16:creationId xmlns:a16="http://schemas.microsoft.com/office/drawing/2014/main" id="{CC2E787E-7A5F-44C8-86B7-E355964C4AAE}"/>
                  </a:ext>
                </a:extLst>
              </p:cNvPr>
              <p:cNvSpPr/>
              <p:nvPr/>
            </p:nvSpPr>
            <p:spPr>
              <a:xfrm>
                <a:off x="914277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1" name="object 783">
                <a:extLst>
                  <a:ext uri="{FF2B5EF4-FFF2-40B4-BE49-F238E27FC236}">
                    <a16:creationId xmlns:a16="http://schemas.microsoft.com/office/drawing/2014/main" id="{51205B97-6B37-4F3B-A711-59FD25CDEE4C}"/>
                  </a:ext>
                </a:extLst>
              </p:cNvPr>
              <p:cNvSpPr/>
              <p:nvPr/>
            </p:nvSpPr>
            <p:spPr>
              <a:xfrm>
                <a:off x="9251756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2" name="object 784">
                <a:extLst>
                  <a:ext uri="{FF2B5EF4-FFF2-40B4-BE49-F238E27FC236}">
                    <a16:creationId xmlns:a16="http://schemas.microsoft.com/office/drawing/2014/main" id="{7BF61C18-EACB-4D86-B16B-369E16B84E10}"/>
                  </a:ext>
                </a:extLst>
              </p:cNvPr>
              <p:cNvSpPr/>
              <p:nvPr/>
            </p:nvSpPr>
            <p:spPr>
              <a:xfrm>
                <a:off x="9251756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3" name="object 785">
                <a:extLst>
                  <a:ext uri="{FF2B5EF4-FFF2-40B4-BE49-F238E27FC236}">
                    <a16:creationId xmlns:a16="http://schemas.microsoft.com/office/drawing/2014/main" id="{4590A80D-0F78-4536-907D-472FF7F89D08}"/>
                  </a:ext>
                </a:extLst>
              </p:cNvPr>
              <p:cNvSpPr/>
              <p:nvPr/>
            </p:nvSpPr>
            <p:spPr>
              <a:xfrm>
                <a:off x="935994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4" name="object 786">
                <a:extLst>
                  <a:ext uri="{FF2B5EF4-FFF2-40B4-BE49-F238E27FC236}">
                    <a16:creationId xmlns:a16="http://schemas.microsoft.com/office/drawing/2014/main" id="{B288B8A2-4F06-4E09-94CE-85B3D220394D}"/>
                  </a:ext>
                </a:extLst>
              </p:cNvPr>
              <p:cNvSpPr/>
              <p:nvPr/>
            </p:nvSpPr>
            <p:spPr>
              <a:xfrm>
                <a:off x="9359948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5" name="object 787">
                <a:extLst>
                  <a:ext uri="{FF2B5EF4-FFF2-40B4-BE49-F238E27FC236}">
                    <a16:creationId xmlns:a16="http://schemas.microsoft.com/office/drawing/2014/main" id="{BCB39BA8-5846-404B-80AB-5C61DDECABC4}"/>
                  </a:ext>
                </a:extLst>
              </p:cNvPr>
              <p:cNvSpPr/>
              <p:nvPr/>
            </p:nvSpPr>
            <p:spPr>
              <a:xfrm>
                <a:off x="946891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6" name="object 788">
                <a:extLst>
                  <a:ext uri="{FF2B5EF4-FFF2-40B4-BE49-F238E27FC236}">
                    <a16:creationId xmlns:a16="http://schemas.microsoft.com/office/drawing/2014/main" id="{BDF706E9-F61D-40C9-A0D6-DED8A0865B5E}"/>
                  </a:ext>
                </a:extLst>
              </p:cNvPr>
              <p:cNvSpPr/>
              <p:nvPr/>
            </p:nvSpPr>
            <p:spPr>
              <a:xfrm>
                <a:off x="9468914" y="5754095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7" name="object 789">
                <a:extLst>
                  <a:ext uri="{FF2B5EF4-FFF2-40B4-BE49-F238E27FC236}">
                    <a16:creationId xmlns:a16="http://schemas.microsoft.com/office/drawing/2014/main" id="{BA90103F-674A-4150-B9AE-69C8805F54C3}"/>
                  </a:ext>
                </a:extLst>
              </p:cNvPr>
              <p:cNvSpPr/>
              <p:nvPr/>
            </p:nvSpPr>
            <p:spPr>
              <a:xfrm>
                <a:off x="9577892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8" name="object 790">
                <a:extLst>
                  <a:ext uri="{FF2B5EF4-FFF2-40B4-BE49-F238E27FC236}">
                    <a16:creationId xmlns:a16="http://schemas.microsoft.com/office/drawing/2014/main" id="{E18459C7-3225-4015-A099-C36AC600CB0E}"/>
                  </a:ext>
                </a:extLst>
              </p:cNvPr>
              <p:cNvSpPr/>
              <p:nvPr/>
            </p:nvSpPr>
            <p:spPr>
              <a:xfrm>
                <a:off x="9577892" y="5754095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89" name="object 791">
                <a:extLst>
                  <a:ext uri="{FF2B5EF4-FFF2-40B4-BE49-F238E27FC236}">
                    <a16:creationId xmlns:a16="http://schemas.microsoft.com/office/drawing/2014/main" id="{C40BF88B-CCD9-46F0-92B5-97571CBD0A81}"/>
                  </a:ext>
                </a:extLst>
              </p:cNvPr>
              <p:cNvSpPr/>
              <p:nvPr/>
            </p:nvSpPr>
            <p:spPr>
              <a:xfrm>
                <a:off x="6969566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0" name="object 792">
                <a:extLst>
                  <a:ext uri="{FF2B5EF4-FFF2-40B4-BE49-F238E27FC236}">
                    <a16:creationId xmlns:a16="http://schemas.microsoft.com/office/drawing/2014/main" id="{F9D9C781-7B93-4EF9-B3CE-351E6A4F915F}"/>
                  </a:ext>
                </a:extLst>
              </p:cNvPr>
              <p:cNvSpPr/>
              <p:nvPr/>
            </p:nvSpPr>
            <p:spPr>
              <a:xfrm>
                <a:off x="6969566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1" name="object 793">
                <a:extLst>
                  <a:ext uri="{FF2B5EF4-FFF2-40B4-BE49-F238E27FC236}">
                    <a16:creationId xmlns:a16="http://schemas.microsoft.com/office/drawing/2014/main" id="{88D011E7-C889-41AE-AF56-01B6D25873B7}"/>
                  </a:ext>
                </a:extLst>
              </p:cNvPr>
              <p:cNvSpPr/>
              <p:nvPr/>
            </p:nvSpPr>
            <p:spPr>
              <a:xfrm>
                <a:off x="7078532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2" name="object 794">
                <a:extLst>
                  <a:ext uri="{FF2B5EF4-FFF2-40B4-BE49-F238E27FC236}">
                    <a16:creationId xmlns:a16="http://schemas.microsoft.com/office/drawing/2014/main" id="{93CE0106-884A-484E-B8AC-D90C5BD1EE9A}"/>
                  </a:ext>
                </a:extLst>
              </p:cNvPr>
              <p:cNvSpPr/>
              <p:nvPr/>
            </p:nvSpPr>
            <p:spPr>
              <a:xfrm>
                <a:off x="7078532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3" name="object 795">
                <a:extLst>
                  <a:ext uri="{FF2B5EF4-FFF2-40B4-BE49-F238E27FC236}">
                    <a16:creationId xmlns:a16="http://schemas.microsoft.com/office/drawing/2014/main" id="{FDE78E4B-C0F5-4360-9EA4-D52D9A1E1074}"/>
                  </a:ext>
                </a:extLst>
              </p:cNvPr>
              <p:cNvSpPr/>
              <p:nvPr/>
            </p:nvSpPr>
            <p:spPr>
              <a:xfrm>
                <a:off x="7186736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4" name="object 796">
                <a:extLst>
                  <a:ext uri="{FF2B5EF4-FFF2-40B4-BE49-F238E27FC236}">
                    <a16:creationId xmlns:a16="http://schemas.microsoft.com/office/drawing/2014/main" id="{C0743CC9-C047-4506-A20B-9185EFA76CEF}"/>
                  </a:ext>
                </a:extLst>
              </p:cNvPr>
              <p:cNvSpPr/>
              <p:nvPr/>
            </p:nvSpPr>
            <p:spPr>
              <a:xfrm>
                <a:off x="7186736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5" name="object 797">
                <a:extLst>
                  <a:ext uri="{FF2B5EF4-FFF2-40B4-BE49-F238E27FC236}">
                    <a16:creationId xmlns:a16="http://schemas.microsoft.com/office/drawing/2014/main" id="{0DA384E8-F24B-42BC-8F1C-817CDF291C29}"/>
                  </a:ext>
                </a:extLst>
              </p:cNvPr>
              <p:cNvSpPr/>
              <p:nvPr/>
            </p:nvSpPr>
            <p:spPr>
              <a:xfrm>
                <a:off x="729570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6" name="object 798">
                <a:extLst>
                  <a:ext uri="{FF2B5EF4-FFF2-40B4-BE49-F238E27FC236}">
                    <a16:creationId xmlns:a16="http://schemas.microsoft.com/office/drawing/2014/main" id="{3AB2A4A5-D99E-4FEF-972F-51335F89BF50}"/>
                  </a:ext>
                </a:extLst>
              </p:cNvPr>
              <p:cNvSpPr/>
              <p:nvPr/>
            </p:nvSpPr>
            <p:spPr>
              <a:xfrm>
                <a:off x="729570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7" name="object 799">
                <a:extLst>
                  <a:ext uri="{FF2B5EF4-FFF2-40B4-BE49-F238E27FC236}">
                    <a16:creationId xmlns:a16="http://schemas.microsoft.com/office/drawing/2014/main" id="{16AA3D04-D50A-4C78-AB42-93F0C7B904FC}"/>
                  </a:ext>
                </a:extLst>
              </p:cNvPr>
              <p:cNvSpPr/>
              <p:nvPr/>
            </p:nvSpPr>
            <p:spPr>
              <a:xfrm>
                <a:off x="7404668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8" name="object 800">
                <a:extLst>
                  <a:ext uri="{FF2B5EF4-FFF2-40B4-BE49-F238E27FC236}">
                    <a16:creationId xmlns:a16="http://schemas.microsoft.com/office/drawing/2014/main" id="{6F8FE0C4-B298-4BEE-BAA2-D881E1214C39}"/>
                  </a:ext>
                </a:extLst>
              </p:cNvPr>
              <p:cNvSpPr/>
              <p:nvPr/>
            </p:nvSpPr>
            <p:spPr>
              <a:xfrm>
                <a:off x="7404668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799" name="object 801">
                <a:extLst>
                  <a:ext uri="{FF2B5EF4-FFF2-40B4-BE49-F238E27FC236}">
                    <a16:creationId xmlns:a16="http://schemas.microsoft.com/office/drawing/2014/main" id="{AE9EBD06-6F97-4F20-9F35-385EADF8D757}"/>
                  </a:ext>
                </a:extLst>
              </p:cNvPr>
              <p:cNvSpPr/>
              <p:nvPr/>
            </p:nvSpPr>
            <p:spPr>
              <a:xfrm>
                <a:off x="751287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0" name="object 802">
                <a:extLst>
                  <a:ext uri="{FF2B5EF4-FFF2-40B4-BE49-F238E27FC236}">
                    <a16:creationId xmlns:a16="http://schemas.microsoft.com/office/drawing/2014/main" id="{3EF6F4ED-8D20-41F2-A611-4E14D313A8C7}"/>
                  </a:ext>
                </a:extLst>
              </p:cNvPr>
              <p:cNvSpPr/>
              <p:nvPr/>
            </p:nvSpPr>
            <p:spPr>
              <a:xfrm>
                <a:off x="751287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1" name="object 803">
                <a:extLst>
                  <a:ext uri="{FF2B5EF4-FFF2-40B4-BE49-F238E27FC236}">
                    <a16:creationId xmlns:a16="http://schemas.microsoft.com/office/drawing/2014/main" id="{2675A034-3366-4569-8CF8-971D12F473E9}"/>
                  </a:ext>
                </a:extLst>
              </p:cNvPr>
              <p:cNvSpPr/>
              <p:nvPr/>
            </p:nvSpPr>
            <p:spPr>
              <a:xfrm>
                <a:off x="7621838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2" name="object 804">
                <a:extLst>
                  <a:ext uri="{FF2B5EF4-FFF2-40B4-BE49-F238E27FC236}">
                    <a16:creationId xmlns:a16="http://schemas.microsoft.com/office/drawing/2014/main" id="{1C740EFD-1CE1-4780-B16F-F464A335352A}"/>
                  </a:ext>
                </a:extLst>
              </p:cNvPr>
              <p:cNvSpPr/>
              <p:nvPr/>
            </p:nvSpPr>
            <p:spPr>
              <a:xfrm>
                <a:off x="7621838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3" name="object 805">
                <a:extLst>
                  <a:ext uri="{FF2B5EF4-FFF2-40B4-BE49-F238E27FC236}">
                    <a16:creationId xmlns:a16="http://schemas.microsoft.com/office/drawing/2014/main" id="{194722DA-41D2-42F9-9C82-5C460C45C4C8}"/>
                  </a:ext>
                </a:extLst>
              </p:cNvPr>
              <p:cNvSpPr/>
              <p:nvPr/>
            </p:nvSpPr>
            <p:spPr>
              <a:xfrm>
                <a:off x="773004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4" name="object 806">
                <a:extLst>
                  <a:ext uri="{FF2B5EF4-FFF2-40B4-BE49-F238E27FC236}">
                    <a16:creationId xmlns:a16="http://schemas.microsoft.com/office/drawing/2014/main" id="{2F0E82A6-DC13-45CC-9FC6-2651B91FBC37}"/>
                  </a:ext>
                </a:extLst>
              </p:cNvPr>
              <p:cNvSpPr/>
              <p:nvPr/>
            </p:nvSpPr>
            <p:spPr>
              <a:xfrm>
                <a:off x="773004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5" name="object 807">
                <a:extLst>
                  <a:ext uri="{FF2B5EF4-FFF2-40B4-BE49-F238E27FC236}">
                    <a16:creationId xmlns:a16="http://schemas.microsoft.com/office/drawing/2014/main" id="{732BDF4F-155B-402F-AF20-F983F37BAF07}"/>
                  </a:ext>
                </a:extLst>
              </p:cNvPr>
              <p:cNvSpPr/>
              <p:nvPr/>
            </p:nvSpPr>
            <p:spPr>
              <a:xfrm>
                <a:off x="783900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6" name="object 808">
                <a:extLst>
                  <a:ext uri="{FF2B5EF4-FFF2-40B4-BE49-F238E27FC236}">
                    <a16:creationId xmlns:a16="http://schemas.microsoft.com/office/drawing/2014/main" id="{665D0503-AB6A-49B4-9019-4B3ACFB722F4}"/>
                  </a:ext>
                </a:extLst>
              </p:cNvPr>
              <p:cNvSpPr/>
              <p:nvPr/>
            </p:nvSpPr>
            <p:spPr>
              <a:xfrm>
                <a:off x="783900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7" name="object 809">
                <a:extLst>
                  <a:ext uri="{FF2B5EF4-FFF2-40B4-BE49-F238E27FC236}">
                    <a16:creationId xmlns:a16="http://schemas.microsoft.com/office/drawing/2014/main" id="{63D3A800-65CE-484E-8B4D-2A7C8D0BFA2B}"/>
                  </a:ext>
                </a:extLst>
              </p:cNvPr>
              <p:cNvSpPr/>
              <p:nvPr/>
            </p:nvSpPr>
            <p:spPr>
              <a:xfrm>
                <a:off x="794797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8" name="object 810">
                <a:extLst>
                  <a:ext uri="{FF2B5EF4-FFF2-40B4-BE49-F238E27FC236}">
                    <a16:creationId xmlns:a16="http://schemas.microsoft.com/office/drawing/2014/main" id="{69B3192A-8B62-46F8-87BD-2BF2499D58BC}"/>
                  </a:ext>
                </a:extLst>
              </p:cNvPr>
              <p:cNvSpPr/>
              <p:nvPr/>
            </p:nvSpPr>
            <p:spPr>
              <a:xfrm>
                <a:off x="794797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09" name="object 811">
                <a:extLst>
                  <a:ext uri="{FF2B5EF4-FFF2-40B4-BE49-F238E27FC236}">
                    <a16:creationId xmlns:a16="http://schemas.microsoft.com/office/drawing/2014/main" id="{B75EB1E7-05CE-4477-9BDA-75CF8F21FBC5}"/>
                  </a:ext>
                </a:extLst>
              </p:cNvPr>
              <p:cNvSpPr/>
              <p:nvPr/>
            </p:nvSpPr>
            <p:spPr>
              <a:xfrm>
                <a:off x="8056179" y="586307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8382" y="0"/>
                    </a:moveTo>
                    <a:lnTo>
                      <a:pt x="0" y="0"/>
                    </a:lnTo>
                    <a:lnTo>
                      <a:pt x="0" y="108966"/>
                    </a:lnTo>
                    <a:lnTo>
                      <a:pt x="8382" y="108966"/>
                    </a:lnTo>
                    <a:lnTo>
                      <a:pt x="8382" y="0"/>
                    </a:lnTo>
                    <a:close/>
                  </a:path>
                  <a:path w="109220" h="109220">
                    <a:moveTo>
                      <a:pt x="108966" y="0"/>
                    </a:moveTo>
                    <a:lnTo>
                      <a:pt x="100584" y="0"/>
                    </a:lnTo>
                    <a:lnTo>
                      <a:pt x="100584" y="108966"/>
                    </a:lnTo>
                    <a:lnTo>
                      <a:pt x="108966" y="108966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0" name="object 812">
                <a:extLst>
                  <a:ext uri="{FF2B5EF4-FFF2-40B4-BE49-F238E27FC236}">
                    <a16:creationId xmlns:a16="http://schemas.microsoft.com/office/drawing/2014/main" id="{E89E9603-0950-41F6-B6CB-9DDF796EC5FA}"/>
                  </a:ext>
                </a:extLst>
              </p:cNvPr>
              <p:cNvSpPr/>
              <p:nvPr/>
            </p:nvSpPr>
            <p:spPr>
              <a:xfrm>
                <a:off x="805617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1" name="object 813">
                <a:extLst>
                  <a:ext uri="{FF2B5EF4-FFF2-40B4-BE49-F238E27FC236}">
                    <a16:creationId xmlns:a16="http://schemas.microsoft.com/office/drawing/2014/main" id="{42CF9A8C-C191-4246-B367-707B69D5BBB7}"/>
                  </a:ext>
                </a:extLst>
              </p:cNvPr>
              <p:cNvSpPr/>
              <p:nvPr/>
            </p:nvSpPr>
            <p:spPr>
              <a:xfrm>
                <a:off x="816514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2" name="object 814">
                <a:extLst>
                  <a:ext uri="{FF2B5EF4-FFF2-40B4-BE49-F238E27FC236}">
                    <a16:creationId xmlns:a16="http://schemas.microsoft.com/office/drawing/2014/main" id="{EEF27031-F875-4A7D-BC73-2761A005E9E0}"/>
                  </a:ext>
                </a:extLst>
              </p:cNvPr>
              <p:cNvSpPr/>
              <p:nvPr/>
            </p:nvSpPr>
            <p:spPr>
              <a:xfrm>
                <a:off x="816514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3" name="object 815">
                <a:extLst>
                  <a:ext uri="{FF2B5EF4-FFF2-40B4-BE49-F238E27FC236}">
                    <a16:creationId xmlns:a16="http://schemas.microsoft.com/office/drawing/2014/main" id="{8FE7A7AB-C69A-4EF3-AAFC-35772D062A22}"/>
                  </a:ext>
                </a:extLst>
              </p:cNvPr>
              <p:cNvSpPr/>
              <p:nvPr/>
            </p:nvSpPr>
            <p:spPr>
              <a:xfrm>
                <a:off x="827334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4" name="object 816">
                <a:extLst>
                  <a:ext uri="{FF2B5EF4-FFF2-40B4-BE49-F238E27FC236}">
                    <a16:creationId xmlns:a16="http://schemas.microsoft.com/office/drawing/2014/main" id="{F26B055B-B8F9-4E31-89EF-696AABD82F06}"/>
                  </a:ext>
                </a:extLst>
              </p:cNvPr>
              <p:cNvSpPr/>
              <p:nvPr/>
            </p:nvSpPr>
            <p:spPr>
              <a:xfrm>
                <a:off x="827334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5" name="object 817">
                <a:extLst>
                  <a:ext uri="{FF2B5EF4-FFF2-40B4-BE49-F238E27FC236}">
                    <a16:creationId xmlns:a16="http://schemas.microsoft.com/office/drawing/2014/main" id="{E8419396-02AF-4808-A564-8ECC5ECAC3ED}"/>
                  </a:ext>
                </a:extLst>
              </p:cNvPr>
              <p:cNvSpPr/>
              <p:nvPr/>
            </p:nvSpPr>
            <p:spPr>
              <a:xfrm>
                <a:off x="838231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6" name="object 818">
                <a:extLst>
                  <a:ext uri="{FF2B5EF4-FFF2-40B4-BE49-F238E27FC236}">
                    <a16:creationId xmlns:a16="http://schemas.microsoft.com/office/drawing/2014/main" id="{CBEE3BE2-7553-46E5-A248-95F3CCF02DCC}"/>
                  </a:ext>
                </a:extLst>
              </p:cNvPr>
              <p:cNvSpPr/>
              <p:nvPr/>
            </p:nvSpPr>
            <p:spPr>
              <a:xfrm>
                <a:off x="838231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7" name="object 819">
                <a:extLst>
                  <a:ext uri="{FF2B5EF4-FFF2-40B4-BE49-F238E27FC236}">
                    <a16:creationId xmlns:a16="http://schemas.microsoft.com/office/drawing/2014/main" id="{D5540A12-6E00-4D89-A0E8-67F4D8671B48}"/>
                  </a:ext>
                </a:extLst>
              </p:cNvPr>
              <p:cNvSpPr/>
              <p:nvPr/>
            </p:nvSpPr>
            <p:spPr>
              <a:xfrm>
                <a:off x="8491280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8" name="object 820">
                <a:extLst>
                  <a:ext uri="{FF2B5EF4-FFF2-40B4-BE49-F238E27FC236}">
                    <a16:creationId xmlns:a16="http://schemas.microsoft.com/office/drawing/2014/main" id="{B4081A11-2725-4CDE-9620-92D955D1CEAD}"/>
                  </a:ext>
                </a:extLst>
              </p:cNvPr>
              <p:cNvSpPr/>
              <p:nvPr/>
            </p:nvSpPr>
            <p:spPr>
              <a:xfrm>
                <a:off x="8491280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19" name="object 821">
                <a:extLst>
                  <a:ext uri="{FF2B5EF4-FFF2-40B4-BE49-F238E27FC236}">
                    <a16:creationId xmlns:a16="http://schemas.microsoft.com/office/drawing/2014/main" id="{B8C29B0D-3C28-4416-9535-99EA22A0127D}"/>
                  </a:ext>
                </a:extLst>
              </p:cNvPr>
              <p:cNvSpPr/>
              <p:nvPr/>
            </p:nvSpPr>
            <p:spPr>
              <a:xfrm>
                <a:off x="859947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0" name="object 822">
                <a:extLst>
                  <a:ext uri="{FF2B5EF4-FFF2-40B4-BE49-F238E27FC236}">
                    <a16:creationId xmlns:a16="http://schemas.microsoft.com/office/drawing/2014/main" id="{E7991659-6F84-440E-8BD4-316326EDAA93}"/>
                  </a:ext>
                </a:extLst>
              </p:cNvPr>
              <p:cNvSpPr/>
              <p:nvPr/>
            </p:nvSpPr>
            <p:spPr>
              <a:xfrm>
                <a:off x="8599472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1" name="object 823">
                <a:extLst>
                  <a:ext uri="{FF2B5EF4-FFF2-40B4-BE49-F238E27FC236}">
                    <a16:creationId xmlns:a16="http://schemas.microsoft.com/office/drawing/2014/main" id="{D4EB3D55-C56C-4828-B366-D58DAE98230D}"/>
                  </a:ext>
                </a:extLst>
              </p:cNvPr>
              <p:cNvSpPr/>
              <p:nvPr/>
            </p:nvSpPr>
            <p:spPr>
              <a:xfrm>
                <a:off x="8708437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2" name="object 824">
                <a:extLst>
                  <a:ext uri="{FF2B5EF4-FFF2-40B4-BE49-F238E27FC236}">
                    <a16:creationId xmlns:a16="http://schemas.microsoft.com/office/drawing/2014/main" id="{D6D9D56C-DB2A-4BEA-AB55-9C683F7CA167}"/>
                  </a:ext>
                </a:extLst>
              </p:cNvPr>
              <p:cNvSpPr/>
              <p:nvPr/>
            </p:nvSpPr>
            <p:spPr>
              <a:xfrm>
                <a:off x="8708437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3" name="object 825">
                <a:extLst>
                  <a:ext uri="{FF2B5EF4-FFF2-40B4-BE49-F238E27FC236}">
                    <a16:creationId xmlns:a16="http://schemas.microsoft.com/office/drawing/2014/main" id="{1897CA28-565C-4E3D-945D-76E09D66457C}"/>
                  </a:ext>
                </a:extLst>
              </p:cNvPr>
              <p:cNvSpPr/>
              <p:nvPr/>
            </p:nvSpPr>
            <p:spPr>
              <a:xfrm>
                <a:off x="881665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4" name="object 826">
                <a:extLst>
                  <a:ext uri="{FF2B5EF4-FFF2-40B4-BE49-F238E27FC236}">
                    <a16:creationId xmlns:a16="http://schemas.microsoft.com/office/drawing/2014/main" id="{1DC1EE58-4EA2-4E68-B7F6-4B681A29541D}"/>
                  </a:ext>
                </a:extLst>
              </p:cNvPr>
              <p:cNvSpPr/>
              <p:nvPr/>
            </p:nvSpPr>
            <p:spPr>
              <a:xfrm>
                <a:off x="881665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5" name="object 827">
                <a:extLst>
                  <a:ext uri="{FF2B5EF4-FFF2-40B4-BE49-F238E27FC236}">
                    <a16:creationId xmlns:a16="http://schemas.microsoft.com/office/drawing/2014/main" id="{3EBDFADA-18AB-42E9-8902-9D174D7FD462}"/>
                  </a:ext>
                </a:extLst>
              </p:cNvPr>
              <p:cNvSpPr/>
              <p:nvPr/>
            </p:nvSpPr>
            <p:spPr>
              <a:xfrm>
                <a:off x="8925620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6" name="object 828">
                <a:extLst>
                  <a:ext uri="{FF2B5EF4-FFF2-40B4-BE49-F238E27FC236}">
                    <a16:creationId xmlns:a16="http://schemas.microsoft.com/office/drawing/2014/main" id="{AC042F68-DA83-4ED1-9562-E920698D8018}"/>
                  </a:ext>
                </a:extLst>
              </p:cNvPr>
              <p:cNvSpPr/>
              <p:nvPr/>
            </p:nvSpPr>
            <p:spPr>
              <a:xfrm>
                <a:off x="8925620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7" name="object 829">
                <a:extLst>
                  <a:ext uri="{FF2B5EF4-FFF2-40B4-BE49-F238E27FC236}">
                    <a16:creationId xmlns:a16="http://schemas.microsoft.com/office/drawing/2014/main" id="{0ED56385-ABDF-4150-B181-8213E2122F84}"/>
                  </a:ext>
                </a:extLst>
              </p:cNvPr>
              <p:cNvSpPr/>
              <p:nvPr/>
            </p:nvSpPr>
            <p:spPr>
              <a:xfrm>
                <a:off x="903457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8" name="object 830">
                <a:extLst>
                  <a:ext uri="{FF2B5EF4-FFF2-40B4-BE49-F238E27FC236}">
                    <a16:creationId xmlns:a16="http://schemas.microsoft.com/office/drawing/2014/main" id="{FCAD56D6-0B91-4C0F-8BD3-36D7D44A0051}"/>
                  </a:ext>
                </a:extLst>
              </p:cNvPr>
              <p:cNvSpPr/>
              <p:nvPr/>
            </p:nvSpPr>
            <p:spPr>
              <a:xfrm>
                <a:off x="9034574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29" name="object 831">
                <a:extLst>
                  <a:ext uri="{FF2B5EF4-FFF2-40B4-BE49-F238E27FC236}">
                    <a16:creationId xmlns:a16="http://schemas.microsoft.com/office/drawing/2014/main" id="{EE0B4311-DBE3-499A-A167-D58596FF035A}"/>
                  </a:ext>
                </a:extLst>
              </p:cNvPr>
              <p:cNvSpPr/>
              <p:nvPr/>
            </p:nvSpPr>
            <p:spPr>
              <a:xfrm>
                <a:off x="914277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0" name="object 832">
                <a:extLst>
                  <a:ext uri="{FF2B5EF4-FFF2-40B4-BE49-F238E27FC236}">
                    <a16:creationId xmlns:a16="http://schemas.microsoft.com/office/drawing/2014/main" id="{F388A5FA-7926-4A30-8B7B-A6310430B3C4}"/>
                  </a:ext>
                </a:extLst>
              </p:cNvPr>
              <p:cNvSpPr/>
              <p:nvPr/>
            </p:nvSpPr>
            <p:spPr>
              <a:xfrm>
                <a:off x="914277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1" name="object 833">
                <a:extLst>
                  <a:ext uri="{FF2B5EF4-FFF2-40B4-BE49-F238E27FC236}">
                    <a16:creationId xmlns:a16="http://schemas.microsoft.com/office/drawing/2014/main" id="{934F558F-9CA9-40EE-BB52-AF5B5D669064}"/>
                  </a:ext>
                </a:extLst>
              </p:cNvPr>
              <p:cNvSpPr/>
              <p:nvPr/>
            </p:nvSpPr>
            <p:spPr>
              <a:xfrm>
                <a:off x="9251756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2" name="object 834">
                <a:extLst>
                  <a:ext uri="{FF2B5EF4-FFF2-40B4-BE49-F238E27FC236}">
                    <a16:creationId xmlns:a16="http://schemas.microsoft.com/office/drawing/2014/main" id="{14139474-7368-4BA2-9164-54DDA9CC6361}"/>
                  </a:ext>
                </a:extLst>
              </p:cNvPr>
              <p:cNvSpPr/>
              <p:nvPr/>
            </p:nvSpPr>
            <p:spPr>
              <a:xfrm>
                <a:off x="9251756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3" name="object 835">
                <a:extLst>
                  <a:ext uri="{FF2B5EF4-FFF2-40B4-BE49-F238E27FC236}">
                    <a16:creationId xmlns:a16="http://schemas.microsoft.com/office/drawing/2014/main" id="{9778763D-6DDE-44EE-9F88-A4269946DF96}"/>
                  </a:ext>
                </a:extLst>
              </p:cNvPr>
              <p:cNvSpPr/>
              <p:nvPr/>
            </p:nvSpPr>
            <p:spPr>
              <a:xfrm>
                <a:off x="935994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4" name="object 836">
                <a:extLst>
                  <a:ext uri="{FF2B5EF4-FFF2-40B4-BE49-F238E27FC236}">
                    <a16:creationId xmlns:a16="http://schemas.microsoft.com/office/drawing/2014/main" id="{47320A42-861B-45D4-AFF1-BBFC083917C7}"/>
                  </a:ext>
                </a:extLst>
              </p:cNvPr>
              <p:cNvSpPr/>
              <p:nvPr/>
            </p:nvSpPr>
            <p:spPr>
              <a:xfrm>
                <a:off x="9359948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5" name="object 837">
                <a:extLst>
                  <a:ext uri="{FF2B5EF4-FFF2-40B4-BE49-F238E27FC236}">
                    <a16:creationId xmlns:a16="http://schemas.microsoft.com/office/drawing/2014/main" id="{AB0A9099-35A6-4338-9E93-C4B835C5BFB6}"/>
                  </a:ext>
                </a:extLst>
              </p:cNvPr>
              <p:cNvSpPr/>
              <p:nvPr/>
            </p:nvSpPr>
            <p:spPr>
              <a:xfrm>
                <a:off x="946891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5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6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6" name="object 838">
                <a:extLst>
                  <a:ext uri="{FF2B5EF4-FFF2-40B4-BE49-F238E27FC236}">
                    <a16:creationId xmlns:a16="http://schemas.microsoft.com/office/drawing/2014/main" id="{B12E35BE-1957-4F59-998E-1304052F9BA4}"/>
                  </a:ext>
                </a:extLst>
              </p:cNvPr>
              <p:cNvSpPr/>
              <p:nvPr/>
            </p:nvSpPr>
            <p:spPr>
              <a:xfrm>
                <a:off x="9468914" y="586306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7" name="object 839">
                <a:extLst>
                  <a:ext uri="{FF2B5EF4-FFF2-40B4-BE49-F238E27FC236}">
                    <a16:creationId xmlns:a16="http://schemas.microsoft.com/office/drawing/2014/main" id="{4180F32E-7F48-4B70-ABE4-E1328CCA3956}"/>
                  </a:ext>
                </a:extLst>
              </p:cNvPr>
              <p:cNvSpPr/>
              <p:nvPr/>
            </p:nvSpPr>
            <p:spPr>
              <a:xfrm>
                <a:off x="9577892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8" name="object 840">
                <a:extLst>
                  <a:ext uri="{FF2B5EF4-FFF2-40B4-BE49-F238E27FC236}">
                    <a16:creationId xmlns:a16="http://schemas.microsoft.com/office/drawing/2014/main" id="{54F52F80-B7E0-4390-B95C-89EAF593FD1E}"/>
                  </a:ext>
                </a:extLst>
              </p:cNvPr>
              <p:cNvSpPr/>
              <p:nvPr/>
            </p:nvSpPr>
            <p:spPr>
              <a:xfrm>
                <a:off x="9577892" y="586306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39" name="object 841">
                <a:extLst>
                  <a:ext uri="{FF2B5EF4-FFF2-40B4-BE49-F238E27FC236}">
                    <a16:creationId xmlns:a16="http://schemas.microsoft.com/office/drawing/2014/main" id="{A5021F5F-6BC0-41F7-B49D-A2635E86FE40}"/>
                  </a:ext>
                </a:extLst>
              </p:cNvPr>
              <p:cNvSpPr/>
              <p:nvPr/>
            </p:nvSpPr>
            <p:spPr>
              <a:xfrm>
                <a:off x="6969566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0" name="object 842">
                <a:extLst>
                  <a:ext uri="{FF2B5EF4-FFF2-40B4-BE49-F238E27FC236}">
                    <a16:creationId xmlns:a16="http://schemas.microsoft.com/office/drawing/2014/main" id="{7FE6443C-699C-42B8-B3F6-4448FC23574E}"/>
                  </a:ext>
                </a:extLst>
              </p:cNvPr>
              <p:cNvSpPr/>
              <p:nvPr/>
            </p:nvSpPr>
            <p:spPr>
              <a:xfrm>
                <a:off x="6969566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1" name="object 843">
                <a:extLst>
                  <a:ext uri="{FF2B5EF4-FFF2-40B4-BE49-F238E27FC236}">
                    <a16:creationId xmlns:a16="http://schemas.microsoft.com/office/drawing/2014/main" id="{D6E25C72-9BB8-420D-91DB-DBD04CEB6F20}"/>
                  </a:ext>
                </a:extLst>
              </p:cNvPr>
              <p:cNvSpPr/>
              <p:nvPr/>
            </p:nvSpPr>
            <p:spPr>
              <a:xfrm>
                <a:off x="7078532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2" name="object 844">
                <a:extLst>
                  <a:ext uri="{FF2B5EF4-FFF2-40B4-BE49-F238E27FC236}">
                    <a16:creationId xmlns:a16="http://schemas.microsoft.com/office/drawing/2014/main" id="{9EB1A1FF-950D-4B8A-8A64-BA8C1A5BDA2F}"/>
                  </a:ext>
                </a:extLst>
              </p:cNvPr>
              <p:cNvSpPr/>
              <p:nvPr/>
            </p:nvSpPr>
            <p:spPr>
              <a:xfrm>
                <a:off x="7078532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3" name="object 845">
                <a:extLst>
                  <a:ext uri="{FF2B5EF4-FFF2-40B4-BE49-F238E27FC236}">
                    <a16:creationId xmlns:a16="http://schemas.microsoft.com/office/drawing/2014/main" id="{6BA3CA8A-0145-4373-81ED-839B57407D0C}"/>
                  </a:ext>
                </a:extLst>
              </p:cNvPr>
              <p:cNvSpPr/>
              <p:nvPr/>
            </p:nvSpPr>
            <p:spPr>
              <a:xfrm>
                <a:off x="7186736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4" name="object 846">
                <a:extLst>
                  <a:ext uri="{FF2B5EF4-FFF2-40B4-BE49-F238E27FC236}">
                    <a16:creationId xmlns:a16="http://schemas.microsoft.com/office/drawing/2014/main" id="{F9941F99-B7E6-4ADC-B4FE-11E5C88680DE}"/>
                  </a:ext>
                </a:extLst>
              </p:cNvPr>
              <p:cNvSpPr/>
              <p:nvPr/>
            </p:nvSpPr>
            <p:spPr>
              <a:xfrm>
                <a:off x="7186736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5" name="object 847">
                <a:extLst>
                  <a:ext uri="{FF2B5EF4-FFF2-40B4-BE49-F238E27FC236}">
                    <a16:creationId xmlns:a16="http://schemas.microsoft.com/office/drawing/2014/main" id="{6D6D4FA3-4595-40E0-9B35-B4653A703DD2}"/>
                  </a:ext>
                </a:extLst>
              </p:cNvPr>
              <p:cNvSpPr/>
              <p:nvPr/>
            </p:nvSpPr>
            <p:spPr>
              <a:xfrm>
                <a:off x="729570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6" name="object 848">
                <a:extLst>
                  <a:ext uri="{FF2B5EF4-FFF2-40B4-BE49-F238E27FC236}">
                    <a16:creationId xmlns:a16="http://schemas.microsoft.com/office/drawing/2014/main" id="{1778C879-AB2F-4DA1-8207-B078C62D8AB3}"/>
                  </a:ext>
                </a:extLst>
              </p:cNvPr>
              <p:cNvSpPr/>
              <p:nvPr/>
            </p:nvSpPr>
            <p:spPr>
              <a:xfrm>
                <a:off x="729570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7" name="object 849">
                <a:extLst>
                  <a:ext uri="{FF2B5EF4-FFF2-40B4-BE49-F238E27FC236}">
                    <a16:creationId xmlns:a16="http://schemas.microsoft.com/office/drawing/2014/main" id="{AE7C3EFD-0376-4B63-8B8E-DC1CE2FF6978}"/>
                  </a:ext>
                </a:extLst>
              </p:cNvPr>
              <p:cNvSpPr/>
              <p:nvPr/>
            </p:nvSpPr>
            <p:spPr>
              <a:xfrm>
                <a:off x="7404668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8" name="object 850">
                <a:extLst>
                  <a:ext uri="{FF2B5EF4-FFF2-40B4-BE49-F238E27FC236}">
                    <a16:creationId xmlns:a16="http://schemas.microsoft.com/office/drawing/2014/main" id="{1A78E835-80DF-4BB7-8299-DA95F52F25DD}"/>
                  </a:ext>
                </a:extLst>
              </p:cNvPr>
              <p:cNvSpPr/>
              <p:nvPr/>
            </p:nvSpPr>
            <p:spPr>
              <a:xfrm>
                <a:off x="7404668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49" name="object 851">
                <a:extLst>
                  <a:ext uri="{FF2B5EF4-FFF2-40B4-BE49-F238E27FC236}">
                    <a16:creationId xmlns:a16="http://schemas.microsoft.com/office/drawing/2014/main" id="{6FAADE21-77F1-447A-812A-09DB581DE741}"/>
                  </a:ext>
                </a:extLst>
              </p:cNvPr>
              <p:cNvSpPr/>
              <p:nvPr/>
            </p:nvSpPr>
            <p:spPr>
              <a:xfrm>
                <a:off x="751287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0" name="object 852">
                <a:extLst>
                  <a:ext uri="{FF2B5EF4-FFF2-40B4-BE49-F238E27FC236}">
                    <a16:creationId xmlns:a16="http://schemas.microsoft.com/office/drawing/2014/main" id="{CCE5AF57-679E-4DA3-A6FC-61A01AC0EAB1}"/>
                  </a:ext>
                </a:extLst>
              </p:cNvPr>
              <p:cNvSpPr/>
              <p:nvPr/>
            </p:nvSpPr>
            <p:spPr>
              <a:xfrm>
                <a:off x="751287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1" name="object 853">
                <a:extLst>
                  <a:ext uri="{FF2B5EF4-FFF2-40B4-BE49-F238E27FC236}">
                    <a16:creationId xmlns:a16="http://schemas.microsoft.com/office/drawing/2014/main" id="{ACF609E0-FF4C-4937-B814-1281FC242C17}"/>
                  </a:ext>
                </a:extLst>
              </p:cNvPr>
              <p:cNvSpPr/>
              <p:nvPr/>
            </p:nvSpPr>
            <p:spPr>
              <a:xfrm>
                <a:off x="7621838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2" name="object 854">
                <a:extLst>
                  <a:ext uri="{FF2B5EF4-FFF2-40B4-BE49-F238E27FC236}">
                    <a16:creationId xmlns:a16="http://schemas.microsoft.com/office/drawing/2014/main" id="{E6DD2448-1A5D-4657-8357-CEF2AEBB7121}"/>
                  </a:ext>
                </a:extLst>
              </p:cNvPr>
              <p:cNvSpPr/>
              <p:nvPr/>
            </p:nvSpPr>
            <p:spPr>
              <a:xfrm>
                <a:off x="7621838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3" name="object 855">
                <a:extLst>
                  <a:ext uri="{FF2B5EF4-FFF2-40B4-BE49-F238E27FC236}">
                    <a16:creationId xmlns:a16="http://schemas.microsoft.com/office/drawing/2014/main" id="{41D0F04C-7BB5-4A79-A719-A28285AC9B6F}"/>
                  </a:ext>
                </a:extLst>
              </p:cNvPr>
              <p:cNvSpPr/>
              <p:nvPr/>
            </p:nvSpPr>
            <p:spPr>
              <a:xfrm>
                <a:off x="773004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4" name="object 856">
                <a:extLst>
                  <a:ext uri="{FF2B5EF4-FFF2-40B4-BE49-F238E27FC236}">
                    <a16:creationId xmlns:a16="http://schemas.microsoft.com/office/drawing/2014/main" id="{D4549E51-B256-4234-B6B6-3E19C30661D4}"/>
                  </a:ext>
                </a:extLst>
              </p:cNvPr>
              <p:cNvSpPr/>
              <p:nvPr/>
            </p:nvSpPr>
            <p:spPr>
              <a:xfrm>
                <a:off x="773004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5" name="object 857">
                <a:extLst>
                  <a:ext uri="{FF2B5EF4-FFF2-40B4-BE49-F238E27FC236}">
                    <a16:creationId xmlns:a16="http://schemas.microsoft.com/office/drawing/2014/main" id="{9998FBC4-EA0B-4AEA-B422-8340C1853E4F}"/>
                  </a:ext>
                </a:extLst>
              </p:cNvPr>
              <p:cNvSpPr/>
              <p:nvPr/>
            </p:nvSpPr>
            <p:spPr>
              <a:xfrm>
                <a:off x="783900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6" name="object 858">
                <a:extLst>
                  <a:ext uri="{FF2B5EF4-FFF2-40B4-BE49-F238E27FC236}">
                    <a16:creationId xmlns:a16="http://schemas.microsoft.com/office/drawing/2014/main" id="{A5D02770-245F-46CA-ACFF-58F1B17F09B0}"/>
                  </a:ext>
                </a:extLst>
              </p:cNvPr>
              <p:cNvSpPr/>
              <p:nvPr/>
            </p:nvSpPr>
            <p:spPr>
              <a:xfrm>
                <a:off x="783900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7" name="object 859">
                <a:extLst>
                  <a:ext uri="{FF2B5EF4-FFF2-40B4-BE49-F238E27FC236}">
                    <a16:creationId xmlns:a16="http://schemas.microsoft.com/office/drawing/2014/main" id="{FBCD7929-C1C8-4119-B3D4-65010E105DBB}"/>
                  </a:ext>
                </a:extLst>
              </p:cNvPr>
              <p:cNvSpPr/>
              <p:nvPr/>
            </p:nvSpPr>
            <p:spPr>
              <a:xfrm>
                <a:off x="794797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8" name="object 860">
                <a:extLst>
                  <a:ext uri="{FF2B5EF4-FFF2-40B4-BE49-F238E27FC236}">
                    <a16:creationId xmlns:a16="http://schemas.microsoft.com/office/drawing/2014/main" id="{4E55D390-1B63-4E9B-85C2-A65FBC263A44}"/>
                  </a:ext>
                </a:extLst>
              </p:cNvPr>
              <p:cNvSpPr/>
              <p:nvPr/>
            </p:nvSpPr>
            <p:spPr>
              <a:xfrm>
                <a:off x="794797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59" name="object 861">
                <a:extLst>
                  <a:ext uri="{FF2B5EF4-FFF2-40B4-BE49-F238E27FC236}">
                    <a16:creationId xmlns:a16="http://schemas.microsoft.com/office/drawing/2014/main" id="{A50D16EB-ED23-4497-BC63-E11F7BF7B52C}"/>
                  </a:ext>
                </a:extLst>
              </p:cNvPr>
              <p:cNvSpPr/>
              <p:nvPr/>
            </p:nvSpPr>
            <p:spPr>
              <a:xfrm>
                <a:off x="8056179" y="5972039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55626"/>
                    </a:lnTo>
                    <a:lnTo>
                      <a:pt x="0" y="108204"/>
                    </a:lnTo>
                    <a:lnTo>
                      <a:pt x="108966" y="108204"/>
                    </a:lnTo>
                    <a:lnTo>
                      <a:pt x="108966" y="55626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0" name="object 862">
                <a:extLst>
                  <a:ext uri="{FF2B5EF4-FFF2-40B4-BE49-F238E27FC236}">
                    <a16:creationId xmlns:a16="http://schemas.microsoft.com/office/drawing/2014/main" id="{B6006C37-0EE9-4A61-BF4F-27EED2DECC05}"/>
                  </a:ext>
                </a:extLst>
              </p:cNvPr>
              <p:cNvSpPr/>
              <p:nvPr/>
            </p:nvSpPr>
            <p:spPr>
              <a:xfrm>
                <a:off x="805617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1" name="object 863">
                <a:extLst>
                  <a:ext uri="{FF2B5EF4-FFF2-40B4-BE49-F238E27FC236}">
                    <a16:creationId xmlns:a16="http://schemas.microsoft.com/office/drawing/2014/main" id="{76D23FA3-3F5E-4DF5-B5BB-9C3D0F24DDFD}"/>
                  </a:ext>
                </a:extLst>
              </p:cNvPr>
              <p:cNvSpPr/>
              <p:nvPr/>
            </p:nvSpPr>
            <p:spPr>
              <a:xfrm>
                <a:off x="816514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2" name="object 864">
                <a:extLst>
                  <a:ext uri="{FF2B5EF4-FFF2-40B4-BE49-F238E27FC236}">
                    <a16:creationId xmlns:a16="http://schemas.microsoft.com/office/drawing/2014/main" id="{274DEAF6-46F6-4198-9135-F08073281C0B}"/>
                  </a:ext>
                </a:extLst>
              </p:cNvPr>
              <p:cNvSpPr/>
              <p:nvPr/>
            </p:nvSpPr>
            <p:spPr>
              <a:xfrm>
                <a:off x="816514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3" name="object 865">
                <a:extLst>
                  <a:ext uri="{FF2B5EF4-FFF2-40B4-BE49-F238E27FC236}">
                    <a16:creationId xmlns:a16="http://schemas.microsoft.com/office/drawing/2014/main" id="{00611574-DBFB-4D44-B476-50B2D2C840E0}"/>
                  </a:ext>
                </a:extLst>
              </p:cNvPr>
              <p:cNvSpPr/>
              <p:nvPr/>
            </p:nvSpPr>
            <p:spPr>
              <a:xfrm>
                <a:off x="827334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4" name="object 866">
                <a:extLst>
                  <a:ext uri="{FF2B5EF4-FFF2-40B4-BE49-F238E27FC236}">
                    <a16:creationId xmlns:a16="http://schemas.microsoft.com/office/drawing/2014/main" id="{0B045924-32C7-4612-88EB-0F5AEF7503B2}"/>
                  </a:ext>
                </a:extLst>
              </p:cNvPr>
              <p:cNvSpPr/>
              <p:nvPr/>
            </p:nvSpPr>
            <p:spPr>
              <a:xfrm>
                <a:off x="827334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5" name="object 867">
                <a:extLst>
                  <a:ext uri="{FF2B5EF4-FFF2-40B4-BE49-F238E27FC236}">
                    <a16:creationId xmlns:a16="http://schemas.microsoft.com/office/drawing/2014/main" id="{E4ED9132-8188-4400-B007-21235FAC230D}"/>
                  </a:ext>
                </a:extLst>
              </p:cNvPr>
              <p:cNvSpPr/>
              <p:nvPr/>
            </p:nvSpPr>
            <p:spPr>
              <a:xfrm>
                <a:off x="838231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6" name="object 868">
                <a:extLst>
                  <a:ext uri="{FF2B5EF4-FFF2-40B4-BE49-F238E27FC236}">
                    <a16:creationId xmlns:a16="http://schemas.microsoft.com/office/drawing/2014/main" id="{2D4E0DCB-1D0E-40BD-92FF-08ED4558CA75}"/>
                  </a:ext>
                </a:extLst>
              </p:cNvPr>
              <p:cNvSpPr/>
              <p:nvPr/>
            </p:nvSpPr>
            <p:spPr>
              <a:xfrm>
                <a:off x="838231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7" name="object 869">
                <a:extLst>
                  <a:ext uri="{FF2B5EF4-FFF2-40B4-BE49-F238E27FC236}">
                    <a16:creationId xmlns:a16="http://schemas.microsoft.com/office/drawing/2014/main" id="{C8E1B87D-3124-4E85-B22D-013D0FF17E6E}"/>
                  </a:ext>
                </a:extLst>
              </p:cNvPr>
              <p:cNvSpPr/>
              <p:nvPr/>
            </p:nvSpPr>
            <p:spPr>
              <a:xfrm>
                <a:off x="8491280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8" name="object 870">
                <a:extLst>
                  <a:ext uri="{FF2B5EF4-FFF2-40B4-BE49-F238E27FC236}">
                    <a16:creationId xmlns:a16="http://schemas.microsoft.com/office/drawing/2014/main" id="{A45F63B1-A899-4F28-A205-B17892892214}"/>
                  </a:ext>
                </a:extLst>
              </p:cNvPr>
              <p:cNvSpPr/>
              <p:nvPr/>
            </p:nvSpPr>
            <p:spPr>
              <a:xfrm>
                <a:off x="8491280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69" name="object 871">
                <a:extLst>
                  <a:ext uri="{FF2B5EF4-FFF2-40B4-BE49-F238E27FC236}">
                    <a16:creationId xmlns:a16="http://schemas.microsoft.com/office/drawing/2014/main" id="{7EECB26B-D998-4E36-A12C-B2482345B038}"/>
                  </a:ext>
                </a:extLst>
              </p:cNvPr>
              <p:cNvSpPr/>
              <p:nvPr/>
            </p:nvSpPr>
            <p:spPr>
              <a:xfrm>
                <a:off x="859947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5" y="108203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5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0" name="object 872">
                <a:extLst>
                  <a:ext uri="{FF2B5EF4-FFF2-40B4-BE49-F238E27FC236}">
                    <a16:creationId xmlns:a16="http://schemas.microsoft.com/office/drawing/2014/main" id="{F215F47F-EB56-46B7-A608-B7F01DA62801}"/>
                  </a:ext>
                </a:extLst>
              </p:cNvPr>
              <p:cNvSpPr/>
              <p:nvPr/>
            </p:nvSpPr>
            <p:spPr>
              <a:xfrm>
                <a:off x="8599472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1" name="object 873">
                <a:extLst>
                  <a:ext uri="{FF2B5EF4-FFF2-40B4-BE49-F238E27FC236}">
                    <a16:creationId xmlns:a16="http://schemas.microsoft.com/office/drawing/2014/main" id="{2A58FF54-25FA-404A-A230-379925B46EDB}"/>
                  </a:ext>
                </a:extLst>
              </p:cNvPr>
              <p:cNvSpPr/>
              <p:nvPr/>
            </p:nvSpPr>
            <p:spPr>
              <a:xfrm>
                <a:off x="8708437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2" name="object 874">
                <a:extLst>
                  <a:ext uri="{FF2B5EF4-FFF2-40B4-BE49-F238E27FC236}">
                    <a16:creationId xmlns:a16="http://schemas.microsoft.com/office/drawing/2014/main" id="{9C8CA0FE-B0FD-41D7-B7FE-B2A0228A985F}"/>
                  </a:ext>
                </a:extLst>
              </p:cNvPr>
              <p:cNvSpPr/>
              <p:nvPr/>
            </p:nvSpPr>
            <p:spPr>
              <a:xfrm>
                <a:off x="8708437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3" name="object 875">
                <a:extLst>
                  <a:ext uri="{FF2B5EF4-FFF2-40B4-BE49-F238E27FC236}">
                    <a16:creationId xmlns:a16="http://schemas.microsoft.com/office/drawing/2014/main" id="{E4C4B600-EBBA-4DD4-8FC3-6169271D2871}"/>
                  </a:ext>
                </a:extLst>
              </p:cNvPr>
              <p:cNvSpPr/>
              <p:nvPr/>
            </p:nvSpPr>
            <p:spPr>
              <a:xfrm>
                <a:off x="881665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4" name="object 876">
                <a:extLst>
                  <a:ext uri="{FF2B5EF4-FFF2-40B4-BE49-F238E27FC236}">
                    <a16:creationId xmlns:a16="http://schemas.microsoft.com/office/drawing/2014/main" id="{C418225F-6D8E-4E20-8D06-1C6EEDE62B68}"/>
                  </a:ext>
                </a:extLst>
              </p:cNvPr>
              <p:cNvSpPr/>
              <p:nvPr/>
            </p:nvSpPr>
            <p:spPr>
              <a:xfrm>
                <a:off x="881665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5" name="object 877">
                <a:extLst>
                  <a:ext uri="{FF2B5EF4-FFF2-40B4-BE49-F238E27FC236}">
                    <a16:creationId xmlns:a16="http://schemas.microsoft.com/office/drawing/2014/main" id="{FAC998D9-A512-4131-AB15-181BED3E80D4}"/>
                  </a:ext>
                </a:extLst>
              </p:cNvPr>
              <p:cNvSpPr/>
              <p:nvPr/>
            </p:nvSpPr>
            <p:spPr>
              <a:xfrm>
                <a:off x="8925620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6" name="object 878">
                <a:extLst>
                  <a:ext uri="{FF2B5EF4-FFF2-40B4-BE49-F238E27FC236}">
                    <a16:creationId xmlns:a16="http://schemas.microsoft.com/office/drawing/2014/main" id="{0E870246-3E23-4B17-AD71-BBDAA4B69750}"/>
                  </a:ext>
                </a:extLst>
              </p:cNvPr>
              <p:cNvSpPr/>
              <p:nvPr/>
            </p:nvSpPr>
            <p:spPr>
              <a:xfrm>
                <a:off x="8925620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7" name="object 879">
                <a:extLst>
                  <a:ext uri="{FF2B5EF4-FFF2-40B4-BE49-F238E27FC236}">
                    <a16:creationId xmlns:a16="http://schemas.microsoft.com/office/drawing/2014/main" id="{E1788BF4-C64C-45BC-A622-D05A806D2EBD}"/>
                  </a:ext>
                </a:extLst>
              </p:cNvPr>
              <p:cNvSpPr/>
              <p:nvPr/>
            </p:nvSpPr>
            <p:spPr>
              <a:xfrm>
                <a:off x="903457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8" name="object 880">
                <a:extLst>
                  <a:ext uri="{FF2B5EF4-FFF2-40B4-BE49-F238E27FC236}">
                    <a16:creationId xmlns:a16="http://schemas.microsoft.com/office/drawing/2014/main" id="{428997B9-09C6-4D13-93AE-6F24EA093111}"/>
                  </a:ext>
                </a:extLst>
              </p:cNvPr>
              <p:cNvSpPr/>
              <p:nvPr/>
            </p:nvSpPr>
            <p:spPr>
              <a:xfrm>
                <a:off x="9034574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79" name="object 881">
                <a:extLst>
                  <a:ext uri="{FF2B5EF4-FFF2-40B4-BE49-F238E27FC236}">
                    <a16:creationId xmlns:a16="http://schemas.microsoft.com/office/drawing/2014/main" id="{7DD62C4F-512D-44CB-A6C7-20FE2F2433AC}"/>
                  </a:ext>
                </a:extLst>
              </p:cNvPr>
              <p:cNvSpPr/>
              <p:nvPr/>
            </p:nvSpPr>
            <p:spPr>
              <a:xfrm>
                <a:off x="914277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0" name="object 882">
                <a:extLst>
                  <a:ext uri="{FF2B5EF4-FFF2-40B4-BE49-F238E27FC236}">
                    <a16:creationId xmlns:a16="http://schemas.microsoft.com/office/drawing/2014/main" id="{BC0E1FF3-A589-4B2C-A84E-406DF97FFD1A}"/>
                  </a:ext>
                </a:extLst>
              </p:cNvPr>
              <p:cNvSpPr/>
              <p:nvPr/>
            </p:nvSpPr>
            <p:spPr>
              <a:xfrm>
                <a:off x="914277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1" name="object 883">
                <a:extLst>
                  <a:ext uri="{FF2B5EF4-FFF2-40B4-BE49-F238E27FC236}">
                    <a16:creationId xmlns:a16="http://schemas.microsoft.com/office/drawing/2014/main" id="{D4B3FA52-A5D2-4BD0-A19D-432E2A1E2F9F}"/>
                  </a:ext>
                </a:extLst>
              </p:cNvPr>
              <p:cNvSpPr/>
              <p:nvPr/>
            </p:nvSpPr>
            <p:spPr>
              <a:xfrm>
                <a:off x="9251756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2" name="object 884">
                <a:extLst>
                  <a:ext uri="{FF2B5EF4-FFF2-40B4-BE49-F238E27FC236}">
                    <a16:creationId xmlns:a16="http://schemas.microsoft.com/office/drawing/2014/main" id="{FFF78FC4-C04F-4542-8AD3-E9283102412C}"/>
                  </a:ext>
                </a:extLst>
              </p:cNvPr>
              <p:cNvSpPr/>
              <p:nvPr/>
            </p:nvSpPr>
            <p:spPr>
              <a:xfrm>
                <a:off x="9251756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3" name="object 885">
                <a:extLst>
                  <a:ext uri="{FF2B5EF4-FFF2-40B4-BE49-F238E27FC236}">
                    <a16:creationId xmlns:a16="http://schemas.microsoft.com/office/drawing/2014/main" id="{3F80AB19-75D2-4210-A19C-2CA79EDC59EF}"/>
                  </a:ext>
                </a:extLst>
              </p:cNvPr>
              <p:cNvSpPr/>
              <p:nvPr/>
            </p:nvSpPr>
            <p:spPr>
              <a:xfrm>
                <a:off x="935994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4" name="object 886">
                <a:extLst>
                  <a:ext uri="{FF2B5EF4-FFF2-40B4-BE49-F238E27FC236}">
                    <a16:creationId xmlns:a16="http://schemas.microsoft.com/office/drawing/2014/main" id="{AC8A515E-E5D9-4BAA-AB58-3FB068A209DC}"/>
                  </a:ext>
                </a:extLst>
              </p:cNvPr>
              <p:cNvSpPr/>
              <p:nvPr/>
            </p:nvSpPr>
            <p:spPr>
              <a:xfrm>
                <a:off x="9359948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5" name="object 887">
                <a:extLst>
                  <a:ext uri="{FF2B5EF4-FFF2-40B4-BE49-F238E27FC236}">
                    <a16:creationId xmlns:a16="http://schemas.microsoft.com/office/drawing/2014/main" id="{7C54DCC5-B832-4FB4-B185-6E1FD063DBBF}"/>
                  </a:ext>
                </a:extLst>
              </p:cNvPr>
              <p:cNvSpPr/>
              <p:nvPr/>
            </p:nvSpPr>
            <p:spPr>
              <a:xfrm>
                <a:off x="946891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108966" y="108203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966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6" name="object 888">
                <a:extLst>
                  <a:ext uri="{FF2B5EF4-FFF2-40B4-BE49-F238E27FC236}">
                    <a16:creationId xmlns:a16="http://schemas.microsoft.com/office/drawing/2014/main" id="{3CDDCEB7-B526-416D-B742-38DCEB413E9F}"/>
                  </a:ext>
                </a:extLst>
              </p:cNvPr>
              <p:cNvSpPr/>
              <p:nvPr/>
            </p:nvSpPr>
            <p:spPr>
              <a:xfrm>
                <a:off x="9468914" y="5972027"/>
                <a:ext cx="109220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966" y="108203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7" name="object 889">
                <a:extLst>
                  <a:ext uri="{FF2B5EF4-FFF2-40B4-BE49-F238E27FC236}">
                    <a16:creationId xmlns:a16="http://schemas.microsoft.com/office/drawing/2014/main" id="{06603A34-B663-49D2-9139-C11B762225AD}"/>
                  </a:ext>
                </a:extLst>
              </p:cNvPr>
              <p:cNvSpPr/>
              <p:nvPr/>
            </p:nvSpPr>
            <p:spPr>
              <a:xfrm>
                <a:off x="9577892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108203" y="108203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203"/>
                    </a:lnTo>
                    <a:lnTo>
                      <a:pt x="108203" y="108203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8" name="object 890">
                <a:extLst>
                  <a:ext uri="{FF2B5EF4-FFF2-40B4-BE49-F238E27FC236}">
                    <a16:creationId xmlns:a16="http://schemas.microsoft.com/office/drawing/2014/main" id="{785F0186-19C0-47E3-B57E-EC93A72AF189}"/>
                  </a:ext>
                </a:extLst>
              </p:cNvPr>
              <p:cNvSpPr/>
              <p:nvPr/>
            </p:nvSpPr>
            <p:spPr>
              <a:xfrm>
                <a:off x="9577892" y="5972027"/>
                <a:ext cx="108585" cy="108585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8585">
                    <a:moveTo>
                      <a:pt x="0" y="0"/>
                    </a:moveTo>
                    <a:lnTo>
                      <a:pt x="0" y="108203"/>
                    </a:lnTo>
                    <a:lnTo>
                      <a:pt x="108204" y="108203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89" name="object 891">
                <a:extLst>
                  <a:ext uri="{FF2B5EF4-FFF2-40B4-BE49-F238E27FC236}">
                    <a16:creationId xmlns:a16="http://schemas.microsoft.com/office/drawing/2014/main" id="{0DA33951-0693-4E36-A655-E72EA6204F58}"/>
                  </a:ext>
                </a:extLst>
              </p:cNvPr>
              <p:cNvSpPr/>
              <p:nvPr/>
            </p:nvSpPr>
            <p:spPr>
              <a:xfrm>
                <a:off x="6969566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0" name="object 892">
                <a:extLst>
                  <a:ext uri="{FF2B5EF4-FFF2-40B4-BE49-F238E27FC236}">
                    <a16:creationId xmlns:a16="http://schemas.microsoft.com/office/drawing/2014/main" id="{FC2DE3C5-BADD-411F-8113-3A43A7B52036}"/>
                  </a:ext>
                </a:extLst>
              </p:cNvPr>
              <p:cNvSpPr/>
              <p:nvPr/>
            </p:nvSpPr>
            <p:spPr>
              <a:xfrm>
                <a:off x="6969566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1" name="object 893">
                <a:extLst>
                  <a:ext uri="{FF2B5EF4-FFF2-40B4-BE49-F238E27FC236}">
                    <a16:creationId xmlns:a16="http://schemas.microsoft.com/office/drawing/2014/main" id="{6343F9E0-6A80-4F20-A834-25EA9C999804}"/>
                  </a:ext>
                </a:extLst>
              </p:cNvPr>
              <p:cNvSpPr/>
              <p:nvPr/>
            </p:nvSpPr>
            <p:spPr>
              <a:xfrm>
                <a:off x="7078532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2" name="object 894">
                <a:extLst>
                  <a:ext uri="{FF2B5EF4-FFF2-40B4-BE49-F238E27FC236}">
                    <a16:creationId xmlns:a16="http://schemas.microsoft.com/office/drawing/2014/main" id="{CC79C21F-5C27-48C2-A45F-877803FA292D}"/>
                  </a:ext>
                </a:extLst>
              </p:cNvPr>
              <p:cNvSpPr/>
              <p:nvPr/>
            </p:nvSpPr>
            <p:spPr>
              <a:xfrm>
                <a:off x="7078532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3" name="object 895">
                <a:extLst>
                  <a:ext uri="{FF2B5EF4-FFF2-40B4-BE49-F238E27FC236}">
                    <a16:creationId xmlns:a16="http://schemas.microsoft.com/office/drawing/2014/main" id="{E9DE73B1-A001-481A-84BA-DE81818EBED3}"/>
                  </a:ext>
                </a:extLst>
              </p:cNvPr>
              <p:cNvSpPr/>
              <p:nvPr/>
            </p:nvSpPr>
            <p:spPr>
              <a:xfrm>
                <a:off x="7186736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4" name="object 896">
                <a:extLst>
                  <a:ext uri="{FF2B5EF4-FFF2-40B4-BE49-F238E27FC236}">
                    <a16:creationId xmlns:a16="http://schemas.microsoft.com/office/drawing/2014/main" id="{23089F8D-0058-40A0-99B4-41B3AD15817F}"/>
                  </a:ext>
                </a:extLst>
              </p:cNvPr>
              <p:cNvSpPr/>
              <p:nvPr/>
            </p:nvSpPr>
            <p:spPr>
              <a:xfrm>
                <a:off x="7186736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5" name="object 897">
                <a:extLst>
                  <a:ext uri="{FF2B5EF4-FFF2-40B4-BE49-F238E27FC236}">
                    <a16:creationId xmlns:a16="http://schemas.microsoft.com/office/drawing/2014/main" id="{27677695-B7A8-4D6C-95F4-34E35DF91B0E}"/>
                  </a:ext>
                </a:extLst>
              </p:cNvPr>
              <p:cNvSpPr/>
              <p:nvPr/>
            </p:nvSpPr>
            <p:spPr>
              <a:xfrm>
                <a:off x="729570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6" name="object 898">
                <a:extLst>
                  <a:ext uri="{FF2B5EF4-FFF2-40B4-BE49-F238E27FC236}">
                    <a16:creationId xmlns:a16="http://schemas.microsoft.com/office/drawing/2014/main" id="{D91D8CE7-8669-4E95-8B1A-9EF24408B3DC}"/>
                  </a:ext>
                </a:extLst>
              </p:cNvPr>
              <p:cNvSpPr/>
              <p:nvPr/>
            </p:nvSpPr>
            <p:spPr>
              <a:xfrm>
                <a:off x="729570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7" name="object 899">
                <a:extLst>
                  <a:ext uri="{FF2B5EF4-FFF2-40B4-BE49-F238E27FC236}">
                    <a16:creationId xmlns:a16="http://schemas.microsoft.com/office/drawing/2014/main" id="{F6068A45-ED95-4285-96A8-C1E8B8903E5A}"/>
                  </a:ext>
                </a:extLst>
              </p:cNvPr>
              <p:cNvSpPr/>
              <p:nvPr/>
            </p:nvSpPr>
            <p:spPr>
              <a:xfrm>
                <a:off x="7404668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8" name="object 900">
                <a:extLst>
                  <a:ext uri="{FF2B5EF4-FFF2-40B4-BE49-F238E27FC236}">
                    <a16:creationId xmlns:a16="http://schemas.microsoft.com/office/drawing/2014/main" id="{1D79D06F-F014-487D-97AC-E5ED4FC28A07}"/>
                  </a:ext>
                </a:extLst>
              </p:cNvPr>
              <p:cNvSpPr/>
              <p:nvPr/>
            </p:nvSpPr>
            <p:spPr>
              <a:xfrm>
                <a:off x="7404668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99" name="object 901">
                <a:extLst>
                  <a:ext uri="{FF2B5EF4-FFF2-40B4-BE49-F238E27FC236}">
                    <a16:creationId xmlns:a16="http://schemas.microsoft.com/office/drawing/2014/main" id="{E4CB409E-8126-4FCA-977D-AEC8F190500A}"/>
                  </a:ext>
                </a:extLst>
              </p:cNvPr>
              <p:cNvSpPr/>
              <p:nvPr/>
            </p:nvSpPr>
            <p:spPr>
              <a:xfrm>
                <a:off x="751287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0" name="object 902">
                <a:extLst>
                  <a:ext uri="{FF2B5EF4-FFF2-40B4-BE49-F238E27FC236}">
                    <a16:creationId xmlns:a16="http://schemas.microsoft.com/office/drawing/2014/main" id="{A803835E-B3D9-4DB1-B1FD-6ECC71E7DA1B}"/>
                  </a:ext>
                </a:extLst>
              </p:cNvPr>
              <p:cNvSpPr/>
              <p:nvPr/>
            </p:nvSpPr>
            <p:spPr>
              <a:xfrm>
                <a:off x="751287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1" name="object 903">
                <a:extLst>
                  <a:ext uri="{FF2B5EF4-FFF2-40B4-BE49-F238E27FC236}">
                    <a16:creationId xmlns:a16="http://schemas.microsoft.com/office/drawing/2014/main" id="{70E2D0D8-327B-4E13-963D-FBBE94FA104D}"/>
                  </a:ext>
                </a:extLst>
              </p:cNvPr>
              <p:cNvSpPr/>
              <p:nvPr/>
            </p:nvSpPr>
            <p:spPr>
              <a:xfrm>
                <a:off x="7621838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2" name="object 904">
                <a:extLst>
                  <a:ext uri="{FF2B5EF4-FFF2-40B4-BE49-F238E27FC236}">
                    <a16:creationId xmlns:a16="http://schemas.microsoft.com/office/drawing/2014/main" id="{DE13D024-D2C6-436D-9B20-89760B76D603}"/>
                  </a:ext>
                </a:extLst>
              </p:cNvPr>
              <p:cNvSpPr/>
              <p:nvPr/>
            </p:nvSpPr>
            <p:spPr>
              <a:xfrm>
                <a:off x="7621838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3" name="object 905">
                <a:extLst>
                  <a:ext uri="{FF2B5EF4-FFF2-40B4-BE49-F238E27FC236}">
                    <a16:creationId xmlns:a16="http://schemas.microsoft.com/office/drawing/2014/main" id="{40C1D87A-F976-46F6-B0F7-A1A5508EC06A}"/>
                  </a:ext>
                </a:extLst>
              </p:cNvPr>
              <p:cNvSpPr/>
              <p:nvPr/>
            </p:nvSpPr>
            <p:spPr>
              <a:xfrm>
                <a:off x="773004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4" name="object 906">
                <a:extLst>
                  <a:ext uri="{FF2B5EF4-FFF2-40B4-BE49-F238E27FC236}">
                    <a16:creationId xmlns:a16="http://schemas.microsoft.com/office/drawing/2014/main" id="{91510E03-8AF4-45C7-A978-B5C4D29E6293}"/>
                  </a:ext>
                </a:extLst>
              </p:cNvPr>
              <p:cNvSpPr/>
              <p:nvPr/>
            </p:nvSpPr>
            <p:spPr>
              <a:xfrm>
                <a:off x="773004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5" name="object 907">
                <a:extLst>
                  <a:ext uri="{FF2B5EF4-FFF2-40B4-BE49-F238E27FC236}">
                    <a16:creationId xmlns:a16="http://schemas.microsoft.com/office/drawing/2014/main" id="{FE4737B2-D5FC-489A-AEF2-3A164D98A9C2}"/>
                  </a:ext>
                </a:extLst>
              </p:cNvPr>
              <p:cNvSpPr/>
              <p:nvPr/>
            </p:nvSpPr>
            <p:spPr>
              <a:xfrm>
                <a:off x="783900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5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965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6" name="object 908">
                <a:extLst>
                  <a:ext uri="{FF2B5EF4-FFF2-40B4-BE49-F238E27FC236}">
                    <a16:creationId xmlns:a16="http://schemas.microsoft.com/office/drawing/2014/main" id="{8A21299B-4036-4652-84F1-3F021867C807}"/>
                  </a:ext>
                </a:extLst>
              </p:cNvPr>
              <p:cNvSpPr/>
              <p:nvPr/>
            </p:nvSpPr>
            <p:spPr>
              <a:xfrm>
                <a:off x="783900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7" name="object 909">
                <a:extLst>
                  <a:ext uri="{FF2B5EF4-FFF2-40B4-BE49-F238E27FC236}">
                    <a16:creationId xmlns:a16="http://schemas.microsoft.com/office/drawing/2014/main" id="{2B064338-C219-4E38-887B-12F8555B5CB8}"/>
                  </a:ext>
                </a:extLst>
              </p:cNvPr>
              <p:cNvSpPr/>
              <p:nvPr/>
            </p:nvSpPr>
            <p:spPr>
              <a:xfrm>
                <a:off x="794797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5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5"/>
                    </a:lnTo>
                    <a:lnTo>
                      <a:pt x="108203" y="108965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8" name="object 910">
                <a:extLst>
                  <a:ext uri="{FF2B5EF4-FFF2-40B4-BE49-F238E27FC236}">
                    <a16:creationId xmlns:a16="http://schemas.microsoft.com/office/drawing/2014/main" id="{364A8045-1978-4BBE-AF32-DD0E404371E0}"/>
                  </a:ext>
                </a:extLst>
              </p:cNvPr>
              <p:cNvSpPr/>
              <p:nvPr/>
            </p:nvSpPr>
            <p:spPr>
              <a:xfrm>
                <a:off x="794797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09" name="object 911">
                <a:extLst>
                  <a:ext uri="{FF2B5EF4-FFF2-40B4-BE49-F238E27FC236}">
                    <a16:creationId xmlns:a16="http://schemas.microsoft.com/office/drawing/2014/main" id="{F97DC87F-1B28-4C3F-A428-0D6B3906B249}"/>
                  </a:ext>
                </a:extLst>
              </p:cNvPr>
              <p:cNvSpPr/>
              <p:nvPr/>
            </p:nvSpPr>
            <p:spPr>
              <a:xfrm>
                <a:off x="805617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6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0" name="object 912">
                <a:extLst>
                  <a:ext uri="{FF2B5EF4-FFF2-40B4-BE49-F238E27FC236}">
                    <a16:creationId xmlns:a16="http://schemas.microsoft.com/office/drawing/2014/main" id="{B6F912B4-62EA-40A7-894C-9AFCD18A5401}"/>
                  </a:ext>
                </a:extLst>
              </p:cNvPr>
              <p:cNvSpPr/>
              <p:nvPr/>
            </p:nvSpPr>
            <p:spPr>
              <a:xfrm>
                <a:off x="805617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1" name="object 913">
                <a:extLst>
                  <a:ext uri="{FF2B5EF4-FFF2-40B4-BE49-F238E27FC236}">
                    <a16:creationId xmlns:a16="http://schemas.microsoft.com/office/drawing/2014/main" id="{E74D7F40-C8D0-46D2-AAAC-40D90F2B0A77}"/>
                  </a:ext>
                </a:extLst>
              </p:cNvPr>
              <p:cNvSpPr/>
              <p:nvPr/>
            </p:nvSpPr>
            <p:spPr>
              <a:xfrm>
                <a:off x="8165145" y="6080243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4" y="0"/>
                    </a:moveTo>
                    <a:lnTo>
                      <a:pt x="0" y="0"/>
                    </a:lnTo>
                    <a:lnTo>
                      <a:pt x="0" y="100584"/>
                    </a:lnTo>
                    <a:lnTo>
                      <a:pt x="0" y="108966"/>
                    </a:lnTo>
                    <a:lnTo>
                      <a:pt x="108204" y="108966"/>
                    </a:lnTo>
                    <a:lnTo>
                      <a:pt x="108204" y="100584"/>
                    </a:lnTo>
                    <a:lnTo>
                      <a:pt x="108204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2" name="object 914">
                <a:extLst>
                  <a:ext uri="{FF2B5EF4-FFF2-40B4-BE49-F238E27FC236}">
                    <a16:creationId xmlns:a16="http://schemas.microsoft.com/office/drawing/2014/main" id="{F84942E9-CBFB-4C1A-B27E-E1FF400CCCA5}"/>
                  </a:ext>
                </a:extLst>
              </p:cNvPr>
              <p:cNvSpPr/>
              <p:nvPr/>
            </p:nvSpPr>
            <p:spPr>
              <a:xfrm>
                <a:off x="816514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3" name="object 915">
                <a:extLst>
                  <a:ext uri="{FF2B5EF4-FFF2-40B4-BE49-F238E27FC236}">
                    <a16:creationId xmlns:a16="http://schemas.microsoft.com/office/drawing/2014/main" id="{EB222FC0-9091-4CAB-B150-BF81408B3DA9}"/>
                  </a:ext>
                </a:extLst>
              </p:cNvPr>
              <p:cNvSpPr/>
              <p:nvPr/>
            </p:nvSpPr>
            <p:spPr>
              <a:xfrm>
                <a:off x="8273348" y="6080231"/>
                <a:ext cx="10922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0965">
                    <a:moveTo>
                      <a:pt x="0" y="100584"/>
                    </a:moveTo>
                    <a:lnTo>
                      <a:pt x="108965" y="100584"/>
                    </a:lnTo>
                    <a:lnTo>
                      <a:pt x="108965" y="0"/>
                    </a:lnTo>
                    <a:lnTo>
                      <a:pt x="0" y="0"/>
                    </a:lnTo>
                    <a:lnTo>
                      <a:pt x="0" y="100584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4" name="object 916">
                <a:extLst>
                  <a:ext uri="{FF2B5EF4-FFF2-40B4-BE49-F238E27FC236}">
                    <a16:creationId xmlns:a16="http://schemas.microsoft.com/office/drawing/2014/main" id="{197DC760-FFA4-41B3-ABB6-F1861BC31D9C}"/>
                  </a:ext>
                </a:extLst>
              </p:cNvPr>
              <p:cNvSpPr/>
              <p:nvPr/>
            </p:nvSpPr>
            <p:spPr>
              <a:xfrm>
                <a:off x="827334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5" name="object 917">
                <a:extLst>
                  <a:ext uri="{FF2B5EF4-FFF2-40B4-BE49-F238E27FC236}">
                    <a16:creationId xmlns:a16="http://schemas.microsoft.com/office/drawing/2014/main" id="{2654A4E2-264D-43BC-8CAA-87EBBF84C496}"/>
                  </a:ext>
                </a:extLst>
              </p:cNvPr>
              <p:cNvSpPr/>
              <p:nvPr/>
            </p:nvSpPr>
            <p:spPr>
              <a:xfrm>
                <a:off x="8382315" y="6080243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0"/>
                    </a:moveTo>
                    <a:lnTo>
                      <a:pt x="0" y="0"/>
                    </a:lnTo>
                    <a:lnTo>
                      <a:pt x="0" y="100584"/>
                    </a:lnTo>
                    <a:lnTo>
                      <a:pt x="0" y="108966"/>
                    </a:lnTo>
                    <a:lnTo>
                      <a:pt x="108966" y="108966"/>
                    </a:lnTo>
                    <a:lnTo>
                      <a:pt x="108966" y="100584"/>
                    </a:lnTo>
                    <a:lnTo>
                      <a:pt x="1089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6" name="object 918">
                <a:extLst>
                  <a:ext uri="{FF2B5EF4-FFF2-40B4-BE49-F238E27FC236}">
                    <a16:creationId xmlns:a16="http://schemas.microsoft.com/office/drawing/2014/main" id="{EDEA4B8D-E361-46BD-9DC7-32BCD53DCAE3}"/>
                  </a:ext>
                </a:extLst>
              </p:cNvPr>
              <p:cNvSpPr/>
              <p:nvPr/>
            </p:nvSpPr>
            <p:spPr>
              <a:xfrm>
                <a:off x="838231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7" name="object 919">
                <a:extLst>
                  <a:ext uri="{FF2B5EF4-FFF2-40B4-BE49-F238E27FC236}">
                    <a16:creationId xmlns:a16="http://schemas.microsoft.com/office/drawing/2014/main" id="{CDB72B39-8D57-445F-BEEC-0990887103BE}"/>
                  </a:ext>
                </a:extLst>
              </p:cNvPr>
              <p:cNvSpPr/>
              <p:nvPr/>
            </p:nvSpPr>
            <p:spPr>
              <a:xfrm>
                <a:off x="8491280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8" name="object 920">
                <a:extLst>
                  <a:ext uri="{FF2B5EF4-FFF2-40B4-BE49-F238E27FC236}">
                    <a16:creationId xmlns:a16="http://schemas.microsoft.com/office/drawing/2014/main" id="{28D934FB-D8E0-498F-BD1D-1FACE3DCACF0}"/>
                  </a:ext>
                </a:extLst>
              </p:cNvPr>
              <p:cNvSpPr/>
              <p:nvPr/>
            </p:nvSpPr>
            <p:spPr>
              <a:xfrm>
                <a:off x="8491280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5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19" name="object 921">
                <a:extLst>
                  <a:ext uri="{FF2B5EF4-FFF2-40B4-BE49-F238E27FC236}">
                    <a16:creationId xmlns:a16="http://schemas.microsoft.com/office/drawing/2014/main" id="{1267BCD2-4C3F-4AEC-96FC-426B0FCC5D54}"/>
                  </a:ext>
                </a:extLst>
              </p:cNvPr>
              <p:cNvSpPr/>
              <p:nvPr/>
            </p:nvSpPr>
            <p:spPr>
              <a:xfrm>
                <a:off x="859947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5" y="108966"/>
                    </a:moveTo>
                    <a:lnTo>
                      <a:pt x="108965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5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0" name="object 922">
                <a:extLst>
                  <a:ext uri="{FF2B5EF4-FFF2-40B4-BE49-F238E27FC236}">
                    <a16:creationId xmlns:a16="http://schemas.microsoft.com/office/drawing/2014/main" id="{2DCCE4A3-2639-4B8E-B192-8AC2CEA1D451}"/>
                  </a:ext>
                </a:extLst>
              </p:cNvPr>
              <p:cNvSpPr/>
              <p:nvPr/>
            </p:nvSpPr>
            <p:spPr>
              <a:xfrm>
                <a:off x="8599472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1" name="object 923">
                <a:extLst>
                  <a:ext uri="{FF2B5EF4-FFF2-40B4-BE49-F238E27FC236}">
                    <a16:creationId xmlns:a16="http://schemas.microsoft.com/office/drawing/2014/main" id="{209647AC-3589-4BA1-B3D0-F61B4346E7A9}"/>
                  </a:ext>
                </a:extLst>
              </p:cNvPr>
              <p:cNvSpPr/>
              <p:nvPr/>
            </p:nvSpPr>
            <p:spPr>
              <a:xfrm>
                <a:off x="8708437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2" name="object 924">
                <a:extLst>
                  <a:ext uri="{FF2B5EF4-FFF2-40B4-BE49-F238E27FC236}">
                    <a16:creationId xmlns:a16="http://schemas.microsoft.com/office/drawing/2014/main" id="{71FC3D18-2555-491F-911F-CD0B60FE5A26}"/>
                  </a:ext>
                </a:extLst>
              </p:cNvPr>
              <p:cNvSpPr/>
              <p:nvPr/>
            </p:nvSpPr>
            <p:spPr>
              <a:xfrm>
                <a:off x="8708437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3" name="object 925">
                <a:extLst>
                  <a:ext uri="{FF2B5EF4-FFF2-40B4-BE49-F238E27FC236}">
                    <a16:creationId xmlns:a16="http://schemas.microsoft.com/office/drawing/2014/main" id="{7B1375A5-C6C5-4814-A964-0BB2C1AD77AF}"/>
                  </a:ext>
                </a:extLst>
              </p:cNvPr>
              <p:cNvSpPr/>
              <p:nvPr/>
            </p:nvSpPr>
            <p:spPr>
              <a:xfrm>
                <a:off x="881665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4" name="object 926">
                <a:extLst>
                  <a:ext uri="{FF2B5EF4-FFF2-40B4-BE49-F238E27FC236}">
                    <a16:creationId xmlns:a16="http://schemas.microsoft.com/office/drawing/2014/main" id="{9BCB99D4-37BE-42EF-A72F-4F2BC75788E1}"/>
                  </a:ext>
                </a:extLst>
              </p:cNvPr>
              <p:cNvSpPr/>
              <p:nvPr/>
            </p:nvSpPr>
            <p:spPr>
              <a:xfrm>
                <a:off x="881665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5" name="object 927">
                <a:extLst>
                  <a:ext uri="{FF2B5EF4-FFF2-40B4-BE49-F238E27FC236}">
                    <a16:creationId xmlns:a16="http://schemas.microsoft.com/office/drawing/2014/main" id="{052363A4-9F6C-472F-A267-E17DE628F366}"/>
                  </a:ext>
                </a:extLst>
              </p:cNvPr>
              <p:cNvSpPr/>
              <p:nvPr/>
            </p:nvSpPr>
            <p:spPr>
              <a:xfrm>
                <a:off x="8925620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6" name="object 928">
                <a:extLst>
                  <a:ext uri="{FF2B5EF4-FFF2-40B4-BE49-F238E27FC236}">
                    <a16:creationId xmlns:a16="http://schemas.microsoft.com/office/drawing/2014/main" id="{C44BD450-9ED1-48FE-85DB-01BFA52FC52F}"/>
                  </a:ext>
                </a:extLst>
              </p:cNvPr>
              <p:cNvSpPr/>
              <p:nvPr/>
            </p:nvSpPr>
            <p:spPr>
              <a:xfrm>
                <a:off x="8925620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7" name="object 929">
                <a:extLst>
                  <a:ext uri="{FF2B5EF4-FFF2-40B4-BE49-F238E27FC236}">
                    <a16:creationId xmlns:a16="http://schemas.microsoft.com/office/drawing/2014/main" id="{F97ED06B-7703-4E6E-BAB4-A2509417FFDD}"/>
                  </a:ext>
                </a:extLst>
              </p:cNvPr>
              <p:cNvSpPr/>
              <p:nvPr/>
            </p:nvSpPr>
            <p:spPr>
              <a:xfrm>
                <a:off x="903457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8" name="object 930">
                <a:extLst>
                  <a:ext uri="{FF2B5EF4-FFF2-40B4-BE49-F238E27FC236}">
                    <a16:creationId xmlns:a16="http://schemas.microsoft.com/office/drawing/2014/main" id="{243D6176-6E49-40BC-B55C-A1C1EED72AE8}"/>
                  </a:ext>
                </a:extLst>
              </p:cNvPr>
              <p:cNvSpPr/>
              <p:nvPr/>
            </p:nvSpPr>
            <p:spPr>
              <a:xfrm>
                <a:off x="9034574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29" name="object 931">
                <a:extLst>
                  <a:ext uri="{FF2B5EF4-FFF2-40B4-BE49-F238E27FC236}">
                    <a16:creationId xmlns:a16="http://schemas.microsoft.com/office/drawing/2014/main" id="{D2651A7C-4294-4CC1-BE82-13E2819E8BAC}"/>
                  </a:ext>
                </a:extLst>
              </p:cNvPr>
              <p:cNvSpPr/>
              <p:nvPr/>
            </p:nvSpPr>
            <p:spPr>
              <a:xfrm>
                <a:off x="914277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0" name="object 932">
                <a:extLst>
                  <a:ext uri="{FF2B5EF4-FFF2-40B4-BE49-F238E27FC236}">
                    <a16:creationId xmlns:a16="http://schemas.microsoft.com/office/drawing/2014/main" id="{55540676-3445-4A98-B59B-8FE03F6100AF}"/>
                  </a:ext>
                </a:extLst>
              </p:cNvPr>
              <p:cNvSpPr/>
              <p:nvPr/>
            </p:nvSpPr>
            <p:spPr>
              <a:xfrm>
                <a:off x="914277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1" name="object 933">
                <a:extLst>
                  <a:ext uri="{FF2B5EF4-FFF2-40B4-BE49-F238E27FC236}">
                    <a16:creationId xmlns:a16="http://schemas.microsoft.com/office/drawing/2014/main" id="{953139AF-05A3-4094-9BE6-5C16AE00CCBA}"/>
                  </a:ext>
                </a:extLst>
              </p:cNvPr>
              <p:cNvSpPr/>
              <p:nvPr/>
            </p:nvSpPr>
            <p:spPr>
              <a:xfrm>
                <a:off x="9251756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2" name="object 934">
                <a:extLst>
                  <a:ext uri="{FF2B5EF4-FFF2-40B4-BE49-F238E27FC236}">
                    <a16:creationId xmlns:a16="http://schemas.microsoft.com/office/drawing/2014/main" id="{543039F2-E01C-4E80-B633-6525726A3B30}"/>
                  </a:ext>
                </a:extLst>
              </p:cNvPr>
              <p:cNvSpPr/>
              <p:nvPr/>
            </p:nvSpPr>
            <p:spPr>
              <a:xfrm>
                <a:off x="9251756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3" name="object 935">
                <a:extLst>
                  <a:ext uri="{FF2B5EF4-FFF2-40B4-BE49-F238E27FC236}">
                    <a16:creationId xmlns:a16="http://schemas.microsoft.com/office/drawing/2014/main" id="{763ED71A-9B3C-4FF0-B578-BC44928744FB}"/>
                  </a:ext>
                </a:extLst>
              </p:cNvPr>
              <p:cNvSpPr/>
              <p:nvPr/>
            </p:nvSpPr>
            <p:spPr>
              <a:xfrm>
                <a:off x="935994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4" name="object 936">
                <a:extLst>
                  <a:ext uri="{FF2B5EF4-FFF2-40B4-BE49-F238E27FC236}">
                    <a16:creationId xmlns:a16="http://schemas.microsoft.com/office/drawing/2014/main" id="{94137902-3607-42FE-8594-2425591F9F72}"/>
                  </a:ext>
                </a:extLst>
              </p:cNvPr>
              <p:cNvSpPr/>
              <p:nvPr/>
            </p:nvSpPr>
            <p:spPr>
              <a:xfrm>
                <a:off x="9359948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5" name="object 937">
                <a:extLst>
                  <a:ext uri="{FF2B5EF4-FFF2-40B4-BE49-F238E27FC236}">
                    <a16:creationId xmlns:a16="http://schemas.microsoft.com/office/drawing/2014/main" id="{519843F7-8FB2-42CD-8727-37E88329E57E}"/>
                  </a:ext>
                </a:extLst>
              </p:cNvPr>
              <p:cNvSpPr/>
              <p:nvPr/>
            </p:nvSpPr>
            <p:spPr>
              <a:xfrm>
                <a:off x="946891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108966" y="108966"/>
                    </a:moveTo>
                    <a:lnTo>
                      <a:pt x="108966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966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6" name="object 938">
                <a:extLst>
                  <a:ext uri="{FF2B5EF4-FFF2-40B4-BE49-F238E27FC236}">
                    <a16:creationId xmlns:a16="http://schemas.microsoft.com/office/drawing/2014/main" id="{639F672F-6A98-4ACC-97B0-E8946F252836}"/>
                  </a:ext>
                </a:extLst>
              </p:cNvPr>
              <p:cNvSpPr/>
              <p:nvPr/>
            </p:nvSpPr>
            <p:spPr>
              <a:xfrm>
                <a:off x="9468914" y="6080231"/>
                <a:ext cx="109220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9220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966" y="108965"/>
                    </a:lnTo>
                    <a:lnTo>
                      <a:pt x="108966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7" name="object 939">
                <a:extLst>
                  <a:ext uri="{FF2B5EF4-FFF2-40B4-BE49-F238E27FC236}">
                    <a16:creationId xmlns:a16="http://schemas.microsoft.com/office/drawing/2014/main" id="{7A5ECE99-4757-440C-9AE6-3D8CEC5ED494}"/>
                  </a:ext>
                </a:extLst>
              </p:cNvPr>
              <p:cNvSpPr/>
              <p:nvPr/>
            </p:nvSpPr>
            <p:spPr>
              <a:xfrm>
                <a:off x="9577892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108203" y="108966"/>
                    </a:moveTo>
                    <a:lnTo>
                      <a:pt x="108203" y="0"/>
                    </a:lnTo>
                    <a:lnTo>
                      <a:pt x="0" y="0"/>
                    </a:lnTo>
                    <a:lnTo>
                      <a:pt x="0" y="108966"/>
                    </a:lnTo>
                    <a:lnTo>
                      <a:pt x="108203" y="108966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8" name="object 940">
                <a:extLst>
                  <a:ext uri="{FF2B5EF4-FFF2-40B4-BE49-F238E27FC236}">
                    <a16:creationId xmlns:a16="http://schemas.microsoft.com/office/drawing/2014/main" id="{688E8C6E-0AB6-44F2-A942-EF7C388B6C8F}"/>
                  </a:ext>
                </a:extLst>
              </p:cNvPr>
              <p:cNvSpPr/>
              <p:nvPr/>
            </p:nvSpPr>
            <p:spPr>
              <a:xfrm>
                <a:off x="9577892" y="6080231"/>
                <a:ext cx="108585" cy="10922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09220">
                    <a:moveTo>
                      <a:pt x="0" y="0"/>
                    </a:moveTo>
                    <a:lnTo>
                      <a:pt x="0" y="108965"/>
                    </a:lnTo>
                    <a:lnTo>
                      <a:pt x="108204" y="108965"/>
                    </a:lnTo>
                    <a:lnTo>
                      <a:pt x="108204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7670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39" name="object 941">
                <a:extLst>
                  <a:ext uri="{FF2B5EF4-FFF2-40B4-BE49-F238E27FC236}">
                    <a16:creationId xmlns:a16="http://schemas.microsoft.com/office/drawing/2014/main" id="{2FD6EC9A-6F57-4DC7-8237-D15CBC2F1FA8}"/>
                  </a:ext>
                </a:extLst>
              </p:cNvPr>
              <p:cNvSpPr/>
              <p:nvPr/>
            </p:nvSpPr>
            <p:spPr>
              <a:xfrm>
                <a:off x="7478582" y="3823949"/>
                <a:ext cx="30226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22600" h="171450">
                    <a:moveTo>
                      <a:pt x="0" y="154685"/>
                    </a:moveTo>
                    <a:lnTo>
                      <a:pt x="307848" y="0"/>
                    </a:lnTo>
                  </a:path>
                  <a:path w="3022600" h="171450">
                    <a:moveTo>
                      <a:pt x="2682989" y="171449"/>
                    </a:moveTo>
                    <a:lnTo>
                      <a:pt x="3022092" y="1523"/>
                    </a:lnTo>
                  </a:path>
                </a:pathLst>
              </a:custGeom>
              <a:ln w="7670">
                <a:solidFill>
                  <a:srgbClr val="000000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0" name="object 942">
                <a:extLst>
                  <a:ext uri="{FF2B5EF4-FFF2-40B4-BE49-F238E27FC236}">
                    <a16:creationId xmlns:a16="http://schemas.microsoft.com/office/drawing/2014/main" id="{C2A09222-60BE-4727-B750-086E9DF38406}"/>
                  </a:ext>
                </a:extLst>
              </p:cNvPr>
              <p:cNvSpPr/>
              <p:nvPr/>
            </p:nvSpPr>
            <p:spPr>
              <a:xfrm>
                <a:off x="9686096" y="5754095"/>
                <a:ext cx="869950" cy="435609"/>
              </a:xfrm>
              <a:custGeom>
                <a:avLst/>
                <a:gdLst/>
                <a:ahLst/>
                <a:cxnLst/>
                <a:rect l="l" t="t" r="r" b="b"/>
                <a:pathLst>
                  <a:path w="869950" h="435609">
                    <a:moveTo>
                      <a:pt x="0" y="435101"/>
                    </a:moveTo>
                    <a:lnTo>
                      <a:pt x="869441" y="0"/>
                    </a:lnTo>
                  </a:path>
                </a:pathLst>
              </a:custGeom>
              <a:ln w="11506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1" name="object 943">
                <a:extLst>
                  <a:ext uri="{FF2B5EF4-FFF2-40B4-BE49-F238E27FC236}">
                    <a16:creationId xmlns:a16="http://schemas.microsoft.com/office/drawing/2014/main" id="{F739077A-3670-4BB1-9017-73CDDCAF5A13}"/>
                  </a:ext>
                </a:extLst>
              </p:cNvPr>
              <p:cNvSpPr/>
              <p:nvPr/>
            </p:nvSpPr>
            <p:spPr>
              <a:xfrm>
                <a:off x="9686096" y="6148049"/>
                <a:ext cx="41275" cy="55244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55245">
                    <a:moveTo>
                      <a:pt x="13716" y="0"/>
                    </a:moveTo>
                    <a:lnTo>
                      <a:pt x="0" y="41148"/>
                    </a:lnTo>
                    <a:lnTo>
                      <a:pt x="41148" y="54864"/>
                    </a:lnTo>
                  </a:path>
                </a:pathLst>
              </a:custGeom>
              <a:ln w="11506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2" name="object 944">
                <a:extLst>
                  <a:ext uri="{FF2B5EF4-FFF2-40B4-BE49-F238E27FC236}">
                    <a16:creationId xmlns:a16="http://schemas.microsoft.com/office/drawing/2014/main" id="{B6680229-47DF-4D0D-B979-4561A313B153}"/>
                  </a:ext>
                </a:extLst>
              </p:cNvPr>
              <p:cNvSpPr/>
              <p:nvPr/>
            </p:nvSpPr>
            <p:spPr>
              <a:xfrm>
                <a:off x="10514390" y="5740379"/>
                <a:ext cx="41275" cy="55880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55879">
                    <a:moveTo>
                      <a:pt x="27431" y="55625"/>
                    </a:moveTo>
                    <a:lnTo>
                      <a:pt x="41147" y="13715"/>
                    </a:lnTo>
                    <a:lnTo>
                      <a:pt x="0" y="0"/>
                    </a:lnTo>
                  </a:path>
                </a:pathLst>
              </a:custGeom>
              <a:ln w="11506">
                <a:solidFill>
                  <a:srgbClr val="0070C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3" name="object 945">
                <a:extLst>
                  <a:ext uri="{FF2B5EF4-FFF2-40B4-BE49-F238E27FC236}">
                    <a16:creationId xmlns:a16="http://schemas.microsoft.com/office/drawing/2014/main" id="{F567587D-A7AD-4056-8FEC-0418489068EE}"/>
                  </a:ext>
                </a:extLst>
              </p:cNvPr>
              <p:cNvSpPr/>
              <p:nvPr/>
            </p:nvSpPr>
            <p:spPr>
              <a:xfrm>
                <a:off x="9948224" y="5811245"/>
                <a:ext cx="345440" cy="321310"/>
              </a:xfrm>
              <a:custGeom>
                <a:avLst/>
                <a:gdLst/>
                <a:ahLst/>
                <a:cxnLst/>
                <a:rect l="l" t="t" r="r" b="b"/>
                <a:pathLst>
                  <a:path w="345440" h="321309">
                    <a:moveTo>
                      <a:pt x="345186" y="197357"/>
                    </a:moveTo>
                    <a:lnTo>
                      <a:pt x="246888" y="0"/>
                    </a:lnTo>
                    <a:lnTo>
                      <a:pt x="0" y="123443"/>
                    </a:lnTo>
                    <a:lnTo>
                      <a:pt x="98298" y="320801"/>
                    </a:lnTo>
                    <a:lnTo>
                      <a:pt x="345186" y="1973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44" name="object 946">
                <a:extLst>
                  <a:ext uri="{FF2B5EF4-FFF2-40B4-BE49-F238E27FC236}">
                    <a16:creationId xmlns:a16="http://schemas.microsoft.com/office/drawing/2014/main" id="{D7A3AE7B-B269-40F9-9061-717273836AA5}"/>
                  </a:ext>
                </a:extLst>
              </p:cNvPr>
              <p:cNvSpPr/>
              <p:nvPr/>
            </p:nvSpPr>
            <p:spPr>
              <a:xfrm>
                <a:off x="10000028" y="5866556"/>
                <a:ext cx="254635" cy="210185"/>
              </a:xfrm>
              <a:custGeom>
                <a:avLst/>
                <a:gdLst/>
                <a:ahLst/>
                <a:cxnLst/>
                <a:rect l="l" t="t" r="r" b="b"/>
                <a:pathLst>
                  <a:path w="254634" h="210185">
                    <a:moveTo>
                      <a:pt x="39623" y="88706"/>
                    </a:moveTo>
                    <a:lnTo>
                      <a:pt x="38861" y="71942"/>
                    </a:lnTo>
                    <a:lnTo>
                      <a:pt x="0" y="90992"/>
                    </a:lnTo>
                    <a:lnTo>
                      <a:pt x="0" y="143570"/>
                    </a:lnTo>
                    <a:lnTo>
                      <a:pt x="6857" y="140846"/>
                    </a:lnTo>
                    <a:lnTo>
                      <a:pt x="6857" y="104708"/>
                    </a:lnTo>
                    <a:lnTo>
                      <a:pt x="39623" y="88706"/>
                    </a:lnTo>
                    <a:close/>
                  </a:path>
                  <a:path w="254634" h="210185">
                    <a:moveTo>
                      <a:pt x="76961" y="165668"/>
                    </a:moveTo>
                    <a:lnTo>
                      <a:pt x="76961" y="160334"/>
                    </a:lnTo>
                    <a:lnTo>
                      <a:pt x="76199" y="154238"/>
                    </a:lnTo>
                    <a:lnTo>
                      <a:pt x="48767" y="122234"/>
                    </a:lnTo>
                    <a:lnTo>
                      <a:pt x="27431" y="119026"/>
                    </a:lnTo>
                    <a:lnTo>
                      <a:pt x="18014" y="119984"/>
                    </a:lnTo>
                    <a:lnTo>
                      <a:pt x="6857" y="122996"/>
                    </a:lnTo>
                    <a:lnTo>
                      <a:pt x="6857" y="140846"/>
                    </a:lnTo>
                    <a:lnTo>
                      <a:pt x="7584" y="140558"/>
                    </a:lnTo>
                    <a:lnTo>
                      <a:pt x="14382" y="138331"/>
                    </a:lnTo>
                    <a:lnTo>
                      <a:pt x="20466" y="136819"/>
                    </a:lnTo>
                    <a:lnTo>
                      <a:pt x="25145" y="136072"/>
                    </a:lnTo>
                    <a:lnTo>
                      <a:pt x="35051" y="135950"/>
                    </a:lnTo>
                    <a:lnTo>
                      <a:pt x="43433" y="136712"/>
                    </a:lnTo>
                    <a:lnTo>
                      <a:pt x="70103" y="169478"/>
                    </a:lnTo>
                    <a:lnTo>
                      <a:pt x="70103" y="185861"/>
                    </a:lnTo>
                    <a:lnTo>
                      <a:pt x="72389" y="182432"/>
                    </a:lnTo>
                    <a:lnTo>
                      <a:pt x="73913" y="177098"/>
                    </a:lnTo>
                    <a:lnTo>
                      <a:pt x="76199" y="171764"/>
                    </a:lnTo>
                    <a:lnTo>
                      <a:pt x="76961" y="165668"/>
                    </a:lnTo>
                    <a:close/>
                  </a:path>
                  <a:path w="254634" h="210185">
                    <a:moveTo>
                      <a:pt x="70103" y="185861"/>
                    </a:moveTo>
                    <a:lnTo>
                      <a:pt x="70103" y="169478"/>
                    </a:lnTo>
                    <a:lnTo>
                      <a:pt x="67817" y="177098"/>
                    </a:lnTo>
                    <a:lnTo>
                      <a:pt x="64769" y="183956"/>
                    </a:lnTo>
                    <a:lnTo>
                      <a:pt x="60959" y="189290"/>
                    </a:lnTo>
                    <a:lnTo>
                      <a:pt x="54863" y="192338"/>
                    </a:lnTo>
                    <a:lnTo>
                      <a:pt x="50291" y="193862"/>
                    </a:lnTo>
                    <a:lnTo>
                      <a:pt x="45719" y="194624"/>
                    </a:lnTo>
                    <a:lnTo>
                      <a:pt x="40385" y="193862"/>
                    </a:lnTo>
                    <a:lnTo>
                      <a:pt x="36575" y="193862"/>
                    </a:lnTo>
                    <a:lnTo>
                      <a:pt x="34289" y="193100"/>
                    </a:lnTo>
                    <a:lnTo>
                      <a:pt x="33527" y="193100"/>
                    </a:lnTo>
                    <a:lnTo>
                      <a:pt x="32003" y="193862"/>
                    </a:lnTo>
                    <a:lnTo>
                      <a:pt x="30479" y="193862"/>
                    </a:lnTo>
                    <a:lnTo>
                      <a:pt x="27431" y="195386"/>
                    </a:lnTo>
                    <a:lnTo>
                      <a:pt x="25907" y="196910"/>
                    </a:lnTo>
                    <a:lnTo>
                      <a:pt x="25145" y="198434"/>
                    </a:lnTo>
                    <a:lnTo>
                      <a:pt x="25145" y="202244"/>
                    </a:lnTo>
                    <a:lnTo>
                      <a:pt x="25907" y="203768"/>
                    </a:lnTo>
                    <a:lnTo>
                      <a:pt x="26669" y="206054"/>
                    </a:lnTo>
                    <a:lnTo>
                      <a:pt x="29717" y="208340"/>
                    </a:lnTo>
                    <a:lnTo>
                      <a:pt x="33527" y="209102"/>
                    </a:lnTo>
                    <a:lnTo>
                      <a:pt x="38099" y="209864"/>
                    </a:lnTo>
                    <a:lnTo>
                      <a:pt x="43433" y="208340"/>
                    </a:lnTo>
                    <a:lnTo>
                      <a:pt x="49529" y="205292"/>
                    </a:lnTo>
                    <a:lnTo>
                      <a:pt x="56387" y="201482"/>
                    </a:lnTo>
                    <a:lnTo>
                      <a:pt x="61721" y="196910"/>
                    </a:lnTo>
                    <a:lnTo>
                      <a:pt x="66293" y="190814"/>
                    </a:lnTo>
                    <a:lnTo>
                      <a:pt x="69341" y="187004"/>
                    </a:lnTo>
                    <a:lnTo>
                      <a:pt x="70103" y="185861"/>
                    </a:lnTo>
                    <a:close/>
                  </a:path>
                  <a:path w="254634" h="210185">
                    <a:moveTo>
                      <a:pt x="166877" y="144332"/>
                    </a:moveTo>
                    <a:lnTo>
                      <a:pt x="165353" y="141284"/>
                    </a:lnTo>
                    <a:lnTo>
                      <a:pt x="160019" y="143570"/>
                    </a:lnTo>
                    <a:lnTo>
                      <a:pt x="156971" y="144332"/>
                    </a:lnTo>
                    <a:lnTo>
                      <a:pt x="150875" y="144332"/>
                    </a:lnTo>
                    <a:lnTo>
                      <a:pt x="149351" y="142808"/>
                    </a:lnTo>
                    <a:lnTo>
                      <a:pt x="148589" y="141284"/>
                    </a:lnTo>
                    <a:lnTo>
                      <a:pt x="146303" y="137474"/>
                    </a:lnTo>
                    <a:lnTo>
                      <a:pt x="97535" y="39938"/>
                    </a:lnTo>
                    <a:lnTo>
                      <a:pt x="94487" y="40700"/>
                    </a:lnTo>
                    <a:lnTo>
                      <a:pt x="74675" y="67370"/>
                    </a:lnTo>
                    <a:lnTo>
                      <a:pt x="76961" y="68894"/>
                    </a:lnTo>
                    <a:lnTo>
                      <a:pt x="82295" y="63560"/>
                    </a:lnTo>
                    <a:lnTo>
                      <a:pt x="86867" y="61274"/>
                    </a:lnTo>
                    <a:lnTo>
                      <a:pt x="88391" y="62036"/>
                    </a:lnTo>
                    <a:lnTo>
                      <a:pt x="89915" y="62036"/>
                    </a:lnTo>
                    <a:lnTo>
                      <a:pt x="92201" y="64322"/>
                    </a:lnTo>
                    <a:lnTo>
                      <a:pt x="130301" y="138236"/>
                    </a:lnTo>
                    <a:lnTo>
                      <a:pt x="134873" y="148904"/>
                    </a:lnTo>
                    <a:lnTo>
                      <a:pt x="134873" y="160334"/>
                    </a:lnTo>
                    <a:lnTo>
                      <a:pt x="166877" y="144332"/>
                    </a:lnTo>
                    <a:close/>
                  </a:path>
                  <a:path w="254634" h="210185">
                    <a:moveTo>
                      <a:pt x="134873" y="160334"/>
                    </a:moveTo>
                    <a:lnTo>
                      <a:pt x="134873" y="153476"/>
                    </a:lnTo>
                    <a:lnTo>
                      <a:pt x="133349" y="155000"/>
                    </a:lnTo>
                    <a:lnTo>
                      <a:pt x="132587" y="156524"/>
                    </a:lnTo>
                    <a:lnTo>
                      <a:pt x="129539" y="158810"/>
                    </a:lnTo>
                    <a:lnTo>
                      <a:pt x="124205" y="161858"/>
                    </a:lnTo>
                    <a:lnTo>
                      <a:pt x="125729" y="164906"/>
                    </a:lnTo>
                    <a:lnTo>
                      <a:pt x="134873" y="160334"/>
                    </a:lnTo>
                    <a:close/>
                  </a:path>
                  <a:path w="254634" h="210185">
                    <a:moveTo>
                      <a:pt x="218693" y="35366"/>
                    </a:moveTo>
                    <a:lnTo>
                      <a:pt x="218693" y="28508"/>
                    </a:lnTo>
                    <a:lnTo>
                      <a:pt x="217169" y="22412"/>
                    </a:lnTo>
                    <a:lnTo>
                      <a:pt x="214121" y="17078"/>
                    </a:lnTo>
                    <a:lnTo>
                      <a:pt x="210311" y="9458"/>
                    </a:lnTo>
                    <a:lnTo>
                      <a:pt x="204215" y="4124"/>
                    </a:lnTo>
                    <a:lnTo>
                      <a:pt x="195071" y="1076"/>
                    </a:lnTo>
                    <a:lnTo>
                      <a:pt x="188975" y="0"/>
                    </a:lnTo>
                    <a:lnTo>
                      <a:pt x="182117" y="28"/>
                    </a:lnTo>
                    <a:lnTo>
                      <a:pt x="150697" y="28532"/>
                    </a:lnTo>
                    <a:lnTo>
                      <a:pt x="150209" y="35366"/>
                    </a:lnTo>
                    <a:lnTo>
                      <a:pt x="151006" y="42772"/>
                    </a:lnTo>
                    <a:lnTo>
                      <a:pt x="153161" y="50606"/>
                    </a:lnTo>
                    <a:lnTo>
                      <a:pt x="155447" y="49463"/>
                    </a:lnTo>
                    <a:lnTo>
                      <a:pt x="155447" y="41462"/>
                    </a:lnTo>
                    <a:lnTo>
                      <a:pt x="156209" y="35366"/>
                    </a:lnTo>
                    <a:lnTo>
                      <a:pt x="158495" y="30032"/>
                    </a:lnTo>
                    <a:lnTo>
                      <a:pt x="161543" y="24698"/>
                    </a:lnTo>
                    <a:lnTo>
                      <a:pt x="165353" y="20888"/>
                    </a:lnTo>
                    <a:lnTo>
                      <a:pt x="170687" y="18602"/>
                    </a:lnTo>
                    <a:lnTo>
                      <a:pt x="176783" y="15554"/>
                    </a:lnTo>
                    <a:lnTo>
                      <a:pt x="182879" y="14792"/>
                    </a:lnTo>
                    <a:lnTo>
                      <a:pt x="188975" y="17078"/>
                    </a:lnTo>
                    <a:lnTo>
                      <a:pt x="195833" y="19364"/>
                    </a:lnTo>
                    <a:lnTo>
                      <a:pt x="208395" y="89369"/>
                    </a:lnTo>
                    <a:lnTo>
                      <a:pt x="209097" y="87134"/>
                    </a:lnTo>
                    <a:lnTo>
                      <a:pt x="213359" y="72704"/>
                    </a:lnTo>
                    <a:lnTo>
                      <a:pt x="215800" y="62262"/>
                    </a:lnTo>
                    <a:lnTo>
                      <a:pt x="217455" y="52606"/>
                    </a:lnTo>
                    <a:lnTo>
                      <a:pt x="218396" y="43665"/>
                    </a:lnTo>
                    <a:lnTo>
                      <a:pt x="218693" y="35366"/>
                    </a:lnTo>
                    <a:close/>
                  </a:path>
                  <a:path w="254634" h="210185">
                    <a:moveTo>
                      <a:pt x="156209" y="49082"/>
                    </a:moveTo>
                    <a:lnTo>
                      <a:pt x="155447" y="41462"/>
                    </a:lnTo>
                    <a:lnTo>
                      <a:pt x="155447" y="49463"/>
                    </a:lnTo>
                    <a:lnTo>
                      <a:pt x="156209" y="49082"/>
                    </a:lnTo>
                    <a:close/>
                  </a:path>
                  <a:path w="254634" h="210185">
                    <a:moveTo>
                      <a:pt x="208395" y="89369"/>
                    </a:moveTo>
                    <a:lnTo>
                      <a:pt x="208395" y="56523"/>
                    </a:lnTo>
                    <a:lnTo>
                      <a:pt x="207263" y="67370"/>
                    </a:lnTo>
                    <a:lnTo>
                      <a:pt x="204835" y="79371"/>
                    </a:lnTo>
                    <a:lnTo>
                      <a:pt x="200977" y="93659"/>
                    </a:lnTo>
                    <a:lnTo>
                      <a:pt x="195691" y="110232"/>
                    </a:lnTo>
                    <a:lnTo>
                      <a:pt x="188975" y="129092"/>
                    </a:lnTo>
                    <a:lnTo>
                      <a:pt x="190499" y="132140"/>
                    </a:lnTo>
                    <a:lnTo>
                      <a:pt x="201167" y="126806"/>
                    </a:lnTo>
                    <a:lnTo>
                      <a:pt x="201167" y="111566"/>
                    </a:lnTo>
                    <a:lnTo>
                      <a:pt x="205549" y="98421"/>
                    </a:lnTo>
                    <a:lnTo>
                      <a:pt x="208395" y="89369"/>
                    </a:lnTo>
                    <a:close/>
                  </a:path>
                  <a:path w="254634" h="210185">
                    <a:moveTo>
                      <a:pt x="254507" y="100136"/>
                    </a:moveTo>
                    <a:lnTo>
                      <a:pt x="251459" y="74990"/>
                    </a:lnTo>
                    <a:lnTo>
                      <a:pt x="248411" y="76514"/>
                    </a:lnTo>
                    <a:lnTo>
                      <a:pt x="248411" y="79562"/>
                    </a:lnTo>
                    <a:lnTo>
                      <a:pt x="247649" y="82610"/>
                    </a:lnTo>
                    <a:lnTo>
                      <a:pt x="246887" y="84896"/>
                    </a:lnTo>
                    <a:lnTo>
                      <a:pt x="245363" y="87182"/>
                    </a:lnTo>
                    <a:lnTo>
                      <a:pt x="243839" y="88706"/>
                    </a:lnTo>
                    <a:lnTo>
                      <a:pt x="241553" y="90230"/>
                    </a:lnTo>
                    <a:lnTo>
                      <a:pt x="239267" y="92516"/>
                    </a:lnTo>
                    <a:lnTo>
                      <a:pt x="235457" y="94802"/>
                    </a:lnTo>
                    <a:lnTo>
                      <a:pt x="229361" y="97088"/>
                    </a:lnTo>
                    <a:lnTo>
                      <a:pt x="201167" y="111566"/>
                    </a:lnTo>
                    <a:lnTo>
                      <a:pt x="201167" y="126806"/>
                    </a:lnTo>
                    <a:lnTo>
                      <a:pt x="254507" y="10013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cxnSp>
            <p:nvCxnSpPr>
              <p:cNvPr id="945" name="Straight Arrow Connector 944">
                <a:extLst>
                  <a:ext uri="{FF2B5EF4-FFF2-40B4-BE49-F238E27FC236}">
                    <a16:creationId xmlns:a16="http://schemas.microsoft.com/office/drawing/2014/main" id="{A70F80E2-35DB-4FA2-80A5-48F7A75EED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82063" y="5374365"/>
                <a:ext cx="0" cy="8143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946" name="Straight Arrow Connector 945">
                <a:extLst>
                  <a:ext uri="{FF2B5EF4-FFF2-40B4-BE49-F238E27FC236}">
                    <a16:creationId xmlns:a16="http://schemas.microsoft.com/office/drawing/2014/main" id="{3A7337FC-61D4-4048-BEE5-09AD6A2788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70834" y="4257115"/>
                <a:ext cx="0" cy="7536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947" name="object 13">
                <a:extLst>
                  <a:ext uri="{FF2B5EF4-FFF2-40B4-BE49-F238E27FC236}">
                    <a16:creationId xmlns:a16="http://schemas.microsoft.com/office/drawing/2014/main" id="{F56F26DE-0CF5-40C0-A3D6-7B4B35217041}"/>
                  </a:ext>
                </a:extLst>
              </p:cNvPr>
              <p:cNvSpPr txBox="1"/>
              <p:nvPr/>
            </p:nvSpPr>
            <p:spPr>
              <a:xfrm>
                <a:off x="6719337" y="5020389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18</a:t>
                </a:r>
                <a:endParaRPr sz="1800" dirty="0">
                  <a:cs typeface="+mn-ea"/>
                  <a:sym typeface="+mn-lt"/>
                </a:endParaRPr>
              </a:p>
            </p:txBody>
          </p:sp>
          <p:cxnSp>
            <p:nvCxnSpPr>
              <p:cNvPr id="948" name="Straight Arrow Connector 947">
                <a:extLst>
                  <a:ext uri="{FF2B5EF4-FFF2-40B4-BE49-F238E27FC236}">
                    <a16:creationId xmlns:a16="http://schemas.microsoft.com/office/drawing/2014/main" id="{8F43565B-0A5C-4BB9-9645-72598817E3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45001" y="6312569"/>
                <a:ext cx="111417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Straight Arrow Connector 948">
                <a:extLst>
                  <a:ext uri="{FF2B5EF4-FFF2-40B4-BE49-F238E27FC236}">
                    <a16:creationId xmlns:a16="http://schemas.microsoft.com/office/drawing/2014/main" id="{E31A770D-DF47-4A04-8C94-EBE02FC9B1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53692" y="6312569"/>
                <a:ext cx="12114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0" name="object 13">
                <a:extLst>
                  <a:ext uri="{FF2B5EF4-FFF2-40B4-BE49-F238E27FC236}">
                    <a16:creationId xmlns:a16="http://schemas.microsoft.com/office/drawing/2014/main" id="{1FE0C3B5-D142-429A-9BB4-4D98DDC89236}"/>
                  </a:ext>
                </a:extLst>
              </p:cNvPr>
              <p:cNvSpPr txBox="1"/>
              <p:nvPr/>
            </p:nvSpPr>
            <p:spPr>
              <a:xfrm>
                <a:off x="8267561" y="6166524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25</a:t>
                </a:r>
                <a:endParaRPr sz="1800" dirty="0">
                  <a:cs typeface="+mn-ea"/>
                  <a:sym typeface="+mn-lt"/>
                </a:endParaRPr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1B2DA28-65B2-4778-BAD0-9D776E3CCA04}"/>
                </a:ext>
              </a:extLst>
            </p:cNvPr>
            <p:cNvSpPr/>
            <p:nvPr/>
          </p:nvSpPr>
          <p:spPr>
            <a:xfrm>
              <a:off x="7122694" y="4167738"/>
              <a:ext cx="756000" cy="129600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895C5E-9D78-4111-BD3E-A7F7D6709CBA}"/>
                </a:ext>
              </a:extLst>
            </p:cNvPr>
            <p:cNvSpPr/>
            <p:nvPr/>
          </p:nvSpPr>
          <p:spPr>
            <a:xfrm>
              <a:off x="6785613" y="3748378"/>
              <a:ext cx="77777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(7, 2)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0176B7C-7E8E-4CE6-B312-089314FD0DAF}"/>
                </a:ext>
              </a:extLst>
            </p:cNvPr>
            <p:cNvSpPr/>
            <p:nvPr/>
          </p:nvSpPr>
          <p:spPr>
            <a:xfrm>
              <a:off x="7783157" y="5267094"/>
              <a:ext cx="103425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8100">
                <a:lnSpc>
                  <a:spcPct val="100000"/>
                </a:lnSpc>
                <a:spcBef>
                  <a:spcPts val="100"/>
                </a:spcBef>
              </a:pPr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(13, 13)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5946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5D30C-7E9C-4C66-B57E-ADF43E0DC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Step 2: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RoI division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596F0-E956-4FBF-AAD5-793270591C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cs typeface="+mn-ea"/>
                    <a:sym typeface="+mn-lt"/>
                  </a:rPr>
                  <a:t>将</a:t>
                </a:r>
                <a:r>
                  <a:rPr lang="en-US" altLang="zh-CN" dirty="0">
                    <a:cs typeface="+mn-ea"/>
                    <a:sym typeface="+mn-lt"/>
                  </a:rPr>
                  <a:t>RoI</a:t>
                </a:r>
                <a:r>
                  <a:rPr lang="zh-CN" altLang="en-US" dirty="0">
                    <a:cs typeface="+mn-ea"/>
                    <a:sym typeface="+mn-lt"/>
                  </a:rPr>
                  <a:t>映射后的特征</a:t>
                </a:r>
                <a:r>
                  <a:rPr lang="en-US" altLang="zh-CN" dirty="0">
                    <a:cs typeface="+mn-ea"/>
                    <a:sym typeface="+mn-lt"/>
                  </a:rPr>
                  <a:t>width</a:t>
                </a:r>
                <a:r>
                  <a:rPr lang="zh-CN" altLang="en-US" dirty="0">
                    <a:cs typeface="+mn-ea"/>
                    <a:sym typeface="+mn-lt"/>
                  </a:rPr>
                  <a:t>、</a:t>
                </a:r>
                <a:r>
                  <a:rPr lang="en-US" altLang="zh-CN" dirty="0">
                    <a:cs typeface="+mn-ea"/>
                    <a:sym typeface="+mn-lt"/>
                  </a:rPr>
                  <a:t>height</a:t>
                </a:r>
                <a:r>
                  <a:rPr lang="zh-CN" altLang="en-US" dirty="0">
                    <a:cs typeface="+mn-ea"/>
                    <a:sym typeface="+mn-lt"/>
                  </a:rPr>
                  <a:t>除以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𝑘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r>
                  <a:rPr lang="zh-CN" altLang="en-US" dirty="0">
                    <a:cs typeface="+mn-ea"/>
                    <a:sym typeface="+mn-lt"/>
                  </a:rPr>
                  <a:t>通过向下取整得到每一个</a:t>
                </a:r>
                <a:r>
                  <a:rPr lang="en-US" altLang="zh-CN" dirty="0">
                    <a:cs typeface="+mn-ea"/>
                    <a:sym typeface="+mn-lt"/>
                  </a:rPr>
                  <a:t>grid</a:t>
                </a:r>
                <a:r>
                  <a:rPr lang="zh-CN" altLang="en-US" dirty="0">
                    <a:cs typeface="+mn-ea"/>
                    <a:sym typeface="+mn-lt"/>
                  </a:rPr>
                  <a:t>的大小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A596F0-E956-4FBF-AAD5-793270591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C0F2AF6-5FDF-4C74-8900-6A09B44544AB}"/>
              </a:ext>
            </a:extLst>
          </p:cNvPr>
          <p:cNvGrpSpPr/>
          <p:nvPr/>
        </p:nvGrpSpPr>
        <p:grpSpPr>
          <a:xfrm>
            <a:off x="1730812" y="3335505"/>
            <a:ext cx="3836709" cy="2668203"/>
            <a:chOff x="1547937" y="3508760"/>
            <a:chExt cx="3836709" cy="266820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0B5EA06-1ACF-469F-A9F1-117A4307771B}"/>
                </a:ext>
              </a:extLst>
            </p:cNvPr>
            <p:cNvGrpSpPr/>
            <p:nvPr/>
          </p:nvGrpSpPr>
          <p:grpSpPr>
            <a:xfrm>
              <a:off x="1547937" y="3508760"/>
              <a:ext cx="3836709" cy="2668203"/>
              <a:chOff x="6096000" y="3508760"/>
              <a:chExt cx="3836709" cy="266820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0C1CAF0-F487-4E37-B1A7-4543B57CB6B7}"/>
                  </a:ext>
                </a:extLst>
              </p:cNvPr>
              <p:cNvGrpSpPr/>
              <p:nvPr/>
            </p:nvGrpSpPr>
            <p:grpSpPr>
              <a:xfrm>
                <a:off x="6096000" y="3508760"/>
                <a:ext cx="3836709" cy="2668203"/>
                <a:chOff x="6719337" y="3798041"/>
                <a:chExt cx="3836709" cy="2668203"/>
              </a:xfrm>
            </p:grpSpPr>
            <p:sp>
              <p:nvSpPr>
                <p:cNvPr id="19" name="object 33">
                  <a:extLst>
                    <a:ext uri="{FF2B5EF4-FFF2-40B4-BE49-F238E27FC236}">
                      <a16:creationId xmlns:a16="http://schemas.microsoft.com/office/drawing/2014/main" id="{58BDA32E-6C75-4B42-9DF2-B9CE8056DCA2}"/>
                    </a:ext>
                  </a:extLst>
                </p:cNvPr>
                <p:cNvSpPr/>
                <p:nvPr/>
              </p:nvSpPr>
              <p:spPr>
                <a:xfrm>
                  <a:off x="7244648" y="4391639"/>
                  <a:ext cx="2112264" cy="1662683"/>
                </a:xfrm>
                <a:prstGeom prst="rect">
                  <a:avLst/>
                </a:prstGeom>
                <a:blipFill>
                  <a:blip r:embed="rId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object 34">
                  <a:extLst>
                    <a:ext uri="{FF2B5EF4-FFF2-40B4-BE49-F238E27FC236}">
                      <a16:creationId xmlns:a16="http://schemas.microsoft.com/office/drawing/2014/main" id="{1F00ED24-BF71-4B7F-A7D7-9AEBFD7CB0C4}"/>
                    </a:ext>
                  </a:extLst>
                </p:cNvPr>
                <p:cNvSpPr/>
                <p:nvPr/>
              </p:nvSpPr>
              <p:spPr>
                <a:xfrm>
                  <a:off x="8783114" y="4398509"/>
                  <a:ext cx="604520" cy="1337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4520" h="1337310">
                      <a:moveTo>
                        <a:pt x="32766" y="679704"/>
                      </a:moveTo>
                      <a:lnTo>
                        <a:pt x="4572" y="675894"/>
                      </a:lnTo>
                      <a:lnTo>
                        <a:pt x="0" y="704088"/>
                      </a:lnTo>
                      <a:lnTo>
                        <a:pt x="28194" y="707898"/>
                      </a:lnTo>
                      <a:lnTo>
                        <a:pt x="32766" y="679704"/>
                      </a:lnTo>
                      <a:close/>
                    </a:path>
                    <a:path w="604520" h="1337310">
                      <a:moveTo>
                        <a:pt x="40386" y="623316"/>
                      </a:moveTo>
                      <a:lnTo>
                        <a:pt x="12192" y="619506"/>
                      </a:lnTo>
                      <a:lnTo>
                        <a:pt x="8382" y="647700"/>
                      </a:lnTo>
                      <a:lnTo>
                        <a:pt x="36576" y="651510"/>
                      </a:lnTo>
                      <a:lnTo>
                        <a:pt x="40386" y="623316"/>
                      </a:lnTo>
                      <a:close/>
                    </a:path>
                    <a:path w="604520" h="1337310">
                      <a:moveTo>
                        <a:pt x="48768" y="566928"/>
                      </a:moveTo>
                      <a:lnTo>
                        <a:pt x="19812" y="563118"/>
                      </a:lnTo>
                      <a:lnTo>
                        <a:pt x="16002" y="591312"/>
                      </a:lnTo>
                      <a:lnTo>
                        <a:pt x="44196" y="595122"/>
                      </a:lnTo>
                      <a:lnTo>
                        <a:pt x="48768" y="566928"/>
                      </a:lnTo>
                      <a:close/>
                    </a:path>
                    <a:path w="604520" h="1337310">
                      <a:moveTo>
                        <a:pt x="56388" y="510540"/>
                      </a:moveTo>
                      <a:lnTo>
                        <a:pt x="28194" y="505968"/>
                      </a:lnTo>
                      <a:lnTo>
                        <a:pt x="24384" y="534162"/>
                      </a:lnTo>
                      <a:lnTo>
                        <a:pt x="52578" y="538734"/>
                      </a:lnTo>
                      <a:lnTo>
                        <a:pt x="56388" y="510540"/>
                      </a:lnTo>
                      <a:close/>
                    </a:path>
                    <a:path w="604520" h="1337310">
                      <a:moveTo>
                        <a:pt x="64770" y="453390"/>
                      </a:moveTo>
                      <a:lnTo>
                        <a:pt x="35814" y="449580"/>
                      </a:lnTo>
                      <a:lnTo>
                        <a:pt x="32004" y="477774"/>
                      </a:lnTo>
                      <a:lnTo>
                        <a:pt x="60198" y="481584"/>
                      </a:lnTo>
                      <a:lnTo>
                        <a:pt x="64770" y="453390"/>
                      </a:lnTo>
                      <a:close/>
                    </a:path>
                    <a:path w="604520" h="1337310">
                      <a:moveTo>
                        <a:pt x="72390" y="397002"/>
                      </a:moveTo>
                      <a:lnTo>
                        <a:pt x="44196" y="393192"/>
                      </a:lnTo>
                      <a:lnTo>
                        <a:pt x="40386" y="421386"/>
                      </a:lnTo>
                      <a:lnTo>
                        <a:pt x="68580" y="425196"/>
                      </a:lnTo>
                      <a:lnTo>
                        <a:pt x="72390" y="397002"/>
                      </a:lnTo>
                      <a:close/>
                    </a:path>
                    <a:path w="604520" h="1337310">
                      <a:moveTo>
                        <a:pt x="80772" y="340614"/>
                      </a:moveTo>
                      <a:lnTo>
                        <a:pt x="51816" y="336804"/>
                      </a:lnTo>
                      <a:lnTo>
                        <a:pt x="48006" y="364998"/>
                      </a:lnTo>
                      <a:lnTo>
                        <a:pt x="76200" y="368808"/>
                      </a:lnTo>
                      <a:lnTo>
                        <a:pt x="80772" y="340614"/>
                      </a:lnTo>
                      <a:close/>
                    </a:path>
                    <a:path w="604520" h="1337310">
                      <a:moveTo>
                        <a:pt x="88392" y="284226"/>
                      </a:moveTo>
                      <a:lnTo>
                        <a:pt x="60198" y="279654"/>
                      </a:lnTo>
                      <a:lnTo>
                        <a:pt x="56388" y="307848"/>
                      </a:lnTo>
                      <a:lnTo>
                        <a:pt x="84582" y="312420"/>
                      </a:lnTo>
                      <a:lnTo>
                        <a:pt x="88392" y="284226"/>
                      </a:lnTo>
                      <a:close/>
                    </a:path>
                    <a:path w="604520" h="1337310">
                      <a:moveTo>
                        <a:pt x="96774" y="227076"/>
                      </a:moveTo>
                      <a:lnTo>
                        <a:pt x="67818" y="223266"/>
                      </a:lnTo>
                      <a:lnTo>
                        <a:pt x="64008" y="251460"/>
                      </a:lnTo>
                      <a:lnTo>
                        <a:pt x="92202" y="255270"/>
                      </a:lnTo>
                      <a:lnTo>
                        <a:pt x="96774" y="227076"/>
                      </a:lnTo>
                      <a:close/>
                    </a:path>
                    <a:path w="604520" h="1337310">
                      <a:moveTo>
                        <a:pt x="104394" y="170688"/>
                      </a:moveTo>
                      <a:lnTo>
                        <a:pt x="76200" y="166878"/>
                      </a:lnTo>
                      <a:lnTo>
                        <a:pt x="72390" y="195072"/>
                      </a:lnTo>
                      <a:lnTo>
                        <a:pt x="100584" y="198882"/>
                      </a:lnTo>
                      <a:lnTo>
                        <a:pt x="104394" y="170688"/>
                      </a:lnTo>
                      <a:close/>
                    </a:path>
                    <a:path w="604520" h="1337310">
                      <a:moveTo>
                        <a:pt x="112776" y="114300"/>
                      </a:moveTo>
                      <a:lnTo>
                        <a:pt x="83820" y="109728"/>
                      </a:lnTo>
                      <a:lnTo>
                        <a:pt x="80010" y="138684"/>
                      </a:lnTo>
                      <a:lnTo>
                        <a:pt x="108204" y="142494"/>
                      </a:lnTo>
                      <a:lnTo>
                        <a:pt x="112776" y="114300"/>
                      </a:lnTo>
                      <a:close/>
                    </a:path>
                    <a:path w="604520" h="1337310">
                      <a:moveTo>
                        <a:pt x="144780" y="91440"/>
                      </a:moveTo>
                      <a:lnTo>
                        <a:pt x="114300" y="0"/>
                      </a:lnTo>
                      <a:lnTo>
                        <a:pt x="59436" y="79248"/>
                      </a:lnTo>
                      <a:lnTo>
                        <a:pt x="88392" y="83375"/>
                      </a:lnTo>
                      <a:lnTo>
                        <a:pt x="118110" y="87630"/>
                      </a:lnTo>
                      <a:lnTo>
                        <a:pt x="144780" y="91440"/>
                      </a:lnTo>
                      <a:close/>
                    </a:path>
                    <a:path w="604520" h="1337310">
                      <a:moveTo>
                        <a:pt x="171450" y="915924"/>
                      </a:moveTo>
                      <a:lnTo>
                        <a:pt x="150876" y="896874"/>
                      </a:lnTo>
                      <a:lnTo>
                        <a:pt x="131064" y="917448"/>
                      </a:lnTo>
                      <a:lnTo>
                        <a:pt x="152400" y="937260"/>
                      </a:lnTo>
                      <a:lnTo>
                        <a:pt x="171450" y="915924"/>
                      </a:lnTo>
                      <a:close/>
                    </a:path>
                    <a:path w="604520" h="1337310">
                      <a:moveTo>
                        <a:pt x="213360" y="954786"/>
                      </a:moveTo>
                      <a:lnTo>
                        <a:pt x="192786" y="935736"/>
                      </a:lnTo>
                      <a:lnTo>
                        <a:pt x="172974" y="956310"/>
                      </a:lnTo>
                      <a:lnTo>
                        <a:pt x="194310" y="976122"/>
                      </a:lnTo>
                      <a:lnTo>
                        <a:pt x="213360" y="954786"/>
                      </a:lnTo>
                      <a:close/>
                    </a:path>
                    <a:path w="604520" h="1337310">
                      <a:moveTo>
                        <a:pt x="255270" y="993648"/>
                      </a:moveTo>
                      <a:lnTo>
                        <a:pt x="234696" y="974598"/>
                      </a:lnTo>
                      <a:lnTo>
                        <a:pt x="214884" y="995172"/>
                      </a:lnTo>
                      <a:lnTo>
                        <a:pt x="236220" y="1014984"/>
                      </a:lnTo>
                      <a:lnTo>
                        <a:pt x="255270" y="993648"/>
                      </a:lnTo>
                      <a:close/>
                    </a:path>
                    <a:path w="604520" h="1337310">
                      <a:moveTo>
                        <a:pt x="297180" y="1032510"/>
                      </a:moveTo>
                      <a:lnTo>
                        <a:pt x="276606" y="1013460"/>
                      </a:lnTo>
                      <a:lnTo>
                        <a:pt x="256794" y="1034034"/>
                      </a:lnTo>
                      <a:lnTo>
                        <a:pt x="278130" y="1053846"/>
                      </a:lnTo>
                      <a:lnTo>
                        <a:pt x="297180" y="1032510"/>
                      </a:lnTo>
                      <a:close/>
                    </a:path>
                    <a:path w="604520" h="1337310">
                      <a:moveTo>
                        <a:pt x="339090" y="1071372"/>
                      </a:moveTo>
                      <a:lnTo>
                        <a:pt x="318516" y="1052322"/>
                      </a:lnTo>
                      <a:lnTo>
                        <a:pt x="298704" y="1072896"/>
                      </a:lnTo>
                      <a:lnTo>
                        <a:pt x="320040" y="1092708"/>
                      </a:lnTo>
                      <a:lnTo>
                        <a:pt x="339090" y="1071372"/>
                      </a:lnTo>
                      <a:close/>
                    </a:path>
                    <a:path w="604520" h="1337310">
                      <a:moveTo>
                        <a:pt x="381000" y="1110234"/>
                      </a:moveTo>
                      <a:lnTo>
                        <a:pt x="360426" y="1091184"/>
                      </a:lnTo>
                      <a:lnTo>
                        <a:pt x="340614" y="1111758"/>
                      </a:lnTo>
                      <a:lnTo>
                        <a:pt x="361950" y="1131570"/>
                      </a:lnTo>
                      <a:lnTo>
                        <a:pt x="381000" y="1110234"/>
                      </a:lnTo>
                      <a:close/>
                    </a:path>
                    <a:path w="604520" h="1337310">
                      <a:moveTo>
                        <a:pt x="422910" y="1149096"/>
                      </a:moveTo>
                      <a:lnTo>
                        <a:pt x="402336" y="1130046"/>
                      </a:lnTo>
                      <a:lnTo>
                        <a:pt x="382524" y="1150620"/>
                      </a:lnTo>
                      <a:lnTo>
                        <a:pt x="403860" y="1170432"/>
                      </a:lnTo>
                      <a:lnTo>
                        <a:pt x="422910" y="1149096"/>
                      </a:lnTo>
                      <a:close/>
                    </a:path>
                    <a:path w="604520" h="1337310">
                      <a:moveTo>
                        <a:pt x="464820" y="1187958"/>
                      </a:moveTo>
                      <a:lnTo>
                        <a:pt x="444246" y="1168908"/>
                      </a:lnTo>
                      <a:lnTo>
                        <a:pt x="424434" y="1189482"/>
                      </a:lnTo>
                      <a:lnTo>
                        <a:pt x="445770" y="1209294"/>
                      </a:lnTo>
                      <a:lnTo>
                        <a:pt x="464820" y="1187958"/>
                      </a:lnTo>
                      <a:close/>
                    </a:path>
                    <a:path w="604520" h="1337310">
                      <a:moveTo>
                        <a:pt x="506730" y="1226820"/>
                      </a:moveTo>
                      <a:lnTo>
                        <a:pt x="486156" y="1207770"/>
                      </a:lnTo>
                      <a:lnTo>
                        <a:pt x="466344" y="1228344"/>
                      </a:lnTo>
                      <a:lnTo>
                        <a:pt x="487680" y="1248156"/>
                      </a:lnTo>
                      <a:lnTo>
                        <a:pt x="506730" y="1226820"/>
                      </a:lnTo>
                      <a:close/>
                    </a:path>
                    <a:path w="604520" h="1337310">
                      <a:moveTo>
                        <a:pt x="548640" y="1265682"/>
                      </a:moveTo>
                      <a:lnTo>
                        <a:pt x="528066" y="1246632"/>
                      </a:lnTo>
                      <a:lnTo>
                        <a:pt x="508254" y="1267206"/>
                      </a:lnTo>
                      <a:lnTo>
                        <a:pt x="529590" y="1287018"/>
                      </a:lnTo>
                      <a:lnTo>
                        <a:pt x="548640" y="1265682"/>
                      </a:lnTo>
                      <a:close/>
                    </a:path>
                    <a:path w="604520" h="1337310">
                      <a:moveTo>
                        <a:pt x="604266" y="1337310"/>
                      </a:moveTo>
                      <a:lnTo>
                        <a:pt x="570738" y="1247394"/>
                      </a:lnTo>
                      <a:lnTo>
                        <a:pt x="512064" y="1309878"/>
                      </a:lnTo>
                      <a:lnTo>
                        <a:pt x="604266" y="133731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object 35">
                  <a:extLst>
                    <a:ext uri="{FF2B5EF4-FFF2-40B4-BE49-F238E27FC236}">
                      <a16:creationId xmlns:a16="http://schemas.microsoft.com/office/drawing/2014/main" id="{686636B3-8724-4E7B-B26C-D41B4EC7A4C0}"/>
                    </a:ext>
                  </a:extLst>
                </p:cNvPr>
                <p:cNvSpPr/>
                <p:nvPr/>
              </p:nvSpPr>
              <p:spPr>
                <a:xfrm>
                  <a:off x="7839008" y="3798041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2716529" y="1956053"/>
                      </a:moveTo>
                      <a:lnTo>
                        <a:pt x="2716529" y="0"/>
                      </a:lnTo>
                      <a:lnTo>
                        <a:pt x="0" y="0"/>
                      </a:lnTo>
                      <a:lnTo>
                        <a:pt x="0" y="1956054"/>
                      </a:lnTo>
                      <a:lnTo>
                        <a:pt x="2716529" y="1956053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object 36">
                  <a:extLst>
                    <a:ext uri="{FF2B5EF4-FFF2-40B4-BE49-F238E27FC236}">
                      <a16:creationId xmlns:a16="http://schemas.microsoft.com/office/drawing/2014/main" id="{CDF2A3BF-4DB5-4440-8EEE-12D5364EC1ED}"/>
                    </a:ext>
                  </a:extLst>
                </p:cNvPr>
                <p:cNvSpPr/>
                <p:nvPr/>
              </p:nvSpPr>
              <p:spPr>
                <a:xfrm>
                  <a:off x="7839008" y="3798041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0" y="0"/>
                      </a:moveTo>
                      <a:lnTo>
                        <a:pt x="0" y="1956053"/>
                      </a:lnTo>
                      <a:lnTo>
                        <a:pt x="2716530" y="1956053"/>
                      </a:lnTo>
                      <a:lnTo>
                        <a:pt x="27165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object 37">
                  <a:extLst>
                    <a:ext uri="{FF2B5EF4-FFF2-40B4-BE49-F238E27FC236}">
                      <a16:creationId xmlns:a16="http://schemas.microsoft.com/office/drawing/2014/main" id="{10E4596C-3B32-4F8A-A980-849F292B5060}"/>
                    </a:ext>
                  </a:extLst>
                </p:cNvPr>
                <p:cNvSpPr/>
                <p:nvPr/>
              </p:nvSpPr>
              <p:spPr>
                <a:xfrm>
                  <a:off x="7404668" y="4015211"/>
                  <a:ext cx="2716530" cy="1957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7070">
                      <a:moveTo>
                        <a:pt x="2716530" y="1956816"/>
                      </a:moveTo>
                      <a:lnTo>
                        <a:pt x="2716530" y="0"/>
                      </a:lnTo>
                      <a:lnTo>
                        <a:pt x="0" y="0"/>
                      </a:lnTo>
                      <a:lnTo>
                        <a:pt x="0" y="1956816"/>
                      </a:lnTo>
                      <a:lnTo>
                        <a:pt x="2716530" y="1956816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object 38">
                  <a:extLst>
                    <a:ext uri="{FF2B5EF4-FFF2-40B4-BE49-F238E27FC236}">
                      <a16:creationId xmlns:a16="http://schemas.microsoft.com/office/drawing/2014/main" id="{F29175FC-6F2B-40AA-9901-BB95D1B4724A}"/>
                    </a:ext>
                  </a:extLst>
                </p:cNvPr>
                <p:cNvSpPr/>
                <p:nvPr/>
              </p:nvSpPr>
              <p:spPr>
                <a:xfrm>
                  <a:off x="7404668" y="4015211"/>
                  <a:ext cx="2716530" cy="1957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7070">
                      <a:moveTo>
                        <a:pt x="0" y="0"/>
                      </a:moveTo>
                      <a:lnTo>
                        <a:pt x="0" y="1956815"/>
                      </a:lnTo>
                      <a:lnTo>
                        <a:pt x="2716530" y="1956815"/>
                      </a:lnTo>
                      <a:lnTo>
                        <a:pt x="27165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object 39">
                  <a:extLst>
                    <a:ext uri="{FF2B5EF4-FFF2-40B4-BE49-F238E27FC236}">
                      <a16:creationId xmlns:a16="http://schemas.microsoft.com/office/drawing/2014/main" id="{3AC1108D-DFD0-4777-A95C-A44EAB4E8458}"/>
                    </a:ext>
                  </a:extLst>
                </p:cNvPr>
                <p:cNvSpPr/>
                <p:nvPr/>
              </p:nvSpPr>
              <p:spPr>
                <a:xfrm>
                  <a:off x="7186736" y="4124177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2716529" y="1956054"/>
                      </a:moveTo>
                      <a:lnTo>
                        <a:pt x="2716529" y="0"/>
                      </a:lnTo>
                      <a:lnTo>
                        <a:pt x="0" y="0"/>
                      </a:lnTo>
                      <a:lnTo>
                        <a:pt x="0" y="1956054"/>
                      </a:lnTo>
                      <a:lnTo>
                        <a:pt x="2716529" y="1956054"/>
                      </a:lnTo>
                      <a:close/>
                    </a:path>
                  </a:pathLst>
                </a:custGeom>
                <a:solidFill>
                  <a:srgbClr val="BFBFB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object 40">
                  <a:extLst>
                    <a:ext uri="{FF2B5EF4-FFF2-40B4-BE49-F238E27FC236}">
                      <a16:creationId xmlns:a16="http://schemas.microsoft.com/office/drawing/2014/main" id="{AD5CDEC5-5A35-4BA8-97EB-60C3B27EF254}"/>
                    </a:ext>
                  </a:extLst>
                </p:cNvPr>
                <p:cNvSpPr/>
                <p:nvPr/>
              </p:nvSpPr>
              <p:spPr>
                <a:xfrm>
                  <a:off x="7186736" y="4124177"/>
                  <a:ext cx="2716530" cy="1956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6529" h="1956435">
                      <a:moveTo>
                        <a:pt x="0" y="0"/>
                      </a:moveTo>
                      <a:lnTo>
                        <a:pt x="0" y="1956054"/>
                      </a:lnTo>
                      <a:lnTo>
                        <a:pt x="2716530" y="1956054"/>
                      </a:lnTo>
                      <a:lnTo>
                        <a:pt x="27165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object 41">
                  <a:extLst>
                    <a:ext uri="{FF2B5EF4-FFF2-40B4-BE49-F238E27FC236}">
                      <a16:creationId xmlns:a16="http://schemas.microsoft.com/office/drawing/2014/main" id="{62B76CF7-FA2D-4148-A34A-3DBCF10443A8}"/>
                    </a:ext>
                  </a:extLst>
                </p:cNvPr>
                <p:cNvSpPr/>
                <p:nvPr/>
              </p:nvSpPr>
              <p:spPr>
                <a:xfrm>
                  <a:off x="696956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object 42">
                  <a:extLst>
                    <a:ext uri="{FF2B5EF4-FFF2-40B4-BE49-F238E27FC236}">
                      <a16:creationId xmlns:a16="http://schemas.microsoft.com/office/drawing/2014/main" id="{79D197F8-14D8-449E-A5D6-2B1D0163126D}"/>
                    </a:ext>
                  </a:extLst>
                </p:cNvPr>
                <p:cNvSpPr/>
                <p:nvPr/>
              </p:nvSpPr>
              <p:spPr>
                <a:xfrm>
                  <a:off x="696956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object 43">
                  <a:extLst>
                    <a:ext uri="{FF2B5EF4-FFF2-40B4-BE49-F238E27FC236}">
                      <a16:creationId xmlns:a16="http://schemas.microsoft.com/office/drawing/2014/main" id="{61000832-0E50-41E3-81EC-48F6948CA766}"/>
                    </a:ext>
                  </a:extLst>
                </p:cNvPr>
                <p:cNvSpPr/>
                <p:nvPr/>
              </p:nvSpPr>
              <p:spPr>
                <a:xfrm>
                  <a:off x="707853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object 44">
                  <a:extLst>
                    <a:ext uri="{FF2B5EF4-FFF2-40B4-BE49-F238E27FC236}">
                      <a16:creationId xmlns:a16="http://schemas.microsoft.com/office/drawing/2014/main" id="{653FA0CD-DAA0-466E-A165-674678C400B9}"/>
                    </a:ext>
                  </a:extLst>
                </p:cNvPr>
                <p:cNvSpPr/>
                <p:nvPr/>
              </p:nvSpPr>
              <p:spPr>
                <a:xfrm>
                  <a:off x="707853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object 45">
                  <a:extLst>
                    <a:ext uri="{FF2B5EF4-FFF2-40B4-BE49-F238E27FC236}">
                      <a16:creationId xmlns:a16="http://schemas.microsoft.com/office/drawing/2014/main" id="{31E4B31F-57BE-4B2F-B5ED-5077C3095CEB}"/>
                    </a:ext>
                  </a:extLst>
                </p:cNvPr>
                <p:cNvSpPr/>
                <p:nvPr/>
              </p:nvSpPr>
              <p:spPr>
                <a:xfrm>
                  <a:off x="718673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object 46">
                  <a:extLst>
                    <a:ext uri="{FF2B5EF4-FFF2-40B4-BE49-F238E27FC236}">
                      <a16:creationId xmlns:a16="http://schemas.microsoft.com/office/drawing/2014/main" id="{CFA77B3F-38B2-49C6-BC0F-58F0EB85E7F4}"/>
                    </a:ext>
                  </a:extLst>
                </p:cNvPr>
                <p:cNvSpPr/>
                <p:nvPr/>
              </p:nvSpPr>
              <p:spPr>
                <a:xfrm>
                  <a:off x="7186736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object 47">
                  <a:extLst>
                    <a:ext uri="{FF2B5EF4-FFF2-40B4-BE49-F238E27FC236}">
                      <a16:creationId xmlns:a16="http://schemas.microsoft.com/office/drawing/2014/main" id="{81FF09C3-9CD5-46A1-BE3E-02A2116AB79A}"/>
                    </a:ext>
                  </a:extLst>
                </p:cNvPr>
                <p:cNvSpPr/>
                <p:nvPr/>
              </p:nvSpPr>
              <p:spPr>
                <a:xfrm>
                  <a:off x="729570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object 48">
                  <a:extLst>
                    <a:ext uri="{FF2B5EF4-FFF2-40B4-BE49-F238E27FC236}">
                      <a16:creationId xmlns:a16="http://schemas.microsoft.com/office/drawing/2014/main" id="{61A49BD0-40FC-4B9B-9200-83C180E86690}"/>
                    </a:ext>
                  </a:extLst>
                </p:cNvPr>
                <p:cNvSpPr/>
                <p:nvPr/>
              </p:nvSpPr>
              <p:spPr>
                <a:xfrm>
                  <a:off x="729570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object 49">
                  <a:extLst>
                    <a:ext uri="{FF2B5EF4-FFF2-40B4-BE49-F238E27FC236}">
                      <a16:creationId xmlns:a16="http://schemas.microsoft.com/office/drawing/2014/main" id="{5DCA6832-CBC6-44F8-AF7A-9865FB8DEE79}"/>
                    </a:ext>
                  </a:extLst>
                </p:cNvPr>
                <p:cNvSpPr/>
                <p:nvPr/>
              </p:nvSpPr>
              <p:spPr>
                <a:xfrm>
                  <a:off x="740466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object 50">
                  <a:extLst>
                    <a:ext uri="{FF2B5EF4-FFF2-40B4-BE49-F238E27FC236}">
                      <a16:creationId xmlns:a16="http://schemas.microsoft.com/office/drawing/2014/main" id="{BFC90E6E-6E46-4BA5-91A1-82ED9DD245A2}"/>
                    </a:ext>
                  </a:extLst>
                </p:cNvPr>
                <p:cNvSpPr/>
                <p:nvPr/>
              </p:nvSpPr>
              <p:spPr>
                <a:xfrm>
                  <a:off x="740466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object 51">
                  <a:extLst>
                    <a:ext uri="{FF2B5EF4-FFF2-40B4-BE49-F238E27FC236}">
                      <a16:creationId xmlns:a16="http://schemas.microsoft.com/office/drawing/2014/main" id="{395E7313-C0B1-42F1-A95B-A1C88DABF15E}"/>
                    </a:ext>
                  </a:extLst>
                </p:cNvPr>
                <p:cNvSpPr/>
                <p:nvPr/>
              </p:nvSpPr>
              <p:spPr>
                <a:xfrm>
                  <a:off x="75128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object 52">
                  <a:extLst>
                    <a:ext uri="{FF2B5EF4-FFF2-40B4-BE49-F238E27FC236}">
                      <a16:creationId xmlns:a16="http://schemas.microsoft.com/office/drawing/2014/main" id="{FD99CE7D-F4F1-4525-A2C0-34F42AE5A9C8}"/>
                    </a:ext>
                  </a:extLst>
                </p:cNvPr>
                <p:cNvSpPr/>
                <p:nvPr/>
              </p:nvSpPr>
              <p:spPr>
                <a:xfrm>
                  <a:off x="75128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object 53">
                  <a:extLst>
                    <a:ext uri="{FF2B5EF4-FFF2-40B4-BE49-F238E27FC236}">
                      <a16:creationId xmlns:a16="http://schemas.microsoft.com/office/drawing/2014/main" id="{9BF358B6-BA07-4BF7-9ACE-94A24D5AD8C6}"/>
                    </a:ext>
                  </a:extLst>
                </p:cNvPr>
                <p:cNvSpPr/>
                <p:nvPr/>
              </p:nvSpPr>
              <p:spPr>
                <a:xfrm>
                  <a:off x="762183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object 54">
                  <a:extLst>
                    <a:ext uri="{FF2B5EF4-FFF2-40B4-BE49-F238E27FC236}">
                      <a16:creationId xmlns:a16="http://schemas.microsoft.com/office/drawing/2014/main" id="{3BD26770-6CC3-4954-9090-F7B133F5405C}"/>
                    </a:ext>
                  </a:extLst>
                </p:cNvPr>
                <p:cNvSpPr/>
                <p:nvPr/>
              </p:nvSpPr>
              <p:spPr>
                <a:xfrm>
                  <a:off x="7621838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object 55">
                  <a:extLst>
                    <a:ext uri="{FF2B5EF4-FFF2-40B4-BE49-F238E27FC236}">
                      <a16:creationId xmlns:a16="http://schemas.microsoft.com/office/drawing/2014/main" id="{1F8AD02E-C33E-43B7-8E43-DDCA5E286AF7}"/>
                    </a:ext>
                  </a:extLst>
                </p:cNvPr>
                <p:cNvSpPr/>
                <p:nvPr/>
              </p:nvSpPr>
              <p:spPr>
                <a:xfrm>
                  <a:off x="773004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object 56">
                  <a:extLst>
                    <a:ext uri="{FF2B5EF4-FFF2-40B4-BE49-F238E27FC236}">
                      <a16:creationId xmlns:a16="http://schemas.microsoft.com/office/drawing/2014/main" id="{CDF1ADE2-80F3-4094-8C78-1EC71874437D}"/>
                    </a:ext>
                  </a:extLst>
                </p:cNvPr>
                <p:cNvSpPr/>
                <p:nvPr/>
              </p:nvSpPr>
              <p:spPr>
                <a:xfrm>
                  <a:off x="773004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object 57">
                  <a:extLst>
                    <a:ext uri="{FF2B5EF4-FFF2-40B4-BE49-F238E27FC236}">
                      <a16:creationId xmlns:a16="http://schemas.microsoft.com/office/drawing/2014/main" id="{81B4C91F-84EF-4462-AFBA-04E82E0678E4}"/>
                    </a:ext>
                  </a:extLst>
                </p:cNvPr>
                <p:cNvSpPr/>
                <p:nvPr/>
              </p:nvSpPr>
              <p:spPr>
                <a:xfrm>
                  <a:off x="783900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object 58">
                  <a:extLst>
                    <a:ext uri="{FF2B5EF4-FFF2-40B4-BE49-F238E27FC236}">
                      <a16:creationId xmlns:a16="http://schemas.microsoft.com/office/drawing/2014/main" id="{C40293CA-1588-4A1E-89EE-042B7FF0F660}"/>
                    </a:ext>
                  </a:extLst>
                </p:cNvPr>
                <p:cNvSpPr/>
                <p:nvPr/>
              </p:nvSpPr>
              <p:spPr>
                <a:xfrm>
                  <a:off x="783900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object 59">
                  <a:extLst>
                    <a:ext uri="{FF2B5EF4-FFF2-40B4-BE49-F238E27FC236}">
                      <a16:creationId xmlns:a16="http://schemas.microsoft.com/office/drawing/2014/main" id="{91E77C2C-BA2B-40B2-9A6A-3CE9642DD054}"/>
                    </a:ext>
                  </a:extLst>
                </p:cNvPr>
                <p:cNvSpPr/>
                <p:nvPr/>
              </p:nvSpPr>
              <p:spPr>
                <a:xfrm>
                  <a:off x="79479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object 60">
                  <a:extLst>
                    <a:ext uri="{FF2B5EF4-FFF2-40B4-BE49-F238E27FC236}">
                      <a16:creationId xmlns:a16="http://schemas.microsoft.com/office/drawing/2014/main" id="{F5BE5374-9B61-4587-B870-E6AED4388BEB}"/>
                    </a:ext>
                  </a:extLst>
                </p:cNvPr>
                <p:cNvSpPr/>
                <p:nvPr/>
              </p:nvSpPr>
              <p:spPr>
                <a:xfrm>
                  <a:off x="79479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object 61">
                  <a:extLst>
                    <a:ext uri="{FF2B5EF4-FFF2-40B4-BE49-F238E27FC236}">
                      <a16:creationId xmlns:a16="http://schemas.microsoft.com/office/drawing/2014/main" id="{1FD9C577-5B86-4FE7-943A-D91A44909B62}"/>
                    </a:ext>
                  </a:extLst>
                </p:cNvPr>
                <p:cNvSpPr/>
                <p:nvPr/>
              </p:nvSpPr>
              <p:spPr>
                <a:xfrm>
                  <a:off x="80561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object 62">
                  <a:extLst>
                    <a:ext uri="{FF2B5EF4-FFF2-40B4-BE49-F238E27FC236}">
                      <a16:creationId xmlns:a16="http://schemas.microsoft.com/office/drawing/2014/main" id="{DFBD5475-7F37-494C-B693-F5B4D515E3F1}"/>
                    </a:ext>
                  </a:extLst>
                </p:cNvPr>
                <p:cNvSpPr/>
                <p:nvPr/>
              </p:nvSpPr>
              <p:spPr>
                <a:xfrm>
                  <a:off x="80561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object 63">
                  <a:extLst>
                    <a:ext uri="{FF2B5EF4-FFF2-40B4-BE49-F238E27FC236}">
                      <a16:creationId xmlns:a16="http://schemas.microsoft.com/office/drawing/2014/main" id="{34D10A2E-D488-449D-AE4A-70F1F8E89898}"/>
                    </a:ext>
                  </a:extLst>
                </p:cNvPr>
                <p:cNvSpPr/>
                <p:nvPr/>
              </p:nvSpPr>
              <p:spPr>
                <a:xfrm>
                  <a:off x="816514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object 64">
                  <a:extLst>
                    <a:ext uri="{FF2B5EF4-FFF2-40B4-BE49-F238E27FC236}">
                      <a16:creationId xmlns:a16="http://schemas.microsoft.com/office/drawing/2014/main" id="{78E641B2-9AC6-488F-9BFB-029E004FEDDD}"/>
                    </a:ext>
                  </a:extLst>
                </p:cNvPr>
                <p:cNvSpPr/>
                <p:nvPr/>
              </p:nvSpPr>
              <p:spPr>
                <a:xfrm>
                  <a:off x="816514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object 65">
                  <a:extLst>
                    <a:ext uri="{FF2B5EF4-FFF2-40B4-BE49-F238E27FC236}">
                      <a16:creationId xmlns:a16="http://schemas.microsoft.com/office/drawing/2014/main" id="{2009B124-AC75-49FA-89A6-229367CF049B}"/>
                    </a:ext>
                  </a:extLst>
                </p:cNvPr>
                <p:cNvSpPr/>
                <p:nvPr/>
              </p:nvSpPr>
              <p:spPr>
                <a:xfrm>
                  <a:off x="82733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object 66">
                  <a:extLst>
                    <a:ext uri="{FF2B5EF4-FFF2-40B4-BE49-F238E27FC236}">
                      <a16:creationId xmlns:a16="http://schemas.microsoft.com/office/drawing/2014/main" id="{15BD0DCC-BA1F-4187-9D9E-B72720F1D113}"/>
                    </a:ext>
                  </a:extLst>
                </p:cNvPr>
                <p:cNvSpPr/>
                <p:nvPr/>
              </p:nvSpPr>
              <p:spPr>
                <a:xfrm>
                  <a:off x="82733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object 67">
                  <a:extLst>
                    <a:ext uri="{FF2B5EF4-FFF2-40B4-BE49-F238E27FC236}">
                      <a16:creationId xmlns:a16="http://schemas.microsoft.com/office/drawing/2014/main" id="{25CB9D2C-B6B6-4E5E-8163-8EF1DC16121A}"/>
                    </a:ext>
                  </a:extLst>
                </p:cNvPr>
                <p:cNvSpPr/>
                <p:nvPr/>
              </p:nvSpPr>
              <p:spPr>
                <a:xfrm>
                  <a:off x="83823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object 68">
                  <a:extLst>
                    <a:ext uri="{FF2B5EF4-FFF2-40B4-BE49-F238E27FC236}">
                      <a16:creationId xmlns:a16="http://schemas.microsoft.com/office/drawing/2014/main" id="{3563484E-9FC9-41D5-81FE-45AD867A2D28}"/>
                    </a:ext>
                  </a:extLst>
                </p:cNvPr>
                <p:cNvSpPr/>
                <p:nvPr/>
              </p:nvSpPr>
              <p:spPr>
                <a:xfrm>
                  <a:off x="83823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object 69">
                  <a:extLst>
                    <a:ext uri="{FF2B5EF4-FFF2-40B4-BE49-F238E27FC236}">
                      <a16:creationId xmlns:a16="http://schemas.microsoft.com/office/drawing/2014/main" id="{900F0B71-D4F9-461B-AD66-7BFA176E142F}"/>
                    </a:ext>
                  </a:extLst>
                </p:cNvPr>
                <p:cNvSpPr/>
                <p:nvPr/>
              </p:nvSpPr>
              <p:spPr>
                <a:xfrm>
                  <a:off x="8491280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object 70">
                  <a:extLst>
                    <a:ext uri="{FF2B5EF4-FFF2-40B4-BE49-F238E27FC236}">
                      <a16:creationId xmlns:a16="http://schemas.microsoft.com/office/drawing/2014/main" id="{AAD832CF-D744-4B1E-9E1B-ADF232D237D6}"/>
                    </a:ext>
                  </a:extLst>
                </p:cNvPr>
                <p:cNvSpPr/>
                <p:nvPr/>
              </p:nvSpPr>
              <p:spPr>
                <a:xfrm>
                  <a:off x="8491280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object 71">
                  <a:extLst>
                    <a:ext uri="{FF2B5EF4-FFF2-40B4-BE49-F238E27FC236}">
                      <a16:creationId xmlns:a16="http://schemas.microsoft.com/office/drawing/2014/main" id="{4E802A7E-9EE2-4226-A330-D2CC57403DF4}"/>
                    </a:ext>
                  </a:extLst>
                </p:cNvPr>
                <p:cNvSpPr/>
                <p:nvPr/>
              </p:nvSpPr>
              <p:spPr>
                <a:xfrm>
                  <a:off x="85994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object 72">
                  <a:extLst>
                    <a:ext uri="{FF2B5EF4-FFF2-40B4-BE49-F238E27FC236}">
                      <a16:creationId xmlns:a16="http://schemas.microsoft.com/office/drawing/2014/main" id="{9EA8FD09-D3CE-4FC5-8F8F-FE0B671BBEAA}"/>
                    </a:ext>
                  </a:extLst>
                </p:cNvPr>
                <p:cNvSpPr/>
                <p:nvPr/>
              </p:nvSpPr>
              <p:spPr>
                <a:xfrm>
                  <a:off x="8599472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object 73">
                  <a:extLst>
                    <a:ext uri="{FF2B5EF4-FFF2-40B4-BE49-F238E27FC236}">
                      <a16:creationId xmlns:a16="http://schemas.microsoft.com/office/drawing/2014/main" id="{E19C6C13-647C-4BA9-9D23-12917A04D0E9}"/>
                    </a:ext>
                  </a:extLst>
                </p:cNvPr>
                <p:cNvSpPr/>
                <p:nvPr/>
              </p:nvSpPr>
              <p:spPr>
                <a:xfrm>
                  <a:off x="8708437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object 74">
                  <a:extLst>
                    <a:ext uri="{FF2B5EF4-FFF2-40B4-BE49-F238E27FC236}">
                      <a16:creationId xmlns:a16="http://schemas.microsoft.com/office/drawing/2014/main" id="{BCC81958-F010-41A5-BF0A-512E4CA2E89F}"/>
                    </a:ext>
                  </a:extLst>
                </p:cNvPr>
                <p:cNvSpPr/>
                <p:nvPr/>
              </p:nvSpPr>
              <p:spPr>
                <a:xfrm>
                  <a:off x="8708437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object 75">
                  <a:extLst>
                    <a:ext uri="{FF2B5EF4-FFF2-40B4-BE49-F238E27FC236}">
                      <a16:creationId xmlns:a16="http://schemas.microsoft.com/office/drawing/2014/main" id="{642C70EF-DDF5-414B-973F-D000DC288998}"/>
                    </a:ext>
                  </a:extLst>
                </p:cNvPr>
                <p:cNvSpPr/>
                <p:nvPr/>
              </p:nvSpPr>
              <p:spPr>
                <a:xfrm>
                  <a:off x="881665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object 76">
                  <a:extLst>
                    <a:ext uri="{FF2B5EF4-FFF2-40B4-BE49-F238E27FC236}">
                      <a16:creationId xmlns:a16="http://schemas.microsoft.com/office/drawing/2014/main" id="{9AA89E64-6B16-416E-B236-5DAD22F02278}"/>
                    </a:ext>
                  </a:extLst>
                </p:cNvPr>
                <p:cNvSpPr/>
                <p:nvPr/>
              </p:nvSpPr>
              <p:spPr>
                <a:xfrm>
                  <a:off x="881665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object 77">
                  <a:extLst>
                    <a:ext uri="{FF2B5EF4-FFF2-40B4-BE49-F238E27FC236}">
                      <a16:creationId xmlns:a16="http://schemas.microsoft.com/office/drawing/2014/main" id="{126CC88F-055A-4416-8315-18B6EC37E663}"/>
                    </a:ext>
                  </a:extLst>
                </p:cNvPr>
                <p:cNvSpPr/>
                <p:nvPr/>
              </p:nvSpPr>
              <p:spPr>
                <a:xfrm>
                  <a:off x="8925620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object 78">
                  <a:extLst>
                    <a:ext uri="{FF2B5EF4-FFF2-40B4-BE49-F238E27FC236}">
                      <a16:creationId xmlns:a16="http://schemas.microsoft.com/office/drawing/2014/main" id="{6F7A4D38-392C-4958-AFE4-85EA98D2872A}"/>
                    </a:ext>
                  </a:extLst>
                </p:cNvPr>
                <p:cNvSpPr/>
                <p:nvPr/>
              </p:nvSpPr>
              <p:spPr>
                <a:xfrm>
                  <a:off x="8925620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object 79">
                  <a:extLst>
                    <a:ext uri="{FF2B5EF4-FFF2-40B4-BE49-F238E27FC236}">
                      <a16:creationId xmlns:a16="http://schemas.microsoft.com/office/drawing/2014/main" id="{07962118-2D92-4BDC-BD6C-810C40DB1A43}"/>
                    </a:ext>
                  </a:extLst>
                </p:cNvPr>
                <p:cNvSpPr/>
                <p:nvPr/>
              </p:nvSpPr>
              <p:spPr>
                <a:xfrm>
                  <a:off x="90345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object 80">
                  <a:extLst>
                    <a:ext uri="{FF2B5EF4-FFF2-40B4-BE49-F238E27FC236}">
                      <a16:creationId xmlns:a16="http://schemas.microsoft.com/office/drawing/2014/main" id="{6C4E0DEA-E98F-418B-879A-65B5E2CC2250}"/>
                    </a:ext>
                  </a:extLst>
                </p:cNvPr>
                <p:cNvSpPr/>
                <p:nvPr/>
              </p:nvSpPr>
              <p:spPr>
                <a:xfrm>
                  <a:off x="9034574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object 81">
                  <a:extLst>
                    <a:ext uri="{FF2B5EF4-FFF2-40B4-BE49-F238E27FC236}">
                      <a16:creationId xmlns:a16="http://schemas.microsoft.com/office/drawing/2014/main" id="{519BBF5B-2B78-4C89-A0AD-EE147F240960}"/>
                    </a:ext>
                  </a:extLst>
                </p:cNvPr>
                <p:cNvSpPr/>
                <p:nvPr/>
              </p:nvSpPr>
              <p:spPr>
                <a:xfrm>
                  <a:off x="91427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object 82">
                  <a:extLst>
                    <a:ext uri="{FF2B5EF4-FFF2-40B4-BE49-F238E27FC236}">
                      <a16:creationId xmlns:a16="http://schemas.microsoft.com/office/drawing/2014/main" id="{55C730EC-B473-4562-B7F3-42D8B596C10A}"/>
                    </a:ext>
                  </a:extLst>
                </p:cNvPr>
                <p:cNvSpPr/>
                <p:nvPr/>
              </p:nvSpPr>
              <p:spPr>
                <a:xfrm>
                  <a:off x="914277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object 83">
                  <a:extLst>
                    <a:ext uri="{FF2B5EF4-FFF2-40B4-BE49-F238E27FC236}">
                      <a16:creationId xmlns:a16="http://schemas.microsoft.com/office/drawing/2014/main" id="{114BCB57-099B-42E0-832B-FBE8BA673B27}"/>
                    </a:ext>
                  </a:extLst>
                </p:cNvPr>
                <p:cNvSpPr/>
                <p:nvPr/>
              </p:nvSpPr>
              <p:spPr>
                <a:xfrm>
                  <a:off x="9251756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object 84">
                  <a:extLst>
                    <a:ext uri="{FF2B5EF4-FFF2-40B4-BE49-F238E27FC236}">
                      <a16:creationId xmlns:a16="http://schemas.microsoft.com/office/drawing/2014/main" id="{845C7F74-5FA1-4E57-936C-846803B9C768}"/>
                    </a:ext>
                  </a:extLst>
                </p:cNvPr>
                <p:cNvSpPr/>
                <p:nvPr/>
              </p:nvSpPr>
              <p:spPr>
                <a:xfrm>
                  <a:off x="9251756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object 85">
                  <a:extLst>
                    <a:ext uri="{FF2B5EF4-FFF2-40B4-BE49-F238E27FC236}">
                      <a16:creationId xmlns:a16="http://schemas.microsoft.com/office/drawing/2014/main" id="{B3CA2601-EF0B-465D-8792-79E7871BF630}"/>
                    </a:ext>
                  </a:extLst>
                </p:cNvPr>
                <p:cNvSpPr/>
                <p:nvPr/>
              </p:nvSpPr>
              <p:spPr>
                <a:xfrm>
                  <a:off x="93599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object 86">
                  <a:extLst>
                    <a:ext uri="{FF2B5EF4-FFF2-40B4-BE49-F238E27FC236}">
                      <a16:creationId xmlns:a16="http://schemas.microsoft.com/office/drawing/2014/main" id="{AEF887B1-5E1D-44AA-A5D0-20E00F0DBBC5}"/>
                    </a:ext>
                  </a:extLst>
                </p:cNvPr>
                <p:cNvSpPr/>
                <p:nvPr/>
              </p:nvSpPr>
              <p:spPr>
                <a:xfrm>
                  <a:off x="9359948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object 87">
                  <a:extLst>
                    <a:ext uri="{FF2B5EF4-FFF2-40B4-BE49-F238E27FC236}">
                      <a16:creationId xmlns:a16="http://schemas.microsoft.com/office/drawing/2014/main" id="{8C80ADCC-8C27-492E-A19F-49FA01048CA7}"/>
                    </a:ext>
                  </a:extLst>
                </p:cNvPr>
                <p:cNvSpPr/>
                <p:nvPr/>
              </p:nvSpPr>
              <p:spPr>
                <a:xfrm>
                  <a:off x="94689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object 88">
                  <a:extLst>
                    <a:ext uri="{FF2B5EF4-FFF2-40B4-BE49-F238E27FC236}">
                      <a16:creationId xmlns:a16="http://schemas.microsoft.com/office/drawing/2014/main" id="{203533D4-9AEA-4AD4-941F-D7510467320F}"/>
                    </a:ext>
                  </a:extLst>
                </p:cNvPr>
                <p:cNvSpPr/>
                <p:nvPr/>
              </p:nvSpPr>
              <p:spPr>
                <a:xfrm>
                  <a:off x="9468914" y="423314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object 89">
                  <a:extLst>
                    <a:ext uri="{FF2B5EF4-FFF2-40B4-BE49-F238E27FC236}">
                      <a16:creationId xmlns:a16="http://schemas.microsoft.com/office/drawing/2014/main" id="{B1C8062E-A45C-42B5-8DB5-E9112E79DEE8}"/>
                    </a:ext>
                  </a:extLst>
                </p:cNvPr>
                <p:cNvSpPr/>
                <p:nvPr/>
              </p:nvSpPr>
              <p:spPr>
                <a:xfrm>
                  <a:off x="957789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object 90">
                  <a:extLst>
                    <a:ext uri="{FF2B5EF4-FFF2-40B4-BE49-F238E27FC236}">
                      <a16:creationId xmlns:a16="http://schemas.microsoft.com/office/drawing/2014/main" id="{4238917F-C7CB-4121-B3B9-B894F823A15E}"/>
                    </a:ext>
                  </a:extLst>
                </p:cNvPr>
                <p:cNvSpPr/>
                <p:nvPr/>
              </p:nvSpPr>
              <p:spPr>
                <a:xfrm>
                  <a:off x="9577892" y="423314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object 91">
                  <a:extLst>
                    <a:ext uri="{FF2B5EF4-FFF2-40B4-BE49-F238E27FC236}">
                      <a16:creationId xmlns:a16="http://schemas.microsoft.com/office/drawing/2014/main" id="{06CCA97B-6E1B-4BE4-A390-C6D0AB1E2967}"/>
                    </a:ext>
                  </a:extLst>
                </p:cNvPr>
                <p:cNvSpPr/>
                <p:nvPr/>
              </p:nvSpPr>
              <p:spPr>
                <a:xfrm>
                  <a:off x="696956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object 92">
                  <a:extLst>
                    <a:ext uri="{FF2B5EF4-FFF2-40B4-BE49-F238E27FC236}">
                      <a16:creationId xmlns:a16="http://schemas.microsoft.com/office/drawing/2014/main" id="{BAD1D884-712C-4A1E-8ACE-5519FC6F22D9}"/>
                    </a:ext>
                  </a:extLst>
                </p:cNvPr>
                <p:cNvSpPr/>
                <p:nvPr/>
              </p:nvSpPr>
              <p:spPr>
                <a:xfrm>
                  <a:off x="696956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object 93">
                  <a:extLst>
                    <a:ext uri="{FF2B5EF4-FFF2-40B4-BE49-F238E27FC236}">
                      <a16:creationId xmlns:a16="http://schemas.microsoft.com/office/drawing/2014/main" id="{AD375307-473D-4CD0-A564-A741FAD99B5D}"/>
                    </a:ext>
                  </a:extLst>
                </p:cNvPr>
                <p:cNvSpPr/>
                <p:nvPr/>
              </p:nvSpPr>
              <p:spPr>
                <a:xfrm>
                  <a:off x="707853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object 94">
                  <a:extLst>
                    <a:ext uri="{FF2B5EF4-FFF2-40B4-BE49-F238E27FC236}">
                      <a16:creationId xmlns:a16="http://schemas.microsoft.com/office/drawing/2014/main" id="{36C0E373-B47A-4F15-A2B5-6DE92F35BE8A}"/>
                    </a:ext>
                  </a:extLst>
                </p:cNvPr>
                <p:cNvSpPr/>
                <p:nvPr/>
              </p:nvSpPr>
              <p:spPr>
                <a:xfrm>
                  <a:off x="707853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object 95">
                  <a:extLst>
                    <a:ext uri="{FF2B5EF4-FFF2-40B4-BE49-F238E27FC236}">
                      <a16:creationId xmlns:a16="http://schemas.microsoft.com/office/drawing/2014/main" id="{5A2BBC27-ABBE-41FF-B7B4-D558AC61AB6E}"/>
                    </a:ext>
                  </a:extLst>
                </p:cNvPr>
                <p:cNvSpPr/>
                <p:nvPr/>
              </p:nvSpPr>
              <p:spPr>
                <a:xfrm>
                  <a:off x="718673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object 96">
                  <a:extLst>
                    <a:ext uri="{FF2B5EF4-FFF2-40B4-BE49-F238E27FC236}">
                      <a16:creationId xmlns:a16="http://schemas.microsoft.com/office/drawing/2014/main" id="{6E985A8D-FB35-4DE5-9A5A-23A00AE0C55F}"/>
                    </a:ext>
                  </a:extLst>
                </p:cNvPr>
                <p:cNvSpPr/>
                <p:nvPr/>
              </p:nvSpPr>
              <p:spPr>
                <a:xfrm>
                  <a:off x="7186736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object 97">
                  <a:extLst>
                    <a:ext uri="{FF2B5EF4-FFF2-40B4-BE49-F238E27FC236}">
                      <a16:creationId xmlns:a16="http://schemas.microsoft.com/office/drawing/2014/main" id="{99C177B4-251F-48C6-81C8-7835BDFCB764}"/>
                    </a:ext>
                  </a:extLst>
                </p:cNvPr>
                <p:cNvSpPr/>
                <p:nvPr/>
              </p:nvSpPr>
              <p:spPr>
                <a:xfrm>
                  <a:off x="729570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object 98">
                  <a:extLst>
                    <a:ext uri="{FF2B5EF4-FFF2-40B4-BE49-F238E27FC236}">
                      <a16:creationId xmlns:a16="http://schemas.microsoft.com/office/drawing/2014/main" id="{7469B589-24BD-4A03-A2E0-47C7CCDEB1EB}"/>
                    </a:ext>
                  </a:extLst>
                </p:cNvPr>
                <p:cNvSpPr/>
                <p:nvPr/>
              </p:nvSpPr>
              <p:spPr>
                <a:xfrm>
                  <a:off x="729570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" name="object 99">
                  <a:extLst>
                    <a:ext uri="{FF2B5EF4-FFF2-40B4-BE49-F238E27FC236}">
                      <a16:creationId xmlns:a16="http://schemas.microsoft.com/office/drawing/2014/main" id="{23FD84A9-18DE-496A-B231-54465880B644}"/>
                    </a:ext>
                  </a:extLst>
                </p:cNvPr>
                <p:cNvSpPr/>
                <p:nvPr/>
              </p:nvSpPr>
              <p:spPr>
                <a:xfrm>
                  <a:off x="740466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object 100">
                  <a:extLst>
                    <a:ext uri="{FF2B5EF4-FFF2-40B4-BE49-F238E27FC236}">
                      <a16:creationId xmlns:a16="http://schemas.microsoft.com/office/drawing/2014/main" id="{07944843-51B0-4281-8497-543F29F3297B}"/>
                    </a:ext>
                  </a:extLst>
                </p:cNvPr>
                <p:cNvSpPr/>
                <p:nvPr/>
              </p:nvSpPr>
              <p:spPr>
                <a:xfrm>
                  <a:off x="740466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object 101">
                  <a:extLst>
                    <a:ext uri="{FF2B5EF4-FFF2-40B4-BE49-F238E27FC236}">
                      <a16:creationId xmlns:a16="http://schemas.microsoft.com/office/drawing/2014/main" id="{F41B142E-3321-4C24-803A-8C1E4ABD22F9}"/>
                    </a:ext>
                  </a:extLst>
                </p:cNvPr>
                <p:cNvSpPr/>
                <p:nvPr/>
              </p:nvSpPr>
              <p:spPr>
                <a:xfrm>
                  <a:off x="75128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object 102">
                  <a:extLst>
                    <a:ext uri="{FF2B5EF4-FFF2-40B4-BE49-F238E27FC236}">
                      <a16:creationId xmlns:a16="http://schemas.microsoft.com/office/drawing/2014/main" id="{21D19121-4D4A-4173-8EEB-0187104E7D73}"/>
                    </a:ext>
                  </a:extLst>
                </p:cNvPr>
                <p:cNvSpPr/>
                <p:nvPr/>
              </p:nvSpPr>
              <p:spPr>
                <a:xfrm>
                  <a:off x="75128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object 103">
                  <a:extLst>
                    <a:ext uri="{FF2B5EF4-FFF2-40B4-BE49-F238E27FC236}">
                      <a16:creationId xmlns:a16="http://schemas.microsoft.com/office/drawing/2014/main" id="{318D3420-5F2A-4F6E-A0EC-7680550FBC27}"/>
                    </a:ext>
                  </a:extLst>
                </p:cNvPr>
                <p:cNvSpPr/>
                <p:nvPr/>
              </p:nvSpPr>
              <p:spPr>
                <a:xfrm>
                  <a:off x="762183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object 104">
                  <a:extLst>
                    <a:ext uri="{FF2B5EF4-FFF2-40B4-BE49-F238E27FC236}">
                      <a16:creationId xmlns:a16="http://schemas.microsoft.com/office/drawing/2014/main" id="{91995B8C-CB2B-4B97-A3BC-1C98DDCA6B63}"/>
                    </a:ext>
                  </a:extLst>
                </p:cNvPr>
                <p:cNvSpPr/>
                <p:nvPr/>
              </p:nvSpPr>
              <p:spPr>
                <a:xfrm>
                  <a:off x="7621838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object 105">
                  <a:extLst>
                    <a:ext uri="{FF2B5EF4-FFF2-40B4-BE49-F238E27FC236}">
                      <a16:creationId xmlns:a16="http://schemas.microsoft.com/office/drawing/2014/main" id="{9C003F69-2574-40DD-BE18-B72BFE77AE06}"/>
                    </a:ext>
                  </a:extLst>
                </p:cNvPr>
                <p:cNvSpPr/>
                <p:nvPr/>
              </p:nvSpPr>
              <p:spPr>
                <a:xfrm>
                  <a:off x="773004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object 106">
                  <a:extLst>
                    <a:ext uri="{FF2B5EF4-FFF2-40B4-BE49-F238E27FC236}">
                      <a16:creationId xmlns:a16="http://schemas.microsoft.com/office/drawing/2014/main" id="{7C228FD2-B2AD-41BB-994F-ED6BF3CD55D5}"/>
                    </a:ext>
                  </a:extLst>
                </p:cNvPr>
                <p:cNvSpPr/>
                <p:nvPr/>
              </p:nvSpPr>
              <p:spPr>
                <a:xfrm>
                  <a:off x="773004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object 107">
                  <a:extLst>
                    <a:ext uri="{FF2B5EF4-FFF2-40B4-BE49-F238E27FC236}">
                      <a16:creationId xmlns:a16="http://schemas.microsoft.com/office/drawing/2014/main" id="{5273960F-2A06-4AE6-AC31-D8BE81ACE926}"/>
                    </a:ext>
                  </a:extLst>
                </p:cNvPr>
                <p:cNvSpPr/>
                <p:nvPr/>
              </p:nvSpPr>
              <p:spPr>
                <a:xfrm>
                  <a:off x="783900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4" name="object 108">
                  <a:extLst>
                    <a:ext uri="{FF2B5EF4-FFF2-40B4-BE49-F238E27FC236}">
                      <a16:creationId xmlns:a16="http://schemas.microsoft.com/office/drawing/2014/main" id="{6F48ABB6-28DB-4DA1-83D5-0E00CDD276D4}"/>
                    </a:ext>
                  </a:extLst>
                </p:cNvPr>
                <p:cNvSpPr/>
                <p:nvPr/>
              </p:nvSpPr>
              <p:spPr>
                <a:xfrm>
                  <a:off x="783900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object 109">
                  <a:extLst>
                    <a:ext uri="{FF2B5EF4-FFF2-40B4-BE49-F238E27FC236}">
                      <a16:creationId xmlns:a16="http://schemas.microsoft.com/office/drawing/2014/main" id="{D255BAE3-3F71-4B4E-B397-B711861ED052}"/>
                    </a:ext>
                  </a:extLst>
                </p:cNvPr>
                <p:cNvSpPr/>
                <p:nvPr/>
              </p:nvSpPr>
              <p:spPr>
                <a:xfrm>
                  <a:off x="79479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object 110">
                  <a:extLst>
                    <a:ext uri="{FF2B5EF4-FFF2-40B4-BE49-F238E27FC236}">
                      <a16:creationId xmlns:a16="http://schemas.microsoft.com/office/drawing/2014/main" id="{4FEAA237-494B-4DA0-B343-9EEA20EF24B8}"/>
                    </a:ext>
                  </a:extLst>
                </p:cNvPr>
                <p:cNvSpPr/>
                <p:nvPr/>
              </p:nvSpPr>
              <p:spPr>
                <a:xfrm>
                  <a:off x="79479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object 111">
                  <a:extLst>
                    <a:ext uri="{FF2B5EF4-FFF2-40B4-BE49-F238E27FC236}">
                      <a16:creationId xmlns:a16="http://schemas.microsoft.com/office/drawing/2014/main" id="{507FA4C4-4467-4075-AF7D-2A2FC7A152E9}"/>
                    </a:ext>
                  </a:extLst>
                </p:cNvPr>
                <p:cNvSpPr/>
                <p:nvPr/>
              </p:nvSpPr>
              <p:spPr>
                <a:xfrm>
                  <a:off x="80561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" name="object 112">
                  <a:extLst>
                    <a:ext uri="{FF2B5EF4-FFF2-40B4-BE49-F238E27FC236}">
                      <a16:creationId xmlns:a16="http://schemas.microsoft.com/office/drawing/2014/main" id="{0B52F869-26C8-4AE8-924F-484CA34CDA30}"/>
                    </a:ext>
                  </a:extLst>
                </p:cNvPr>
                <p:cNvSpPr/>
                <p:nvPr/>
              </p:nvSpPr>
              <p:spPr>
                <a:xfrm>
                  <a:off x="80561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" name="object 113">
                  <a:extLst>
                    <a:ext uri="{FF2B5EF4-FFF2-40B4-BE49-F238E27FC236}">
                      <a16:creationId xmlns:a16="http://schemas.microsoft.com/office/drawing/2014/main" id="{1120EE87-9F0C-4C76-A6C6-F7C765276EAA}"/>
                    </a:ext>
                  </a:extLst>
                </p:cNvPr>
                <p:cNvSpPr/>
                <p:nvPr/>
              </p:nvSpPr>
              <p:spPr>
                <a:xfrm>
                  <a:off x="816514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0" name="object 114">
                  <a:extLst>
                    <a:ext uri="{FF2B5EF4-FFF2-40B4-BE49-F238E27FC236}">
                      <a16:creationId xmlns:a16="http://schemas.microsoft.com/office/drawing/2014/main" id="{5F256A2C-0866-4137-BBA1-7969CA4E66FD}"/>
                    </a:ext>
                  </a:extLst>
                </p:cNvPr>
                <p:cNvSpPr/>
                <p:nvPr/>
              </p:nvSpPr>
              <p:spPr>
                <a:xfrm>
                  <a:off x="816514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1" name="object 115">
                  <a:extLst>
                    <a:ext uri="{FF2B5EF4-FFF2-40B4-BE49-F238E27FC236}">
                      <a16:creationId xmlns:a16="http://schemas.microsoft.com/office/drawing/2014/main" id="{D08CB67E-F75C-4DCB-98A4-DE4A0B29125A}"/>
                    </a:ext>
                  </a:extLst>
                </p:cNvPr>
                <p:cNvSpPr/>
                <p:nvPr/>
              </p:nvSpPr>
              <p:spPr>
                <a:xfrm>
                  <a:off x="82733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2" name="object 116">
                  <a:extLst>
                    <a:ext uri="{FF2B5EF4-FFF2-40B4-BE49-F238E27FC236}">
                      <a16:creationId xmlns:a16="http://schemas.microsoft.com/office/drawing/2014/main" id="{63653FFE-FA27-419E-807F-98725DA6CF76}"/>
                    </a:ext>
                  </a:extLst>
                </p:cNvPr>
                <p:cNvSpPr/>
                <p:nvPr/>
              </p:nvSpPr>
              <p:spPr>
                <a:xfrm>
                  <a:off x="82733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3" name="object 117">
                  <a:extLst>
                    <a:ext uri="{FF2B5EF4-FFF2-40B4-BE49-F238E27FC236}">
                      <a16:creationId xmlns:a16="http://schemas.microsoft.com/office/drawing/2014/main" id="{66D90125-69BD-4329-AEE4-71564D7CB52C}"/>
                    </a:ext>
                  </a:extLst>
                </p:cNvPr>
                <p:cNvSpPr/>
                <p:nvPr/>
              </p:nvSpPr>
              <p:spPr>
                <a:xfrm>
                  <a:off x="83823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4" name="object 118">
                  <a:extLst>
                    <a:ext uri="{FF2B5EF4-FFF2-40B4-BE49-F238E27FC236}">
                      <a16:creationId xmlns:a16="http://schemas.microsoft.com/office/drawing/2014/main" id="{61AE9D81-B6F3-4237-BC97-E8816AE8FCA0}"/>
                    </a:ext>
                  </a:extLst>
                </p:cNvPr>
                <p:cNvSpPr/>
                <p:nvPr/>
              </p:nvSpPr>
              <p:spPr>
                <a:xfrm>
                  <a:off x="83823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5" name="object 119">
                  <a:extLst>
                    <a:ext uri="{FF2B5EF4-FFF2-40B4-BE49-F238E27FC236}">
                      <a16:creationId xmlns:a16="http://schemas.microsoft.com/office/drawing/2014/main" id="{8C4F8148-19D3-4349-AE78-EEB39B14D57F}"/>
                    </a:ext>
                  </a:extLst>
                </p:cNvPr>
                <p:cNvSpPr/>
                <p:nvPr/>
              </p:nvSpPr>
              <p:spPr>
                <a:xfrm>
                  <a:off x="8491280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6" name="object 120">
                  <a:extLst>
                    <a:ext uri="{FF2B5EF4-FFF2-40B4-BE49-F238E27FC236}">
                      <a16:creationId xmlns:a16="http://schemas.microsoft.com/office/drawing/2014/main" id="{3AD578AA-5D55-4D44-B1CD-AA0BFE7B5A90}"/>
                    </a:ext>
                  </a:extLst>
                </p:cNvPr>
                <p:cNvSpPr/>
                <p:nvPr/>
              </p:nvSpPr>
              <p:spPr>
                <a:xfrm>
                  <a:off x="8491280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7" name="object 121">
                  <a:extLst>
                    <a:ext uri="{FF2B5EF4-FFF2-40B4-BE49-F238E27FC236}">
                      <a16:creationId xmlns:a16="http://schemas.microsoft.com/office/drawing/2014/main" id="{6C8AF32C-E898-4A22-9E12-CBBEFB6F0650}"/>
                    </a:ext>
                  </a:extLst>
                </p:cNvPr>
                <p:cNvSpPr/>
                <p:nvPr/>
              </p:nvSpPr>
              <p:spPr>
                <a:xfrm>
                  <a:off x="85994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object 122">
                  <a:extLst>
                    <a:ext uri="{FF2B5EF4-FFF2-40B4-BE49-F238E27FC236}">
                      <a16:creationId xmlns:a16="http://schemas.microsoft.com/office/drawing/2014/main" id="{63B92649-F9D9-43E2-8AED-3F8CB4F0388F}"/>
                    </a:ext>
                  </a:extLst>
                </p:cNvPr>
                <p:cNvSpPr/>
                <p:nvPr/>
              </p:nvSpPr>
              <p:spPr>
                <a:xfrm>
                  <a:off x="8599472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09" name="object 123">
                  <a:extLst>
                    <a:ext uri="{FF2B5EF4-FFF2-40B4-BE49-F238E27FC236}">
                      <a16:creationId xmlns:a16="http://schemas.microsoft.com/office/drawing/2014/main" id="{6329AB48-12BF-4940-B9EC-EAE60FFC6B8A}"/>
                    </a:ext>
                  </a:extLst>
                </p:cNvPr>
                <p:cNvSpPr/>
                <p:nvPr/>
              </p:nvSpPr>
              <p:spPr>
                <a:xfrm>
                  <a:off x="8708437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0" name="object 124">
                  <a:extLst>
                    <a:ext uri="{FF2B5EF4-FFF2-40B4-BE49-F238E27FC236}">
                      <a16:creationId xmlns:a16="http://schemas.microsoft.com/office/drawing/2014/main" id="{3D869005-7A71-4AA2-B773-AF9FFBF463D6}"/>
                    </a:ext>
                  </a:extLst>
                </p:cNvPr>
                <p:cNvSpPr/>
                <p:nvPr/>
              </p:nvSpPr>
              <p:spPr>
                <a:xfrm>
                  <a:off x="8708437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1" name="object 125">
                  <a:extLst>
                    <a:ext uri="{FF2B5EF4-FFF2-40B4-BE49-F238E27FC236}">
                      <a16:creationId xmlns:a16="http://schemas.microsoft.com/office/drawing/2014/main" id="{4A5CF2DF-1CD4-47D4-A668-FAB3A8ECD55F}"/>
                    </a:ext>
                  </a:extLst>
                </p:cNvPr>
                <p:cNvSpPr/>
                <p:nvPr/>
              </p:nvSpPr>
              <p:spPr>
                <a:xfrm>
                  <a:off x="881665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2" name="object 126">
                  <a:extLst>
                    <a:ext uri="{FF2B5EF4-FFF2-40B4-BE49-F238E27FC236}">
                      <a16:creationId xmlns:a16="http://schemas.microsoft.com/office/drawing/2014/main" id="{0F9A3DB9-56C9-4246-9494-D414E203FAE5}"/>
                    </a:ext>
                  </a:extLst>
                </p:cNvPr>
                <p:cNvSpPr/>
                <p:nvPr/>
              </p:nvSpPr>
              <p:spPr>
                <a:xfrm>
                  <a:off x="881665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3" name="object 127">
                  <a:extLst>
                    <a:ext uri="{FF2B5EF4-FFF2-40B4-BE49-F238E27FC236}">
                      <a16:creationId xmlns:a16="http://schemas.microsoft.com/office/drawing/2014/main" id="{27B4F637-9FC0-4F68-A343-1CD0DEA28E36}"/>
                    </a:ext>
                  </a:extLst>
                </p:cNvPr>
                <p:cNvSpPr/>
                <p:nvPr/>
              </p:nvSpPr>
              <p:spPr>
                <a:xfrm>
                  <a:off x="8925620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4" name="object 128">
                  <a:extLst>
                    <a:ext uri="{FF2B5EF4-FFF2-40B4-BE49-F238E27FC236}">
                      <a16:creationId xmlns:a16="http://schemas.microsoft.com/office/drawing/2014/main" id="{CC4CB801-3581-4F04-B95C-4040C70A4710}"/>
                    </a:ext>
                  </a:extLst>
                </p:cNvPr>
                <p:cNvSpPr/>
                <p:nvPr/>
              </p:nvSpPr>
              <p:spPr>
                <a:xfrm>
                  <a:off x="8925620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5" name="object 129">
                  <a:extLst>
                    <a:ext uri="{FF2B5EF4-FFF2-40B4-BE49-F238E27FC236}">
                      <a16:creationId xmlns:a16="http://schemas.microsoft.com/office/drawing/2014/main" id="{318E2D16-F518-4705-98B2-A66D0E7E9657}"/>
                    </a:ext>
                  </a:extLst>
                </p:cNvPr>
                <p:cNvSpPr/>
                <p:nvPr/>
              </p:nvSpPr>
              <p:spPr>
                <a:xfrm>
                  <a:off x="90345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6" name="object 130">
                  <a:extLst>
                    <a:ext uri="{FF2B5EF4-FFF2-40B4-BE49-F238E27FC236}">
                      <a16:creationId xmlns:a16="http://schemas.microsoft.com/office/drawing/2014/main" id="{99B4BF2D-1CBA-40C4-B8F4-CFE0241486F5}"/>
                    </a:ext>
                  </a:extLst>
                </p:cNvPr>
                <p:cNvSpPr/>
                <p:nvPr/>
              </p:nvSpPr>
              <p:spPr>
                <a:xfrm>
                  <a:off x="9034574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7" name="object 131">
                  <a:extLst>
                    <a:ext uri="{FF2B5EF4-FFF2-40B4-BE49-F238E27FC236}">
                      <a16:creationId xmlns:a16="http://schemas.microsoft.com/office/drawing/2014/main" id="{9D27BB72-43BE-426F-A9F7-3C403A49126F}"/>
                    </a:ext>
                  </a:extLst>
                </p:cNvPr>
                <p:cNvSpPr/>
                <p:nvPr/>
              </p:nvSpPr>
              <p:spPr>
                <a:xfrm>
                  <a:off x="91427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8" name="object 132">
                  <a:extLst>
                    <a:ext uri="{FF2B5EF4-FFF2-40B4-BE49-F238E27FC236}">
                      <a16:creationId xmlns:a16="http://schemas.microsoft.com/office/drawing/2014/main" id="{F1C3B407-78AF-412A-919E-3E3D16441125}"/>
                    </a:ext>
                  </a:extLst>
                </p:cNvPr>
                <p:cNvSpPr/>
                <p:nvPr/>
              </p:nvSpPr>
              <p:spPr>
                <a:xfrm>
                  <a:off x="914277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object 133">
                  <a:extLst>
                    <a:ext uri="{FF2B5EF4-FFF2-40B4-BE49-F238E27FC236}">
                      <a16:creationId xmlns:a16="http://schemas.microsoft.com/office/drawing/2014/main" id="{D1F41552-F5C3-4E54-9E73-EE6A1E7C4859}"/>
                    </a:ext>
                  </a:extLst>
                </p:cNvPr>
                <p:cNvSpPr/>
                <p:nvPr/>
              </p:nvSpPr>
              <p:spPr>
                <a:xfrm>
                  <a:off x="9251756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0" name="object 134">
                  <a:extLst>
                    <a:ext uri="{FF2B5EF4-FFF2-40B4-BE49-F238E27FC236}">
                      <a16:creationId xmlns:a16="http://schemas.microsoft.com/office/drawing/2014/main" id="{7E82146F-EF44-4F38-9BDA-61F24BF7E62E}"/>
                    </a:ext>
                  </a:extLst>
                </p:cNvPr>
                <p:cNvSpPr/>
                <p:nvPr/>
              </p:nvSpPr>
              <p:spPr>
                <a:xfrm>
                  <a:off x="9251756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1" name="object 135">
                  <a:extLst>
                    <a:ext uri="{FF2B5EF4-FFF2-40B4-BE49-F238E27FC236}">
                      <a16:creationId xmlns:a16="http://schemas.microsoft.com/office/drawing/2014/main" id="{9AA32896-299D-4B71-A0E1-BFF8CC849EA8}"/>
                    </a:ext>
                  </a:extLst>
                </p:cNvPr>
                <p:cNvSpPr/>
                <p:nvPr/>
              </p:nvSpPr>
              <p:spPr>
                <a:xfrm>
                  <a:off x="93599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2" name="object 136">
                  <a:extLst>
                    <a:ext uri="{FF2B5EF4-FFF2-40B4-BE49-F238E27FC236}">
                      <a16:creationId xmlns:a16="http://schemas.microsoft.com/office/drawing/2014/main" id="{49B3C468-9FCF-4EED-9476-F2A4964F96F6}"/>
                    </a:ext>
                  </a:extLst>
                </p:cNvPr>
                <p:cNvSpPr/>
                <p:nvPr/>
              </p:nvSpPr>
              <p:spPr>
                <a:xfrm>
                  <a:off x="9359948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3" name="object 137">
                  <a:extLst>
                    <a:ext uri="{FF2B5EF4-FFF2-40B4-BE49-F238E27FC236}">
                      <a16:creationId xmlns:a16="http://schemas.microsoft.com/office/drawing/2014/main" id="{455D6E0C-31FA-408B-988D-577D0C53189F}"/>
                    </a:ext>
                  </a:extLst>
                </p:cNvPr>
                <p:cNvSpPr/>
                <p:nvPr/>
              </p:nvSpPr>
              <p:spPr>
                <a:xfrm>
                  <a:off x="94689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4" name="object 138">
                  <a:extLst>
                    <a:ext uri="{FF2B5EF4-FFF2-40B4-BE49-F238E27FC236}">
                      <a16:creationId xmlns:a16="http://schemas.microsoft.com/office/drawing/2014/main" id="{46844B29-B315-4117-9280-8C3B61F6672D}"/>
                    </a:ext>
                  </a:extLst>
                </p:cNvPr>
                <p:cNvSpPr/>
                <p:nvPr/>
              </p:nvSpPr>
              <p:spPr>
                <a:xfrm>
                  <a:off x="9468914" y="434134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5" name="object 139">
                  <a:extLst>
                    <a:ext uri="{FF2B5EF4-FFF2-40B4-BE49-F238E27FC236}">
                      <a16:creationId xmlns:a16="http://schemas.microsoft.com/office/drawing/2014/main" id="{95FCF24D-01B2-4779-81D9-CD7AFC3AE47E}"/>
                    </a:ext>
                  </a:extLst>
                </p:cNvPr>
                <p:cNvSpPr/>
                <p:nvPr/>
              </p:nvSpPr>
              <p:spPr>
                <a:xfrm>
                  <a:off x="957789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object 140">
                  <a:extLst>
                    <a:ext uri="{FF2B5EF4-FFF2-40B4-BE49-F238E27FC236}">
                      <a16:creationId xmlns:a16="http://schemas.microsoft.com/office/drawing/2014/main" id="{2F0D35BC-70D0-42FC-9944-A6C0CDA2CAEE}"/>
                    </a:ext>
                  </a:extLst>
                </p:cNvPr>
                <p:cNvSpPr/>
                <p:nvPr/>
              </p:nvSpPr>
              <p:spPr>
                <a:xfrm>
                  <a:off x="9577892" y="434134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7" name="object 141">
                  <a:extLst>
                    <a:ext uri="{FF2B5EF4-FFF2-40B4-BE49-F238E27FC236}">
                      <a16:creationId xmlns:a16="http://schemas.microsoft.com/office/drawing/2014/main" id="{CB5496C1-CEE2-49C2-A83F-6BCD02D0CF6B}"/>
                    </a:ext>
                  </a:extLst>
                </p:cNvPr>
                <p:cNvSpPr/>
                <p:nvPr/>
              </p:nvSpPr>
              <p:spPr>
                <a:xfrm>
                  <a:off x="696956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object 142">
                  <a:extLst>
                    <a:ext uri="{FF2B5EF4-FFF2-40B4-BE49-F238E27FC236}">
                      <a16:creationId xmlns:a16="http://schemas.microsoft.com/office/drawing/2014/main" id="{7E68CEC9-5CFB-4AD2-A16A-7F3F2526C26B}"/>
                    </a:ext>
                  </a:extLst>
                </p:cNvPr>
                <p:cNvSpPr/>
                <p:nvPr/>
              </p:nvSpPr>
              <p:spPr>
                <a:xfrm>
                  <a:off x="696956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object 143">
                  <a:extLst>
                    <a:ext uri="{FF2B5EF4-FFF2-40B4-BE49-F238E27FC236}">
                      <a16:creationId xmlns:a16="http://schemas.microsoft.com/office/drawing/2014/main" id="{EEA1EED3-4398-4148-8F34-55E159ED98D6}"/>
                    </a:ext>
                  </a:extLst>
                </p:cNvPr>
                <p:cNvSpPr/>
                <p:nvPr/>
              </p:nvSpPr>
              <p:spPr>
                <a:xfrm>
                  <a:off x="707853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object 144">
                  <a:extLst>
                    <a:ext uri="{FF2B5EF4-FFF2-40B4-BE49-F238E27FC236}">
                      <a16:creationId xmlns:a16="http://schemas.microsoft.com/office/drawing/2014/main" id="{84B27EA8-0B26-4EEB-8952-E53AE59D983B}"/>
                    </a:ext>
                  </a:extLst>
                </p:cNvPr>
                <p:cNvSpPr/>
                <p:nvPr/>
              </p:nvSpPr>
              <p:spPr>
                <a:xfrm>
                  <a:off x="707853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object 145">
                  <a:extLst>
                    <a:ext uri="{FF2B5EF4-FFF2-40B4-BE49-F238E27FC236}">
                      <a16:creationId xmlns:a16="http://schemas.microsoft.com/office/drawing/2014/main" id="{2D433ECF-F46B-4CCA-ACE4-38238918FD2E}"/>
                    </a:ext>
                  </a:extLst>
                </p:cNvPr>
                <p:cNvSpPr/>
                <p:nvPr/>
              </p:nvSpPr>
              <p:spPr>
                <a:xfrm>
                  <a:off x="718673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object 146">
                  <a:extLst>
                    <a:ext uri="{FF2B5EF4-FFF2-40B4-BE49-F238E27FC236}">
                      <a16:creationId xmlns:a16="http://schemas.microsoft.com/office/drawing/2014/main" id="{B23D1BB3-B596-4B8A-9C21-EB9426AECF7D}"/>
                    </a:ext>
                  </a:extLst>
                </p:cNvPr>
                <p:cNvSpPr/>
                <p:nvPr/>
              </p:nvSpPr>
              <p:spPr>
                <a:xfrm>
                  <a:off x="7186736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object 147">
                  <a:extLst>
                    <a:ext uri="{FF2B5EF4-FFF2-40B4-BE49-F238E27FC236}">
                      <a16:creationId xmlns:a16="http://schemas.microsoft.com/office/drawing/2014/main" id="{E9CBBBDD-C418-4B43-9FEF-368371F059CD}"/>
                    </a:ext>
                  </a:extLst>
                </p:cNvPr>
                <p:cNvSpPr/>
                <p:nvPr/>
              </p:nvSpPr>
              <p:spPr>
                <a:xfrm>
                  <a:off x="729570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object 148">
                  <a:extLst>
                    <a:ext uri="{FF2B5EF4-FFF2-40B4-BE49-F238E27FC236}">
                      <a16:creationId xmlns:a16="http://schemas.microsoft.com/office/drawing/2014/main" id="{1B5CE4E5-2E3E-4FF5-B19C-B5255451AAA1}"/>
                    </a:ext>
                  </a:extLst>
                </p:cNvPr>
                <p:cNvSpPr/>
                <p:nvPr/>
              </p:nvSpPr>
              <p:spPr>
                <a:xfrm>
                  <a:off x="729570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object 149">
                  <a:extLst>
                    <a:ext uri="{FF2B5EF4-FFF2-40B4-BE49-F238E27FC236}">
                      <a16:creationId xmlns:a16="http://schemas.microsoft.com/office/drawing/2014/main" id="{9414E44D-67D1-4198-AA8B-BCA6881FBB6B}"/>
                    </a:ext>
                  </a:extLst>
                </p:cNvPr>
                <p:cNvSpPr/>
                <p:nvPr/>
              </p:nvSpPr>
              <p:spPr>
                <a:xfrm>
                  <a:off x="740466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object 150">
                  <a:extLst>
                    <a:ext uri="{FF2B5EF4-FFF2-40B4-BE49-F238E27FC236}">
                      <a16:creationId xmlns:a16="http://schemas.microsoft.com/office/drawing/2014/main" id="{476632B3-1810-4B53-89C1-3AC1400FFE36}"/>
                    </a:ext>
                  </a:extLst>
                </p:cNvPr>
                <p:cNvSpPr/>
                <p:nvPr/>
              </p:nvSpPr>
              <p:spPr>
                <a:xfrm>
                  <a:off x="740466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7" name="object 151">
                  <a:extLst>
                    <a:ext uri="{FF2B5EF4-FFF2-40B4-BE49-F238E27FC236}">
                      <a16:creationId xmlns:a16="http://schemas.microsoft.com/office/drawing/2014/main" id="{D0E1F7DB-4CEC-4CED-B39D-42B453E08F15}"/>
                    </a:ext>
                  </a:extLst>
                </p:cNvPr>
                <p:cNvSpPr/>
                <p:nvPr/>
              </p:nvSpPr>
              <p:spPr>
                <a:xfrm>
                  <a:off x="75128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8" name="object 152">
                  <a:extLst>
                    <a:ext uri="{FF2B5EF4-FFF2-40B4-BE49-F238E27FC236}">
                      <a16:creationId xmlns:a16="http://schemas.microsoft.com/office/drawing/2014/main" id="{A24229B6-9A72-4677-BC13-EC659D0D6116}"/>
                    </a:ext>
                  </a:extLst>
                </p:cNvPr>
                <p:cNvSpPr/>
                <p:nvPr/>
              </p:nvSpPr>
              <p:spPr>
                <a:xfrm>
                  <a:off x="75128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39" name="object 153">
                  <a:extLst>
                    <a:ext uri="{FF2B5EF4-FFF2-40B4-BE49-F238E27FC236}">
                      <a16:creationId xmlns:a16="http://schemas.microsoft.com/office/drawing/2014/main" id="{8264E207-FDC4-47B9-A5F1-DBCF87D7E334}"/>
                    </a:ext>
                  </a:extLst>
                </p:cNvPr>
                <p:cNvSpPr/>
                <p:nvPr/>
              </p:nvSpPr>
              <p:spPr>
                <a:xfrm>
                  <a:off x="762183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0" name="object 154">
                  <a:extLst>
                    <a:ext uri="{FF2B5EF4-FFF2-40B4-BE49-F238E27FC236}">
                      <a16:creationId xmlns:a16="http://schemas.microsoft.com/office/drawing/2014/main" id="{0F4A7C09-E773-4DDF-A113-B9C8DD78FDB2}"/>
                    </a:ext>
                  </a:extLst>
                </p:cNvPr>
                <p:cNvSpPr/>
                <p:nvPr/>
              </p:nvSpPr>
              <p:spPr>
                <a:xfrm>
                  <a:off x="7621838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1" name="object 155">
                  <a:extLst>
                    <a:ext uri="{FF2B5EF4-FFF2-40B4-BE49-F238E27FC236}">
                      <a16:creationId xmlns:a16="http://schemas.microsoft.com/office/drawing/2014/main" id="{83CFF7BD-54D4-4DCC-85C1-6FC8BA8ED9AF}"/>
                    </a:ext>
                  </a:extLst>
                </p:cNvPr>
                <p:cNvSpPr/>
                <p:nvPr/>
              </p:nvSpPr>
              <p:spPr>
                <a:xfrm>
                  <a:off x="773004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FBD7BB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2" name="object 156">
                  <a:extLst>
                    <a:ext uri="{FF2B5EF4-FFF2-40B4-BE49-F238E27FC236}">
                      <a16:creationId xmlns:a16="http://schemas.microsoft.com/office/drawing/2014/main" id="{E8B0FD62-575A-487A-838F-C831275A2D47}"/>
                    </a:ext>
                  </a:extLst>
                </p:cNvPr>
                <p:cNvSpPr/>
                <p:nvPr/>
              </p:nvSpPr>
              <p:spPr>
                <a:xfrm>
                  <a:off x="773004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3" name="object 157">
                  <a:extLst>
                    <a:ext uri="{FF2B5EF4-FFF2-40B4-BE49-F238E27FC236}">
                      <a16:creationId xmlns:a16="http://schemas.microsoft.com/office/drawing/2014/main" id="{77DA41A7-5BB8-43DF-BDED-4BD621A7F147}"/>
                    </a:ext>
                  </a:extLst>
                </p:cNvPr>
                <p:cNvSpPr/>
                <p:nvPr/>
              </p:nvSpPr>
              <p:spPr>
                <a:xfrm>
                  <a:off x="783900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4" name="object 158">
                  <a:extLst>
                    <a:ext uri="{FF2B5EF4-FFF2-40B4-BE49-F238E27FC236}">
                      <a16:creationId xmlns:a16="http://schemas.microsoft.com/office/drawing/2014/main" id="{279B3632-5BC5-4B8A-87A7-7DD8BD31D46A}"/>
                    </a:ext>
                  </a:extLst>
                </p:cNvPr>
                <p:cNvSpPr/>
                <p:nvPr/>
              </p:nvSpPr>
              <p:spPr>
                <a:xfrm>
                  <a:off x="783900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5" name="object 159">
                  <a:extLst>
                    <a:ext uri="{FF2B5EF4-FFF2-40B4-BE49-F238E27FC236}">
                      <a16:creationId xmlns:a16="http://schemas.microsoft.com/office/drawing/2014/main" id="{A3E378FF-3DE4-4C77-B037-8C2EFBCF7A63}"/>
                    </a:ext>
                  </a:extLst>
                </p:cNvPr>
                <p:cNvSpPr/>
                <p:nvPr/>
              </p:nvSpPr>
              <p:spPr>
                <a:xfrm>
                  <a:off x="79479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6" name="object 160">
                  <a:extLst>
                    <a:ext uri="{FF2B5EF4-FFF2-40B4-BE49-F238E27FC236}">
                      <a16:creationId xmlns:a16="http://schemas.microsoft.com/office/drawing/2014/main" id="{0BECFEC2-F4CD-4B8C-B114-330CBD7ECFDA}"/>
                    </a:ext>
                  </a:extLst>
                </p:cNvPr>
                <p:cNvSpPr/>
                <p:nvPr/>
              </p:nvSpPr>
              <p:spPr>
                <a:xfrm>
                  <a:off x="79479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7" name="object 161">
                  <a:extLst>
                    <a:ext uri="{FF2B5EF4-FFF2-40B4-BE49-F238E27FC236}">
                      <a16:creationId xmlns:a16="http://schemas.microsoft.com/office/drawing/2014/main" id="{006E4BC3-6498-436C-842A-D16DB2B81691}"/>
                    </a:ext>
                  </a:extLst>
                </p:cNvPr>
                <p:cNvSpPr/>
                <p:nvPr/>
              </p:nvSpPr>
              <p:spPr>
                <a:xfrm>
                  <a:off x="80561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8" name="object 162">
                  <a:extLst>
                    <a:ext uri="{FF2B5EF4-FFF2-40B4-BE49-F238E27FC236}">
                      <a16:creationId xmlns:a16="http://schemas.microsoft.com/office/drawing/2014/main" id="{9B4B59CF-8B8D-43DD-B50A-7155A7B5497A}"/>
                    </a:ext>
                  </a:extLst>
                </p:cNvPr>
                <p:cNvSpPr/>
                <p:nvPr/>
              </p:nvSpPr>
              <p:spPr>
                <a:xfrm>
                  <a:off x="80561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9" name="object 163">
                  <a:extLst>
                    <a:ext uri="{FF2B5EF4-FFF2-40B4-BE49-F238E27FC236}">
                      <a16:creationId xmlns:a16="http://schemas.microsoft.com/office/drawing/2014/main" id="{521CA49B-676A-4E3F-92E4-AD93F3DC2DA0}"/>
                    </a:ext>
                  </a:extLst>
                </p:cNvPr>
                <p:cNvSpPr/>
                <p:nvPr/>
              </p:nvSpPr>
              <p:spPr>
                <a:xfrm>
                  <a:off x="816514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0" name="object 164">
                  <a:extLst>
                    <a:ext uri="{FF2B5EF4-FFF2-40B4-BE49-F238E27FC236}">
                      <a16:creationId xmlns:a16="http://schemas.microsoft.com/office/drawing/2014/main" id="{61FD8D58-8204-4C12-BED4-028E41B57AFD}"/>
                    </a:ext>
                  </a:extLst>
                </p:cNvPr>
                <p:cNvSpPr/>
                <p:nvPr/>
              </p:nvSpPr>
              <p:spPr>
                <a:xfrm>
                  <a:off x="816514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1" name="object 165">
                  <a:extLst>
                    <a:ext uri="{FF2B5EF4-FFF2-40B4-BE49-F238E27FC236}">
                      <a16:creationId xmlns:a16="http://schemas.microsoft.com/office/drawing/2014/main" id="{9CBD0F7A-5C82-4045-BE26-4D0C69139DF1}"/>
                    </a:ext>
                  </a:extLst>
                </p:cNvPr>
                <p:cNvSpPr/>
                <p:nvPr/>
              </p:nvSpPr>
              <p:spPr>
                <a:xfrm>
                  <a:off x="82733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2" name="object 166">
                  <a:extLst>
                    <a:ext uri="{FF2B5EF4-FFF2-40B4-BE49-F238E27FC236}">
                      <a16:creationId xmlns:a16="http://schemas.microsoft.com/office/drawing/2014/main" id="{9D6DE439-D8D0-436D-A0C8-FB1739B032AC}"/>
                    </a:ext>
                  </a:extLst>
                </p:cNvPr>
                <p:cNvSpPr/>
                <p:nvPr/>
              </p:nvSpPr>
              <p:spPr>
                <a:xfrm>
                  <a:off x="82733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3" name="object 167">
                  <a:extLst>
                    <a:ext uri="{FF2B5EF4-FFF2-40B4-BE49-F238E27FC236}">
                      <a16:creationId xmlns:a16="http://schemas.microsoft.com/office/drawing/2014/main" id="{60E87FF0-0C46-413F-AD59-54E30ABCE295}"/>
                    </a:ext>
                  </a:extLst>
                </p:cNvPr>
                <p:cNvSpPr/>
                <p:nvPr/>
              </p:nvSpPr>
              <p:spPr>
                <a:xfrm>
                  <a:off x="83823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4" name="object 168">
                  <a:extLst>
                    <a:ext uri="{FF2B5EF4-FFF2-40B4-BE49-F238E27FC236}">
                      <a16:creationId xmlns:a16="http://schemas.microsoft.com/office/drawing/2014/main" id="{F8512C77-DCB2-46AB-9A33-A641DB7CA40D}"/>
                    </a:ext>
                  </a:extLst>
                </p:cNvPr>
                <p:cNvSpPr/>
                <p:nvPr/>
              </p:nvSpPr>
              <p:spPr>
                <a:xfrm>
                  <a:off x="83823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5" name="object 169">
                  <a:extLst>
                    <a:ext uri="{FF2B5EF4-FFF2-40B4-BE49-F238E27FC236}">
                      <a16:creationId xmlns:a16="http://schemas.microsoft.com/office/drawing/2014/main" id="{F6E0AD42-5133-44F9-98E7-8553B69B5671}"/>
                    </a:ext>
                  </a:extLst>
                </p:cNvPr>
                <p:cNvSpPr/>
                <p:nvPr/>
              </p:nvSpPr>
              <p:spPr>
                <a:xfrm>
                  <a:off x="8491280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6" name="object 170">
                  <a:extLst>
                    <a:ext uri="{FF2B5EF4-FFF2-40B4-BE49-F238E27FC236}">
                      <a16:creationId xmlns:a16="http://schemas.microsoft.com/office/drawing/2014/main" id="{22F4E449-F7CA-456E-9A02-61C868B373C3}"/>
                    </a:ext>
                  </a:extLst>
                </p:cNvPr>
                <p:cNvSpPr/>
                <p:nvPr/>
              </p:nvSpPr>
              <p:spPr>
                <a:xfrm>
                  <a:off x="8491280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7" name="object 171">
                  <a:extLst>
                    <a:ext uri="{FF2B5EF4-FFF2-40B4-BE49-F238E27FC236}">
                      <a16:creationId xmlns:a16="http://schemas.microsoft.com/office/drawing/2014/main" id="{45080760-AE8F-4251-82A5-7A7197F6CD71}"/>
                    </a:ext>
                  </a:extLst>
                </p:cNvPr>
                <p:cNvSpPr/>
                <p:nvPr/>
              </p:nvSpPr>
              <p:spPr>
                <a:xfrm>
                  <a:off x="85994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8" name="object 172">
                  <a:extLst>
                    <a:ext uri="{FF2B5EF4-FFF2-40B4-BE49-F238E27FC236}">
                      <a16:creationId xmlns:a16="http://schemas.microsoft.com/office/drawing/2014/main" id="{3710668A-24B0-4653-A7E1-0C2041DD282D}"/>
                    </a:ext>
                  </a:extLst>
                </p:cNvPr>
                <p:cNvSpPr/>
                <p:nvPr/>
              </p:nvSpPr>
              <p:spPr>
                <a:xfrm>
                  <a:off x="8599472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59" name="object 173">
                  <a:extLst>
                    <a:ext uri="{FF2B5EF4-FFF2-40B4-BE49-F238E27FC236}">
                      <a16:creationId xmlns:a16="http://schemas.microsoft.com/office/drawing/2014/main" id="{69C157C2-AC7C-4412-BCE7-1AFB8F29102B}"/>
                    </a:ext>
                  </a:extLst>
                </p:cNvPr>
                <p:cNvSpPr/>
                <p:nvPr/>
              </p:nvSpPr>
              <p:spPr>
                <a:xfrm>
                  <a:off x="8708437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0" name="object 174">
                  <a:extLst>
                    <a:ext uri="{FF2B5EF4-FFF2-40B4-BE49-F238E27FC236}">
                      <a16:creationId xmlns:a16="http://schemas.microsoft.com/office/drawing/2014/main" id="{526D9986-68B6-4916-99F8-05E61E6D2637}"/>
                    </a:ext>
                  </a:extLst>
                </p:cNvPr>
                <p:cNvSpPr/>
                <p:nvPr/>
              </p:nvSpPr>
              <p:spPr>
                <a:xfrm>
                  <a:off x="8708437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1" name="object 175">
                  <a:extLst>
                    <a:ext uri="{FF2B5EF4-FFF2-40B4-BE49-F238E27FC236}">
                      <a16:creationId xmlns:a16="http://schemas.microsoft.com/office/drawing/2014/main" id="{7BFCF473-8E45-4C4F-B318-F7141245FF51}"/>
                    </a:ext>
                  </a:extLst>
                </p:cNvPr>
                <p:cNvSpPr/>
                <p:nvPr/>
              </p:nvSpPr>
              <p:spPr>
                <a:xfrm>
                  <a:off x="881665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2" name="object 176">
                  <a:extLst>
                    <a:ext uri="{FF2B5EF4-FFF2-40B4-BE49-F238E27FC236}">
                      <a16:creationId xmlns:a16="http://schemas.microsoft.com/office/drawing/2014/main" id="{89C2BC54-6DC1-498D-B6F2-1D8E6AEBFD6C}"/>
                    </a:ext>
                  </a:extLst>
                </p:cNvPr>
                <p:cNvSpPr/>
                <p:nvPr/>
              </p:nvSpPr>
              <p:spPr>
                <a:xfrm>
                  <a:off x="881665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3" name="object 177">
                  <a:extLst>
                    <a:ext uri="{FF2B5EF4-FFF2-40B4-BE49-F238E27FC236}">
                      <a16:creationId xmlns:a16="http://schemas.microsoft.com/office/drawing/2014/main" id="{0CB844E0-AC91-4C1C-87E7-3D533A71E60C}"/>
                    </a:ext>
                  </a:extLst>
                </p:cNvPr>
                <p:cNvSpPr/>
                <p:nvPr/>
              </p:nvSpPr>
              <p:spPr>
                <a:xfrm>
                  <a:off x="8925620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4" name="object 178">
                  <a:extLst>
                    <a:ext uri="{FF2B5EF4-FFF2-40B4-BE49-F238E27FC236}">
                      <a16:creationId xmlns:a16="http://schemas.microsoft.com/office/drawing/2014/main" id="{F2B879E7-9FB7-4D00-811D-14D6509996C4}"/>
                    </a:ext>
                  </a:extLst>
                </p:cNvPr>
                <p:cNvSpPr/>
                <p:nvPr/>
              </p:nvSpPr>
              <p:spPr>
                <a:xfrm>
                  <a:off x="8925620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5" name="object 179">
                  <a:extLst>
                    <a:ext uri="{FF2B5EF4-FFF2-40B4-BE49-F238E27FC236}">
                      <a16:creationId xmlns:a16="http://schemas.microsoft.com/office/drawing/2014/main" id="{97F60128-1A01-4D7D-90DD-6656D80EA606}"/>
                    </a:ext>
                  </a:extLst>
                </p:cNvPr>
                <p:cNvSpPr/>
                <p:nvPr/>
              </p:nvSpPr>
              <p:spPr>
                <a:xfrm>
                  <a:off x="90345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6" name="object 180">
                  <a:extLst>
                    <a:ext uri="{FF2B5EF4-FFF2-40B4-BE49-F238E27FC236}">
                      <a16:creationId xmlns:a16="http://schemas.microsoft.com/office/drawing/2014/main" id="{CDC5D9F8-AF11-4963-BBB9-E98515E9EE38}"/>
                    </a:ext>
                  </a:extLst>
                </p:cNvPr>
                <p:cNvSpPr/>
                <p:nvPr/>
              </p:nvSpPr>
              <p:spPr>
                <a:xfrm>
                  <a:off x="9034574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7" name="object 181">
                  <a:extLst>
                    <a:ext uri="{FF2B5EF4-FFF2-40B4-BE49-F238E27FC236}">
                      <a16:creationId xmlns:a16="http://schemas.microsoft.com/office/drawing/2014/main" id="{A11C242B-CE38-4875-BB7F-0F1AB4CDE3E3}"/>
                    </a:ext>
                  </a:extLst>
                </p:cNvPr>
                <p:cNvSpPr/>
                <p:nvPr/>
              </p:nvSpPr>
              <p:spPr>
                <a:xfrm>
                  <a:off x="91427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8" name="object 182">
                  <a:extLst>
                    <a:ext uri="{FF2B5EF4-FFF2-40B4-BE49-F238E27FC236}">
                      <a16:creationId xmlns:a16="http://schemas.microsoft.com/office/drawing/2014/main" id="{61125513-2D0A-47D7-AD1D-A1183EB5D9BC}"/>
                    </a:ext>
                  </a:extLst>
                </p:cNvPr>
                <p:cNvSpPr/>
                <p:nvPr/>
              </p:nvSpPr>
              <p:spPr>
                <a:xfrm>
                  <a:off x="914277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69" name="object 183">
                  <a:extLst>
                    <a:ext uri="{FF2B5EF4-FFF2-40B4-BE49-F238E27FC236}">
                      <a16:creationId xmlns:a16="http://schemas.microsoft.com/office/drawing/2014/main" id="{71737E0C-F6BE-4411-AB27-A0C9B11E4FC1}"/>
                    </a:ext>
                  </a:extLst>
                </p:cNvPr>
                <p:cNvSpPr/>
                <p:nvPr/>
              </p:nvSpPr>
              <p:spPr>
                <a:xfrm>
                  <a:off x="9251756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0" name="object 184">
                  <a:extLst>
                    <a:ext uri="{FF2B5EF4-FFF2-40B4-BE49-F238E27FC236}">
                      <a16:creationId xmlns:a16="http://schemas.microsoft.com/office/drawing/2014/main" id="{7D50D03C-EB8F-462A-A203-88BB3787F7E2}"/>
                    </a:ext>
                  </a:extLst>
                </p:cNvPr>
                <p:cNvSpPr/>
                <p:nvPr/>
              </p:nvSpPr>
              <p:spPr>
                <a:xfrm>
                  <a:off x="9251756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1" name="object 185">
                  <a:extLst>
                    <a:ext uri="{FF2B5EF4-FFF2-40B4-BE49-F238E27FC236}">
                      <a16:creationId xmlns:a16="http://schemas.microsoft.com/office/drawing/2014/main" id="{D21687CA-A6C7-4E63-B748-F08BC5E24798}"/>
                    </a:ext>
                  </a:extLst>
                </p:cNvPr>
                <p:cNvSpPr/>
                <p:nvPr/>
              </p:nvSpPr>
              <p:spPr>
                <a:xfrm>
                  <a:off x="93599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2" name="object 186">
                  <a:extLst>
                    <a:ext uri="{FF2B5EF4-FFF2-40B4-BE49-F238E27FC236}">
                      <a16:creationId xmlns:a16="http://schemas.microsoft.com/office/drawing/2014/main" id="{083B9C55-D6FC-4C18-B3BA-BB1E01EA0D88}"/>
                    </a:ext>
                  </a:extLst>
                </p:cNvPr>
                <p:cNvSpPr/>
                <p:nvPr/>
              </p:nvSpPr>
              <p:spPr>
                <a:xfrm>
                  <a:off x="9359948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3" name="object 187">
                  <a:extLst>
                    <a:ext uri="{FF2B5EF4-FFF2-40B4-BE49-F238E27FC236}">
                      <a16:creationId xmlns:a16="http://schemas.microsoft.com/office/drawing/2014/main" id="{414FD84A-ECB1-4F1A-9B44-A4CC5C20A5D5}"/>
                    </a:ext>
                  </a:extLst>
                </p:cNvPr>
                <p:cNvSpPr/>
                <p:nvPr/>
              </p:nvSpPr>
              <p:spPr>
                <a:xfrm>
                  <a:off x="94689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4" name="object 188">
                  <a:extLst>
                    <a:ext uri="{FF2B5EF4-FFF2-40B4-BE49-F238E27FC236}">
                      <a16:creationId xmlns:a16="http://schemas.microsoft.com/office/drawing/2014/main" id="{12E51EC0-387D-484F-8393-3F3070C74C2D}"/>
                    </a:ext>
                  </a:extLst>
                </p:cNvPr>
                <p:cNvSpPr/>
                <p:nvPr/>
              </p:nvSpPr>
              <p:spPr>
                <a:xfrm>
                  <a:off x="9468914" y="4450313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5" name="object 189">
                  <a:extLst>
                    <a:ext uri="{FF2B5EF4-FFF2-40B4-BE49-F238E27FC236}">
                      <a16:creationId xmlns:a16="http://schemas.microsoft.com/office/drawing/2014/main" id="{45FBEDCB-31C8-4EC8-8B5C-AF095D65D3BD}"/>
                    </a:ext>
                  </a:extLst>
                </p:cNvPr>
                <p:cNvSpPr/>
                <p:nvPr/>
              </p:nvSpPr>
              <p:spPr>
                <a:xfrm>
                  <a:off x="957789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6" name="object 190">
                  <a:extLst>
                    <a:ext uri="{FF2B5EF4-FFF2-40B4-BE49-F238E27FC236}">
                      <a16:creationId xmlns:a16="http://schemas.microsoft.com/office/drawing/2014/main" id="{6FE786AA-1796-4868-9D72-FBF30B009878}"/>
                    </a:ext>
                  </a:extLst>
                </p:cNvPr>
                <p:cNvSpPr/>
                <p:nvPr/>
              </p:nvSpPr>
              <p:spPr>
                <a:xfrm>
                  <a:off x="9577892" y="4450313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7" name="object 191">
                  <a:extLst>
                    <a:ext uri="{FF2B5EF4-FFF2-40B4-BE49-F238E27FC236}">
                      <a16:creationId xmlns:a16="http://schemas.microsoft.com/office/drawing/2014/main" id="{3BDDF998-BFE2-4E15-8364-19F3A4E34177}"/>
                    </a:ext>
                  </a:extLst>
                </p:cNvPr>
                <p:cNvSpPr/>
                <p:nvPr/>
              </p:nvSpPr>
              <p:spPr>
                <a:xfrm>
                  <a:off x="696956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8" name="object 192">
                  <a:extLst>
                    <a:ext uri="{FF2B5EF4-FFF2-40B4-BE49-F238E27FC236}">
                      <a16:creationId xmlns:a16="http://schemas.microsoft.com/office/drawing/2014/main" id="{F305F3E8-9BEA-4B6A-BC6E-F7C37BE8B318}"/>
                    </a:ext>
                  </a:extLst>
                </p:cNvPr>
                <p:cNvSpPr/>
                <p:nvPr/>
              </p:nvSpPr>
              <p:spPr>
                <a:xfrm>
                  <a:off x="696956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9" name="object 193">
                  <a:extLst>
                    <a:ext uri="{FF2B5EF4-FFF2-40B4-BE49-F238E27FC236}">
                      <a16:creationId xmlns:a16="http://schemas.microsoft.com/office/drawing/2014/main" id="{F0884E7A-5AD2-41AB-9FFE-FB305E151069}"/>
                    </a:ext>
                  </a:extLst>
                </p:cNvPr>
                <p:cNvSpPr/>
                <p:nvPr/>
              </p:nvSpPr>
              <p:spPr>
                <a:xfrm>
                  <a:off x="707853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0" name="object 194">
                  <a:extLst>
                    <a:ext uri="{FF2B5EF4-FFF2-40B4-BE49-F238E27FC236}">
                      <a16:creationId xmlns:a16="http://schemas.microsoft.com/office/drawing/2014/main" id="{5BDE0966-5F6C-41FC-8D64-4A46DD45BD2C}"/>
                    </a:ext>
                  </a:extLst>
                </p:cNvPr>
                <p:cNvSpPr/>
                <p:nvPr/>
              </p:nvSpPr>
              <p:spPr>
                <a:xfrm>
                  <a:off x="707853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1" name="object 195">
                  <a:extLst>
                    <a:ext uri="{FF2B5EF4-FFF2-40B4-BE49-F238E27FC236}">
                      <a16:creationId xmlns:a16="http://schemas.microsoft.com/office/drawing/2014/main" id="{851C3012-4056-44E9-B7F4-27406620CEAF}"/>
                    </a:ext>
                  </a:extLst>
                </p:cNvPr>
                <p:cNvSpPr/>
                <p:nvPr/>
              </p:nvSpPr>
              <p:spPr>
                <a:xfrm>
                  <a:off x="718673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2" name="object 196">
                  <a:extLst>
                    <a:ext uri="{FF2B5EF4-FFF2-40B4-BE49-F238E27FC236}">
                      <a16:creationId xmlns:a16="http://schemas.microsoft.com/office/drawing/2014/main" id="{78893D0E-9C5D-49B2-858E-090A1ABD5D11}"/>
                    </a:ext>
                  </a:extLst>
                </p:cNvPr>
                <p:cNvSpPr/>
                <p:nvPr/>
              </p:nvSpPr>
              <p:spPr>
                <a:xfrm>
                  <a:off x="7186736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3" name="object 197">
                  <a:extLst>
                    <a:ext uri="{FF2B5EF4-FFF2-40B4-BE49-F238E27FC236}">
                      <a16:creationId xmlns:a16="http://schemas.microsoft.com/office/drawing/2014/main" id="{3CD4F0C5-27CD-4DC8-B72C-E5E2D3D42D7F}"/>
                    </a:ext>
                  </a:extLst>
                </p:cNvPr>
                <p:cNvSpPr/>
                <p:nvPr/>
              </p:nvSpPr>
              <p:spPr>
                <a:xfrm>
                  <a:off x="729570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4" name="object 198">
                  <a:extLst>
                    <a:ext uri="{FF2B5EF4-FFF2-40B4-BE49-F238E27FC236}">
                      <a16:creationId xmlns:a16="http://schemas.microsoft.com/office/drawing/2014/main" id="{BD0B3628-B4F7-4B19-950F-758FE64CCC66}"/>
                    </a:ext>
                  </a:extLst>
                </p:cNvPr>
                <p:cNvSpPr/>
                <p:nvPr/>
              </p:nvSpPr>
              <p:spPr>
                <a:xfrm>
                  <a:off x="729570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5" name="object 199">
                  <a:extLst>
                    <a:ext uri="{FF2B5EF4-FFF2-40B4-BE49-F238E27FC236}">
                      <a16:creationId xmlns:a16="http://schemas.microsoft.com/office/drawing/2014/main" id="{E32B47EA-76CF-4E43-A6E8-B3E8AD71A132}"/>
                    </a:ext>
                  </a:extLst>
                </p:cNvPr>
                <p:cNvSpPr/>
                <p:nvPr/>
              </p:nvSpPr>
              <p:spPr>
                <a:xfrm>
                  <a:off x="740466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6" name="object 200">
                  <a:extLst>
                    <a:ext uri="{FF2B5EF4-FFF2-40B4-BE49-F238E27FC236}">
                      <a16:creationId xmlns:a16="http://schemas.microsoft.com/office/drawing/2014/main" id="{8F653FF5-98FF-4916-AE18-EC95A79B6A50}"/>
                    </a:ext>
                  </a:extLst>
                </p:cNvPr>
                <p:cNvSpPr/>
                <p:nvPr/>
              </p:nvSpPr>
              <p:spPr>
                <a:xfrm>
                  <a:off x="740466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7" name="object 201">
                  <a:extLst>
                    <a:ext uri="{FF2B5EF4-FFF2-40B4-BE49-F238E27FC236}">
                      <a16:creationId xmlns:a16="http://schemas.microsoft.com/office/drawing/2014/main" id="{DA91098C-7D97-4C76-89F9-3C7517529825}"/>
                    </a:ext>
                  </a:extLst>
                </p:cNvPr>
                <p:cNvSpPr/>
                <p:nvPr/>
              </p:nvSpPr>
              <p:spPr>
                <a:xfrm>
                  <a:off x="75128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8" name="object 202">
                  <a:extLst>
                    <a:ext uri="{FF2B5EF4-FFF2-40B4-BE49-F238E27FC236}">
                      <a16:creationId xmlns:a16="http://schemas.microsoft.com/office/drawing/2014/main" id="{6A3F6BA0-5A59-4AE9-A544-987B4EB8E03E}"/>
                    </a:ext>
                  </a:extLst>
                </p:cNvPr>
                <p:cNvSpPr/>
                <p:nvPr/>
              </p:nvSpPr>
              <p:spPr>
                <a:xfrm>
                  <a:off x="75128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89" name="object 203">
                  <a:extLst>
                    <a:ext uri="{FF2B5EF4-FFF2-40B4-BE49-F238E27FC236}">
                      <a16:creationId xmlns:a16="http://schemas.microsoft.com/office/drawing/2014/main" id="{5D79F896-9204-4895-A5B7-F0F34AB842A8}"/>
                    </a:ext>
                  </a:extLst>
                </p:cNvPr>
                <p:cNvSpPr/>
                <p:nvPr/>
              </p:nvSpPr>
              <p:spPr>
                <a:xfrm>
                  <a:off x="762183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0" name="object 204">
                  <a:extLst>
                    <a:ext uri="{FF2B5EF4-FFF2-40B4-BE49-F238E27FC236}">
                      <a16:creationId xmlns:a16="http://schemas.microsoft.com/office/drawing/2014/main" id="{08E93164-9218-44EA-9B0D-B32C3EF57D79}"/>
                    </a:ext>
                  </a:extLst>
                </p:cNvPr>
                <p:cNvSpPr/>
                <p:nvPr/>
              </p:nvSpPr>
              <p:spPr>
                <a:xfrm>
                  <a:off x="7621838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1" name="object 205">
                  <a:extLst>
                    <a:ext uri="{FF2B5EF4-FFF2-40B4-BE49-F238E27FC236}">
                      <a16:creationId xmlns:a16="http://schemas.microsoft.com/office/drawing/2014/main" id="{4923667F-2FC5-4331-B4D3-4DE44258AC1E}"/>
                    </a:ext>
                  </a:extLst>
                </p:cNvPr>
                <p:cNvSpPr/>
                <p:nvPr/>
              </p:nvSpPr>
              <p:spPr>
                <a:xfrm>
                  <a:off x="773004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2" name="object 206">
                  <a:extLst>
                    <a:ext uri="{FF2B5EF4-FFF2-40B4-BE49-F238E27FC236}">
                      <a16:creationId xmlns:a16="http://schemas.microsoft.com/office/drawing/2014/main" id="{B129CABF-ABD2-4503-967E-F29398E5C426}"/>
                    </a:ext>
                  </a:extLst>
                </p:cNvPr>
                <p:cNvSpPr/>
                <p:nvPr/>
              </p:nvSpPr>
              <p:spPr>
                <a:xfrm>
                  <a:off x="773004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3" name="object 207">
                  <a:extLst>
                    <a:ext uri="{FF2B5EF4-FFF2-40B4-BE49-F238E27FC236}">
                      <a16:creationId xmlns:a16="http://schemas.microsoft.com/office/drawing/2014/main" id="{88D1D5C3-FD16-4196-8BAF-3063F0B4150D}"/>
                    </a:ext>
                  </a:extLst>
                </p:cNvPr>
                <p:cNvSpPr/>
                <p:nvPr/>
              </p:nvSpPr>
              <p:spPr>
                <a:xfrm>
                  <a:off x="783900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4" name="object 208">
                  <a:extLst>
                    <a:ext uri="{FF2B5EF4-FFF2-40B4-BE49-F238E27FC236}">
                      <a16:creationId xmlns:a16="http://schemas.microsoft.com/office/drawing/2014/main" id="{C3FDD5F1-E125-49C4-BBCD-45463512B5AE}"/>
                    </a:ext>
                  </a:extLst>
                </p:cNvPr>
                <p:cNvSpPr/>
                <p:nvPr/>
              </p:nvSpPr>
              <p:spPr>
                <a:xfrm>
                  <a:off x="783900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5" name="object 209">
                  <a:extLst>
                    <a:ext uri="{FF2B5EF4-FFF2-40B4-BE49-F238E27FC236}">
                      <a16:creationId xmlns:a16="http://schemas.microsoft.com/office/drawing/2014/main" id="{D31B09BC-7564-4D37-95EA-4D46A4B09E8B}"/>
                    </a:ext>
                  </a:extLst>
                </p:cNvPr>
                <p:cNvSpPr/>
                <p:nvPr/>
              </p:nvSpPr>
              <p:spPr>
                <a:xfrm>
                  <a:off x="79479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6" name="object 210">
                  <a:extLst>
                    <a:ext uri="{FF2B5EF4-FFF2-40B4-BE49-F238E27FC236}">
                      <a16:creationId xmlns:a16="http://schemas.microsoft.com/office/drawing/2014/main" id="{761AC28C-5ED1-4C5E-81DC-796AAB6C96DE}"/>
                    </a:ext>
                  </a:extLst>
                </p:cNvPr>
                <p:cNvSpPr/>
                <p:nvPr/>
              </p:nvSpPr>
              <p:spPr>
                <a:xfrm>
                  <a:off x="79479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7" name="object 211">
                  <a:extLst>
                    <a:ext uri="{FF2B5EF4-FFF2-40B4-BE49-F238E27FC236}">
                      <a16:creationId xmlns:a16="http://schemas.microsoft.com/office/drawing/2014/main" id="{A9B20481-6007-42EC-B23A-819CEACA9DE9}"/>
                    </a:ext>
                  </a:extLst>
                </p:cNvPr>
                <p:cNvSpPr/>
                <p:nvPr/>
              </p:nvSpPr>
              <p:spPr>
                <a:xfrm>
                  <a:off x="80561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8" name="object 212">
                  <a:extLst>
                    <a:ext uri="{FF2B5EF4-FFF2-40B4-BE49-F238E27FC236}">
                      <a16:creationId xmlns:a16="http://schemas.microsoft.com/office/drawing/2014/main" id="{597949B3-2A45-4DAF-AACE-2C0662E6A219}"/>
                    </a:ext>
                  </a:extLst>
                </p:cNvPr>
                <p:cNvSpPr/>
                <p:nvPr/>
              </p:nvSpPr>
              <p:spPr>
                <a:xfrm>
                  <a:off x="80561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9" name="object 213">
                  <a:extLst>
                    <a:ext uri="{FF2B5EF4-FFF2-40B4-BE49-F238E27FC236}">
                      <a16:creationId xmlns:a16="http://schemas.microsoft.com/office/drawing/2014/main" id="{BBE7440E-A92D-4B07-9AC8-777D8B3F293A}"/>
                    </a:ext>
                  </a:extLst>
                </p:cNvPr>
                <p:cNvSpPr/>
                <p:nvPr/>
              </p:nvSpPr>
              <p:spPr>
                <a:xfrm>
                  <a:off x="816514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0" name="object 214">
                  <a:extLst>
                    <a:ext uri="{FF2B5EF4-FFF2-40B4-BE49-F238E27FC236}">
                      <a16:creationId xmlns:a16="http://schemas.microsoft.com/office/drawing/2014/main" id="{6C68D560-9352-4A93-888A-BA3868144D43}"/>
                    </a:ext>
                  </a:extLst>
                </p:cNvPr>
                <p:cNvSpPr/>
                <p:nvPr/>
              </p:nvSpPr>
              <p:spPr>
                <a:xfrm>
                  <a:off x="816514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1" name="object 215">
                  <a:extLst>
                    <a:ext uri="{FF2B5EF4-FFF2-40B4-BE49-F238E27FC236}">
                      <a16:creationId xmlns:a16="http://schemas.microsoft.com/office/drawing/2014/main" id="{4621DDA1-5913-46D5-BBFD-F8030170E115}"/>
                    </a:ext>
                  </a:extLst>
                </p:cNvPr>
                <p:cNvSpPr/>
                <p:nvPr/>
              </p:nvSpPr>
              <p:spPr>
                <a:xfrm>
                  <a:off x="82733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2" name="object 216">
                  <a:extLst>
                    <a:ext uri="{FF2B5EF4-FFF2-40B4-BE49-F238E27FC236}">
                      <a16:creationId xmlns:a16="http://schemas.microsoft.com/office/drawing/2014/main" id="{CA03A64E-DDE0-4277-A3BA-79C07E592675}"/>
                    </a:ext>
                  </a:extLst>
                </p:cNvPr>
                <p:cNvSpPr/>
                <p:nvPr/>
              </p:nvSpPr>
              <p:spPr>
                <a:xfrm>
                  <a:off x="82733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3" name="object 217">
                  <a:extLst>
                    <a:ext uri="{FF2B5EF4-FFF2-40B4-BE49-F238E27FC236}">
                      <a16:creationId xmlns:a16="http://schemas.microsoft.com/office/drawing/2014/main" id="{5016DAFD-B635-4F63-9F29-184CD1E63681}"/>
                    </a:ext>
                  </a:extLst>
                </p:cNvPr>
                <p:cNvSpPr/>
                <p:nvPr/>
              </p:nvSpPr>
              <p:spPr>
                <a:xfrm>
                  <a:off x="83823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4" name="object 218">
                  <a:extLst>
                    <a:ext uri="{FF2B5EF4-FFF2-40B4-BE49-F238E27FC236}">
                      <a16:creationId xmlns:a16="http://schemas.microsoft.com/office/drawing/2014/main" id="{2EF8B93E-B75F-4DCD-9B3E-914849843DB4}"/>
                    </a:ext>
                  </a:extLst>
                </p:cNvPr>
                <p:cNvSpPr/>
                <p:nvPr/>
              </p:nvSpPr>
              <p:spPr>
                <a:xfrm>
                  <a:off x="83823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5" name="object 219">
                  <a:extLst>
                    <a:ext uri="{FF2B5EF4-FFF2-40B4-BE49-F238E27FC236}">
                      <a16:creationId xmlns:a16="http://schemas.microsoft.com/office/drawing/2014/main" id="{57774B55-B623-4F40-A42E-FEA2E16EC1D5}"/>
                    </a:ext>
                  </a:extLst>
                </p:cNvPr>
                <p:cNvSpPr/>
                <p:nvPr/>
              </p:nvSpPr>
              <p:spPr>
                <a:xfrm>
                  <a:off x="8491280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6" name="object 220">
                  <a:extLst>
                    <a:ext uri="{FF2B5EF4-FFF2-40B4-BE49-F238E27FC236}">
                      <a16:creationId xmlns:a16="http://schemas.microsoft.com/office/drawing/2014/main" id="{6E912DC9-67D5-40D5-9CEF-4096FA097F5C}"/>
                    </a:ext>
                  </a:extLst>
                </p:cNvPr>
                <p:cNvSpPr/>
                <p:nvPr/>
              </p:nvSpPr>
              <p:spPr>
                <a:xfrm>
                  <a:off x="8491280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7" name="object 221">
                  <a:extLst>
                    <a:ext uri="{FF2B5EF4-FFF2-40B4-BE49-F238E27FC236}">
                      <a16:creationId xmlns:a16="http://schemas.microsoft.com/office/drawing/2014/main" id="{4D6773E3-5FAC-42B8-849B-39DCD454609D}"/>
                    </a:ext>
                  </a:extLst>
                </p:cNvPr>
                <p:cNvSpPr/>
                <p:nvPr/>
              </p:nvSpPr>
              <p:spPr>
                <a:xfrm>
                  <a:off x="85994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8" name="object 222">
                  <a:extLst>
                    <a:ext uri="{FF2B5EF4-FFF2-40B4-BE49-F238E27FC236}">
                      <a16:creationId xmlns:a16="http://schemas.microsoft.com/office/drawing/2014/main" id="{24A28C22-5E91-4AC0-AD62-1AC15397AB5A}"/>
                    </a:ext>
                  </a:extLst>
                </p:cNvPr>
                <p:cNvSpPr/>
                <p:nvPr/>
              </p:nvSpPr>
              <p:spPr>
                <a:xfrm>
                  <a:off x="8599472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9" name="object 223">
                  <a:extLst>
                    <a:ext uri="{FF2B5EF4-FFF2-40B4-BE49-F238E27FC236}">
                      <a16:creationId xmlns:a16="http://schemas.microsoft.com/office/drawing/2014/main" id="{D3955682-FF3D-47A7-A307-176C5A780F03}"/>
                    </a:ext>
                  </a:extLst>
                </p:cNvPr>
                <p:cNvSpPr/>
                <p:nvPr/>
              </p:nvSpPr>
              <p:spPr>
                <a:xfrm>
                  <a:off x="8708437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0" name="object 224">
                  <a:extLst>
                    <a:ext uri="{FF2B5EF4-FFF2-40B4-BE49-F238E27FC236}">
                      <a16:creationId xmlns:a16="http://schemas.microsoft.com/office/drawing/2014/main" id="{17B6668B-F82B-4EF4-A456-C92A5B6B1E67}"/>
                    </a:ext>
                  </a:extLst>
                </p:cNvPr>
                <p:cNvSpPr/>
                <p:nvPr/>
              </p:nvSpPr>
              <p:spPr>
                <a:xfrm>
                  <a:off x="8708437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1" name="object 225">
                  <a:extLst>
                    <a:ext uri="{FF2B5EF4-FFF2-40B4-BE49-F238E27FC236}">
                      <a16:creationId xmlns:a16="http://schemas.microsoft.com/office/drawing/2014/main" id="{109E64A9-663A-4573-813B-65B40A344FA4}"/>
                    </a:ext>
                  </a:extLst>
                </p:cNvPr>
                <p:cNvSpPr/>
                <p:nvPr/>
              </p:nvSpPr>
              <p:spPr>
                <a:xfrm>
                  <a:off x="881665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2" name="object 226">
                  <a:extLst>
                    <a:ext uri="{FF2B5EF4-FFF2-40B4-BE49-F238E27FC236}">
                      <a16:creationId xmlns:a16="http://schemas.microsoft.com/office/drawing/2014/main" id="{3995C2A8-65BF-4392-A416-3520013DAFD5}"/>
                    </a:ext>
                  </a:extLst>
                </p:cNvPr>
                <p:cNvSpPr/>
                <p:nvPr/>
              </p:nvSpPr>
              <p:spPr>
                <a:xfrm>
                  <a:off x="881665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3" name="object 227">
                  <a:extLst>
                    <a:ext uri="{FF2B5EF4-FFF2-40B4-BE49-F238E27FC236}">
                      <a16:creationId xmlns:a16="http://schemas.microsoft.com/office/drawing/2014/main" id="{844BF6C8-253F-44F8-9767-D71F501999FB}"/>
                    </a:ext>
                  </a:extLst>
                </p:cNvPr>
                <p:cNvSpPr/>
                <p:nvPr/>
              </p:nvSpPr>
              <p:spPr>
                <a:xfrm>
                  <a:off x="8925620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4" name="object 228">
                  <a:extLst>
                    <a:ext uri="{FF2B5EF4-FFF2-40B4-BE49-F238E27FC236}">
                      <a16:creationId xmlns:a16="http://schemas.microsoft.com/office/drawing/2014/main" id="{9846B29D-4B22-4E34-BFE5-08FA185909FB}"/>
                    </a:ext>
                  </a:extLst>
                </p:cNvPr>
                <p:cNvSpPr/>
                <p:nvPr/>
              </p:nvSpPr>
              <p:spPr>
                <a:xfrm>
                  <a:off x="8925620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5" name="object 229">
                  <a:extLst>
                    <a:ext uri="{FF2B5EF4-FFF2-40B4-BE49-F238E27FC236}">
                      <a16:creationId xmlns:a16="http://schemas.microsoft.com/office/drawing/2014/main" id="{44C15FD6-E23A-4565-BA3D-017C7477EB09}"/>
                    </a:ext>
                  </a:extLst>
                </p:cNvPr>
                <p:cNvSpPr/>
                <p:nvPr/>
              </p:nvSpPr>
              <p:spPr>
                <a:xfrm>
                  <a:off x="90345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6" name="object 230">
                  <a:extLst>
                    <a:ext uri="{FF2B5EF4-FFF2-40B4-BE49-F238E27FC236}">
                      <a16:creationId xmlns:a16="http://schemas.microsoft.com/office/drawing/2014/main" id="{9A0E7058-6185-4A03-9530-42C461316AA4}"/>
                    </a:ext>
                  </a:extLst>
                </p:cNvPr>
                <p:cNvSpPr/>
                <p:nvPr/>
              </p:nvSpPr>
              <p:spPr>
                <a:xfrm>
                  <a:off x="9034574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7" name="object 231">
                  <a:extLst>
                    <a:ext uri="{FF2B5EF4-FFF2-40B4-BE49-F238E27FC236}">
                      <a16:creationId xmlns:a16="http://schemas.microsoft.com/office/drawing/2014/main" id="{0C1DF036-483A-4EAE-A4D6-15FB028B1E66}"/>
                    </a:ext>
                  </a:extLst>
                </p:cNvPr>
                <p:cNvSpPr/>
                <p:nvPr/>
              </p:nvSpPr>
              <p:spPr>
                <a:xfrm>
                  <a:off x="91427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8" name="object 232">
                  <a:extLst>
                    <a:ext uri="{FF2B5EF4-FFF2-40B4-BE49-F238E27FC236}">
                      <a16:creationId xmlns:a16="http://schemas.microsoft.com/office/drawing/2014/main" id="{957A6C99-4B50-4AFB-A9D2-AB591A7DE9FE}"/>
                    </a:ext>
                  </a:extLst>
                </p:cNvPr>
                <p:cNvSpPr/>
                <p:nvPr/>
              </p:nvSpPr>
              <p:spPr>
                <a:xfrm>
                  <a:off x="914277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9" name="object 233">
                  <a:extLst>
                    <a:ext uri="{FF2B5EF4-FFF2-40B4-BE49-F238E27FC236}">
                      <a16:creationId xmlns:a16="http://schemas.microsoft.com/office/drawing/2014/main" id="{6A293821-C88C-4576-9149-208F9CA18AC5}"/>
                    </a:ext>
                  </a:extLst>
                </p:cNvPr>
                <p:cNvSpPr/>
                <p:nvPr/>
              </p:nvSpPr>
              <p:spPr>
                <a:xfrm>
                  <a:off x="9251756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0" name="object 234">
                  <a:extLst>
                    <a:ext uri="{FF2B5EF4-FFF2-40B4-BE49-F238E27FC236}">
                      <a16:creationId xmlns:a16="http://schemas.microsoft.com/office/drawing/2014/main" id="{1263CF2E-DFB9-4AE2-A68A-AE9D6C035953}"/>
                    </a:ext>
                  </a:extLst>
                </p:cNvPr>
                <p:cNvSpPr/>
                <p:nvPr/>
              </p:nvSpPr>
              <p:spPr>
                <a:xfrm>
                  <a:off x="9251756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1" name="object 235">
                  <a:extLst>
                    <a:ext uri="{FF2B5EF4-FFF2-40B4-BE49-F238E27FC236}">
                      <a16:creationId xmlns:a16="http://schemas.microsoft.com/office/drawing/2014/main" id="{5DB54D6B-55F8-441A-B87F-5E49A7F7819A}"/>
                    </a:ext>
                  </a:extLst>
                </p:cNvPr>
                <p:cNvSpPr/>
                <p:nvPr/>
              </p:nvSpPr>
              <p:spPr>
                <a:xfrm>
                  <a:off x="93599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2" name="object 236">
                  <a:extLst>
                    <a:ext uri="{FF2B5EF4-FFF2-40B4-BE49-F238E27FC236}">
                      <a16:creationId xmlns:a16="http://schemas.microsoft.com/office/drawing/2014/main" id="{6C039942-2FF4-4431-A033-7798D2BEC566}"/>
                    </a:ext>
                  </a:extLst>
                </p:cNvPr>
                <p:cNvSpPr/>
                <p:nvPr/>
              </p:nvSpPr>
              <p:spPr>
                <a:xfrm>
                  <a:off x="9359948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3" name="object 237">
                  <a:extLst>
                    <a:ext uri="{FF2B5EF4-FFF2-40B4-BE49-F238E27FC236}">
                      <a16:creationId xmlns:a16="http://schemas.microsoft.com/office/drawing/2014/main" id="{A5FF90DC-FA42-40F7-BA93-DDBFAE5613B0}"/>
                    </a:ext>
                  </a:extLst>
                </p:cNvPr>
                <p:cNvSpPr/>
                <p:nvPr/>
              </p:nvSpPr>
              <p:spPr>
                <a:xfrm>
                  <a:off x="94689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4" name="object 238">
                  <a:extLst>
                    <a:ext uri="{FF2B5EF4-FFF2-40B4-BE49-F238E27FC236}">
                      <a16:creationId xmlns:a16="http://schemas.microsoft.com/office/drawing/2014/main" id="{C0341C7D-B7F4-4C78-B18F-42D391A4937B}"/>
                    </a:ext>
                  </a:extLst>
                </p:cNvPr>
                <p:cNvSpPr/>
                <p:nvPr/>
              </p:nvSpPr>
              <p:spPr>
                <a:xfrm>
                  <a:off x="9468914" y="455851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5" name="object 239">
                  <a:extLst>
                    <a:ext uri="{FF2B5EF4-FFF2-40B4-BE49-F238E27FC236}">
                      <a16:creationId xmlns:a16="http://schemas.microsoft.com/office/drawing/2014/main" id="{C1D1C2C9-0C15-4F16-A61C-D4B097FF1A31}"/>
                    </a:ext>
                  </a:extLst>
                </p:cNvPr>
                <p:cNvSpPr/>
                <p:nvPr/>
              </p:nvSpPr>
              <p:spPr>
                <a:xfrm>
                  <a:off x="957789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6" name="object 240">
                  <a:extLst>
                    <a:ext uri="{FF2B5EF4-FFF2-40B4-BE49-F238E27FC236}">
                      <a16:creationId xmlns:a16="http://schemas.microsoft.com/office/drawing/2014/main" id="{1C37A53E-EC2C-44DC-991C-8DFBC397BB84}"/>
                    </a:ext>
                  </a:extLst>
                </p:cNvPr>
                <p:cNvSpPr/>
                <p:nvPr/>
              </p:nvSpPr>
              <p:spPr>
                <a:xfrm>
                  <a:off x="9577892" y="4558517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7" name="object 241">
                  <a:extLst>
                    <a:ext uri="{FF2B5EF4-FFF2-40B4-BE49-F238E27FC236}">
                      <a16:creationId xmlns:a16="http://schemas.microsoft.com/office/drawing/2014/main" id="{BE1A03A1-1021-4120-84AB-A6C575E5D843}"/>
                    </a:ext>
                  </a:extLst>
                </p:cNvPr>
                <p:cNvSpPr/>
                <p:nvPr/>
              </p:nvSpPr>
              <p:spPr>
                <a:xfrm>
                  <a:off x="696956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8" name="object 242">
                  <a:extLst>
                    <a:ext uri="{FF2B5EF4-FFF2-40B4-BE49-F238E27FC236}">
                      <a16:creationId xmlns:a16="http://schemas.microsoft.com/office/drawing/2014/main" id="{0A589BCB-2B2E-4C87-825E-3A4E8B02F3B8}"/>
                    </a:ext>
                  </a:extLst>
                </p:cNvPr>
                <p:cNvSpPr/>
                <p:nvPr/>
              </p:nvSpPr>
              <p:spPr>
                <a:xfrm>
                  <a:off x="696956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29" name="object 243">
                  <a:extLst>
                    <a:ext uri="{FF2B5EF4-FFF2-40B4-BE49-F238E27FC236}">
                      <a16:creationId xmlns:a16="http://schemas.microsoft.com/office/drawing/2014/main" id="{E24840B8-6C26-4402-8EE9-037FD8B18E8B}"/>
                    </a:ext>
                  </a:extLst>
                </p:cNvPr>
                <p:cNvSpPr/>
                <p:nvPr/>
              </p:nvSpPr>
              <p:spPr>
                <a:xfrm>
                  <a:off x="707853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0" name="object 244">
                  <a:extLst>
                    <a:ext uri="{FF2B5EF4-FFF2-40B4-BE49-F238E27FC236}">
                      <a16:creationId xmlns:a16="http://schemas.microsoft.com/office/drawing/2014/main" id="{9C49CF2D-43A8-4637-8778-883C2F7FF6B5}"/>
                    </a:ext>
                  </a:extLst>
                </p:cNvPr>
                <p:cNvSpPr/>
                <p:nvPr/>
              </p:nvSpPr>
              <p:spPr>
                <a:xfrm>
                  <a:off x="707853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1" name="object 245">
                  <a:extLst>
                    <a:ext uri="{FF2B5EF4-FFF2-40B4-BE49-F238E27FC236}">
                      <a16:creationId xmlns:a16="http://schemas.microsoft.com/office/drawing/2014/main" id="{25457EFA-9274-455B-BBD7-D381FE846474}"/>
                    </a:ext>
                  </a:extLst>
                </p:cNvPr>
                <p:cNvSpPr/>
                <p:nvPr/>
              </p:nvSpPr>
              <p:spPr>
                <a:xfrm>
                  <a:off x="718673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2" name="object 246">
                  <a:extLst>
                    <a:ext uri="{FF2B5EF4-FFF2-40B4-BE49-F238E27FC236}">
                      <a16:creationId xmlns:a16="http://schemas.microsoft.com/office/drawing/2014/main" id="{9AC0CFD6-FB05-43EC-B70F-972767657B94}"/>
                    </a:ext>
                  </a:extLst>
                </p:cNvPr>
                <p:cNvSpPr/>
                <p:nvPr/>
              </p:nvSpPr>
              <p:spPr>
                <a:xfrm>
                  <a:off x="7186736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3" name="object 247">
                  <a:extLst>
                    <a:ext uri="{FF2B5EF4-FFF2-40B4-BE49-F238E27FC236}">
                      <a16:creationId xmlns:a16="http://schemas.microsoft.com/office/drawing/2014/main" id="{F1028832-1338-4565-B5F5-8743A52EFBE0}"/>
                    </a:ext>
                  </a:extLst>
                </p:cNvPr>
                <p:cNvSpPr/>
                <p:nvPr/>
              </p:nvSpPr>
              <p:spPr>
                <a:xfrm>
                  <a:off x="729570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4" name="object 248">
                  <a:extLst>
                    <a:ext uri="{FF2B5EF4-FFF2-40B4-BE49-F238E27FC236}">
                      <a16:creationId xmlns:a16="http://schemas.microsoft.com/office/drawing/2014/main" id="{52BE9F16-9020-42F5-81C7-64856E851259}"/>
                    </a:ext>
                  </a:extLst>
                </p:cNvPr>
                <p:cNvSpPr/>
                <p:nvPr/>
              </p:nvSpPr>
              <p:spPr>
                <a:xfrm>
                  <a:off x="729570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5" name="object 249">
                  <a:extLst>
                    <a:ext uri="{FF2B5EF4-FFF2-40B4-BE49-F238E27FC236}">
                      <a16:creationId xmlns:a16="http://schemas.microsoft.com/office/drawing/2014/main" id="{4FB72F85-3657-402E-8DBC-B2668AFFDEB9}"/>
                    </a:ext>
                  </a:extLst>
                </p:cNvPr>
                <p:cNvSpPr/>
                <p:nvPr/>
              </p:nvSpPr>
              <p:spPr>
                <a:xfrm>
                  <a:off x="740466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6" name="object 250">
                  <a:extLst>
                    <a:ext uri="{FF2B5EF4-FFF2-40B4-BE49-F238E27FC236}">
                      <a16:creationId xmlns:a16="http://schemas.microsoft.com/office/drawing/2014/main" id="{93BD7EB9-3EF6-4F07-8266-DE51F049DCAC}"/>
                    </a:ext>
                  </a:extLst>
                </p:cNvPr>
                <p:cNvSpPr/>
                <p:nvPr/>
              </p:nvSpPr>
              <p:spPr>
                <a:xfrm>
                  <a:off x="740466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7" name="object 251">
                  <a:extLst>
                    <a:ext uri="{FF2B5EF4-FFF2-40B4-BE49-F238E27FC236}">
                      <a16:creationId xmlns:a16="http://schemas.microsoft.com/office/drawing/2014/main" id="{E2C4E9B3-7EC3-4EC1-AE28-5EEC688ECC65}"/>
                    </a:ext>
                  </a:extLst>
                </p:cNvPr>
                <p:cNvSpPr/>
                <p:nvPr/>
              </p:nvSpPr>
              <p:spPr>
                <a:xfrm>
                  <a:off x="75128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8" name="object 252">
                  <a:extLst>
                    <a:ext uri="{FF2B5EF4-FFF2-40B4-BE49-F238E27FC236}">
                      <a16:creationId xmlns:a16="http://schemas.microsoft.com/office/drawing/2014/main" id="{DDACC1ED-5AFB-43E6-860F-EAFFC8B33D41}"/>
                    </a:ext>
                  </a:extLst>
                </p:cNvPr>
                <p:cNvSpPr/>
                <p:nvPr/>
              </p:nvSpPr>
              <p:spPr>
                <a:xfrm>
                  <a:off x="75128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9" name="object 253">
                  <a:extLst>
                    <a:ext uri="{FF2B5EF4-FFF2-40B4-BE49-F238E27FC236}">
                      <a16:creationId xmlns:a16="http://schemas.microsoft.com/office/drawing/2014/main" id="{F03793C3-5A49-471B-BAE4-FB37EE0E82B2}"/>
                    </a:ext>
                  </a:extLst>
                </p:cNvPr>
                <p:cNvSpPr/>
                <p:nvPr/>
              </p:nvSpPr>
              <p:spPr>
                <a:xfrm>
                  <a:off x="762183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0" name="object 254">
                  <a:extLst>
                    <a:ext uri="{FF2B5EF4-FFF2-40B4-BE49-F238E27FC236}">
                      <a16:creationId xmlns:a16="http://schemas.microsoft.com/office/drawing/2014/main" id="{2091BF72-BCCF-4D8D-AF34-060440EC5CAF}"/>
                    </a:ext>
                  </a:extLst>
                </p:cNvPr>
                <p:cNvSpPr/>
                <p:nvPr/>
              </p:nvSpPr>
              <p:spPr>
                <a:xfrm>
                  <a:off x="7621838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1" name="object 255">
                  <a:extLst>
                    <a:ext uri="{FF2B5EF4-FFF2-40B4-BE49-F238E27FC236}">
                      <a16:creationId xmlns:a16="http://schemas.microsoft.com/office/drawing/2014/main" id="{96F4E0DF-80FA-4571-BB18-9A20C69132BA}"/>
                    </a:ext>
                  </a:extLst>
                </p:cNvPr>
                <p:cNvSpPr/>
                <p:nvPr/>
              </p:nvSpPr>
              <p:spPr>
                <a:xfrm>
                  <a:off x="773004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2" name="object 256">
                  <a:extLst>
                    <a:ext uri="{FF2B5EF4-FFF2-40B4-BE49-F238E27FC236}">
                      <a16:creationId xmlns:a16="http://schemas.microsoft.com/office/drawing/2014/main" id="{A2F9FC2B-6FEA-4B82-833C-49DC2248646F}"/>
                    </a:ext>
                  </a:extLst>
                </p:cNvPr>
                <p:cNvSpPr/>
                <p:nvPr/>
              </p:nvSpPr>
              <p:spPr>
                <a:xfrm>
                  <a:off x="773004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3" name="object 257">
                  <a:extLst>
                    <a:ext uri="{FF2B5EF4-FFF2-40B4-BE49-F238E27FC236}">
                      <a16:creationId xmlns:a16="http://schemas.microsoft.com/office/drawing/2014/main" id="{5843C218-B145-4F9C-8F0B-69AD101BC080}"/>
                    </a:ext>
                  </a:extLst>
                </p:cNvPr>
                <p:cNvSpPr/>
                <p:nvPr/>
              </p:nvSpPr>
              <p:spPr>
                <a:xfrm>
                  <a:off x="783900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4" name="object 258">
                  <a:extLst>
                    <a:ext uri="{FF2B5EF4-FFF2-40B4-BE49-F238E27FC236}">
                      <a16:creationId xmlns:a16="http://schemas.microsoft.com/office/drawing/2014/main" id="{255DCE9C-DF32-47B7-A22C-DE9EC25B6463}"/>
                    </a:ext>
                  </a:extLst>
                </p:cNvPr>
                <p:cNvSpPr/>
                <p:nvPr/>
              </p:nvSpPr>
              <p:spPr>
                <a:xfrm>
                  <a:off x="783900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5" name="object 259">
                  <a:extLst>
                    <a:ext uri="{FF2B5EF4-FFF2-40B4-BE49-F238E27FC236}">
                      <a16:creationId xmlns:a16="http://schemas.microsoft.com/office/drawing/2014/main" id="{3B6D60C8-DE84-4C9C-BF47-A5003D798A1F}"/>
                    </a:ext>
                  </a:extLst>
                </p:cNvPr>
                <p:cNvSpPr/>
                <p:nvPr/>
              </p:nvSpPr>
              <p:spPr>
                <a:xfrm>
                  <a:off x="79479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6" name="object 260">
                  <a:extLst>
                    <a:ext uri="{FF2B5EF4-FFF2-40B4-BE49-F238E27FC236}">
                      <a16:creationId xmlns:a16="http://schemas.microsoft.com/office/drawing/2014/main" id="{670D76B3-73C1-4BA1-A77F-292CEC4955E3}"/>
                    </a:ext>
                  </a:extLst>
                </p:cNvPr>
                <p:cNvSpPr/>
                <p:nvPr/>
              </p:nvSpPr>
              <p:spPr>
                <a:xfrm>
                  <a:off x="79479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7" name="object 261">
                  <a:extLst>
                    <a:ext uri="{FF2B5EF4-FFF2-40B4-BE49-F238E27FC236}">
                      <a16:creationId xmlns:a16="http://schemas.microsoft.com/office/drawing/2014/main" id="{A5983375-99A0-4BEB-8BED-FE8C9BF5225F}"/>
                    </a:ext>
                  </a:extLst>
                </p:cNvPr>
                <p:cNvSpPr/>
                <p:nvPr/>
              </p:nvSpPr>
              <p:spPr>
                <a:xfrm>
                  <a:off x="80561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8" name="object 262">
                  <a:extLst>
                    <a:ext uri="{FF2B5EF4-FFF2-40B4-BE49-F238E27FC236}">
                      <a16:creationId xmlns:a16="http://schemas.microsoft.com/office/drawing/2014/main" id="{D3F74858-E516-41EB-A8EA-992664E36CA8}"/>
                    </a:ext>
                  </a:extLst>
                </p:cNvPr>
                <p:cNvSpPr/>
                <p:nvPr/>
              </p:nvSpPr>
              <p:spPr>
                <a:xfrm>
                  <a:off x="80561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49" name="object 263">
                  <a:extLst>
                    <a:ext uri="{FF2B5EF4-FFF2-40B4-BE49-F238E27FC236}">
                      <a16:creationId xmlns:a16="http://schemas.microsoft.com/office/drawing/2014/main" id="{84C60A2F-9ADE-4453-A1BB-0B532AFF2AE3}"/>
                    </a:ext>
                  </a:extLst>
                </p:cNvPr>
                <p:cNvSpPr/>
                <p:nvPr/>
              </p:nvSpPr>
              <p:spPr>
                <a:xfrm>
                  <a:off x="816514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0" name="object 264">
                  <a:extLst>
                    <a:ext uri="{FF2B5EF4-FFF2-40B4-BE49-F238E27FC236}">
                      <a16:creationId xmlns:a16="http://schemas.microsoft.com/office/drawing/2014/main" id="{33CAE092-B95A-43D7-B463-9BF2ADCC4E93}"/>
                    </a:ext>
                  </a:extLst>
                </p:cNvPr>
                <p:cNvSpPr/>
                <p:nvPr/>
              </p:nvSpPr>
              <p:spPr>
                <a:xfrm>
                  <a:off x="816514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1" name="object 265">
                  <a:extLst>
                    <a:ext uri="{FF2B5EF4-FFF2-40B4-BE49-F238E27FC236}">
                      <a16:creationId xmlns:a16="http://schemas.microsoft.com/office/drawing/2014/main" id="{53FBCE66-16BC-4C01-BE18-6EC4F823715E}"/>
                    </a:ext>
                  </a:extLst>
                </p:cNvPr>
                <p:cNvSpPr/>
                <p:nvPr/>
              </p:nvSpPr>
              <p:spPr>
                <a:xfrm>
                  <a:off x="82733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2" name="object 266">
                  <a:extLst>
                    <a:ext uri="{FF2B5EF4-FFF2-40B4-BE49-F238E27FC236}">
                      <a16:creationId xmlns:a16="http://schemas.microsoft.com/office/drawing/2014/main" id="{C36A8F2A-14EA-4CCF-89C3-240A8DE6574E}"/>
                    </a:ext>
                  </a:extLst>
                </p:cNvPr>
                <p:cNvSpPr/>
                <p:nvPr/>
              </p:nvSpPr>
              <p:spPr>
                <a:xfrm>
                  <a:off x="82733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3" name="object 267">
                  <a:extLst>
                    <a:ext uri="{FF2B5EF4-FFF2-40B4-BE49-F238E27FC236}">
                      <a16:creationId xmlns:a16="http://schemas.microsoft.com/office/drawing/2014/main" id="{DF66F7EC-3D39-4E8C-849E-6F890B0CF355}"/>
                    </a:ext>
                  </a:extLst>
                </p:cNvPr>
                <p:cNvSpPr/>
                <p:nvPr/>
              </p:nvSpPr>
              <p:spPr>
                <a:xfrm>
                  <a:off x="83823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4" name="object 268">
                  <a:extLst>
                    <a:ext uri="{FF2B5EF4-FFF2-40B4-BE49-F238E27FC236}">
                      <a16:creationId xmlns:a16="http://schemas.microsoft.com/office/drawing/2014/main" id="{FFA928BB-0420-4F50-8021-5FADD41CCCF3}"/>
                    </a:ext>
                  </a:extLst>
                </p:cNvPr>
                <p:cNvSpPr/>
                <p:nvPr/>
              </p:nvSpPr>
              <p:spPr>
                <a:xfrm>
                  <a:off x="83823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5" name="object 269">
                  <a:extLst>
                    <a:ext uri="{FF2B5EF4-FFF2-40B4-BE49-F238E27FC236}">
                      <a16:creationId xmlns:a16="http://schemas.microsoft.com/office/drawing/2014/main" id="{D45F01DA-7377-41CA-BB5C-5D2CD19550FC}"/>
                    </a:ext>
                  </a:extLst>
                </p:cNvPr>
                <p:cNvSpPr/>
                <p:nvPr/>
              </p:nvSpPr>
              <p:spPr>
                <a:xfrm>
                  <a:off x="8491280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6" name="object 270">
                  <a:extLst>
                    <a:ext uri="{FF2B5EF4-FFF2-40B4-BE49-F238E27FC236}">
                      <a16:creationId xmlns:a16="http://schemas.microsoft.com/office/drawing/2014/main" id="{A0DFC48B-0AE6-4295-8183-B6AAD60846CA}"/>
                    </a:ext>
                  </a:extLst>
                </p:cNvPr>
                <p:cNvSpPr/>
                <p:nvPr/>
              </p:nvSpPr>
              <p:spPr>
                <a:xfrm>
                  <a:off x="8491280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7" name="object 271">
                  <a:extLst>
                    <a:ext uri="{FF2B5EF4-FFF2-40B4-BE49-F238E27FC236}">
                      <a16:creationId xmlns:a16="http://schemas.microsoft.com/office/drawing/2014/main" id="{5383CA54-95B6-4856-B408-DDD613BEDA3D}"/>
                    </a:ext>
                  </a:extLst>
                </p:cNvPr>
                <p:cNvSpPr/>
                <p:nvPr/>
              </p:nvSpPr>
              <p:spPr>
                <a:xfrm>
                  <a:off x="85994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8" name="object 272">
                  <a:extLst>
                    <a:ext uri="{FF2B5EF4-FFF2-40B4-BE49-F238E27FC236}">
                      <a16:creationId xmlns:a16="http://schemas.microsoft.com/office/drawing/2014/main" id="{A8D73955-D7E7-4FAB-83FD-6DB3A442FCD4}"/>
                    </a:ext>
                  </a:extLst>
                </p:cNvPr>
                <p:cNvSpPr/>
                <p:nvPr/>
              </p:nvSpPr>
              <p:spPr>
                <a:xfrm>
                  <a:off x="8599472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59" name="object 273">
                  <a:extLst>
                    <a:ext uri="{FF2B5EF4-FFF2-40B4-BE49-F238E27FC236}">
                      <a16:creationId xmlns:a16="http://schemas.microsoft.com/office/drawing/2014/main" id="{58C19E65-4E99-4223-A187-A472A11B86B3}"/>
                    </a:ext>
                  </a:extLst>
                </p:cNvPr>
                <p:cNvSpPr/>
                <p:nvPr/>
              </p:nvSpPr>
              <p:spPr>
                <a:xfrm>
                  <a:off x="8708437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0" name="object 274">
                  <a:extLst>
                    <a:ext uri="{FF2B5EF4-FFF2-40B4-BE49-F238E27FC236}">
                      <a16:creationId xmlns:a16="http://schemas.microsoft.com/office/drawing/2014/main" id="{A5398EE1-E72A-4117-8338-0C925EEB8DAC}"/>
                    </a:ext>
                  </a:extLst>
                </p:cNvPr>
                <p:cNvSpPr/>
                <p:nvPr/>
              </p:nvSpPr>
              <p:spPr>
                <a:xfrm>
                  <a:off x="8708437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1" name="object 275">
                  <a:extLst>
                    <a:ext uri="{FF2B5EF4-FFF2-40B4-BE49-F238E27FC236}">
                      <a16:creationId xmlns:a16="http://schemas.microsoft.com/office/drawing/2014/main" id="{10C27045-A581-4056-829B-964F9BEFF832}"/>
                    </a:ext>
                  </a:extLst>
                </p:cNvPr>
                <p:cNvSpPr/>
                <p:nvPr/>
              </p:nvSpPr>
              <p:spPr>
                <a:xfrm>
                  <a:off x="881665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2" name="object 276">
                  <a:extLst>
                    <a:ext uri="{FF2B5EF4-FFF2-40B4-BE49-F238E27FC236}">
                      <a16:creationId xmlns:a16="http://schemas.microsoft.com/office/drawing/2014/main" id="{200A9C00-C4FE-4EF7-9B71-7F59ED09940F}"/>
                    </a:ext>
                  </a:extLst>
                </p:cNvPr>
                <p:cNvSpPr/>
                <p:nvPr/>
              </p:nvSpPr>
              <p:spPr>
                <a:xfrm>
                  <a:off x="881665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3" name="object 277">
                  <a:extLst>
                    <a:ext uri="{FF2B5EF4-FFF2-40B4-BE49-F238E27FC236}">
                      <a16:creationId xmlns:a16="http://schemas.microsoft.com/office/drawing/2014/main" id="{EB948BF0-DF6D-4AF5-9054-A650BA500DB3}"/>
                    </a:ext>
                  </a:extLst>
                </p:cNvPr>
                <p:cNvSpPr/>
                <p:nvPr/>
              </p:nvSpPr>
              <p:spPr>
                <a:xfrm>
                  <a:off x="8925620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4" name="object 278">
                  <a:extLst>
                    <a:ext uri="{FF2B5EF4-FFF2-40B4-BE49-F238E27FC236}">
                      <a16:creationId xmlns:a16="http://schemas.microsoft.com/office/drawing/2014/main" id="{74566532-005E-493D-9E9C-00CCB162330A}"/>
                    </a:ext>
                  </a:extLst>
                </p:cNvPr>
                <p:cNvSpPr/>
                <p:nvPr/>
              </p:nvSpPr>
              <p:spPr>
                <a:xfrm>
                  <a:off x="8925620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5" name="object 279">
                  <a:extLst>
                    <a:ext uri="{FF2B5EF4-FFF2-40B4-BE49-F238E27FC236}">
                      <a16:creationId xmlns:a16="http://schemas.microsoft.com/office/drawing/2014/main" id="{5E4679FA-406A-451A-99B9-CCBB2CA0CB14}"/>
                    </a:ext>
                  </a:extLst>
                </p:cNvPr>
                <p:cNvSpPr/>
                <p:nvPr/>
              </p:nvSpPr>
              <p:spPr>
                <a:xfrm>
                  <a:off x="90345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6" name="object 280">
                  <a:extLst>
                    <a:ext uri="{FF2B5EF4-FFF2-40B4-BE49-F238E27FC236}">
                      <a16:creationId xmlns:a16="http://schemas.microsoft.com/office/drawing/2014/main" id="{01B022B2-6E57-4587-958F-2C1B47EDEC1F}"/>
                    </a:ext>
                  </a:extLst>
                </p:cNvPr>
                <p:cNvSpPr/>
                <p:nvPr/>
              </p:nvSpPr>
              <p:spPr>
                <a:xfrm>
                  <a:off x="9034574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7" name="object 281">
                  <a:extLst>
                    <a:ext uri="{FF2B5EF4-FFF2-40B4-BE49-F238E27FC236}">
                      <a16:creationId xmlns:a16="http://schemas.microsoft.com/office/drawing/2014/main" id="{DE58914D-FC2C-4B3F-90FE-F4B92F46AFDA}"/>
                    </a:ext>
                  </a:extLst>
                </p:cNvPr>
                <p:cNvSpPr/>
                <p:nvPr/>
              </p:nvSpPr>
              <p:spPr>
                <a:xfrm>
                  <a:off x="91427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8" name="object 282">
                  <a:extLst>
                    <a:ext uri="{FF2B5EF4-FFF2-40B4-BE49-F238E27FC236}">
                      <a16:creationId xmlns:a16="http://schemas.microsoft.com/office/drawing/2014/main" id="{C8325701-8EF0-4F44-98CA-9C1F22407890}"/>
                    </a:ext>
                  </a:extLst>
                </p:cNvPr>
                <p:cNvSpPr/>
                <p:nvPr/>
              </p:nvSpPr>
              <p:spPr>
                <a:xfrm>
                  <a:off x="914277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69" name="object 283">
                  <a:extLst>
                    <a:ext uri="{FF2B5EF4-FFF2-40B4-BE49-F238E27FC236}">
                      <a16:creationId xmlns:a16="http://schemas.microsoft.com/office/drawing/2014/main" id="{7A241E01-4312-404A-8967-520E10BFD533}"/>
                    </a:ext>
                  </a:extLst>
                </p:cNvPr>
                <p:cNvSpPr/>
                <p:nvPr/>
              </p:nvSpPr>
              <p:spPr>
                <a:xfrm>
                  <a:off x="9251756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0" name="object 284">
                  <a:extLst>
                    <a:ext uri="{FF2B5EF4-FFF2-40B4-BE49-F238E27FC236}">
                      <a16:creationId xmlns:a16="http://schemas.microsoft.com/office/drawing/2014/main" id="{2EA7F3B0-2179-46F6-B954-AFB5AFF7E5EB}"/>
                    </a:ext>
                  </a:extLst>
                </p:cNvPr>
                <p:cNvSpPr/>
                <p:nvPr/>
              </p:nvSpPr>
              <p:spPr>
                <a:xfrm>
                  <a:off x="9251756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1" name="object 285">
                  <a:extLst>
                    <a:ext uri="{FF2B5EF4-FFF2-40B4-BE49-F238E27FC236}">
                      <a16:creationId xmlns:a16="http://schemas.microsoft.com/office/drawing/2014/main" id="{4E2227DD-1471-47F5-BE3A-E118A4EF54F3}"/>
                    </a:ext>
                  </a:extLst>
                </p:cNvPr>
                <p:cNvSpPr/>
                <p:nvPr/>
              </p:nvSpPr>
              <p:spPr>
                <a:xfrm>
                  <a:off x="93599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2" name="object 286">
                  <a:extLst>
                    <a:ext uri="{FF2B5EF4-FFF2-40B4-BE49-F238E27FC236}">
                      <a16:creationId xmlns:a16="http://schemas.microsoft.com/office/drawing/2014/main" id="{4C95D289-C3B6-4893-83AD-132D76EB35D3}"/>
                    </a:ext>
                  </a:extLst>
                </p:cNvPr>
                <p:cNvSpPr/>
                <p:nvPr/>
              </p:nvSpPr>
              <p:spPr>
                <a:xfrm>
                  <a:off x="9359948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3" name="object 287">
                  <a:extLst>
                    <a:ext uri="{FF2B5EF4-FFF2-40B4-BE49-F238E27FC236}">
                      <a16:creationId xmlns:a16="http://schemas.microsoft.com/office/drawing/2014/main" id="{F17EDE1C-0EA4-47B8-8280-B28B64EE0ED3}"/>
                    </a:ext>
                  </a:extLst>
                </p:cNvPr>
                <p:cNvSpPr/>
                <p:nvPr/>
              </p:nvSpPr>
              <p:spPr>
                <a:xfrm>
                  <a:off x="94689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4" name="object 288">
                  <a:extLst>
                    <a:ext uri="{FF2B5EF4-FFF2-40B4-BE49-F238E27FC236}">
                      <a16:creationId xmlns:a16="http://schemas.microsoft.com/office/drawing/2014/main" id="{31FFC2AA-E8E8-482D-9F36-ACF1F1B04D67}"/>
                    </a:ext>
                  </a:extLst>
                </p:cNvPr>
                <p:cNvSpPr/>
                <p:nvPr/>
              </p:nvSpPr>
              <p:spPr>
                <a:xfrm>
                  <a:off x="9468914" y="466748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5" name="object 289">
                  <a:extLst>
                    <a:ext uri="{FF2B5EF4-FFF2-40B4-BE49-F238E27FC236}">
                      <a16:creationId xmlns:a16="http://schemas.microsoft.com/office/drawing/2014/main" id="{79945F3D-440D-4139-9EF5-A85B51310A44}"/>
                    </a:ext>
                  </a:extLst>
                </p:cNvPr>
                <p:cNvSpPr/>
                <p:nvPr/>
              </p:nvSpPr>
              <p:spPr>
                <a:xfrm>
                  <a:off x="957789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6" name="object 290">
                  <a:extLst>
                    <a:ext uri="{FF2B5EF4-FFF2-40B4-BE49-F238E27FC236}">
                      <a16:creationId xmlns:a16="http://schemas.microsoft.com/office/drawing/2014/main" id="{A26A1BAA-E875-4CC6-8636-E8B93988F2B8}"/>
                    </a:ext>
                  </a:extLst>
                </p:cNvPr>
                <p:cNvSpPr/>
                <p:nvPr/>
              </p:nvSpPr>
              <p:spPr>
                <a:xfrm>
                  <a:off x="9577892" y="466748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7" name="object 291">
                  <a:extLst>
                    <a:ext uri="{FF2B5EF4-FFF2-40B4-BE49-F238E27FC236}">
                      <a16:creationId xmlns:a16="http://schemas.microsoft.com/office/drawing/2014/main" id="{E9EF094B-C544-43A9-8BF3-B4F81700E8CA}"/>
                    </a:ext>
                  </a:extLst>
                </p:cNvPr>
                <p:cNvSpPr/>
                <p:nvPr/>
              </p:nvSpPr>
              <p:spPr>
                <a:xfrm>
                  <a:off x="696956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8" name="object 292">
                  <a:extLst>
                    <a:ext uri="{FF2B5EF4-FFF2-40B4-BE49-F238E27FC236}">
                      <a16:creationId xmlns:a16="http://schemas.microsoft.com/office/drawing/2014/main" id="{460412BB-D47B-4828-A472-5EA64A95F9D3}"/>
                    </a:ext>
                  </a:extLst>
                </p:cNvPr>
                <p:cNvSpPr/>
                <p:nvPr/>
              </p:nvSpPr>
              <p:spPr>
                <a:xfrm>
                  <a:off x="696956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79" name="object 293">
                  <a:extLst>
                    <a:ext uri="{FF2B5EF4-FFF2-40B4-BE49-F238E27FC236}">
                      <a16:creationId xmlns:a16="http://schemas.microsoft.com/office/drawing/2014/main" id="{93ACE526-5852-4712-9DE6-E0E546C8427D}"/>
                    </a:ext>
                  </a:extLst>
                </p:cNvPr>
                <p:cNvSpPr/>
                <p:nvPr/>
              </p:nvSpPr>
              <p:spPr>
                <a:xfrm>
                  <a:off x="707853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0" name="object 294">
                  <a:extLst>
                    <a:ext uri="{FF2B5EF4-FFF2-40B4-BE49-F238E27FC236}">
                      <a16:creationId xmlns:a16="http://schemas.microsoft.com/office/drawing/2014/main" id="{2D971555-CCFC-492F-A688-7A5079710262}"/>
                    </a:ext>
                  </a:extLst>
                </p:cNvPr>
                <p:cNvSpPr/>
                <p:nvPr/>
              </p:nvSpPr>
              <p:spPr>
                <a:xfrm>
                  <a:off x="707853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1" name="object 295">
                  <a:extLst>
                    <a:ext uri="{FF2B5EF4-FFF2-40B4-BE49-F238E27FC236}">
                      <a16:creationId xmlns:a16="http://schemas.microsoft.com/office/drawing/2014/main" id="{7F4BCE62-5F36-4517-B10C-6AC8EBDDB6BF}"/>
                    </a:ext>
                  </a:extLst>
                </p:cNvPr>
                <p:cNvSpPr/>
                <p:nvPr/>
              </p:nvSpPr>
              <p:spPr>
                <a:xfrm>
                  <a:off x="718673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2" name="object 296">
                  <a:extLst>
                    <a:ext uri="{FF2B5EF4-FFF2-40B4-BE49-F238E27FC236}">
                      <a16:creationId xmlns:a16="http://schemas.microsoft.com/office/drawing/2014/main" id="{CBB9614D-D2F2-4214-943F-57BF3E879B1A}"/>
                    </a:ext>
                  </a:extLst>
                </p:cNvPr>
                <p:cNvSpPr/>
                <p:nvPr/>
              </p:nvSpPr>
              <p:spPr>
                <a:xfrm>
                  <a:off x="7186736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3" name="object 297">
                  <a:extLst>
                    <a:ext uri="{FF2B5EF4-FFF2-40B4-BE49-F238E27FC236}">
                      <a16:creationId xmlns:a16="http://schemas.microsoft.com/office/drawing/2014/main" id="{521AB109-B731-494F-9A0A-B3622C992977}"/>
                    </a:ext>
                  </a:extLst>
                </p:cNvPr>
                <p:cNvSpPr/>
                <p:nvPr/>
              </p:nvSpPr>
              <p:spPr>
                <a:xfrm>
                  <a:off x="729570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4" name="object 298">
                  <a:extLst>
                    <a:ext uri="{FF2B5EF4-FFF2-40B4-BE49-F238E27FC236}">
                      <a16:creationId xmlns:a16="http://schemas.microsoft.com/office/drawing/2014/main" id="{4D5DE61F-B741-4191-AA22-479E9D0C7455}"/>
                    </a:ext>
                  </a:extLst>
                </p:cNvPr>
                <p:cNvSpPr/>
                <p:nvPr/>
              </p:nvSpPr>
              <p:spPr>
                <a:xfrm>
                  <a:off x="729570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5" name="object 299">
                  <a:extLst>
                    <a:ext uri="{FF2B5EF4-FFF2-40B4-BE49-F238E27FC236}">
                      <a16:creationId xmlns:a16="http://schemas.microsoft.com/office/drawing/2014/main" id="{AFA1751A-79E1-44D2-9C3B-1DDDC9BA8BE4}"/>
                    </a:ext>
                  </a:extLst>
                </p:cNvPr>
                <p:cNvSpPr/>
                <p:nvPr/>
              </p:nvSpPr>
              <p:spPr>
                <a:xfrm>
                  <a:off x="740466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6" name="object 300">
                  <a:extLst>
                    <a:ext uri="{FF2B5EF4-FFF2-40B4-BE49-F238E27FC236}">
                      <a16:creationId xmlns:a16="http://schemas.microsoft.com/office/drawing/2014/main" id="{00B87F00-8CE2-4FB4-B25A-0842390476BC}"/>
                    </a:ext>
                  </a:extLst>
                </p:cNvPr>
                <p:cNvSpPr/>
                <p:nvPr/>
              </p:nvSpPr>
              <p:spPr>
                <a:xfrm>
                  <a:off x="740466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7" name="object 301">
                  <a:extLst>
                    <a:ext uri="{FF2B5EF4-FFF2-40B4-BE49-F238E27FC236}">
                      <a16:creationId xmlns:a16="http://schemas.microsoft.com/office/drawing/2014/main" id="{0B1E7FFE-5C7E-488F-90C8-FAAC1B4E8E83}"/>
                    </a:ext>
                  </a:extLst>
                </p:cNvPr>
                <p:cNvSpPr/>
                <p:nvPr/>
              </p:nvSpPr>
              <p:spPr>
                <a:xfrm>
                  <a:off x="75128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8" name="object 302">
                  <a:extLst>
                    <a:ext uri="{FF2B5EF4-FFF2-40B4-BE49-F238E27FC236}">
                      <a16:creationId xmlns:a16="http://schemas.microsoft.com/office/drawing/2014/main" id="{8691232F-17C9-447F-B55E-94378BFE21F8}"/>
                    </a:ext>
                  </a:extLst>
                </p:cNvPr>
                <p:cNvSpPr/>
                <p:nvPr/>
              </p:nvSpPr>
              <p:spPr>
                <a:xfrm>
                  <a:off x="75128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89" name="object 303">
                  <a:extLst>
                    <a:ext uri="{FF2B5EF4-FFF2-40B4-BE49-F238E27FC236}">
                      <a16:creationId xmlns:a16="http://schemas.microsoft.com/office/drawing/2014/main" id="{6DB5B935-3BA1-4334-80FE-CA468CB590A2}"/>
                    </a:ext>
                  </a:extLst>
                </p:cNvPr>
                <p:cNvSpPr/>
                <p:nvPr/>
              </p:nvSpPr>
              <p:spPr>
                <a:xfrm>
                  <a:off x="762183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0" name="object 304">
                  <a:extLst>
                    <a:ext uri="{FF2B5EF4-FFF2-40B4-BE49-F238E27FC236}">
                      <a16:creationId xmlns:a16="http://schemas.microsoft.com/office/drawing/2014/main" id="{DB62BEDC-9DEF-47C8-9C5D-FDC24C3C4155}"/>
                    </a:ext>
                  </a:extLst>
                </p:cNvPr>
                <p:cNvSpPr/>
                <p:nvPr/>
              </p:nvSpPr>
              <p:spPr>
                <a:xfrm>
                  <a:off x="7621838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1" name="object 305">
                  <a:extLst>
                    <a:ext uri="{FF2B5EF4-FFF2-40B4-BE49-F238E27FC236}">
                      <a16:creationId xmlns:a16="http://schemas.microsoft.com/office/drawing/2014/main" id="{8B38CF04-7569-4ED9-9DCD-2A049280B728}"/>
                    </a:ext>
                  </a:extLst>
                </p:cNvPr>
                <p:cNvSpPr/>
                <p:nvPr/>
              </p:nvSpPr>
              <p:spPr>
                <a:xfrm>
                  <a:off x="773004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2" name="object 306">
                  <a:extLst>
                    <a:ext uri="{FF2B5EF4-FFF2-40B4-BE49-F238E27FC236}">
                      <a16:creationId xmlns:a16="http://schemas.microsoft.com/office/drawing/2014/main" id="{7419C7A9-2323-4BD1-AD09-77D9A9A0F28E}"/>
                    </a:ext>
                  </a:extLst>
                </p:cNvPr>
                <p:cNvSpPr/>
                <p:nvPr/>
              </p:nvSpPr>
              <p:spPr>
                <a:xfrm>
                  <a:off x="773004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3" name="object 307">
                  <a:extLst>
                    <a:ext uri="{FF2B5EF4-FFF2-40B4-BE49-F238E27FC236}">
                      <a16:creationId xmlns:a16="http://schemas.microsoft.com/office/drawing/2014/main" id="{436594A0-B54F-4FA5-8B13-A4025F691D5D}"/>
                    </a:ext>
                  </a:extLst>
                </p:cNvPr>
                <p:cNvSpPr/>
                <p:nvPr/>
              </p:nvSpPr>
              <p:spPr>
                <a:xfrm>
                  <a:off x="783900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4" name="object 308">
                  <a:extLst>
                    <a:ext uri="{FF2B5EF4-FFF2-40B4-BE49-F238E27FC236}">
                      <a16:creationId xmlns:a16="http://schemas.microsoft.com/office/drawing/2014/main" id="{68EEE99B-53FC-4024-9854-A51FCB4B19B1}"/>
                    </a:ext>
                  </a:extLst>
                </p:cNvPr>
                <p:cNvSpPr/>
                <p:nvPr/>
              </p:nvSpPr>
              <p:spPr>
                <a:xfrm>
                  <a:off x="783900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5" name="object 309">
                  <a:extLst>
                    <a:ext uri="{FF2B5EF4-FFF2-40B4-BE49-F238E27FC236}">
                      <a16:creationId xmlns:a16="http://schemas.microsoft.com/office/drawing/2014/main" id="{311E846A-0ADA-4D9B-AD44-7A2BD1DE8F4A}"/>
                    </a:ext>
                  </a:extLst>
                </p:cNvPr>
                <p:cNvSpPr/>
                <p:nvPr/>
              </p:nvSpPr>
              <p:spPr>
                <a:xfrm>
                  <a:off x="79479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6" name="object 310">
                  <a:extLst>
                    <a:ext uri="{FF2B5EF4-FFF2-40B4-BE49-F238E27FC236}">
                      <a16:creationId xmlns:a16="http://schemas.microsoft.com/office/drawing/2014/main" id="{20A25CB0-9B58-4A48-BA17-D61DEEAA7CFD}"/>
                    </a:ext>
                  </a:extLst>
                </p:cNvPr>
                <p:cNvSpPr/>
                <p:nvPr/>
              </p:nvSpPr>
              <p:spPr>
                <a:xfrm>
                  <a:off x="79479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7" name="object 311">
                  <a:extLst>
                    <a:ext uri="{FF2B5EF4-FFF2-40B4-BE49-F238E27FC236}">
                      <a16:creationId xmlns:a16="http://schemas.microsoft.com/office/drawing/2014/main" id="{4B3D7D4C-C026-43C0-8DE4-9F1315C7165D}"/>
                    </a:ext>
                  </a:extLst>
                </p:cNvPr>
                <p:cNvSpPr/>
                <p:nvPr/>
              </p:nvSpPr>
              <p:spPr>
                <a:xfrm>
                  <a:off x="80561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8" name="object 312">
                  <a:extLst>
                    <a:ext uri="{FF2B5EF4-FFF2-40B4-BE49-F238E27FC236}">
                      <a16:creationId xmlns:a16="http://schemas.microsoft.com/office/drawing/2014/main" id="{4DC43CAA-BCC6-44A3-9259-467B3E3B34EF}"/>
                    </a:ext>
                  </a:extLst>
                </p:cNvPr>
                <p:cNvSpPr/>
                <p:nvPr/>
              </p:nvSpPr>
              <p:spPr>
                <a:xfrm>
                  <a:off x="80561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99" name="object 313">
                  <a:extLst>
                    <a:ext uri="{FF2B5EF4-FFF2-40B4-BE49-F238E27FC236}">
                      <a16:creationId xmlns:a16="http://schemas.microsoft.com/office/drawing/2014/main" id="{64B788AA-940C-45E4-8442-B2898805CCEC}"/>
                    </a:ext>
                  </a:extLst>
                </p:cNvPr>
                <p:cNvSpPr/>
                <p:nvPr/>
              </p:nvSpPr>
              <p:spPr>
                <a:xfrm>
                  <a:off x="816514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0" name="object 314">
                  <a:extLst>
                    <a:ext uri="{FF2B5EF4-FFF2-40B4-BE49-F238E27FC236}">
                      <a16:creationId xmlns:a16="http://schemas.microsoft.com/office/drawing/2014/main" id="{50256C49-F179-4C00-A1B1-FCF68D67DEF9}"/>
                    </a:ext>
                  </a:extLst>
                </p:cNvPr>
                <p:cNvSpPr/>
                <p:nvPr/>
              </p:nvSpPr>
              <p:spPr>
                <a:xfrm>
                  <a:off x="816514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1" name="object 315">
                  <a:extLst>
                    <a:ext uri="{FF2B5EF4-FFF2-40B4-BE49-F238E27FC236}">
                      <a16:creationId xmlns:a16="http://schemas.microsoft.com/office/drawing/2014/main" id="{4B32DC3D-DE75-4EEA-A8F9-BDEFF679A58E}"/>
                    </a:ext>
                  </a:extLst>
                </p:cNvPr>
                <p:cNvSpPr/>
                <p:nvPr/>
              </p:nvSpPr>
              <p:spPr>
                <a:xfrm>
                  <a:off x="82733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2" name="object 316">
                  <a:extLst>
                    <a:ext uri="{FF2B5EF4-FFF2-40B4-BE49-F238E27FC236}">
                      <a16:creationId xmlns:a16="http://schemas.microsoft.com/office/drawing/2014/main" id="{524CE2C7-83C2-47B0-9609-24E8153706A2}"/>
                    </a:ext>
                  </a:extLst>
                </p:cNvPr>
                <p:cNvSpPr/>
                <p:nvPr/>
              </p:nvSpPr>
              <p:spPr>
                <a:xfrm>
                  <a:off x="82733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3" name="object 317">
                  <a:extLst>
                    <a:ext uri="{FF2B5EF4-FFF2-40B4-BE49-F238E27FC236}">
                      <a16:creationId xmlns:a16="http://schemas.microsoft.com/office/drawing/2014/main" id="{2FA60B19-1C4A-4722-8582-403175CF96D6}"/>
                    </a:ext>
                  </a:extLst>
                </p:cNvPr>
                <p:cNvSpPr/>
                <p:nvPr/>
              </p:nvSpPr>
              <p:spPr>
                <a:xfrm>
                  <a:off x="83823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4" name="object 318">
                  <a:extLst>
                    <a:ext uri="{FF2B5EF4-FFF2-40B4-BE49-F238E27FC236}">
                      <a16:creationId xmlns:a16="http://schemas.microsoft.com/office/drawing/2014/main" id="{7817AA1A-25D0-4621-BCFC-BDFFFDBD113B}"/>
                    </a:ext>
                  </a:extLst>
                </p:cNvPr>
                <p:cNvSpPr/>
                <p:nvPr/>
              </p:nvSpPr>
              <p:spPr>
                <a:xfrm>
                  <a:off x="83823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5" name="object 319">
                  <a:extLst>
                    <a:ext uri="{FF2B5EF4-FFF2-40B4-BE49-F238E27FC236}">
                      <a16:creationId xmlns:a16="http://schemas.microsoft.com/office/drawing/2014/main" id="{6DE2E82F-8CFD-4756-BE7D-05DC8028159C}"/>
                    </a:ext>
                  </a:extLst>
                </p:cNvPr>
                <p:cNvSpPr/>
                <p:nvPr/>
              </p:nvSpPr>
              <p:spPr>
                <a:xfrm>
                  <a:off x="8491280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6" name="object 320">
                  <a:extLst>
                    <a:ext uri="{FF2B5EF4-FFF2-40B4-BE49-F238E27FC236}">
                      <a16:creationId xmlns:a16="http://schemas.microsoft.com/office/drawing/2014/main" id="{CDE9614F-1729-4590-8278-A80ACB66B990}"/>
                    </a:ext>
                  </a:extLst>
                </p:cNvPr>
                <p:cNvSpPr/>
                <p:nvPr/>
              </p:nvSpPr>
              <p:spPr>
                <a:xfrm>
                  <a:off x="8491280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7" name="object 321">
                  <a:extLst>
                    <a:ext uri="{FF2B5EF4-FFF2-40B4-BE49-F238E27FC236}">
                      <a16:creationId xmlns:a16="http://schemas.microsoft.com/office/drawing/2014/main" id="{EC07B7D5-6F15-4BD1-8360-C5B7AB456E1A}"/>
                    </a:ext>
                  </a:extLst>
                </p:cNvPr>
                <p:cNvSpPr/>
                <p:nvPr/>
              </p:nvSpPr>
              <p:spPr>
                <a:xfrm>
                  <a:off x="85994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8" name="object 322">
                  <a:extLst>
                    <a:ext uri="{FF2B5EF4-FFF2-40B4-BE49-F238E27FC236}">
                      <a16:creationId xmlns:a16="http://schemas.microsoft.com/office/drawing/2014/main" id="{C834410B-033C-4747-9547-39EFB8FF2606}"/>
                    </a:ext>
                  </a:extLst>
                </p:cNvPr>
                <p:cNvSpPr/>
                <p:nvPr/>
              </p:nvSpPr>
              <p:spPr>
                <a:xfrm>
                  <a:off x="8599472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09" name="object 323">
                  <a:extLst>
                    <a:ext uri="{FF2B5EF4-FFF2-40B4-BE49-F238E27FC236}">
                      <a16:creationId xmlns:a16="http://schemas.microsoft.com/office/drawing/2014/main" id="{768FE071-7745-47F5-91E1-5AB537411C68}"/>
                    </a:ext>
                  </a:extLst>
                </p:cNvPr>
                <p:cNvSpPr/>
                <p:nvPr/>
              </p:nvSpPr>
              <p:spPr>
                <a:xfrm>
                  <a:off x="8708437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0" name="object 324">
                  <a:extLst>
                    <a:ext uri="{FF2B5EF4-FFF2-40B4-BE49-F238E27FC236}">
                      <a16:creationId xmlns:a16="http://schemas.microsoft.com/office/drawing/2014/main" id="{7AA69F0C-C6A7-4A40-A2B8-43D974365B13}"/>
                    </a:ext>
                  </a:extLst>
                </p:cNvPr>
                <p:cNvSpPr/>
                <p:nvPr/>
              </p:nvSpPr>
              <p:spPr>
                <a:xfrm>
                  <a:off x="8708437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1" name="object 325">
                  <a:extLst>
                    <a:ext uri="{FF2B5EF4-FFF2-40B4-BE49-F238E27FC236}">
                      <a16:creationId xmlns:a16="http://schemas.microsoft.com/office/drawing/2014/main" id="{5826257A-E861-43FB-AAF6-BCAD017B1377}"/>
                    </a:ext>
                  </a:extLst>
                </p:cNvPr>
                <p:cNvSpPr/>
                <p:nvPr/>
              </p:nvSpPr>
              <p:spPr>
                <a:xfrm>
                  <a:off x="881665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2" name="object 326">
                  <a:extLst>
                    <a:ext uri="{FF2B5EF4-FFF2-40B4-BE49-F238E27FC236}">
                      <a16:creationId xmlns:a16="http://schemas.microsoft.com/office/drawing/2014/main" id="{A9B1C88D-E914-4B63-8426-454D5DD687F0}"/>
                    </a:ext>
                  </a:extLst>
                </p:cNvPr>
                <p:cNvSpPr/>
                <p:nvPr/>
              </p:nvSpPr>
              <p:spPr>
                <a:xfrm>
                  <a:off x="881665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3" name="object 327">
                  <a:extLst>
                    <a:ext uri="{FF2B5EF4-FFF2-40B4-BE49-F238E27FC236}">
                      <a16:creationId xmlns:a16="http://schemas.microsoft.com/office/drawing/2014/main" id="{BCA25F09-F86F-41A7-A7AC-4288FB07A596}"/>
                    </a:ext>
                  </a:extLst>
                </p:cNvPr>
                <p:cNvSpPr/>
                <p:nvPr/>
              </p:nvSpPr>
              <p:spPr>
                <a:xfrm>
                  <a:off x="8925620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4" name="object 328">
                  <a:extLst>
                    <a:ext uri="{FF2B5EF4-FFF2-40B4-BE49-F238E27FC236}">
                      <a16:creationId xmlns:a16="http://schemas.microsoft.com/office/drawing/2014/main" id="{5DEC4109-AE69-4EDD-9DA1-386F7EBA0D80}"/>
                    </a:ext>
                  </a:extLst>
                </p:cNvPr>
                <p:cNvSpPr/>
                <p:nvPr/>
              </p:nvSpPr>
              <p:spPr>
                <a:xfrm>
                  <a:off x="8925620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5" name="object 329">
                  <a:extLst>
                    <a:ext uri="{FF2B5EF4-FFF2-40B4-BE49-F238E27FC236}">
                      <a16:creationId xmlns:a16="http://schemas.microsoft.com/office/drawing/2014/main" id="{BDBAA783-7C0E-435F-910B-588AFB2E7CBD}"/>
                    </a:ext>
                  </a:extLst>
                </p:cNvPr>
                <p:cNvSpPr/>
                <p:nvPr/>
              </p:nvSpPr>
              <p:spPr>
                <a:xfrm>
                  <a:off x="90345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6" name="object 330">
                  <a:extLst>
                    <a:ext uri="{FF2B5EF4-FFF2-40B4-BE49-F238E27FC236}">
                      <a16:creationId xmlns:a16="http://schemas.microsoft.com/office/drawing/2014/main" id="{440E0E81-7462-4F07-ACCA-EFE846A9E626}"/>
                    </a:ext>
                  </a:extLst>
                </p:cNvPr>
                <p:cNvSpPr/>
                <p:nvPr/>
              </p:nvSpPr>
              <p:spPr>
                <a:xfrm>
                  <a:off x="9034574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7" name="object 331">
                  <a:extLst>
                    <a:ext uri="{FF2B5EF4-FFF2-40B4-BE49-F238E27FC236}">
                      <a16:creationId xmlns:a16="http://schemas.microsoft.com/office/drawing/2014/main" id="{54BAD842-0D98-4A1F-9A2A-64C7633F7782}"/>
                    </a:ext>
                  </a:extLst>
                </p:cNvPr>
                <p:cNvSpPr/>
                <p:nvPr/>
              </p:nvSpPr>
              <p:spPr>
                <a:xfrm>
                  <a:off x="91427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8" name="object 332">
                  <a:extLst>
                    <a:ext uri="{FF2B5EF4-FFF2-40B4-BE49-F238E27FC236}">
                      <a16:creationId xmlns:a16="http://schemas.microsoft.com/office/drawing/2014/main" id="{94D2051F-81E7-4238-8F40-94311302C389}"/>
                    </a:ext>
                  </a:extLst>
                </p:cNvPr>
                <p:cNvSpPr/>
                <p:nvPr/>
              </p:nvSpPr>
              <p:spPr>
                <a:xfrm>
                  <a:off x="914277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19" name="object 333">
                  <a:extLst>
                    <a:ext uri="{FF2B5EF4-FFF2-40B4-BE49-F238E27FC236}">
                      <a16:creationId xmlns:a16="http://schemas.microsoft.com/office/drawing/2014/main" id="{1DC70B7E-AB21-43C4-B402-D133CA6817C6}"/>
                    </a:ext>
                  </a:extLst>
                </p:cNvPr>
                <p:cNvSpPr/>
                <p:nvPr/>
              </p:nvSpPr>
              <p:spPr>
                <a:xfrm>
                  <a:off x="9251756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0" name="object 334">
                  <a:extLst>
                    <a:ext uri="{FF2B5EF4-FFF2-40B4-BE49-F238E27FC236}">
                      <a16:creationId xmlns:a16="http://schemas.microsoft.com/office/drawing/2014/main" id="{FADE2831-0048-4F09-AA53-85C83A7AC359}"/>
                    </a:ext>
                  </a:extLst>
                </p:cNvPr>
                <p:cNvSpPr/>
                <p:nvPr/>
              </p:nvSpPr>
              <p:spPr>
                <a:xfrm>
                  <a:off x="9251756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1" name="object 335">
                  <a:extLst>
                    <a:ext uri="{FF2B5EF4-FFF2-40B4-BE49-F238E27FC236}">
                      <a16:creationId xmlns:a16="http://schemas.microsoft.com/office/drawing/2014/main" id="{C09D2501-140B-40D0-AE24-02759B1E821E}"/>
                    </a:ext>
                  </a:extLst>
                </p:cNvPr>
                <p:cNvSpPr/>
                <p:nvPr/>
              </p:nvSpPr>
              <p:spPr>
                <a:xfrm>
                  <a:off x="93599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2" name="object 336">
                  <a:extLst>
                    <a:ext uri="{FF2B5EF4-FFF2-40B4-BE49-F238E27FC236}">
                      <a16:creationId xmlns:a16="http://schemas.microsoft.com/office/drawing/2014/main" id="{8D88743F-B458-40A6-896E-D45249327852}"/>
                    </a:ext>
                  </a:extLst>
                </p:cNvPr>
                <p:cNvSpPr/>
                <p:nvPr/>
              </p:nvSpPr>
              <p:spPr>
                <a:xfrm>
                  <a:off x="9359948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3" name="object 337">
                  <a:extLst>
                    <a:ext uri="{FF2B5EF4-FFF2-40B4-BE49-F238E27FC236}">
                      <a16:creationId xmlns:a16="http://schemas.microsoft.com/office/drawing/2014/main" id="{32974EA7-CF0F-4BA6-AF47-64B2DA76D4E7}"/>
                    </a:ext>
                  </a:extLst>
                </p:cNvPr>
                <p:cNvSpPr/>
                <p:nvPr/>
              </p:nvSpPr>
              <p:spPr>
                <a:xfrm>
                  <a:off x="94689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4" name="object 338">
                  <a:extLst>
                    <a:ext uri="{FF2B5EF4-FFF2-40B4-BE49-F238E27FC236}">
                      <a16:creationId xmlns:a16="http://schemas.microsoft.com/office/drawing/2014/main" id="{589EEB3B-AE62-4E82-A00E-13C028533963}"/>
                    </a:ext>
                  </a:extLst>
                </p:cNvPr>
                <p:cNvSpPr/>
                <p:nvPr/>
              </p:nvSpPr>
              <p:spPr>
                <a:xfrm>
                  <a:off x="9468914" y="477644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5" name="object 339">
                  <a:extLst>
                    <a:ext uri="{FF2B5EF4-FFF2-40B4-BE49-F238E27FC236}">
                      <a16:creationId xmlns:a16="http://schemas.microsoft.com/office/drawing/2014/main" id="{58CC5E6A-A8C2-4475-AAD7-B478042FCA56}"/>
                    </a:ext>
                  </a:extLst>
                </p:cNvPr>
                <p:cNvSpPr/>
                <p:nvPr/>
              </p:nvSpPr>
              <p:spPr>
                <a:xfrm>
                  <a:off x="957789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6" name="object 340">
                  <a:extLst>
                    <a:ext uri="{FF2B5EF4-FFF2-40B4-BE49-F238E27FC236}">
                      <a16:creationId xmlns:a16="http://schemas.microsoft.com/office/drawing/2014/main" id="{A4B4C104-97E5-41D6-A12F-48B0F37FC678}"/>
                    </a:ext>
                  </a:extLst>
                </p:cNvPr>
                <p:cNvSpPr/>
                <p:nvPr/>
              </p:nvSpPr>
              <p:spPr>
                <a:xfrm>
                  <a:off x="9577892" y="4776449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7" name="object 341">
                  <a:extLst>
                    <a:ext uri="{FF2B5EF4-FFF2-40B4-BE49-F238E27FC236}">
                      <a16:creationId xmlns:a16="http://schemas.microsoft.com/office/drawing/2014/main" id="{88C74954-0E0C-465F-9F5F-1BB6AAAF0EA3}"/>
                    </a:ext>
                  </a:extLst>
                </p:cNvPr>
                <p:cNvSpPr/>
                <p:nvPr/>
              </p:nvSpPr>
              <p:spPr>
                <a:xfrm>
                  <a:off x="696956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8" name="object 342">
                  <a:extLst>
                    <a:ext uri="{FF2B5EF4-FFF2-40B4-BE49-F238E27FC236}">
                      <a16:creationId xmlns:a16="http://schemas.microsoft.com/office/drawing/2014/main" id="{31ECADF8-EA29-4B18-903D-9AA9B4E423C0}"/>
                    </a:ext>
                  </a:extLst>
                </p:cNvPr>
                <p:cNvSpPr/>
                <p:nvPr/>
              </p:nvSpPr>
              <p:spPr>
                <a:xfrm>
                  <a:off x="696956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29" name="object 343">
                  <a:extLst>
                    <a:ext uri="{FF2B5EF4-FFF2-40B4-BE49-F238E27FC236}">
                      <a16:creationId xmlns:a16="http://schemas.microsoft.com/office/drawing/2014/main" id="{207C7C34-0D6F-406F-94B3-85CB038082B9}"/>
                    </a:ext>
                  </a:extLst>
                </p:cNvPr>
                <p:cNvSpPr/>
                <p:nvPr/>
              </p:nvSpPr>
              <p:spPr>
                <a:xfrm>
                  <a:off x="707853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0" name="object 344">
                  <a:extLst>
                    <a:ext uri="{FF2B5EF4-FFF2-40B4-BE49-F238E27FC236}">
                      <a16:creationId xmlns:a16="http://schemas.microsoft.com/office/drawing/2014/main" id="{FF4B2EC6-8837-43E7-8230-542A2C1C3228}"/>
                    </a:ext>
                  </a:extLst>
                </p:cNvPr>
                <p:cNvSpPr/>
                <p:nvPr/>
              </p:nvSpPr>
              <p:spPr>
                <a:xfrm>
                  <a:off x="707853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1" name="object 345">
                  <a:extLst>
                    <a:ext uri="{FF2B5EF4-FFF2-40B4-BE49-F238E27FC236}">
                      <a16:creationId xmlns:a16="http://schemas.microsoft.com/office/drawing/2014/main" id="{DA88C4E8-248C-480B-9B50-2512CE48EE6A}"/>
                    </a:ext>
                  </a:extLst>
                </p:cNvPr>
                <p:cNvSpPr/>
                <p:nvPr/>
              </p:nvSpPr>
              <p:spPr>
                <a:xfrm>
                  <a:off x="718673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2" name="object 346">
                  <a:extLst>
                    <a:ext uri="{FF2B5EF4-FFF2-40B4-BE49-F238E27FC236}">
                      <a16:creationId xmlns:a16="http://schemas.microsoft.com/office/drawing/2014/main" id="{CAC0D1E6-9571-486E-901F-87E58CD4C333}"/>
                    </a:ext>
                  </a:extLst>
                </p:cNvPr>
                <p:cNvSpPr/>
                <p:nvPr/>
              </p:nvSpPr>
              <p:spPr>
                <a:xfrm>
                  <a:off x="7186736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3" name="object 347">
                  <a:extLst>
                    <a:ext uri="{FF2B5EF4-FFF2-40B4-BE49-F238E27FC236}">
                      <a16:creationId xmlns:a16="http://schemas.microsoft.com/office/drawing/2014/main" id="{07C2DD7E-E18F-4484-8A85-19245F5E07F0}"/>
                    </a:ext>
                  </a:extLst>
                </p:cNvPr>
                <p:cNvSpPr/>
                <p:nvPr/>
              </p:nvSpPr>
              <p:spPr>
                <a:xfrm>
                  <a:off x="729570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4" name="object 348">
                  <a:extLst>
                    <a:ext uri="{FF2B5EF4-FFF2-40B4-BE49-F238E27FC236}">
                      <a16:creationId xmlns:a16="http://schemas.microsoft.com/office/drawing/2014/main" id="{11D45E11-B4E3-4218-B8D2-FBEA17B4A063}"/>
                    </a:ext>
                  </a:extLst>
                </p:cNvPr>
                <p:cNvSpPr/>
                <p:nvPr/>
              </p:nvSpPr>
              <p:spPr>
                <a:xfrm>
                  <a:off x="729570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5" name="object 349">
                  <a:extLst>
                    <a:ext uri="{FF2B5EF4-FFF2-40B4-BE49-F238E27FC236}">
                      <a16:creationId xmlns:a16="http://schemas.microsoft.com/office/drawing/2014/main" id="{98F0F772-F0AA-43BD-90AE-713E555AA44D}"/>
                    </a:ext>
                  </a:extLst>
                </p:cNvPr>
                <p:cNvSpPr/>
                <p:nvPr/>
              </p:nvSpPr>
              <p:spPr>
                <a:xfrm>
                  <a:off x="740466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6" name="object 350">
                  <a:extLst>
                    <a:ext uri="{FF2B5EF4-FFF2-40B4-BE49-F238E27FC236}">
                      <a16:creationId xmlns:a16="http://schemas.microsoft.com/office/drawing/2014/main" id="{6754D938-4059-40D2-B95C-4AEC0DD489A6}"/>
                    </a:ext>
                  </a:extLst>
                </p:cNvPr>
                <p:cNvSpPr/>
                <p:nvPr/>
              </p:nvSpPr>
              <p:spPr>
                <a:xfrm>
                  <a:off x="740466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7" name="object 351">
                  <a:extLst>
                    <a:ext uri="{FF2B5EF4-FFF2-40B4-BE49-F238E27FC236}">
                      <a16:creationId xmlns:a16="http://schemas.microsoft.com/office/drawing/2014/main" id="{FBC7E399-65F5-4D0A-A365-65F2E555F4C7}"/>
                    </a:ext>
                  </a:extLst>
                </p:cNvPr>
                <p:cNvSpPr/>
                <p:nvPr/>
              </p:nvSpPr>
              <p:spPr>
                <a:xfrm>
                  <a:off x="75128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8" name="object 352">
                  <a:extLst>
                    <a:ext uri="{FF2B5EF4-FFF2-40B4-BE49-F238E27FC236}">
                      <a16:creationId xmlns:a16="http://schemas.microsoft.com/office/drawing/2014/main" id="{686CE15A-D94F-4BA3-9928-606A557CCDED}"/>
                    </a:ext>
                  </a:extLst>
                </p:cNvPr>
                <p:cNvSpPr/>
                <p:nvPr/>
              </p:nvSpPr>
              <p:spPr>
                <a:xfrm>
                  <a:off x="75128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39" name="object 353">
                  <a:extLst>
                    <a:ext uri="{FF2B5EF4-FFF2-40B4-BE49-F238E27FC236}">
                      <a16:creationId xmlns:a16="http://schemas.microsoft.com/office/drawing/2014/main" id="{C502193F-3A90-4737-BBF1-EB7B2199ED04}"/>
                    </a:ext>
                  </a:extLst>
                </p:cNvPr>
                <p:cNvSpPr/>
                <p:nvPr/>
              </p:nvSpPr>
              <p:spPr>
                <a:xfrm>
                  <a:off x="762183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0" name="object 354">
                  <a:extLst>
                    <a:ext uri="{FF2B5EF4-FFF2-40B4-BE49-F238E27FC236}">
                      <a16:creationId xmlns:a16="http://schemas.microsoft.com/office/drawing/2014/main" id="{E0CEEDD2-06F0-4CE9-B23F-7E1D36894A8C}"/>
                    </a:ext>
                  </a:extLst>
                </p:cNvPr>
                <p:cNvSpPr/>
                <p:nvPr/>
              </p:nvSpPr>
              <p:spPr>
                <a:xfrm>
                  <a:off x="7621838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1" name="object 355">
                  <a:extLst>
                    <a:ext uri="{FF2B5EF4-FFF2-40B4-BE49-F238E27FC236}">
                      <a16:creationId xmlns:a16="http://schemas.microsoft.com/office/drawing/2014/main" id="{90AB159C-EF85-48CE-9271-2F4953D9CFCE}"/>
                    </a:ext>
                  </a:extLst>
                </p:cNvPr>
                <p:cNvSpPr/>
                <p:nvPr/>
              </p:nvSpPr>
              <p:spPr>
                <a:xfrm>
                  <a:off x="773004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2" name="object 356">
                  <a:extLst>
                    <a:ext uri="{FF2B5EF4-FFF2-40B4-BE49-F238E27FC236}">
                      <a16:creationId xmlns:a16="http://schemas.microsoft.com/office/drawing/2014/main" id="{BBE8A8B1-77E4-472A-B3A0-D0D676E8E2AE}"/>
                    </a:ext>
                  </a:extLst>
                </p:cNvPr>
                <p:cNvSpPr/>
                <p:nvPr/>
              </p:nvSpPr>
              <p:spPr>
                <a:xfrm>
                  <a:off x="773004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3" name="object 357">
                  <a:extLst>
                    <a:ext uri="{FF2B5EF4-FFF2-40B4-BE49-F238E27FC236}">
                      <a16:creationId xmlns:a16="http://schemas.microsoft.com/office/drawing/2014/main" id="{147E68A2-537C-4DCA-BEBF-A87CD606A0D8}"/>
                    </a:ext>
                  </a:extLst>
                </p:cNvPr>
                <p:cNvSpPr/>
                <p:nvPr/>
              </p:nvSpPr>
              <p:spPr>
                <a:xfrm>
                  <a:off x="783900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4" name="object 358">
                  <a:extLst>
                    <a:ext uri="{FF2B5EF4-FFF2-40B4-BE49-F238E27FC236}">
                      <a16:creationId xmlns:a16="http://schemas.microsoft.com/office/drawing/2014/main" id="{572C1D44-755C-43E0-A75C-3236C1F4FDC6}"/>
                    </a:ext>
                  </a:extLst>
                </p:cNvPr>
                <p:cNvSpPr/>
                <p:nvPr/>
              </p:nvSpPr>
              <p:spPr>
                <a:xfrm>
                  <a:off x="783900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5" name="object 359">
                  <a:extLst>
                    <a:ext uri="{FF2B5EF4-FFF2-40B4-BE49-F238E27FC236}">
                      <a16:creationId xmlns:a16="http://schemas.microsoft.com/office/drawing/2014/main" id="{72A7DF25-268B-449A-9DA7-066E7941AADC}"/>
                    </a:ext>
                  </a:extLst>
                </p:cNvPr>
                <p:cNvSpPr/>
                <p:nvPr/>
              </p:nvSpPr>
              <p:spPr>
                <a:xfrm>
                  <a:off x="79479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6" name="object 360">
                  <a:extLst>
                    <a:ext uri="{FF2B5EF4-FFF2-40B4-BE49-F238E27FC236}">
                      <a16:creationId xmlns:a16="http://schemas.microsoft.com/office/drawing/2014/main" id="{FA2C76DA-4BA8-44B5-BC46-0DBBC3AC817E}"/>
                    </a:ext>
                  </a:extLst>
                </p:cNvPr>
                <p:cNvSpPr/>
                <p:nvPr/>
              </p:nvSpPr>
              <p:spPr>
                <a:xfrm>
                  <a:off x="79479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7" name="object 361">
                  <a:extLst>
                    <a:ext uri="{FF2B5EF4-FFF2-40B4-BE49-F238E27FC236}">
                      <a16:creationId xmlns:a16="http://schemas.microsoft.com/office/drawing/2014/main" id="{1BA1C7D7-26A2-42DF-8B99-67F4E5DA1477}"/>
                    </a:ext>
                  </a:extLst>
                </p:cNvPr>
                <p:cNvSpPr/>
                <p:nvPr/>
              </p:nvSpPr>
              <p:spPr>
                <a:xfrm>
                  <a:off x="80561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8" name="object 362">
                  <a:extLst>
                    <a:ext uri="{FF2B5EF4-FFF2-40B4-BE49-F238E27FC236}">
                      <a16:creationId xmlns:a16="http://schemas.microsoft.com/office/drawing/2014/main" id="{7F38BCB5-9E67-4ACE-9897-62080A3B2BE7}"/>
                    </a:ext>
                  </a:extLst>
                </p:cNvPr>
                <p:cNvSpPr/>
                <p:nvPr/>
              </p:nvSpPr>
              <p:spPr>
                <a:xfrm>
                  <a:off x="80561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49" name="object 363">
                  <a:extLst>
                    <a:ext uri="{FF2B5EF4-FFF2-40B4-BE49-F238E27FC236}">
                      <a16:creationId xmlns:a16="http://schemas.microsoft.com/office/drawing/2014/main" id="{93E67F96-C666-49C4-8D3A-25B77118A4AC}"/>
                    </a:ext>
                  </a:extLst>
                </p:cNvPr>
                <p:cNvSpPr/>
                <p:nvPr/>
              </p:nvSpPr>
              <p:spPr>
                <a:xfrm>
                  <a:off x="816514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0" name="object 364">
                  <a:extLst>
                    <a:ext uri="{FF2B5EF4-FFF2-40B4-BE49-F238E27FC236}">
                      <a16:creationId xmlns:a16="http://schemas.microsoft.com/office/drawing/2014/main" id="{32DB495A-9B1C-40E6-BB96-01CF67ED244C}"/>
                    </a:ext>
                  </a:extLst>
                </p:cNvPr>
                <p:cNvSpPr/>
                <p:nvPr/>
              </p:nvSpPr>
              <p:spPr>
                <a:xfrm>
                  <a:off x="816514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1" name="object 365">
                  <a:extLst>
                    <a:ext uri="{FF2B5EF4-FFF2-40B4-BE49-F238E27FC236}">
                      <a16:creationId xmlns:a16="http://schemas.microsoft.com/office/drawing/2014/main" id="{C19DEC14-2C8A-4B68-9E26-58837C3D7D1E}"/>
                    </a:ext>
                  </a:extLst>
                </p:cNvPr>
                <p:cNvSpPr/>
                <p:nvPr/>
              </p:nvSpPr>
              <p:spPr>
                <a:xfrm>
                  <a:off x="82733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2" name="object 366">
                  <a:extLst>
                    <a:ext uri="{FF2B5EF4-FFF2-40B4-BE49-F238E27FC236}">
                      <a16:creationId xmlns:a16="http://schemas.microsoft.com/office/drawing/2014/main" id="{B8EC98E5-9B6A-46A8-AEE8-1D4069AC5D6A}"/>
                    </a:ext>
                  </a:extLst>
                </p:cNvPr>
                <p:cNvSpPr/>
                <p:nvPr/>
              </p:nvSpPr>
              <p:spPr>
                <a:xfrm>
                  <a:off x="82733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3" name="object 367">
                  <a:extLst>
                    <a:ext uri="{FF2B5EF4-FFF2-40B4-BE49-F238E27FC236}">
                      <a16:creationId xmlns:a16="http://schemas.microsoft.com/office/drawing/2014/main" id="{BB2EB3DA-E773-4F53-9CBF-5B84ACC9D11C}"/>
                    </a:ext>
                  </a:extLst>
                </p:cNvPr>
                <p:cNvSpPr/>
                <p:nvPr/>
              </p:nvSpPr>
              <p:spPr>
                <a:xfrm>
                  <a:off x="83823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4" name="object 368">
                  <a:extLst>
                    <a:ext uri="{FF2B5EF4-FFF2-40B4-BE49-F238E27FC236}">
                      <a16:creationId xmlns:a16="http://schemas.microsoft.com/office/drawing/2014/main" id="{B275A561-36EB-4719-B011-8691D0681791}"/>
                    </a:ext>
                  </a:extLst>
                </p:cNvPr>
                <p:cNvSpPr/>
                <p:nvPr/>
              </p:nvSpPr>
              <p:spPr>
                <a:xfrm>
                  <a:off x="83823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5" name="object 369">
                  <a:extLst>
                    <a:ext uri="{FF2B5EF4-FFF2-40B4-BE49-F238E27FC236}">
                      <a16:creationId xmlns:a16="http://schemas.microsoft.com/office/drawing/2014/main" id="{25EB5DD6-79D7-4C0B-91A5-7464AAE5B7BD}"/>
                    </a:ext>
                  </a:extLst>
                </p:cNvPr>
                <p:cNvSpPr/>
                <p:nvPr/>
              </p:nvSpPr>
              <p:spPr>
                <a:xfrm>
                  <a:off x="8491280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6" name="object 370">
                  <a:extLst>
                    <a:ext uri="{FF2B5EF4-FFF2-40B4-BE49-F238E27FC236}">
                      <a16:creationId xmlns:a16="http://schemas.microsoft.com/office/drawing/2014/main" id="{7795B97F-E650-48D1-A272-81BBE3F45A53}"/>
                    </a:ext>
                  </a:extLst>
                </p:cNvPr>
                <p:cNvSpPr/>
                <p:nvPr/>
              </p:nvSpPr>
              <p:spPr>
                <a:xfrm>
                  <a:off x="8491280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7" name="object 371">
                  <a:extLst>
                    <a:ext uri="{FF2B5EF4-FFF2-40B4-BE49-F238E27FC236}">
                      <a16:creationId xmlns:a16="http://schemas.microsoft.com/office/drawing/2014/main" id="{59CB6B56-E43D-4F6F-9A14-364374E7F49A}"/>
                    </a:ext>
                  </a:extLst>
                </p:cNvPr>
                <p:cNvSpPr/>
                <p:nvPr/>
              </p:nvSpPr>
              <p:spPr>
                <a:xfrm>
                  <a:off x="85994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8" name="object 372">
                  <a:extLst>
                    <a:ext uri="{FF2B5EF4-FFF2-40B4-BE49-F238E27FC236}">
                      <a16:creationId xmlns:a16="http://schemas.microsoft.com/office/drawing/2014/main" id="{7CDB2FB3-404A-4EBE-B274-01E66036558A}"/>
                    </a:ext>
                  </a:extLst>
                </p:cNvPr>
                <p:cNvSpPr/>
                <p:nvPr/>
              </p:nvSpPr>
              <p:spPr>
                <a:xfrm>
                  <a:off x="8599472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59" name="object 373">
                  <a:extLst>
                    <a:ext uri="{FF2B5EF4-FFF2-40B4-BE49-F238E27FC236}">
                      <a16:creationId xmlns:a16="http://schemas.microsoft.com/office/drawing/2014/main" id="{57074627-427B-4C53-817A-6EB264899F52}"/>
                    </a:ext>
                  </a:extLst>
                </p:cNvPr>
                <p:cNvSpPr/>
                <p:nvPr/>
              </p:nvSpPr>
              <p:spPr>
                <a:xfrm>
                  <a:off x="8708437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0" name="object 374">
                  <a:extLst>
                    <a:ext uri="{FF2B5EF4-FFF2-40B4-BE49-F238E27FC236}">
                      <a16:creationId xmlns:a16="http://schemas.microsoft.com/office/drawing/2014/main" id="{18027693-E8CB-4275-8861-9B3FDA4795F3}"/>
                    </a:ext>
                  </a:extLst>
                </p:cNvPr>
                <p:cNvSpPr/>
                <p:nvPr/>
              </p:nvSpPr>
              <p:spPr>
                <a:xfrm>
                  <a:off x="8708437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1" name="object 375">
                  <a:extLst>
                    <a:ext uri="{FF2B5EF4-FFF2-40B4-BE49-F238E27FC236}">
                      <a16:creationId xmlns:a16="http://schemas.microsoft.com/office/drawing/2014/main" id="{EE562D99-2DD6-40D1-88DB-09FD13B10223}"/>
                    </a:ext>
                  </a:extLst>
                </p:cNvPr>
                <p:cNvSpPr/>
                <p:nvPr/>
              </p:nvSpPr>
              <p:spPr>
                <a:xfrm>
                  <a:off x="881665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2" name="object 376">
                  <a:extLst>
                    <a:ext uri="{FF2B5EF4-FFF2-40B4-BE49-F238E27FC236}">
                      <a16:creationId xmlns:a16="http://schemas.microsoft.com/office/drawing/2014/main" id="{BF220C73-FCA1-4324-8CD7-44AE23C511FE}"/>
                    </a:ext>
                  </a:extLst>
                </p:cNvPr>
                <p:cNvSpPr/>
                <p:nvPr/>
              </p:nvSpPr>
              <p:spPr>
                <a:xfrm>
                  <a:off x="881665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3" name="object 377">
                  <a:extLst>
                    <a:ext uri="{FF2B5EF4-FFF2-40B4-BE49-F238E27FC236}">
                      <a16:creationId xmlns:a16="http://schemas.microsoft.com/office/drawing/2014/main" id="{2FB94672-E0CF-4157-9A3C-02D8E90153D9}"/>
                    </a:ext>
                  </a:extLst>
                </p:cNvPr>
                <p:cNvSpPr/>
                <p:nvPr/>
              </p:nvSpPr>
              <p:spPr>
                <a:xfrm>
                  <a:off x="8925620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4" name="object 378">
                  <a:extLst>
                    <a:ext uri="{FF2B5EF4-FFF2-40B4-BE49-F238E27FC236}">
                      <a16:creationId xmlns:a16="http://schemas.microsoft.com/office/drawing/2014/main" id="{9278877F-5144-4DAE-B31E-BF676AE24AEA}"/>
                    </a:ext>
                  </a:extLst>
                </p:cNvPr>
                <p:cNvSpPr/>
                <p:nvPr/>
              </p:nvSpPr>
              <p:spPr>
                <a:xfrm>
                  <a:off x="8925620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5" name="object 379">
                  <a:extLst>
                    <a:ext uri="{FF2B5EF4-FFF2-40B4-BE49-F238E27FC236}">
                      <a16:creationId xmlns:a16="http://schemas.microsoft.com/office/drawing/2014/main" id="{E02873BF-1D3F-42E6-B57F-DD317B47E4DC}"/>
                    </a:ext>
                  </a:extLst>
                </p:cNvPr>
                <p:cNvSpPr/>
                <p:nvPr/>
              </p:nvSpPr>
              <p:spPr>
                <a:xfrm>
                  <a:off x="90345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6" name="object 380">
                  <a:extLst>
                    <a:ext uri="{FF2B5EF4-FFF2-40B4-BE49-F238E27FC236}">
                      <a16:creationId xmlns:a16="http://schemas.microsoft.com/office/drawing/2014/main" id="{3E255B38-D4E5-4AB2-9E35-53377D227D97}"/>
                    </a:ext>
                  </a:extLst>
                </p:cNvPr>
                <p:cNvSpPr/>
                <p:nvPr/>
              </p:nvSpPr>
              <p:spPr>
                <a:xfrm>
                  <a:off x="9034574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7" name="object 381">
                  <a:extLst>
                    <a:ext uri="{FF2B5EF4-FFF2-40B4-BE49-F238E27FC236}">
                      <a16:creationId xmlns:a16="http://schemas.microsoft.com/office/drawing/2014/main" id="{FC269D16-29B8-452D-B161-35767952F16B}"/>
                    </a:ext>
                  </a:extLst>
                </p:cNvPr>
                <p:cNvSpPr/>
                <p:nvPr/>
              </p:nvSpPr>
              <p:spPr>
                <a:xfrm>
                  <a:off x="91427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8" name="object 382">
                  <a:extLst>
                    <a:ext uri="{FF2B5EF4-FFF2-40B4-BE49-F238E27FC236}">
                      <a16:creationId xmlns:a16="http://schemas.microsoft.com/office/drawing/2014/main" id="{180A581D-2D02-418C-BD04-D04836423CAD}"/>
                    </a:ext>
                  </a:extLst>
                </p:cNvPr>
                <p:cNvSpPr/>
                <p:nvPr/>
              </p:nvSpPr>
              <p:spPr>
                <a:xfrm>
                  <a:off x="914277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69" name="object 383">
                  <a:extLst>
                    <a:ext uri="{FF2B5EF4-FFF2-40B4-BE49-F238E27FC236}">
                      <a16:creationId xmlns:a16="http://schemas.microsoft.com/office/drawing/2014/main" id="{18FAB3CA-3F58-4163-B149-9E70CD44107D}"/>
                    </a:ext>
                  </a:extLst>
                </p:cNvPr>
                <p:cNvSpPr/>
                <p:nvPr/>
              </p:nvSpPr>
              <p:spPr>
                <a:xfrm>
                  <a:off x="9251756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0" name="object 384">
                  <a:extLst>
                    <a:ext uri="{FF2B5EF4-FFF2-40B4-BE49-F238E27FC236}">
                      <a16:creationId xmlns:a16="http://schemas.microsoft.com/office/drawing/2014/main" id="{2C56767B-847D-4A47-9DA2-EFDC3AAFA520}"/>
                    </a:ext>
                  </a:extLst>
                </p:cNvPr>
                <p:cNvSpPr/>
                <p:nvPr/>
              </p:nvSpPr>
              <p:spPr>
                <a:xfrm>
                  <a:off x="9251756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1" name="object 385">
                  <a:extLst>
                    <a:ext uri="{FF2B5EF4-FFF2-40B4-BE49-F238E27FC236}">
                      <a16:creationId xmlns:a16="http://schemas.microsoft.com/office/drawing/2014/main" id="{05CA3227-8FFF-4EF4-B73B-C154DD756A28}"/>
                    </a:ext>
                  </a:extLst>
                </p:cNvPr>
                <p:cNvSpPr/>
                <p:nvPr/>
              </p:nvSpPr>
              <p:spPr>
                <a:xfrm>
                  <a:off x="93599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2" name="object 386">
                  <a:extLst>
                    <a:ext uri="{FF2B5EF4-FFF2-40B4-BE49-F238E27FC236}">
                      <a16:creationId xmlns:a16="http://schemas.microsoft.com/office/drawing/2014/main" id="{CD24F628-6FDA-428E-B4C9-F5B3F3C56F7A}"/>
                    </a:ext>
                  </a:extLst>
                </p:cNvPr>
                <p:cNvSpPr/>
                <p:nvPr/>
              </p:nvSpPr>
              <p:spPr>
                <a:xfrm>
                  <a:off x="9359948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3" name="object 387">
                  <a:extLst>
                    <a:ext uri="{FF2B5EF4-FFF2-40B4-BE49-F238E27FC236}">
                      <a16:creationId xmlns:a16="http://schemas.microsoft.com/office/drawing/2014/main" id="{454712CE-9491-4E3C-9B1D-DA3617AB22ED}"/>
                    </a:ext>
                  </a:extLst>
                </p:cNvPr>
                <p:cNvSpPr/>
                <p:nvPr/>
              </p:nvSpPr>
              <p:spPr>
                <a:xfrm>
                  <a:off x="94689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4" name="object 388">
                  <a:extLst>
                    <a:ext uri="{FF2B5EF4-FFF2-40B4-BE49-F238E27FC236}">
                      <a16:creationId xmlns:a16="http://schemas.microsoft.com/office/drawing/2014/main" id="{0878A49F-9B61-41B1-ADBB-A70D43ACDFC2}"/>
                    </a:ext>
                  </a:extLst>
                </p:cNvPr>
                <p:cNvSpPr/>
                <p:nvPr/>
              </p:nvSpPr>
              <p:spPr>
                <a:xfrm>
                  <a:off x="9468914" y="488465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5" name="object 389">
                  <a:extLst>
                    <a:ext uri="{FF2B5EF4-FFF2-40B4-BE49-F238E27FC236}">
                      <a16:creationId xmlns:a16="http://schemas.microsoft.com/office/drawing/2014/main" id="{C437A19E-1C2A-41A0-9FA9-550F827D8992}"/>
                    </a:ext>
                  </a:extLst>
                </p:cNvPr>
                <p:cNvSpPr/>
                <p:nvPr/>
              </p:nvSpPr>
              <p:spPr>
                <a:xfrm>
                  <a:off x="957789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6" name="object 390">
                  <a:extLst>
                    <a:ext uri="{FF2B5EF4-FFF2-40B4-BE49-F238E27FC236}">
                      <a16:creationId xmlns:a16="http://schemas.microsoft.com/office/drawing/2014/main" id="{BCB3A059-C67F-4953-99BF-3BAAD8196FCE}"/>
                    </a:ext>
                  </a:extLst>
                </p:cNvPr>
                <p:cNvSpPr/>
                <p:nvPr/>
              </p:nvSpPr>
              <p:spPr>
                <a:xfrm>
                  <a:off x="9577892" y="488465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7" name="object 391">
                  <a:extLst>
                    <a:ext uri="{FF2B5EF4-FFF2-40B4-BE49-F238E27FC236}">
                      <a16:creationId xmlns:a16="http://schemas.microsoft.com/office/drawing/2014/main" id="{CFAB9394-B687-48E8-9BFE-911DD26402C0}"/>
                    </a:ext>
                  </a:extLst>
                </p:cNvPr>
                <p:cNvSpPr/>
                <p:nvPr/>
              </p:nvSpPr>
              <p:spPr>
                <a:xfrm>
                  <a:off x="696956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8" name="object 392">
                  <a:extLst>
                    <a:ext uri="{FF2B5EF4-FFF2-40B4-BE49-F238E27FC236}">
                      <a16:creationId xmlns:a16="http://schemas.microsoft.com/office/drawing/2014/main" id="{D8A7538A-F1FF-4FD2-A5DB-85799D46A921}"/>
                    </a:ext>
                  </a:extLst>
                </p:cNvPr>
                <p:cNvSpPr/>
                <p:nvPr/>
              </p:nvSpPr>
              <p:spPr>
                <a:xfrm>
                  <a:off x="696956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9" name="object 393">
                  <a:extLst>
                    <a:ext uri="{FF2B5EF4-FFF2-40B4-BE49-F238E27FC236}">
                      <a16:creationId xmlns:a16="http://schemas.microsoft.com/office/drawing/2014/main" id="{BCFFB6E1-F5AE-4357-B928-FB75CB2638D6}"/>
                    </a:ext>
                  </a:extLst>
                </p:cNvPr>
                <p:cNvSpPr/>
                <p:nvPr/>
              </p:nvSpPr>
              <p:spPr>
                <a:xfrm>
                  <a:off x="707853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0" name="object 394">
                  <a:extLst>
                    <a:ext uri="{FF2B5EF4-FFF2-40B4-BE49-F238E27FC236}">
                      <a16:creationId xmlns:a16="http://schemas.microsoft.com/office/drawing/2014/main" id="{3985C280-E2A0-4F11-816B-B8A1D04A4C93}"/>
                    </a:ext>
                  </a:extLst>
                </p:cNvPr>
                <p:cNvSpPr/>
                <p:nvPr/>
              </p:nvSpPr>
              <p:spPr>
                <a:xfrm>
                  <a:off x="707853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1" name="object 395">
                  <a:extLst>
                    <a:ext uri="{FF2B5EF4-FFF2-40B4-BE49-F238E27FC236}">
                      <a16:creationId xmlns:a16="http://schemas.microsoft.com/office/drawing/2014/main" id="{EEEDA9AC-50F8-4079-9026-4316DBAC9C5E}"/>
                    </a:ext>
                  </a:extLst>
                </p:cNvPr>
                <p:cNvSpPr/>
                <p:nvPr/>
              </p:nvSpPr>
              <p:spPr>
                <a:xfrm>
                  <a:off x="718673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2" name="object 396">
                  <a:extLst>
                    <a:ext uri="{FF2B5EF4-FFF2-40B4-BE49-F238E27FC236}">
                      <a16:creationId xmlns:a16="http://schemas.microsoft.com/office/drawing/2014/main" id="{01DB6E67-A2E1-407E-9879-77FE6A8322AD}"/>
                    </a:ext>
                  </a:extLst>
                </p:cNvPr>
                <p:cNvSpPr/>
                <p:nvPr/>
              </p:nvSpPr>
              <p:spPr>
                <a:xfrm>
                  <a:off x="7186736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3" name="object 397">
                  <a:extLst>
                    <a:ext uri="{FF2B5EF4-FFF2-40B4-BE49-F238E27FC236}">
                      <a16:creationId xmlns:a16="http://schemas.microsoft.com/office/drawing/2014/main" id="{67645D5B-1491-4D92-80A1-8525745C56DB}"/>
                    </a:ext>
                  </a:extLst>
                </p:cNvPr>
                <p:cNvSpPr/>
                <p:nvPr/>
              </p:nvSpPr>
              <p:spPr>
                <a:xfrm>
                  <a:off x="7295702" y="49936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16764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4" name="object 398">
                  <a:extLst>
                    <a:ext uri="{FF2B5EF4-FFF2-40B4-BE49-F238E27FC236}">
                      <a16:creationId xmlns:a16="http://schemas.microsoft.com/office/drawing/2014/main" id="{E0D39BAB-F9C4-4F96-965D-A2C672996F55}"/>
                    </a:ext>
                  </a:extLst>
                </p:cNvPr>
                <p:cNvSpPr/>
                <p:nvPr/>
              </p:nvSpPr>
              <p:spPr>
                <a:xfrm>
                  <a:off x="729570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5" name="object 399">
                  <a:extLst>
                    <a:ext uri="{FF2B5EF4-FFF2-40B4-BE49-F238E27FC236}">
                      <a16:creationId xmlns:a16="http://schemas.microsoft.com/office/drawing/2014/main" id="{7A37F6D0-1481-4D66-A4D2-8DB3FBE0B63C}"/>
                    </a:ext>
                  </a:extLst>
                </p:cNvPr>
                <p:cNvSpPr/>
                <p:nvPr/>
              </p:nvSpPr>
              <p:spPr>
                <a:xfrm>
                  <a:off x="7404668" y="4993619"/>
                  <a:ext cx="108585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7145">
                      <a:moveTo>
                        <a:pt x="0" y="16763"/>
                      </a:moveTo>
                      <a:lnTo>
                        <a:pt x="108203" y="16763"/>
                      </a:ln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6" name="object 400">
                  <a:extLst>
                    <a:ext uri="{FF2B5EF4-FFF2-40B4-BE49-F238E27FC236}">
                      <a16:creationId xmlns:a16="http://schemas.microsoft.com/office/drawing/2014/main" id="{69C25A75-5630-49D9-A161-3BFDA19BBCE3}"/>
                    </a:ext>
                  </a:extLst>
                </p:cNvPr>
                <p:cNvSpPr/>
                <p:nvPr/>
              </p:nvSpPr>
              <p:spPr>
                <a:xfrm>
                  <a:off x="7404668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7" name="object 401">
                  <a:extLst>
                    <a:ext uri="{FF2B5EF4-FFF2-40B4-BE49-F238E27FC236}">
                      <a16:creationId xmlns:a16="http://schemas.microsoft.com/office/drawing/2014/main" id="{7A68420B-F236-4C9B-9D5A-4F06976A9CDB}"/>
                    </a:ext>
                  </a:extLst>
                </p:cNvPr>
                <p:cNvSpPr/>
                <p:nvPr/>
              </p:nvSpPr>
              <p:spPr>
                <a:xfrm>
                  <a:off x="7512872" y="4993619"/>
                  <a:ext cx="109220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7145">
                      <a:moveTo>
                        <a:pt x="0" y="16763"/>
                      </a:moveTo>
                      <a:lnTo>
                        <a:pt x="108965" y="16763"/>
                      </a:ln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8" name="object 402">
                  <a:extLst>
                    <a:ext uri="{FF2B5EF4-FFF2-40B4-BE49-F238E27FC236}">
                      <a16:creationId xmlns:a16="http://schemas.microsoft.com/office/drawing/2014/main" id="{D8F51D04-36FB-46C3-A214-1EAC056674AC}"/>
                    </a:ext>
                  </a:extLst>
                </p:cNvPr>
                <p:cNvSpPr/>
                <p:nvPr/>
              </p:nvSpPr>
              <p:spPr>
                <a:xfrm>
                  <a:off x="751287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89" name="object 403">
                  <a:extLst>
                    <a:ext uri="{FF2B5EF4-FFF2-40B4-BE49-F238E27FC236}">
                      <a16:creationId xmlns:a16="http://schemas.microsoft.com/office/drawing/2014/main" id="{2BBAC2B3-0D79-4269-AD8C-624913DCA38A}"/>
                    </a:ext>
                  </a:extLst>
                </p:cNvPr>
                <p:cNvSpPr/>
                <p:nvPr/>
              </p:nvSpPr>
              <p:spPr>
                <a:xfrm>
                  <a:off x="7621839" y="49936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191" y="0"/>
                      </a:move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0" y="108966"/>
                      </a:lnTo>
                      <a:lnTo>
                        <a:pt x="108191" y="108966"/>
                      </a:lnTo>
                      <a:lnTo>
                        <a:pt x="108191" y="16764"/>
                      </a:lnTo>
                      <a:lnTo>
                        <a:pt x="108191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0" name="object 404">
                  <a:extLst>
                    <a:ext uri="{FF2B5EF4-FFF2-40B4-BE49-F238E27FC236}">
                      <a16:creationId xmlns:a16="http://schemas.microsoft.com/office/drawing/2014/main" id="{A9528BA9-99BB-4947-AC0E-ACFA756AACBF}"/>
                    </a:ext>
                  </a:extLst>
                </p:cNvPr>
                <p:cNvSpPr/>
                <p:nvPr/>
              </p:nvSpPr>
              <p:spPr>
                <a:xfrm>
                  <a:off x="7621838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1" name="object 405">
                  <a:extLst>
                    <a:ext uri="{FF2B5EF4-FFF2-40B4-BE49-F238E27FC236}">
                      <a16:creationId xmlns:a16="http://schemas.microsoft.com/office/drawing/2014/main" id="{283959D9-0396-4111-8CA5-45E5F7EADDB1}"/>
                    </a:ext>
                  </a:extLst>
                </p:cNvPr>
                <p:cNvSpPr/>
                <p:nvPr/>
              </p:nvSpPr>
              <p:spPr>
                <a:xfrm>
                  <a:off x="773004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2" name="object 406">
                  <a:extLst>
                    <a:ext uri="{FF2B5EF4-FFF2-40B4-BE49-F238E27FC236}">
                      <a16:creationId xmlns:a16="http://schemas.microsoft.com/office/drawing/2014/main" id="{DA2D2B62-31D3-4452-9635-41C1F2CE5908}"/>
                    </a:ext>
                  </a:extLst>
                </p:cNvPr>
                <p:cNvSpPr/>
                <p:nvPr/>
              </p:nvSpPr>
              <p:spPr>
                <a:xfrm>
                  <a:off x="773004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3" name="object 407">
                  <a:extLst>
                    <a:ext uri="{FF2B5EF4-FFF2-40B4-BE49-F238E27FC236}">
                      <a16:creationId xmlns:a16="http://schemas.microsoft.com/office/drawing/2014/main" id="{94378843-06A7-4604-9547-05123D22C078}"/>
                    </a:ext>
                  </a:extLst>
                </p:cNvPr>
                <p:cNvSpPr/>
                <p:nvPr/>
              </p:nvSpPr>
              <p:spPr>
                <a:xfrm>
                  <a:off x="783900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4" name="object 408">
                  <a:extLst>
                    <a:ext uri="{FF2B5EF4-FFF2-40B4-BE49-F238E27FC236}">
                      <a16:creationId xmlns:a16="http://schemas.microsoft.com/office/drawing/2014/main" id="{2F340E97-5098-4500-B647-D81D8676EF8A}"/>
                    </a:ext>
                  </a:extLst>
                </p:cNvPr>
                <p:cNvSpPr/>
                <p:nvPr/>
              </p:nvSpPr>
              <p:spPr>
                <a:xfrm>
                  <a:off x="783900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5" name="object 409">
                  <a:extLst>
                    <a:ext uri="{FF2B5EF4-FFF2-40B4-BE49-F238E27FC236}">
                      <a16:creationId xmlns:a16="http://schemas.microsoft.com/office/drawing/2014/main" id="{68E1744B-F1A2-4EF1-BFA6-96F344D49E34}"/>
                    </a:ext>
                  </a:extLst>
                </p:cNvPr>
                <p:cNvSpPr/>
                <p:nvPr/>
              </p:nvSpPr>
              <p:spPr>
                <a:xfrm>
                  <a:off x="79479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6" name="object 410">
                  <a:extLst>
                    <a:ext uri="{FF2B5EF4-FFF2-40B4-BE49-F238E27FC236}">
                      <a16:creationId xmlns:a16="http://schemas.microsoft.com/office/drawing/2014/main" id="{95E73A0D-677D-405A-8C1F-E5320EEF0E08}"/>
                    </a:ext>
                  </a:extLst>
                </p:cNvPr>
                <p:cNvSpPr/>
                <p:nvPr/>
              </p:nvSpPr>
              <p:spPr>
                <a:xfrm>
                  <a:off x="79479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7" name="object 411">
                  <a:extLst>
                    <a:ext uri="{FF2B5EF4-FFF2-40B4-BE49-F238E27FC236}">
                      <a16:creationId xmlns:a16="http://schemas.microsoft.com/office/drawing/2014/main" id="{0617EA4B-6751-4FEB-A6F0-352985DE3692}"/>
                    </a:ext>
                  </a:extLst>
                </p:cNvPr>
                <p:cNvSpPr/>
                <p:nvPr/>
              </p:nvSpPr>
              <p:spPr>
                <a:xfrm>
                  <a:off x="80561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8" name="object 412">
                  <a:extLst>
                    <a:ext uri="{FF2B5EF4-FFF2-40B4-BE49-F238E27FC236}">
                      <a16:creationId xmlns:a16="http://schemas.microsoft.com/office/drawing/2014/main" id="{394BB8DD-24BC-4691-9460-A658C11DE191}"/>
                    </a:ext>
                  </a:extLst>
                </p:cNvPr>
                <p:cNvSpPr/>
                <p:nvPr/>
              </p:nvSpPr>
              <p:spPr>
                <a:xfrm>
                  <a:off x="80561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99" name="object 413">
                  <a:extLst>
                    <a:ext uri="{FF2B5EF4-FFF2-40B4-BE49-F238E27FC236}">
                      <a16:creationId xmlns:a16="http://schemas.microsoft.com/office/drawing/2014/main" id="{C6F7CEFB-04D7-48B7-8CCE-9A60CEAD0730}"/>
                    </a:ext>
                  </a:extLst>
                </p:cNvPr>
                <p:cNvSpPr/>
                <p:nvPr/>
              </p:nvSpPr>
              <p:spPr>
                <a:xfrm>
                  <a:off x="816514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0" name="object 414">
                  <a:extLst>
                    <a:ext uri="{FF2B5EF4-FFF2-40B4-BE49-F238E27FC236}">
                      <a16:creationId xmlns:a16="http://schemas.microsoft.com/office/drawing/2014/main" id="{4B3AF7DC-A463-4A25-B652-9FFD081E25C8}"/>
                    </a:ext>
                  </a:extLst>
                </p:cNvPr>
                <p:cNvSpPr/>
                <p:nvPr/>
              </p:nvSpPr>
              <p:spPr>
                <a:xfrm>
                  <a:off x="816514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1" name="object 415">
                  <a:extLst>
                    <a:ext uri="{FF2B5EF4-FFF2-40B4-BE49-F238E27FC236}">
                      <a16:creationId xmlns:a16="http://schemas.microsoft.com/office/drawing/2014/main" id="{3C6969DA-62FC-40C0-9126-7EC5515ABFD9}"/>
                    </a:ext>
                  </a:extLst>
                </p:cNvPr>
                <p:cNvSpPr/>
                <p:nvPr/>
              </p:nvSpPr>
              <p:spPr>
                <a:xfrm>
                  <a:off x="82733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2" name="object 416">
                  <a:extLst>
                    <a:ext uri="{FF2B5EF4-FFF2-40B4-BE49-F238E27FC236}">
                      <a16:creationId xmlns:a16="http://schemas.microsoft.com/office/drawing/2014/main" id="{DBC6C5C7-E4DC-40AE-8286-BCFFF5823881}"/>
                    </a:ext>
                  </a:extLst>
                </p:cNvPr>
                <p:cNvSpPr/>
                <p:nvPr/>
              </p:nvSpPr>
              <p:spPr>
                <a:xfrm>
                  <a:off x="82733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3" name="object 417">
                  <a:extLst>
                    <a:ext uri="{FF2B5EF4-FFF2-40B4-BE49-F238E27FC236}">
                      <a16:creationId xmlns:a16="http://schemas.microsoft.com/office/drawing/2014/main" id="{C34DE6CD-7DE3-4DBE-BFFC-5E83B11D13B0}"/>
                    </a:ext>
                  </a:extLst>
                </p:cNvPr>
                <p:cNvSpPr/>
                <p:nvPr/>
              </p:nvSpPr>
              <p:spPr>
                <a:xfrm>
                  <a:off x="83823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4" name="object 418">
                  <a:extLst>
                    <a:ext uri="{FF2B5EF4-FFF2-40B4-BE49-F238E27FC236}">
                      <a16:creationId xmlns:a16="http://schemas.microsoft.com/office/drawing/2014/main" id="{6E394699-21FC-46CD-B19D-8FB260B34CBE}"/>
                    </a:ext>
                  </a:extLst>
                </p:cNvPr>
                <p:cNvSpPr/>
                <p:nvPr/>
              </p:nvSpPr>
              <p:spPr>
                <a:xfrm>
                  <a:off x="83823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5" name="object 419">
                  <a:extLst>
                    <a:ext uri="{FF2B5EF4-FFF2-40B4-BE49-F238E27FC236}">
                      <a16:creationId xmlns:a16="http://schemas.microsoft.com/office/drawing/2014/main" id="{0CB969F8-D5C7-425E-BFE2-678F85CB4B82}"/>
                    </a:ext>
                  </a:extLst>
                </p:cNvPr>
                <p:cNvSpPr/>
                <p:nvPr/>
              </p:nvSpPr>
              <p:spPr>
                <a:xfrm>
                  <a:off x="8491280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6" name="object 420">
                  <a:extLst>
                    <a:ext uri="{FF2B5EF4-FFF2-40B4-BE49-F238E27FC236}">
                      <a16:creationId xmlns:a16="http://schemas.microsoft.com/office/drawing/2014/main" id="{A234A4E5-2320-429B-AED0-36CC7C40A6CB}"/>
                    </a:ext>
                  </a:extLst>
                </p:cNvPr>
                <p:cNvSpPr/>
                <p:nvPr/>
              </p:nvSpPr>
              <p:spPr>
                <a:xfrm>
                  <a:off x="8491280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7" name="object 421">
                  <a:extLst>
                    <a:ext uri="{FF2B5EF4-FFF2-40B4-BE49-F238E27FC236}">
                      <a16:creationId xmlns:a16="http://schemas.microsoft.com/office/drawing/2014/main" id="{527BA473-DE8F-4A49-83BF-66D09E1F5586}"/>
                    </a:ext>
                  </a:extLst>
                </p:cNvPr>
                <p:cNvSpPr/>
                <p:nvPr/>
              </p:nvSpPr>
              <p:spPr>
                <a:xfrm>
                  <a:off x="859947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8" name="object 422">
                  <a:extLst>
                    <a:ext uri="{FF2B5EF4-FFF2-40B4-BE49-F238E27FC236}">
                      <a16:creationId xmlns:a16="http://schemas.microsoft.com/office/drawing/2014/main" id="{F0AD26C5-4734-481B-9845-0AEBDFD8FC80}"/>
                    </a:ext>
                  </a:extLst>
                </p:cNvPr>
                <p:cNvSpPr/>
                <p:nvPr/>
              </p:nvSpPr>
              <p:spPr>
                <a:xfrm>
                  <a:off x="8599472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09" name="object 423">
                  <a:extLst>
                    <a:ext uri="{FF2B5EF4-FFF2-40B4-BE49-F238E27FC236}">
                      <a16:creationId xmlns:a16="http://schemas.microsoft.com/office/drawing/2014/main" id="{A6B63EB7-0BA4-49B4-9E63-06CB8081B33D}"/>
                    </a:ext>
                  </a:extLst>
                </p:cNvPr>
                <p:cNvSpPr/>
                <p:nvPr/>
              </p:nvSpPr>
              <p:spPr>
                <a:xfrm>
                  <a:off x="8708437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0" name="object 424">
                  <a:extLst>
                    <a:ext uri="{FF2B5EF4-FFF2-40B4-BE49-F238E27FC236}">
                      <a16:creationId xmlns:a16="http://schemas.microsoft.com/office/drawing/2014/main" id="{BB187BFA-3AB7-4BA9-813D-0DF8E9564D1B}"/>
                    </a:ext>
                  </a:extLst>
                </p:cNvPr>
                <p:cNvSpPr/>
                <p:nvPr/>
              </p:nvSpPr>
              <p:spPr>
                <a:xfrm>
                  <a:off x="8708437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1" name="object 425">
                  <a:extLst>
                    <a:ext uri="{FF2B5EF4-FFF2-40B4-BE49-F238E27FC236}">
                      <a16:creationId xmlns:a16="http://schemas.microsoft.com/office/drawing/2014/main" id="{B051E68E-894E-431C-AA9B-F8BDC3795ECB}"/>
                    </a:ext>
                  </a:extLst>
                </p:cNvPr>
                <p:cNvSpPr/>
                <p:nvPr/>
              </p:nvSpPr>
              <p:spPr>
                <a:xfrm>
                  <a:off x="881665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2" name="object 426">
                  <a:extLst>
                    <a:ext uri="{FF2B5EF4-FFF2-40B4-BE49-F238E27FC236}">
                      <a16:creationId xmlns:a16="http://schemas.microsoft.com/office/drawing/2014/main" id="{4C5A69B3-E6E5-4074-883E-1B177F8F58D7}"/>
                    </a:ext>
                  </a:extLst>
                </p:cNvPr>
                <p:cNvSpPr/>
                <p:nvPr/>
              </p:nvSpPr>
              <p:spPr>
                <a:xfrm>
                  <a:off x="881665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3" name="object 427">
                  <a:extLst>
                    <a:ext uri="{FF2B5EF4-FFF2-40B4-BE49-F238E27FC236}">
                      <a16:creationId xmlns:a16="http://schemas.microsoft.com/office/drawing/2014/main" id="{D213C86C-7D6C-4CD8-BD34-5B8D68181A6E}"/>
                    </a:ext>
                  </a:extLst>
                </p:cNvPr>
                <p:cNvSpPr/>
                <p:nvPr/>
              </p:nvSpPr>
              <p:spPr>
                <a:xfrm>
                  <a:off x="8925620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4" name="object 428">
                  <a:extLst>
                    <a:ext uri="{FF2B5EF4-FFF2-40B4-BE49-F238E27FC236}">
                      <a16:creationId xmlns:a16="http://schemas.microsoft.com/office/drawing/2014/main" id="{51760A61-5F35-432A-B78A-F59E062A7A24}"/>
                    </a:ext>
                  </a:extLst>
                </p:cNvPr>
                <p:cNvSpPr/>
                <p:nvPr/>
              </p:nvSpPr>
              <p:spPr>
                <a:xfrm>
                  <a:off x="8925620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5" name="object 429">
                  <a:extLst>
                    <a:ext uri="{FF2B5EF4-FFF2-40B4-BE49-F238E27FC236}">
                      <a16:creationId xmlns:a16="http://schemas.microsoft.com/office/drawing/2014/main" id="{D3766CA3-E9E5-4700-B5CA-AE646326B91A}"/>
                    </a:ext>
                  </a:extLst>
                </p:cNvPr>
                <p:cNvSpPr/>
                <p:nvPr/>
              </p:nvSpPr>
              <p:spPr>
                <a:xfrm>
                  <a:off x="90345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6" name="object 430">
                  <a:extLst>
                    <a:ext uri="{FF2B5EF4-FFF2-40B4-BE49-F238E27FC236}">
                      <a16:creationId xmlns:a16="http://schemas.microsoft.com/office/drawing/2014/main" id="{26C4A8CF-C7F7-45DF-ACE7-B918A1310E49}"/>
                    </a:ext>
                  </a:extLst>
                </p:cNvPr>
                <p:cNvSpPr/>
                <p:nvPr/>
              </p:nvSpPr>
              <p:spPr>
                <a:xfrm>
                  <a:off x="9034574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7" name="object 431">
                  <a:extLst>
                    <a:ext uri="{FF2B5EF4-FFF2-40B4-BE49-F238E27FC236}">
                      <a16:creationId xmlns:a16="http://schemas.microsoft.com/office/drawing/2014/main" id="{C3D7E4DA-A6E3-48C0-A7C4-EE7812CFB41B}"/>
                    </a:ext>
                  </a:extLst>
                </p:cNvPr>
                <p:cNvSpPr/>
                <p:nvPr/>
              </p:nvSpPr>
              <p:spPr>
                <a:xfrm>
                  <a:off x="91427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8" name="object 432">
                  <a:extLst>
                    <a:ext uri="{FF2B5EF4-FFF2-40B4-BE49-F238E27FC236}">
                      <a16:creationId xmlns:a16="http://schemas.microsoft.com/office/drawing/2014/main" id="{E8A4040A-1FAA-4AF7-8343-21BCF5D6DA5F}"/>
                    </a:ext>
                  </a:extLst>
                </p:cNvPr>
                <p:cNvSpPr/>
                <p:nvPr/>
              </p:nvSpPr>
              <p:spPr>
                <a:xfrm>
                  <a:off x="914277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19" name="object 433">
                  <a:extLst>
                    <a:ext uri="{FF2B5EF4-FFF2-40B4-BE49-F238E27FC236}">
                      <a16:creationId xmlns:a16="http://schemas.microsoft.com/office/drawing/2014/main" id="{B7E945BA-32AC-4E26-B2C1-A8E0B1D090C4}"/>
                    </a:ext>
                  </a:extLst>
                </p:cNvPr>
                <p:cNvSpPr/>
                <p:nvPr/>
              </p:nvSpPr>
              <p:spPr>
                <a:xfrm>
                  <a:off x="9251756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0" name="object 434">
                  <a:extLst>
                    <a:ext uri="{FF2B5EF4-FFF2-40B4-BE49-F238E27FC236}">
                      <a16:creationId xmlns:a16="http://schemas.microsoft.com/office/drawing/2014/main" id="{5E68E391-3251-4AB4-8642-4949AC0CB97E}"/>
                    </a:ext>
                  </a:extLst>
                </p:cNvPr>
                <p:cNvSpPr/>
                <p:nvPr/>
              </p:nvSpPr>
              <p:spPr>
                <a:xfrm>
                  <a:off x="9251756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1" name="object 435">
                  <a:extLst>
                    <a:ext uri="{FF2B5EF4-FFF2-40B4-BE49-F238E27FC236}">
                      <a16:creationId xmlns:a16="http://schemas.microsoft.com/office/drawing/2014/main" id="{C7F0ACA6-9F4B-4596-B298-850B70D9D86A}"/>
                    </a:ext>
                  </a:extLst>
                </p:cNvPr>
                <p:cNvSpPr/>
                <p:nvPr/>
              </p:nvSpPr>
              <p:spPr>
                <a:xfrm>
                  <a:off x="93599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2" name="object 436">
                  <a:extLst>
                    <a:ext uri="{FF2B5EF4-FFF2-40B4-BE49-F238E27FC236}">
                      <a16:creationId xmlns:a16="http://schemas.microsoft.com/office/drawing/2014/main" id="{12AC19E2-C671-4D6A-A7B3-50682860C8FA}"/>
                    </a:ext>
                  </a:extLst>
                </p:cNvPr>
                <p:cNvSpPr/>
                <p:nvPr/>
              </p:nvSpPr>
              <p:spPr>
                <a:xfrm>
                  <a:off x="9359948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3" name="object 437">
                  <a:extLst>
                    <a:ext uri="{FF2B5EF4-FFF2-40B4-BE49-F238E27FC236}">
                      <a16:creationId xmlns:a16="http://schemas.microsoft.com/office/drawing/2014/main" id="{C2053F81-FE4C-40C3-B539-D7C57C76C161}"/>
                    </a:ext>
                  </a:extLst>
                </p:cNvPr>
                <p:cNvSpPr/>
                <p:nvPr/>
              </p:nvSpPr>
              <p:spPr>
                <a:xfrm>
                  <a:off x="94689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4" name="object 438">
                  <a:extLst>
                    <a:ext uri="{FF2B5EF4-FFF2-40B4-BE49-F238E27FC236}">
                      <a16:creationId xmlns:a16="http://schemas.microsoft.com/office/drawing/2014/main" id="{762F793C-43C4-4DE8-8697-D285C49841FB}"/>
                    </a:ext>
                  </a:extLst>
                </p:cNvPr>
                <p:cNvSpPr/>
                <p:nvPr/>
              </p:nvSpPr>
              <p:spPr>
                <a:xfrm>
                  <a:off x="9468914" y="499361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5" name="object 439">
                  <a:extLst>
                    <a:ext uri="{FF2B5EF4-FFF2-40B4-BE49-F238E27FC236}">
                      <a16:creationId xmlns:a16="http://schemas.microsoft.com/office/drawing/2014/main" id="{32A835CA-A627-4358-BAD9-3C59D1AA2DB9}"/>
                    </a:ext>
                  </a:extLst>
                </p:cNvPr>
                <p:cNvSpPr/>
                <p:nvPr/>
              </p:nvSpPr>
              <p:spPr>
                <a:xfrm>
                  <a:off x="957789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6" name="object 440">
                  <a:extLst>
                    <a:ext uri="{FF2B5EF4-FFF2-40B4-BE49-F238E27FC236}">
                      <a16:creationId xmlns:a16="http://schemas.microsoft.com/office/drawing/2014/main" id="{644A272F-B650-4222-A474-CE2B63C68C3E}"/>
                    </a:ext>
                  </a:extLst>
                </p:cNvPr>
                <p:cNvSpPr/>
                <p:nvPr/>
              </p:nvSpPr>
              <p:spPr>
                <a:xfrm>
                  <a:off x="9577892" y="499361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7" name="object 441">
                  <a:extLst>
                    <a:ext uri="{FF2B5EF4-FFF2-40B4-BE49-F238E27FC236}">
                      <a16:creationId xmlns:a16="http://schemas.microsoft.com/office/drawing/2014/main" id="{5E3C67AE-335B-4135-89A4-2209380F9AFF}"/>
                    </a:ext>
                  </a:extLst>
                </p:cNvPr>
                <p:cNvSpPr/>
                <p:nvPr/>
              </p:nvSpPr>
              <p:spPr>
                <a:xfrm>
                  <a:off x="6969566" y="510259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16764"/>
                      </a:ln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16764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8" name="object 442">
                  <a:extLst>
                    <a:ext uri="{FF2B5EF4-FFF2-40B4-BE49-F238E27FC236}">
                      <a16:creationId xmlns:a16="http://schemas.microsoft.com/office/drawing/2014/main" id="{5F4B2ECF-0416-4955-84B4-95D5E82F32E7}"/>
                    </a:ext>
                  </a:extLst>
                </p:cNvPr>
                <p:cNvSpPr/>
                <p:nvPr/>
              </p:nvSpPr>
              <p:spPr>
                <a:xfrm>
                  <a:off x="6969566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9" name="object 443">
                  <a:extLst>
                    <a:ext uri="{FF2B5EF4-FFF2-40B4-BE49-F238E27FC236}">
                      <a16:creationId xmlns:a16="http://schemas.microsoft.com/office/drawing/2014/main" id="{E9FFF943-E50E-4EA0-B5FD-07E75F369CF4}"/>
                    </a:ext>
                  </a:extLst>
                </p:cNvPr>
                <p:cNvSpPr/>
                <p:nvPr/>
              </p:nvSpPr>
              <p:spPr>
                <a:xfrm>
                  <a:off x="707853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0" name="object 444">
                  <a:extLst>
                    <a:ext uri="{FF2B5EF4-FFF2-40B4-BE49-F238E27FC236}">
                      <a16:creationId xmlns:a16="http://schemas.microsoft.com/office/drawing/2014/main" id="{835B2DA1-A964-4E86-B646-6F63109CF94D}"/>
                    </a:ext>
                  </a:extLst>
                </p:cNvPr>
                <p:cNvSpPr/>
                <p:nvPr/>
              </p:nvSpPr>
              <p:spPr>
                <a:xfrm>
                  <a:off x="707853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1" name="object 445">
                  <a:extLst>
                    <a:ext uri="{FF2B5EF4-FFF2-40B4-BE49-F238E27FC236}">
                      <a16:creationId xmlns:a16="http://schemas.microsoft.com/office/drawing/2014/main" id="{98C4EA95-27A6-41D4-AD47-67C2AD58F791}"/>
                    </a:ext>
                  </a:extLst>
                </p:cNvPr>
                <p:cNvSpPr/>
                <p:nvPr/>
              </p:nvSpPr>
              <p:spPr>
                <a:xfrm>
                  <a:off x="7186736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2" name="object 446">
                  <a:extLst>
                    <a:ext uri="{FF2B5EF4-FFF2-40B4-BE49-F238E27FC236}">
                      <a16:creationId xmlns:a16="http://schemas.microsoft.com/office/drawing/2014/main" id="{E2A7E5FB-13C5-4021-90BB-CEFE58A48282}"/>
                    </a:ext>
                  </a:extLst>
                </p:cNvPr>
                <p:cNvSpPr/>
                <p:nvPr/>
              </p:nvSpPr>
              <p:spPr>
                <a:xfrm>
                  <a:off x="7186736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3" name="object 447">
                  <a:extLst>
                    <a:ext uri="{FF2B5EF4-FFF2-40B4-BE49-F238E27FC236}">
                      <a16:creationId xmlns:a16="http://schemas.microsoft.com/office/drawing/2014/main" id="{B00556E8-1B6E-41FF-B701-666FB3CC4614}"/>
                    </a:ext>
                  </a:extLst>
                </p:cNvPr>
                <p:cNvSpPr/>
                <p:nvPr/>
              </p:nvSpPr>
              <p:spPr>
                <a:xfrm>
                  <a:off x="7295702" y="510259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91440"/>
                      </a:ln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91440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4" name="object 448">
                  <a:extLst>
                    <a:ext uri="{FF2B5EF4-FFF2-40B4-BE49-F238E27FC236}">
                      <a16:creationId xmlns:a16="http://schemas.microsoft.com/office/drawing/2014/main" id="{5403A1E9-F16B-4BE7-9422-63155A8641BD}"/>
                    </a:ext>
                  </a:extLst>
                </p:cNvPr>
                <p:cNvSpPr/>
                <p:nvPr/>
              </p:nvSpPr>
              <p:spPr>
                <a:xfrm>
                  <a:off x="729570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5" name="object 449">
                  <a:extLst>
                    <a:ext uri="{FF2B5EF4-FFF2-40B4-BE49-F238E27FC236}">
                      <a16:creationId xmlns:a16="http://schemas.microsoft.com/office/drawing/2014/main" id="{6520D122-DE24-4F79-ABCA-0269A0EBC1BF}"/>
                    </a:ext>
                  </a:extLst>
                </p:cNvPr>
                <p:cNvSpPr/>
                <p:nvPr/>
              </p:nvSpPr>
              <p:spPr>
                <a:xfrm>
                  <a:off x="7404668" y="5194025"/>
                  <a:ext cx="108585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7145">
                      <a:moveTo>
                        <a:pt x="0" y="16763"/>
                      </a:moveTo>
                      <a:lnTo>
                        <a:pt x="108203" y="16763"/>
                      </a:ln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6" name="object 450">
                  <a:extLst>
                    <a:ext uri="{FF2B5EF4-FFF2-40B4-BE49-F238E27FC236}">
                      <a16:creationId xmlns:a16="http://schemas.microsoft.com/office/drawing/2014/main" id="{B121C5BF-08B4-4D90-A860-8F2D17F25744}"/>
                    </a:ext>
                  </a:extLst>
                </p:cNvPr>
                <p:cNvSpPr/>
                <p:nvPr/>
              </p:nvSpPr>
              <p:spPr>
                <a:xfrm>
                  <a:off x="7404668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7" name="object 451">
                  <a:extLst>
                    <a:ext uri="{FF2B5EF4-FFF2-40B4-BE49-F238E27FC236}">
                      <a16:creationId xmlns:a16="http://schemas.microsoft.com/office/drawing/2014/main" id="{1C4C4C49-3FCB-45A0-8DD6-61FDB1157633}"/>
                    </a:ext>
                  </a:extLst>
                </p:cNvPr>
                <p:cNvSpPr/>
                <p:nvPr/>
              </p:nvSpPr>
              <p:spPr>
                <a:xfrm>
                  <a:off x="7512872" y="5194025"/>
                  <a:ext cx="109220" cy="17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7145">
                      <a:moveTo>
                        <a:pt x="0" y="16763"/>
                      </a:moveTo>
                      <a:lnTo>
                        <a:pt x="108965" y="16763"/>
                      </a:ln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676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8" name="object 452">
                  <a:extLst>
                    <a:ext uri="{FF2B5EF4-FFF2-40B4-BE49-F238E27FC236}">
                      <a16:creationId xmlns:a16="http://schemas.microsoft.com/office/drawing/2014/main" id="{550AECB2-6522-4187-B15E-C4320EBF357F}"/>
                    </a:ext>
                  </a:extLst>
                </p:cNvPr>
                <p:cNvSpPr/>
                <p:nvPr/>
              </p:nvSpPr>
              <p:spPr>
                <a:xfrm>
                  <a:off x="751287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9" name="object 453">
                  <a:extLst>
                    <a:ext uri="{FF2B5EF4-FFF2-40B4-BE49-F238E27FC236}">
                      <a16:creationId xmlns:a16="http://schemas.microsoft.com/office/drawing/2014/main" id="{94870FE5-9BEC-45DA-84B0-CA6A8CE33D6C}"/>
                    </a:ext>
                  </a:extLst>
                </p:cNvPr>
                <p:cNvSpPr/>
                <p:nvPr/>
              </p:nvSpPr>
              <p:spPr>
                <a:xfrm>
                  <a:off x="7621839" y="510259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191" y="0"/>
                      </a:moveTo>
                      <a:lnTo>
                        <a:pt x="0" y="0"/>
                      </a:lnTo>
                      <a:lnTo>
                        <a:pt x="0" y="91440"/>
                      </a:lnTo>
                      <a:lnTo>
                        <a:pt x="0" y="108204"/>
                      </a:lnTo>
                      <a:lnTo>
                        <a:pt x="108191" y="108204"/>
                      </a:lnTo>
                      <a:lnTo>
                        <a:pt x="108191" y="91440"/>
                      </a:lnTo>
                      <a:lnTo>
                        <a:pt x="108191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0" name="object 454">
                  <a:extLst>
                    <a:ext uri="{FF2B5EF4-FFF2-40B4-BE49-F238E27FC236}">
                      <a16:creationId xmlns:a16="http://schemas.microsoft.com/office/drawing/2014/main" id="{84040B74-629C-4AC1-9A76-2389F2CCF0A0}"/>
                    </a:ext>
                  </a:extLst>
                </p:cNvPr>
                <p:cNvSpPr/>
                <p:nvPr/>
              </p:nvSpPr>
              <p:spPr>
                <a:xfrm>
                  <a:off x="7621838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1" name="object 455">
                  <a:extLst>
                    <a:ext uri="{FF2B5EF4-FFF2-40B4-BE49-F238E27FC236}">
                      <a16:creationId xmlns:a16="http://schemas.microsoft.com/office/drawing/2014/main" id="{43E9181F-F022-4348-8299-B57854CCBBDB}"/>
                    </a:ext>
                  </a:extLst>
                </p:cNvPr>
                <p:cNvSpPr/>
                <p:nvPr/>
              </p:nvSpPr>
              <p:spPr>
                <a:xfrm>
                  <a:off x="773004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2" name="object 456">
                  <a:extLst>
                    <a:ext uri="{FF2B5EF4-FFF2-40B4-BE49-F238E27FC236}">
                      <a16:creationId xmlns:a16="http://schemas.microsoft.com/office/drawing/2014/main" id="{829D421C-E030-433F-92CC-C4A4A9386FF7}"/>
                    </a:ext>
                  </a:extLst>
                </p:cNvPr>
                <p:cNvSpPr/>
                <p:nvPr/>
              </p:nvSpPr>
              <p:spPr>
                <a:xfrm>
                  <a:off x="773004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3" name="object 457">
                  <a:extLst>
                    <a:ext uri="{FF2B5EF4-FFF2-40B4-BE49-F238E27FC236}">
                      <a16:creationId xmlns:a16="http://schemas.microsoft.com/office/drawing/2014/main" id="{CC1057D3-E80C-407B-9E13-12C91A3A8C99}"/>
                    </a:ext>
                  </a:extLst>
                </p:cNvPr>
                <p:cNvSpPr/>
                <p:nvPr/>
              </p:nvSpPr>
              <p:spPr>
                <a:xfrm>
                  <a:off x="783900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4" name="object 458">
                  <a:extLst>
                    <a:ext uri="{FF2B5EF4-FFF2-40B4-BE49-F238E27FC236}">
                      <a16:creationId xmlns:a16="http://schemas.microsoft.com/office/drawing/2014/main" id="{17675AE5-C9D0-4B7E-BAAD-965D2932DF6D}"/>
                    </a:ext>
                  </a:extLst>
                </p:cNvPr>
                <p:cNvSpPr/>
                <p:nvPr/>
              </p:nvSpPr>
              <p:spPr>
                <a:xfrm>
                  <a:off x="783900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5" name="object 459">
                  <a:extLst>
                    <a:ext uri="{FF2B5EF4-FFF2-40B4-BE49-F238E27FC236}">
                      <a16:creationId xmlns:a16="http://schemas.microsoft.com/office/drawing/2014/main" id="{45D8DD61-FDC0-4405-B217-B4F44FC04945}"/>
                    </a:ext>
                  </a:extLst>
                </p:cNvPr>
                <p:cNvSpPr/>
                <p:nvPr/>
              </p:nvSpPr>
              <p:spPr>
                <a:xfrm>
                  <a:off x="79479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6" name="object 460">
                  <a:extLst>
                    <a:ext uri="{FF2B5EF4-FFF2-40B4-BE49-F238E27FC236}">
                      <a16:creationId xmlns:a16="http://schemas.microsoft.com/office/drawing/2014/main" id="{B1E58281-71E3-4216-992F-09A13D60BFB6}"/>
                    </a:ext>
                  </a:extLst>
                </p:cNvPr>
                <p:cNvSpPr/>
                <p:nvPr/>
              </p:nvSpPr>
              <p:spPr>
                <a:xfrm>
                  <a:off x="79479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7" name="object 461">
                  <a:extLst>
                    <a:ext uri="{FF2B5EF4-FFF2-40B4-BE49-F238E27FC236}">
                      <a16:creationId xmlns:a16="http://schemas.microsoft.com/office/drawing/2014/main" id="{5EA7F96C-0697-4E27-8731-2BF12918DD45}"/>
                    </a:ext>
                  </a:extLst>
                </p:cNvPr>
                <p:cNvSpPr/>
                <p:nvPr/>
              </p:nvSpPr>
              <p:spPr>
                <a:xfrm>
                  <a:off x="80561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8" name="object 462">
                  <a:extLst>
                    <a:ext uri="{FF2B5EF4-FFF2-40B4-BE49-F238E27FC236}">
                      <a16:creationId xmlns:a16="http://schemas.microsoft.com/office/drawing/2014/main" id="{F4EC9FC9-0A0A-4582-A12B-A50665BDD411}"/>
                    </a:ext>
                  </a:extLst>
                </p:cNvPr>
                <p:cNvSpPr/>
                <p:nvPr/>
              </p:nvSpPr>
              <p:spPr>
                <a:xfrm>
                  <a:off x="80561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49" name="object 463">
                  <a:extLst>
                    <a:ext uri="{FF2B5EF4-FFF2-40B4-BE49-F238E27FC236}">
                      <a16:creationId xmlns:a16="http://schemas.microsoft.com/office/drawing/2014/main" id="{7F903A1D-B6D5-4898-855A-61EEF6141048}"/>
                    </a:ext>
                  </a:extLst>
                </p:cNvPr>
                <p:cNvSpPr/>
                <p:nvPr/>
              </p:nvSpPr>
              <p:spPr>
                <a:xfrm>
                  <a:off x="816514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0" name="object 464">
                  <a:extLst>
                    <a:ext uri="{FF2B5EF4-FFF2-40B4-BE49-F238E27FC236}">
                      <a16:creationId xmlns:a16="http://schemas.microsoft.com/office/drawing/2014/main" id="{59FBBC0A-054A-4458-B854-416154C9146C}"/>
                    </a:ext>
                  </a:extLst>
                </p:cNvPr>
                <p:cNvSpPr/>
                <p:nvPr/>
              </p:nvSpPr>
              <p:spPr>
                <a:xfrm>
                  <a:off x="816514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1" name="object 465">
                  <a:extLst>
                    <a:ext uri="{FF2B5EF4-FFF2-40B4-BE49-F238E27FC236}">
                      <a16:creationId xmlns:a16="http://schemas.microsoft.com/office/drawing/2014/main" id="{95D5925A-D2C5-4DFE-93AB-1F7D82EDF08E}"/>
                    </a:ext>
                  </a:extLst>
                </p:cNvPr>
                <p:cNvSpPr/>
                <p:nvPr/>
              </p:nvSpPr>
              <p:spPr>
                <a:xfrm>
                  <a:off x="82733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2" name="object 466">
                  <a:extLst>
                    <a:ext uri="{FF2B5EF4-FFF2-40B4-BE49-F238E27FC236}">
                      <a16:creationId xmlns:a16="http://schemas.microsoft.com/office/drawing/2014/main" id="{7C0B14C2-C788-4084-BE15-58CD69DC2779}"/>
                    </a:ext>
                  </a:extLst>
                </p:cNvPr>
                <p:cNvSpPr/>
                <p:nvPr/>
              </p:nvSpPr>
              <p:spPr>
                <a:xfrm>
                  <a:off x="82733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3" name="object 467">
                  <a:extLst>
                    <a:ext uri="{FF2B5EF4-FFF2-40B4-BE49-F238E27FC236}">
                      <a16:creationId xmlns:a16="http://schemas.microsoft.com/office/drawing/2014/main" id="{34225A95-883A-4AE2-99DB-576296292E84}"/>
                    </a:ext>
                  </a:extLst>
                </p:cNvPr>
                <p:cNvSpPr/>
                <p:nvPr/>
              </p:nvSpPr>
              <p:spPr>
                <a:xfrm>
                  <a:off x="83823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4" name="object 468">
                  <a:extLst>
                    <a:ext uri="{FF2B5EF4-FFF2-40B4-BE49-F238E27FC236}">
                      <a16:creationId xmlns:a16="http://schemas.microsoft.com/office/drawing/2014/main" id="{99BE1DA0-05AA-4B3E-9C23-CF4A4A068F4D}"/>
                    </a:ext>
                  </a:extLst>
                </p:cNvPr>
                <p:cNvSpPr/>
                <p:nvPr/>
              </p:nvSpPr>
              <p:spPr>
                <a:xfrm>
                  <a:off x="83823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5" name="object 469">
                  <a:extLst>
                    <a:ext uri="{FF2B5EF4-FFF2-40B4-BE49-F238E27FC236}">
                      <a16:creationId xmlns:a16="http://schemas.microsoft.com/office/drawing/2014/main" id="{E9C7C3C4-B9E3-4047-AFF0-6307A9EA8C45}"/>
                    </a:ext>
                  </a:extLst>
                </p:cNvPr>
                <p:cNvSpPr/>
                <p:nvPr/>
              </p:nvSpPr>
              <p:spPr>
                <a:xfrm>
                  <a:off x="8491280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6" name="object 470">
                  <a:extLst>
                    <a:ext uri="{FF2B5EF4-FFF2-40B4-BE49-F238E27FC236}">
                      <a16:creationId xmlns:a16="http://schemas.microsoft.com/office/drawing/2014/main" id="{EF1981CB-5D41-4750-B1FC-66C5F047686B}"/>
                    </a:ext>
                  </a:extLst>
                </p:cNvPr>
                <p:cNvSpPr/>
                <p:nvPr/>
              </p:nvSpPr>
              <p:spPr>
                <a:xfrm>
                  <a:off x="8491280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7" name="object 471">
                  <a:extLst>
                    <a:ext uri="{FF2B5EF4-FFF2-40B4-BE49-F238E27FC236}">
                      <a16:creationId xmlns:a16="http://schemas.microsoft.com/office/drawing/2014/main" id="{2324AD2E-EB0A-47B4-B62E-C50E457D5D19}"/>
                    </a:ext>
                  </a:extLst>
                </p:cNvPr>
                <p:cNvSpPr/>
                <p:nvPr/>
              </p:nvSpPr>
              <p:spPr>
                <a:xfrm>
                  <a:off x="859947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8" name="object 472">
                  <a:extLst>
                    <a:ext uri="{FF2B5EF4-FFF2-40B4-BE49-F238E27FC236}">
                      <a16:creationId xmlns:a16="http://schemas.microsoft.com/office/drawing/2014/main" id="{02D07DCD-42D7-4906-B360-BEA5F753E407}"/>
                    </a:ext>
                  </a:extLst>
                </p:cNvPr>
                <p:cNvSpPr/>
                <p:nvPr/>
              </p:nvSpPr>
              <p:spPr>
                <a:xfrm>
                  <a:off x="8599472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9" name="object 473">
                  <a:extLst>
                    <a:ext uri="{FF2B5EF4-FFF2-40B4-BE49-F238E27FC236}">
                      <a16:creationId xmlns:a16="http://schemas.microsoft.com/office/drawing/2014/main" id="{7E1B3DF0-9C21-47DC-972F-B4C146CE427E}"/>
                    </a:ext>
                  </a:extLst>
                </p:cNvPr>
                <p:cNvSpPr/>
                <p:nvPr/>
              </p:nvSpPr>
              <p:spPr>
                <a:xfrm>
                  <a:off x="8708437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0" name="object 474">
                  <a:extLst>
                    <a:ext uri="{FF2B5EF4-FFF2-40B4-BE49-F238E27FC236}">
                      <a16:creationId xmlns:a16="http://schemas.microsoft.com/office/drawing/2014/main" id="{4944614B-2F30-4444-ADCF-DA15ABF1519A}"/>
                    </a:ext>
                  </a:extLst>
                </p:cNvPr>
                <p:cNvSpPr/>
                <p:nvPr/>
              </p:nvSpPr>
              <p:spPr>
                <a:xfrm>
                  <a:off x="8708437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1" name="object 475">
                  <a:extLst>
                    <a:ext uri="{FF2B5EF4-FFF2-40B4-BE49-F238E27FC236}">
                      <a16:creationId xmlns:a16="http://schemas.microsoft.com/office/drawing/2014/main" id="{872EEE20-1B94-4B62-AC3D-2F93863C0325}"/>
                    </a:ext>
                  </a:extLst>
                </p:cNvPr>
                <p:cNvSpPr/>
                <p:nvPr/>
              </p:nvSpPr>
              <p:spPr>
                <a:xfrm>
                  <a:off x="881665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2" name="object 476">
                  <a:extLst>
                    <a:ext uri="{FF2B5EF4-FFF2-40B4-BE49-F238E27FC236}">
                      <a16:creationId xmlns:a16="http://schemas.microsoft.com/office/drawing/2014/main" id="{B407D6F3-3DDF-47E2-8F9F-7E1B859D49D6}"/>
                    </a:ext>
                  </a:extLst>
                </p:cNvPr>
                <p:cNvSpPr/>
                <p:nvPr/>
              </p:nvSpPr>
              <p:spPr>
                <a:xfrm>
                  <a:off x="881665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3" name="object 477">
                  <a:extLst>
                    <a:ext uri="{FF2B5EF4-FFF2-40B4-BE49-F238E27FC236}">
                      <a16:creationId xmlns:a16="http://schemas.microsoft.com/office/drawing/2014/main" id="{7D0D1047-DA8A-4A43-8447-F726B5FA2768}"/>
                    </a:ext>
                  </a:extLst>
                </p:cNvPr>
                <p:cNvSpPr/>
                <p:nvPr/>
              </p:nvSpPr>
              <p:spPr>
                <a:xfrm>
                  <a:off x="8925620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4" name="object 478">
                  <a:extLst>
                    <a:ext uri="{FF2B5EF4-FFF2-40B4-BE49-F238E27FC236}">
                      <a16:creationId xmlns:a16="http://schemas.microsoft.com/office/drawing/2014/main" id="{CC7A39A5-1ED1-44DC-B021-3BBCF8F786D0}"/>
                    </a:ext>
                  </a:extLst>
                </p:cNvPr>
                <p:cNvSpPr/>
                <p:nvPr/>
              </p:nvSpPr>
              <p:spPr>
                <a:xfrm>
                  <a:off x="8925620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5" name="object 479">
                  <a:extLst>
                    <a:ext uri="{FF2B5EF4-FFF2-40B4-BE49-F238E27FC236}">
                      <a16:creationId xmlns:a16="http://schemas.microsoft.com/office/drawing/2014/main" id="{111037BA-B1DE-45BC-B0FD-4D0F4F38F2AF}"/>
                    </a:ext>
                  </a:extLst>
                </p:cNvPr>
                <p:cNvSpPr/>
                <p:nvPr/>
              </p:nvSpPr>
              <p:spPr>
                <a:xfrm>
                  <a:off x="90345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6" name="object 480">
                  <a:extLst>
                    <a:ext uri="{FF2B5EF4-FFF2-40B4-BE49-F238E27FC236}">
                      <a16:creationId xmlns:a16="http://schemas.microsoft.com/office/drawing/2014/main" id="{68D78E12-8D0C-40D0-92A7-B5CC2328736D}"/>
                    </a:ext>
                  </a:extLst>
                </p:cNvPr>
                <p:cNvSpPr/>
                <p:nvPr/>
              </p:nvSpPr>
              <p:spPr>
                <a:xfrm>
                  <a:off x="9034574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7" name="object 481">
                  <a:extLst>
                    <a:ext uri="{FF2B5EF4-FFF2-40B4-BE49-F238E27FC236}">
                      <a16:creationId xmlns:a16="http://schemas.microsoft.com/office/drawing/2014/main" id="{C27D8C9C-E1B5-43D6-A3AD-F7D06AE86059}"/>
                    </a:ext>
                  </a:extLst>
                </p:cNvPr>
                <p:cNvSpPr/>
                <p:nvPr/>
              </p:nvSpPr>
              <p:spPr>
                <a:xfrm>
                  <a:off x="91427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8" name="object 482">
                  <a:extLst>
                    <a:ext uri="{FF2B5EF4-FFF2-40B4-BE49-F238E27FC236}">
                      <a16:creationId xmlns:a16="http://schemas.microsoft.com/office/drawing/2014/main" id="{BB16B116-3CD1-401F-81DB-8A8A379AD737}"/>
                    </a:ext>
                  </a:extLst>
                </p:cNvPr>
                <p:cNvSpPr/>
                <p:nvPr/>
              </p:nvSpPr>
              <p:spPr>
                <a:xfrm>
                  <a:off x="914277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69" name="object 483">
                  <a:extLst>
                    <a:ext uri="{FF2B5EF4-FFF2-40B4-BE49-F238E27FC236}">
                      <a16:creationId xmlns:a16="http://schemas.microsoft.com/office/drawing/2014/main" id="{D3C52290-5C55-4C30-8933-560E497EA0AE}"/>
                    </a:ext>
                  </a:extLst>
                </p:cNvPr>
                <p:cNvSpPr/>
                <p:nvPr/>
              </p:nvSpPr>
              <p:spPr>
                <a:xfrm>
                  <a:off x="9251756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0" name="object 484">
                  <a:extLst>
                    <a:ext uri="{FF2B5EF4-FFF2-40B4-BE49-F238E27FC236}">
                      <a16:creationId xmlns:a16="http://schemas.microsoft.com/office/drawing/2014/main" id="{37EB8838-BF38-4223-827B-05547AE8C62C}"/>
                    </a:ext>
                  </a:extLst>
                </p:cNvPr>
                <p:cNvSpPr/>
                <p:nvPr/>
              </p:nvSpPr>
              <p:spPr>
                <a:xfrm>
                  <a:off x="9251756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1" name="object 485">
                  <a:extLst>
                    <a:ext uri="{FF2B5EF4-FFF2-40B4-BE49-F238E27FC236}">
                      <a16:creationId xmlns:a16="http://schemas.microsoft.com/office/drawing/2014/main" id="{17A8E67A-9EB5-4534-A7F4-ADC0B1456904}"/>
                    </a:ext>
                  </a:extLst>
                </p:cNvPr>
                <p:cNvSpPr/>
                <p:nvPr/>
              </p:nvSpPr>
              <p:spPr>
                <a:xfrm>
                  <a:off x="93599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2" name="object 486">
                  <a:extLst>
                    <a:ext uri="{FF2B5EF4-FFF2-40B4-BE49-F238E27FC236}">
                      <a16:creationId xmlns:a16="http://schemas.microsoft.com/office/drawing/2014/main" id="{9C61092D-77E4-47A1-A0BA-D21921B4D94F}"/>
                    </a:ext>
                  </a:extLst>
                </p:cNvPr>
                <p:cNvSpPr/>
                <p:nvPr/>
              </p:nvSpPr>
              <p:spPr>
                <a:xfrm>
                  <a:off x="9359948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3" name="object 487">
                  <a:extLst>
                    <a:ext uri="{FF2B5EF4-FFF2-40B4-BE49-F238E27FC236}">
                      <a16:creationId xmlns:a16="http://schemas.microsoft.com/office/drawing/2014/main" id="{29D7ABC6-45B2-4E73-A29D-83EA877B8CA5}"/>
                    </a:ext>
                  </a:extLst>
                </p:cNvPr>
                <p:cNvSpPr/>
                <p:nvPr/>
              </p:nvSpPr>
              <p:spPr>
                <a:xfrm>
                  <a:off x="94689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4" name="object 488">
                  <a:extLst>
                    <a:ext uri="{FF2B5EF4-FFF2-40B4-BE49-F238E27FC236}">
                      <a16:creationId xmlns:a16="http://schemas.microsoft.com/office/drawing/2014/main" id="{FB4314C9-1771-4F1C-A8D2-416FB2BCBDC0}"/>
                    </a:ext>
                  </a:extLst>
                </p:cNvPr>
                <p:cNvSpPr/>
                <p:nvPr/>
              </p:nvSpPr>
              <p:spPr>
                <a:xfrm>
                  <a:off x="9468914" y="5102585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5" name="object 489">
                  <a:extLst>
                    <a:ext uri="{FF2B5EF4-FFF2-40B4-BE49-F238E27FC236}">
                      <a16:creationId xmlns:a16="http://schemas.microsoft.com/office/drawing/2014/main" id="{3E002125-0668-4D0E-B5AC-1C6F20397438}"/>
                    </a:ext>
                  </a:extLst>
                </p:cNvPr>
                <p:cNvSpPr/>
                <p:nvPr/>
              </p:nvSpPr>
              <p:spPr>
                <a:xfrm>
                  <a:off x="957789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6" name="object 490">
                  <a:extLst>
                    <a:ext uri="{FF2B5EF4-FFF2-40B4-BE49-F238E27FC236}">
                      <a16:creationId xmlns:a16="http://schemas.microsoft.com/office/drawing/2014/main" id="{D8C0ECAE-D774-4352-8774-50B8E68178D7}"/>
                    </a:ext>
                  </a:extLst>
                </p:cNvPr>
                <p:cNvSpPr/>
                <p:nvPr/>
              </p:nvSpPr>
              <p:spPr>
                <a:xfrm>
                  <a:off x="9577892" y="5102585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7" name="object 491">
                  <a:extLst>
                    <a:ext uri="{FF2B5EF4-FFF2-40B4-BE49-F238E27FC236}">
                      <a16:creationId xmlns:a16="http://schemas.microsoft.com/office/drawing/2014/main" id="{C7F31421-1FF0-48F1-A6B2-3981A065BB8A}"/>
                    </a:ext>
                  </a:extLst>
                </p:cNvPr>
                <p:cNvSpPr/>
                <p:nvPr/>
              </p:nvSpPr>
              <p:spPr>
                <a:xfrm>
                  <a:off x="6969566" y="521080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92202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92202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8" name="object 492">
                  <a:extLst>
                    <a:ext uri="{FF2B5EF4-FFF2-40B4-BE49-F238E27FC236}">
                      <a16:creationId xmlns:a16="http://schemas.microsoft.com/office/drawing/2014/main" id="{E2524271-A1B6-4CF2-B0C2-941C5F977DC3}"/>
                    </a:ext>
                  </a:extLst>
                </p:cNvPr>
                <p:cNvSpPr/>
                <p:nvPr/>
              </p:nvSpPr>
              <p:spPr>
                <a:xfrm>
                  <a:off x="6969566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79" name="object 493">
                  <a:extLst>
                    <a:ext uri="{FF2B5EF4-FFF2-40B4-BE49-F238E27FC236}">
                      <a16:creationId xmlns:a16="http://schemas.microsoft.com/office/drawing/2014/main" id="{D0D5B9C0-B933-47D9-861B-721064125BB7}"/>
                    </a:ext>
                  </a:extLst>
                </p:cNvPr>
                <p:cNvSpPr/>
                <p:nvPr/>
              </p:nvSpPr>
              <p:spPr>
                <a:xfrm>
                  <a:off x="707853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0" name="object 494">
                  <a:extLst>
                    <a:ext uri="{FF2B5EF4-FFF2-40B4-BE49-F238E27FC236}">
                      <a16:creationId xmlns:a16="http://schemas.microsoft.com/office/drawing/2014/main" id="{E89E2952-2E19-459C-9C25-B2BF9CFE4B12}"/>
                    </a:ext>
                  </a:extLst>
                </p:cNvPr>
                <p:cNvSpPr/>
                <p:nvPr/>
              </p:nvSpPr>
              <p:spPr>
                <a:xfrm>
                  <a:off x="707853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1" name="object 495">
                  <a:extLst>
                    <a:ext uri="{FF2B5EF4-FFF2-40B4-BE49-F238E27FC236}">
                      <a16:creationId xmlns:a16="http://schemas.microsoft.com/office/drawing/2014/main" id="{54B28296-D478-4ACF-AB85-055A3A2DA1B9}"/>
                    </a:ext>
                  </a:extLst>
                </p:cNvPr>
                <p:cNvSpPr/>
                <p:nvPr/>
              </p:nvSpPr>
              <p:spPr>
                <a:xfrm>
                  <a:off x="7186736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2" name="object 496">
                  <a:extLst>
                    <a:ext uri="{FF2B5EF4-FFF2-40B4-BE49-F238E27FC236}">
                      <a16:creationId xmlns:a16="http://schemas.microsoft.com/office/drawing/2014/main" id="{B10E5B72-87B6-4EF2-A8F1-3CF61CB41070}"/>
                    </a:ext>
                  </a:extLst>
                </p:cNvPr>
                <p:cNvSpPr/>
                <p:nvPr/>
              </p:nvSpPr>
              <p:spPr>
                <a:xfrm>
                  <a:off x="7186736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3" name="object 497">
                  <a:extLst>
                    <a:ext uri="{FF2B5EF4-FFF2-40B4-BE49-F238E27FC236}">
                      <a16:creationId xmlns:a16="http://schemas.microsoft.com/office/drawing/2014/main" id="{B985EB13-60A7-4741-A1D6-7B0D8325C29E}"/>
                    </a:ext>
                  </a:extLst>
                </p:cNvPr>
                <p:cNvSpPr/>
                <p:nvPr/>
              </p:nvSpPr>
              <p:spPr>
                <a:xfrm>
                  <a:off x="729570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4" name="object 498">
                  <a:extLst>
                    <a:ext uri="{FF2B5EF4-FFF2-40B4-BE49-F238E27FC236}">
                      <a16:creationId xmlns:a16="http://schemas.microsoft.com/office/drawing/2014/main" id="{B8676C82-0C6D-4704-884B-10F4B2E698E2}"/>
                    </a:ext>
                  </a:extLst>
                </p:cNvPr>
                <p:cNvSpPr/>
                <p:nvPr/>
              </p:nvSpPr>
              <p:spPr>
                <a:xfrm>
                  <a:off x="729570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5" name="object 499">
                  <a:extLst>
                    <a:ext uri="{FF2B5EF4-FFF2-40B4-BE49-F238E27FC236}">
                      <a16:creationId xmlns:a16="http://schemas.microsoft.com/office/drawing/2014/main" id="{E2A8135E-0329-4E2C-BF14-671A6D5FE328}"/>
                    </a:ext>
                  </a:extLst>
                </p:cNvPr>
                <p:cNvSpPr/>
                <p:nvPr/>
              </p:nvSpPr>
              <p:spPr>
                <a:xfrm>
                  <a:off x="740466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6" name="object 500">
                  <a:extLst>
                    <a:ext uri="{FF2B5EF4-FFF2-40B4-BE49-F238E27FC236}">
                      <a16:creationId xmlns:a16="http://schemas.microsoft.com/office/drawing/2014/main" id="{AF43B7D3-57C8-4E8B-A4EA-C5ADC225F929}"/>
                    </a:ext>
                  </a:extLst>
                </p:cNvPr>
                <p:cNvSpPr/>
                <p:nvPr/>
              </p:nvSpPr>
              <p:spPr>
                <a:xfrm>
                  <a:off x="740466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7" name="object 501">
                  <a:extLst>
                    <a:ext uri="{FF2B5EF4-FFF2-40B4-BE49-F238E27FC236}">
                      <a16:creationId xmlns:a16="http://schemas.microsoft.com/office/drawing/2014/main" id="{57DAD782-E177-4ABB-B661-0DA19AAF5463}"/>
                    </a:ext>
                  </a:extLst>
                </p:cNvPr>
                <p:cNvSpPr/>
                <p:nvPr/>
              </p:nvSpPr>
              <p:spPr>
                <a:xfrm>
                  <a:off x="75128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8" name="object 502">
                  <a:extLst>
                    <a:ext uri="{FF2B5EF4-FFF2-40B4-BE49-F238E27FC236}">
                      <a16:creationId xmlns:a16="http://schemas.microsoft.com/office/drawing/2014/main" id="{F53D6842-FBF5-4FC6-B71C-7943DBF1BEC8}"/>
                    </a:ext>
                  </a:extLst>
                </p:cNvPr>
                <p:cNvSpPr/>
                <p:nvPr/>
              </p:nvSpPr>
              <p:spPr>
                <a:xfrm>
                  <a:off x="75128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89" name="object 503">
                  <a:extLst>
                    <a:ext uri="{FF2B5EF4-FFF2-40B4-BE49-F238E27FC236}">
                      <a16:creationId xmlns:a16="http://schemas.microsoft.com/office/drawing/2014/main" id="{FC0E79B0-ABC7-4D8C-8C0C-6CEDA6501CBD}"/>
                    </a:ext>
                  </a:extLst>
                </p:cNvPr>
                <p:cNvSpPr/>
                <p:nvPr/>
              </p:nvSpPr>
              <p:spPr>
                <a:xfrm>
                  <a:off x="762183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0" name="object 504">
                  <a:extLst>
                    <a:ext uri="{FF2B5EF4-FFF2-40B4-BE49-F238E27FC236}">
                      <a16:creationId xmlns:a16="http://schemas.microsoft.com/office/drawing/2014/main" id="{A69531B2-59B4-4032-AA11-06B2FE583FC2}"/>
                    </a:ext>
                  </a:extLst>
                </p:cNvPr>
                <p:cNvSpPr/>
                <p:nvPr/>
              </p:nvSpPr>
              <p:spPr>
                <a:xfrm>
                  <a:off x="7621838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1" name="object 505">
                  <a:extLst>
                    <a:ext uri="{FF2B5EF4-FFF2-40B4-BE49-F238E27FC236}">
                      <a16:creationId xmlns:a16="http://schemas.microsoft.com/office/drawing/2014/main" id="{708A8BF8-2353-4A01-9404-BC0416AAD68D}"/>
                    </a:ext>
                  </a:extLst>
                </p:cNvPr>
                <p:cNvSpPr/>
                <p:nvPr/>
              </p:nvSpPr>
              <p:spPr>
                <a:xfrm>
                  <a:off x="773004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2" name="object 506">
                  <a:extLst>
                    <a:ext uri="{FF2B5EF4-FFF2-40B4-BE49-F238E27FC236}">
                      <a16:creationId xmlns:a16="http://schemas.microsoft.com/office/drawing/2014/main" id="{BBC5D5E6-0921-481A-A127-B4D9CB437DEB}"/>
                    </a:ext>
                  </a:extLst>
                </p:cNvPr>
                <p:cNvSpPr/>
                <p:nvPr/>
              </p:nvSpPr>
              <p:spPr>
                <a:xfrm>
                  <a:off x="773004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3" name="object 507">
                  <a:extLst>
                    <a:ext uri="{FF2B5EF4-FFF2-40B4-BE49-F238E27FC236}">
                      <a16:creationId xmlns:a16="http://schemas.microsoft.com/office/drawing/2014/main" id="{955A3E57-D12E-4D5D-8398-064E209454FF}"/>
                    </a:ext>
                  </a:extLst>
                </p:cNvPr>
                <p:cNvSpPr/>
                <p:nvPr/>
              </p:nvSpPr>
              <p:spPr>
                <a:xfrm>
                  <a:off x="783900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4" name="object 508">
                  <a:extLst>
                    <a:ext uri="{FF2B5EF4-FFF2-40B4-BE49-F238E27FC236}">
                      <a16:creationId xmlns:a16="http://schemas.microsoft.com/office/drawing/2014/main" id="{4FB62CF6-BE6E-489D-A9E9-42A3A77C1D7A}"/>
                    </a:ext>
                  </a:extLst>
                </p:cNvPr>
                <p:cNvSpPr/>
                <p:nvPr/>
              </p:nvSpPr>
              <p:spPr>
                <a:xfrm>
                  <a:off x="783900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5" name="object 509">
                  <a:extLst>
                    <a:ext uri="{FF2B5EF4-FFF2-40B4-BE49-F238E27FC236}">
                      <a16:creationId xmlns:a16="http://schemas.microsoft.com/office/drawing/2014/main" id="{F65699F2-6554-4634-8F6E-E3A2B750C21D}"/>
                    </a:ext>
                  </a:extLst>
                </p:cNvPr>
                <p:cNvSpPr/>
                <p:nvPr/>
              </p:nvSpPr>
              <p:spPr>
                <a:xfrm>
                  <a:off x="79479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6" name="object 510">
                  <a:extLst>
                    <a:ext uri="{FF2B5EF4-FFF2-40B4-BE49-F238E27FC236}">
                      <a16:creationId xmlns:a16="http://schemas.microsoft.com/office/drawing/2014/main" id="{A56E4538-A1AC-4955-8952-B8D47F066200}"/>
                    </a:ext>
                  </a:extLst>
                </p:cNvPr>
                <p:cNvSpPr/>
                <p:nvPr/>
              </p:nvSpPr>
              <p:spPr>
                <a:xfrm>
                  <a:off x="79479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7" name="object 511">
                  <a:extLst>
                    <a:ext uri="{FF2B5EF4-FFF2-40B4-BE49-F238E27FC236}">
                      <a16:creationId xmlns:a16="http://schemas.microsoft.com/office/drawing/2014/main" id="{B0283F94-F146-47A7-8B42-9244CBBBB46E}"/>
                    </a:ext>
                  </a:extLst>
                </p:cNvPr>
                <p:cNvSpPr/>
                <p:nvPr/>
              </p:nvSpPr>
              <p:spPr>
                <a:xfrm>
                  <a:off x="80561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8" name="object 512">
                  <a:extLst>
                    <a:ext uri="{FF2B5EF4-FFF2-40B4-BE49-F238E27FC236}">
                      <a16:creationId xmlns:a16="http://schemas.microsoft.com/office/drawing/2014/main" id="{BD7F0851-0669-4D5D-BC8D-A87AE1172E63}"/>
                    </a:ext>
                  </a:extLst>
                </p:cNvPr>
                <p:cNvSpPr/>
                <p:nvPr/>
              </p:nvSpPr>
              <p:spPr>
                <a:xfrm>
                  <a:off x="80561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99" name="object 513">
                  <a:extLst>
                    <a:ext uri="{FF2B5EF4-FFF2-40B4-BE49-F238E27FC236}">
                      <a16:creationId xmlns:a16="http://schemas.microsoft.com/office/drawing/2014/main" id="{E73A7474-B0D4-48F0-83DC-C17C28C0D7C8}"/>
                    </a:ext>
                  </a:extLst>
                </p:cNvPr>
                <p:cNvSpPr/>
                <p:nvPr/>
              </p:nvSpPr>
              <p:spPr>
                <a:xfrm>
                  <a:off x="816514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0" name="object 514">
                  <a:extLst>
                    <a:ext uri="{FF2B5EF4-FFF2-40B4-BE49-F238E27FC236}">
                      <a16:creationId xmlns:a16="http://schemas.microsoft.com/office/drawing/2014/main" id="{153E59F6-148D-478C-B72D-78A85602FE54}"/>
                    </a:ext>
                  </a:extLst>
                </p:cNvPr>
                <p:cNvSpPr/>
                <p:nvPr/>
              </p:nvSpPr>
              <p:spPr>
                <a:xfrm>
                  <a:off x="816514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1" name="object 515">
                  <a:extLst>
                    <a:ext uri="{FF2B5EF4-FFF2-40B4-BE49-F238E27FC236}">
                      <a16:creationId xmlns:a16="http://schemas.microsoft.com/office/drawing/2014/main" id="{4B719B2B-D760-4EA2-82DA-91BE227BF574}"/>
                    </a:ext>
                  </a:extLst>
                </p:cNvPr>
                <p:cNvSpPr/>
                <p:nvPr/>
              </p:nvSpPr>
              <p:spPr>
                <a:xfrm>
                  <a:off x="82733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2" name="object 516">
                  <a:extLst>
                    <a:ext uri="{FF2B5EF4-FFF2-40B4-BE49-F238E27FC236}">
                      <a16:creationId xmlns:a16="http://schemas.microsoft.com/office/drawing/2014/main" id="{B3403857-150B-4155-BA27-1FD1A96F7049}"/>
                    </a:ext>
                  </a:extLst>
                </p:cNvPr>
                <p:cNvSpPr/>
                <p:nvPr/>
              </p:nvSpPr>
              <p:spPr>
                <a:xfrm>
                  <a:off x="82733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3" name="object 517">
                  <a:extLst>
                    <a:ext uri="{FF2B5EF4-FFF2-40B4-BE49-F238E27FC236}">
                      <a16:creationId xmlns:a16="http://schemas.microsoft.com/office/drawing/2014/main" id="{D02F452E-36E9-491B-81CC-14D0ADE13261}"/>
                    </a:ext>
                  </a:extLst>
                </p:cNvPr>
                <p:cNvSpPr/>
                <p:nvPr/>
              </p:nvSpPr>
              <p:spPr>
                <a:xfrm>
                  <a:off x="83823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4" name="object 518">
                  <a:extLst>
                    <a:ext uri="{FF2B5EF4-FFF2-40B4-BE49-F238E27FC236}">
                      <a16:creationId xmlns:a16="http://schemas.microsoft.com/office/drawing/2014/main" id="{1A6858B0-7D02-4D62-97B9-918B9EF1D3E3}"/>
                    </a:ext>
                  </a:extLst>
                </p:cNvPr>
                <p:cNvSpPr/>
                <p:nvPr/>
              </p:nvSpPr>
              <p:spPr>
                <a:xfrm>
                  <a:off x="83823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5" name="object 519">
                  <a:extLst>
                    <a:ext uri="{FF2B5EF4-FFF2-40B4-BE49-F238E27FC236}">
                      <a16:creationId xmlns:a16="http://schemas.microsoft.com/office/drawing/2014/main" id="{486E7BD8-24C9-4A6D-8644-3606297797BE}"/>
                    </a:ext>
                  </a:extLst>
                </p:cNvPr>
                <p:cNvSpPr/>
                <p:nvPr/>
              </p:nvSpPr>
              <p:spPr>
                <a:xfrm>
                  <a:off x="8491280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6" name="object 520">
                  <a:extLst>
                    <a:ext uri="{FF2B5EF4-FFF2-40B4-BE49-F238E27FC236}">
                      <a16:creationId xmlns:a16="http://schemas.microsoft.com/office/drawing/2014/main" id="{A03FE7EE-2D75-454E-9AA7-1B75414FAC57}"/>
                    </a:ext>
                  </a:extLst>
                </p:cNvPr>
                <p:cNvSpPr/>
                <p:nvPr/>
              </p:nvSpPr>
              <p:spPr>
                <a:xfrm>
                  <a:off x="8491280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7" name="object 521">
                  <a:extLst>
                    <a:ext uri="{FF2B5EF4-FFF2-40B4-BE49-F238E27FC236}">
                      <a16:creationId xmlns:a16="http://schemas.microsoft.com/office/drawing/2014/main" id="{509678ED-CFA9-4FDC-AAE8-324B99C9E317}"/>
                    </a:ext>
                  </a:extLst>
                </p:cNvPr>
                <p:cNvSpPr/>
                <p:nvPr/>
              </p:nvSpPr>
              <p:spPr>
                <a:xfrm>
                  <a:off x="85994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8" name="object 522">
                  <a:extLst>
                    <a:ext uri="{FF2B5EF4-FFF2-40B4-BE49-F238E27FC236}">
                      <a16:creationId xmlns:a16="http://schemas.microsoft.com/office/drawing/2014/main" id="{666E9EC9-8167-4A74-8836-527BD946EC31}"/>
                    </a:ext>
                  </a:extLst>
                </p:cNvPr>
                <p:cNvSpPr/>
                <p:nvPr/>
              </p:nvSpPr>
              <p:spPr>
                <a:xfrm>
                  <a:off x="8599472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09" name="object 523">
                  <a:extLst>
                    <a:ext uri="{FF2B5EF4-FFF2-40B4-BE49-F238E27FC236}">
                      <a16:creationId xmlns:a16="http://schemas.microsoft.com/office/drawing/2014/main" id="{F4F10734-E9A8-4324-85C3-E75204F3A654}"/>
                    </a:ext>
                  </a:extLst>
                </p:cNvPr>
                <p:cNvSpPr/>
                <p:nvPr/>
              </p:nvSpPr>
              <p:spPr>
                <a:xfrm>
                  <a:off x="8708437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0" name="object 524">
                  <a:extLst>
                    <a:ext uri="{FF2B5EF4-FFF2-40B4-BE49-F238E27FC236}">
                      <a16:creationId xmlns:a16="http://schemas.microsoft.com/office/drawing/2014/main" id="{A2291AF7-23BE-46D3-9879-771C88E264AF}"/>
                    </a:ext>
                  </a:extLst>
                </p:cNvPr>
                <p:cNvSpPr/>
                <p:nvPr/>
              </p:nvSpPr>
              <p:spPr>
                <a:xfrm>
                  <a:off x="8708437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1" name="object 525">
                  <a:extLst>
                    <a:ext uri="{FF2B5EF4-FFF2-40B4-BE49-F238E27FC236}">
                      <a16:creationId xmlns:a16="http://schemas.microsoft.com/office/drawing/2014/main" id="{1CB6B52C-EED7-4AB2-A020-C2F42CE4BF63}"/>
                    </a:ext>
                  </a:extLst>
                </p:cNvPr>
                <p:cNvSpPr/>
                <p:nvPr/>
              </p:nvSpPr>
              <p:spPr>
                <a:xfrm>
                  <a:off x="881665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2" name="object 526">
                  <a:extLst>
                    <a:ext uri="{FF2B5EF4-FFF2-40B4-BE49-F238E27FC236}">
                      <a16:creationId xmlns:a16="http://schemas.microsoft.com/office/drawing/2014/main" id="{D85B1BD5-E04C-474F-9027-C39FE75A493C}"/>
                    </a:ext>
                  </a:extLst>
                </p:cNvPr>
                <p:cNvSpPr/>
                <p:nvPr/>
              </p:nvSpPr>
              <p:spPr>
                <a:xfrm>
                  <a:off x="881665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3" name="object 527">
                  <a:extLst>
                    <a:ext uri="{FF2B5EF4-FFF2-40B4-BE49-F238E27FC236}">
                      <a16:creationId xmlns:a16="http://schemas.microsoft.com/office/drawing/2014/main" id="{DEBD9AB5-0894-448E-9A0B-A6718FE83C42}"/>
                    </a:ext>
                  </a:extLst>
                </p:cNvPr>
                <p:cNvSpPr/>
                <p:nvPr/>
              </p:nvSpPr>
              <p:spPr>
                <a:xfrm>
                  <a:off x="8925620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4" name="object 528">
                  <a:extLst>
                    <a:ext uri="{FF2B5EF4-FFF2-40B4-BE49-F238E27FC236}">
                      <a16:creationId xmlns:a16="http://schemas.microsoft.com/office/drawing/2014/main" id="{0355954C-B3E2-426F-96D9-B4EEC53658DD}"/>
                    </a:ext>
                  </a:extLst>
                </p:cNvPr>
                <p:cNvSpPr/>
                <p:nvPr/>
              </p:nvSpPr>
              <p:spPr>
                <a:xfrm>
                  <a:off x="8925620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5" name="object 529">
                  <a:extLst>
                    <a:ext uri="{FF2B5EF4-FFF2-40B4-BE49-F238E27FC236}">
                      <a16:creationId xmlns:a16="http://schemas.microsoft.com/office/drawing/2014/main" id="{248C7691-6561-446E-BD7E-10277CDB6B98}"/>
                    </a:ext>
                  </a:extLst>
                </p:cNvPr>
                <p:cNvSpPr/>
                <p:nvPr/>
              </p:nvSpPr>
              <p:spPr>
                <a:xfrm>
                  <a:off x="90345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6" name="object 530">
                  <a:extLst>
                    <a:ext uri="{FF2B5EF4-FFF2-40B4-BE49-F238E27FC236}">
                      <a16:creationId xmlns:a16="http://schemas.microsoft.com/office/drawing/2014/main" id="{BE98183A-87C6-4936-96F3-C0C3939D0A0B}"/>
                    </a:ext>
                  </a:extLst>
                </p:cNvPr>
                <p:cNvSpPr/>
                <p:nvPr/>
              </p:nvSpPr>
              <p:spPr>
                <a:xfrm>
                  <a:off x="9034574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7" name="object 531">
                  <a:extLst>
                    <a:ext uri="{FF2B5EF4-FFF2-40B4-BE49-F238E27FC236}">
                      <a16:creationId xmlns:a16="http://schemas.microsoft.com/office/drawing/2014/main" id="{295E71B5-E1E1-425C-99A3-D5097FB83CFB}"/>
                    </a:ext>
                  </a:extLst>
                </p:cNvPr>
                <p:cNvSpPr/>
                <p:nvPr/>
              </p:nvSpPr>
              <p:spPr>
                <a:xfrm>
                  <a:off x="91427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8" name="object 532">
                  <a:extLst>
                    <a:ext uri="{FF2B5EF4-FFF2-40B4-BE49-F238E27FC236}">
                      <a16:creationId xmlns:a16="http://schemas.microsoft.com/office/drawing/2014/main" id="{69F40ED2-54DD-4619-8891-B2D88860D401}"/>
                    </a:ext>
                  </a:extLst>
                </p:cNvPr>
                <p:cNvSpPr/>
                <p:nvPr/>
              </p:nvSpPr>
              <p:spPr>
                <a:xfrm>
                  <a:off x="914277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9" name="object 533">
                  <a:extLst>
                    <a:ext uri="{FF2B5EF4-FFF2-40B4-BE49-F238E27FC236}">
                      <a16:creationId xmlns:a16="http://schemas.microsoft.com/office/drawing/2014/main" id="{CE6A0EBB-DF2E-443D-AB79-FBD5B4DB1C7D}"/>
                    </a:ext>
                  </a:extLst>
                </p:cNvPr>
                <p:cNvSpPr/>
                <p:nvPr/>
              </p:nvSpPr>
              <p:spPr>
                <a:xfrm>
                  <a:off x="9251756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0" name="object 534">
                  <a:extLst>
                    <a:ext uri="{FF2B5EF4-FFF2-40B4-BE49-F238E27FC236}">
                      <a16:creationId xmlns:a16="http://schemas.microsoft.com/office/drawing/2014/main" id="{D6B9FD9A-DB8D-4703-B361-8948091BF91D}"/>
                    </a:ext>
                  </a:extLst>
                </p:cNvPr>
                <p:cNvSpPr/>
                <p:nvPr/>
              </p:nvSpPr>
              <p:spPr>
                <a:xfrm>
                  <a:off x="9251756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1" name="object 535">
                  <a:extLst>
                    <a:ext uri="{FF2B5EF4-FFF2-40B4-BE49-F238E27FC236}">
                      <a16:creationId xmlns:a16="http://schemas.microsoft.com/office/drawing/2014/main" id="{2F164386-52D9-4D78-A836-F7E06E73F8F0}"/>
                    </a:ext>
                  </a:extLst>
                </p:cNvPr>
                <p:cNvSpPr/>
                <p:nvPr/>
              </p:nvSpPr>
              <p:spPr>
                <a:xfrm>
                  <a:off x="93599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2" name="object 536">
                  <a:extLst>
                    <a:ext uri="{FF2B5EF4-FFF2-40B4-BE49-F238E27FC236}">
                      <a16:creationId xmlns:a16="http://schemas.microsoft.com/office/drawing/2014/main" id="{F34D9DCB-429E-4A49-B40C-206DC0AA64D8}"/>
                    </a:ext>
                  </a:extLst>
                </p:cNvPr>
                <p:cNvSpPr/>
                <p:nvPr/>
              </p:nvSpPr>
              <p:spPr>
                <a:xfrm>
                  <a:off x="9359948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3" name="object 537">
                  <a:extLst>
                    <a:ext uri="{FF2B5EF4-FFF2-40B4-BE49-F238E27FC236}">
                      <a16:creationId xmlns:a16="http://schemas.microsoft.com/office/drawing/2014/main" id="{126D01F3-0543-4430-BA5C-10FB42585D7D}"/>
                    </a:ext>
                  </a:extLst>
                </p:cNvPr>
                <p:cNvSpPr/>
                <p:nvPr/>
              </p:nvSpPr>
              <p:spPr>
                <a:xfrm>
                  <a:off x="94689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4" name="object 538">
                  <a:extLst>
                    <a:ext uri="{FF2B5EF4-FFF2-40B4-BE49-F238E27FC236}">
                      <a16:creationId xmlns:a16="http://schemas.microsoft.com/office/drawing/2014/main" id="{AA0F35F8-756B-4EBD-8711-7C5A9DB99892}"/>
                    </a:ext>
                  </a:extLst>
                </p:cNvPr>
                <p:cNvSpPr/>
                <p:nvPr/>
              </p:nvSpPr>
              <p:spPr>
                <a:xfrm>
                  <a:off x="9468914" y="5210789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5" name="object 539">
                  <a:extLst>
                    <a:ext uri="{FF2B5EF4-FFF2-40B4-BE49-F238E27FC236}">
                      <a16:creationId xmlns:a16="http://schemas.microsoft.com/office/drawing/2014/main" id="{55650B1D-2C46-4771-B285-23C20B3DB7CF}"/>
                    </a:ext>
                  </a:extLst>
                </p:cNvPr>
                <p:cNvSpPr/>
                <p:nvPr/>
              </p:nvSpPr>
              <p:spPr>
                <a:xfrm>
                  <a:off x="957789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6" name="object 540">
                  <a:extLst>
                    <a:ext uri="{FF2B5EF4-FFF2-40B4-BE49-F238E27FC236}">
                      <a16:creationId xmlns:a16="http://schemas.microsoft.com/office/drawing/2014/main" id="{1686D02A-DF93-4C1A-8F19-3BB84AD18464}"/>
                    </a:ext>
                  </a:extLst>
                </p:cNvPr>
                <p:cNvSpPr/>
                <p:nvPr/>
              </p:nvSpPr>
              <p:spPr>
                <a:xfrm>
                  <a:off x="9577892" y="5210789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7" name="object 541">
                  <a:extLst>
                    <a:ext uri="{FF2B5EF4-FFF2-40B4-BE49-F238E27FC236}">
                      <a16:creationId xmlns:a16="http://schemas.microsoft.com/office/drawing/2014/main" id="{CEA02C41-F280-4828-9E3F-1E8FF267AD8E}"/>
                    </a:ext>
                  </a:extLst>
                </p:cNvPr>
                <p:cNvSpPr/>
                <p:nvPr/>
              </p:nvSpPr>
              <p:spPr>
                <a:xfrm>
                  <a:off x="696956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8" name="object 542">
                  <a:extLst>
                    <a:ext uri="{FF2B5EF4-FFF2-40B4-BE49-F238E27FC236}">
                      <a16:creationId xmlns:a16="http://schemas.microsoft.com/office/drawing/2014/main" id="{A0D17E19-3A3D-4FFC-9031-512A59B559C0}"/>
                    </a:ext>
                  </a:extLst>
                </p:cNvPr>
                <p:cNvSpPr/>
                <p:nvPr/>
              </p:nvSpPr>
              <p:spPr>
                <a:xfrm>
                  <a:off x="696956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29" name="object 543">
                  <a:extLst>
                    <a:ext uri="{FF2B5EF4-FFF2-40B4-BE49-F238E27FC236}">
                      <a16:creationId xmlns:a16="http://schemas.microsoft.com/office/drawing/2014/main" id="{934A82EA-47E5-4141-8DD1-9785DF3769CD}"/>
                    </a:ext>
                  </a:extLst>
                </p:cNvPr>
                <p:cNvSpPr/>
                <p:nvPr/>
              </p:nvSpPr>
              <p:spPr>
                <a:xfrm>
                  <a:off x="707853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0" name="object 544">
                  <a:extLst>
                    <a:ext uri="{FF2B5EF4-FFF2-40B4-BE49-F238E27FC236}">
                      <a16:creationId xmlns:a16="http://schemas.microsoft.com/office/drawing/2014/main" id="{F6E9BCDB-9994-4759-9C1D-7B0CC7BDBDEF}"/>
                    </a:ext>
                  </a:extLst>
                </p:cNvPr>
                <p:cNvSpPr/>
                <p:nvPr/>
              </p:nvSpPr>
              <p:spPr>
                <a:xfrm>
                  <a:off x="707853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1" name="object 545">
                  <a:extLst>
                    <a:ext uri="{FF2B5EF4-FFF2-40B4-BE49-F238E27FC236}">
                      <a16:creationId xmlns:a16="http://schemas.microsoft.com/office/drawing/2014/main" id="{9493C3EC-60E8-49CD-BC8B-6214C71E9A77}"/>
                    </a:ext>
                  </a:extLst>
                </p:cNvPr>
                <p:cNvSpPr/>
                <p:nvPr/>
              </p:nvSpPr>
              <p:spPr>
                <a:xfrm>
                  <a:off x="718673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2" name="object 546">
                  <a:extLst>
                    <a:ext uri="{FF2B5EF4-FFF2-40B4-BE49-F238E27FC236}">
                      <a16:creationId xmlns:a16="http://schemas.microsoft.com/office/drawing/2014/main" id="{2318F02D-337A-4F29-B1C1-986B0EDC0811}"/>
                    </a:ext>
                  </a:extLst>
                </p:cNvPr>
                <p:cNvSpPr/>
                <p:nvPr/>
              </p:nvSpPr>
              <p:spPr>
                <a:xfrm>
                  <a:off x="7186736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3" name="object 547">
                  <a:extLst>
                    <a:ext uri="{FF2B5EF4-FFF2-40B4-BE49-F238E27FC236}">
                      <a16:creationId xmlns:a16="http://schemas.microsoft.com/office/drawing/2014/main" id="{2E473F29-E337-46E1-9BCC-F0B8F149F428}"/>
                    </a:ext>
                  </a:extLst>
                </p:cNvPr>
                <p:cNvSpPr/>
                <p:nvPr/>
              </p:nvSpPr>
              <p:spPr>
                <a:xfrm>
                  <a:off x="729570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4" name="object 548">
                  <a:extLst>
                    <a:ext uri="{FF2B5EF4-FFF2-40B4-BE49-F238E27FC236}">
                      <a16:creationId xmlns:a16="http://schemas.microsoft.com/office/drawing/2014/main" id="{981E063C-5277-4E64-91EB-8DE111A6FDAA}"/>
                    </a:ext>
                  </a:extLst>
                </p:cNvPr>
                <p:cNvSpPr/>
                <p:nvPr/>
              </p:nvSpPr>
              <p:spPr>
                <a:xfrm>
                  <a:off x="729570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5" name="object 549">
                  <a:extLst>
                    <a:ext uri="{FF2B5EF4-FFF2-40B4-BE49-F238E27FC236}">
                      <a16:creationId xmlns:a16="http://schemas.microsoft.com/office/drawing/2014/main" id="{A3DA7196-84A9-47C7-B699-CB566DA81D87}"/>
                    </a:ext>
                  </a:extLst>
                </p:cNvPr>
                <p:cNvSpPr/>
                <p:nvPr/>
              </p:nvSpPr>
              <p:spPr>
                <a:xfrm>
                  <a:off x="740466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6" name="object 550">
                  <a:extLst>
                    <a:ext uri="{FF2B5EF4-FFF2-40B4-BE49-F238E27FC236}">
                      <a16:creationId xmlns:a16="http://schemas.microsoft.com/office/drawing/2014/main" id="{B63EA10C-02C9-4A34-8A72-1801F4AC4F53}"/>
                    </a:ext>
                  </a:extLst>
                </p:cNvPr>
                <p:cNvSpPr/>
                <p:nvPr/>
              </p:nvSpPr>
              <p:spPr>
                <a:xfrm>
                  <a:off x="740466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7" name="object 551">
                  <a:extLst>
                    <a:ext uri="{FF2B5EF4-FFF2-40B4-BE49-F238E27FC236}">
                      <a16:creationId xmlns:a16="http://schemas.microsoft.com/office/drawing/2014/main" id="{225551C9-633A-45DC-9F19-33C111957635}"/>
                    </a:ext>
                  </a:extLst>
                </p:cNvPr>
                <p:cNvSpPr/>
                <p:nvPr/>
              </p:nvSpPr>
              <p:spPr>
                <a:xfrm>
                  <a:off x="75128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8" name="object 552">
                  <a:extLst>
                    <a:ext uri="{FF2B5EF4-FFF2-40B4-BE49-F238E27FC236}">
                      <a16:creationId xmlns:a16="http://schemas.microsoft.com/office/drawing/2014/main" id="{E806F62E-EC4A-44F8-9DFC-384D504F94A3}"/>
                    </a:ext>
                  </a:extLst>
                </p:cNvPr>
                <p:cNvSpPr/>
                <p:nvPr/>
              </p:nvSpPr>
              <p:spPr>
                <a:xfrm>
                  <a:off x="75128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39" name="object 553">
                  <a:extLst>
                    <a:ext uri="{FF2B5EF4-FFF2-40B4-BE49-F238E27FC236}">
                      <a16:creationId xmlns:a16="http://schemas.microsoft.com/office/drawing/2014/main" id="{B844C078-AF3A-4F3F-9D31-76D1EC13EF5D}"/>
                    </a:ext>
                  </a:extLst>
                </p:cNvPr>
                <p:cNvSpPr/>
                <p:nvPr/>
              </p:nvSpPr>
              <p:spPr>
                <a:xfrm>
                  <a:off x="762183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0" name="object 554">
                  <a:extLst>
                    <a:ext uri="{FF2B5EF4-FFF2-40B4-BE49-F238E27FC236}">
                      <a16:creationId xmlns:a16="http://schemas.microsoft.com/office/drawing/2014/main" id="{A95FC85C-1730-4F98-80FA-DCC2BF3F49E4}"/>
                    </a:ext>
                  </a:extLst>
                </p:cNvPr>
                <p:cNvSpPr/>
                <p:nvPr/>
              </p:nvSpPr>
              <p:spPr>
                <a:xfrm>
                  <a:off x="7621838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1" name="object 555">
                  <a:extLst>
                    <a:ext uri="{FF2B5EF4-FFF2-40B4-BE49-F238E27FC236}">
                      <a16:creationId xmlns:a16="http://schemas.microsoft.com/office/drawing/2014/main" id="{5C48D37C-F4CE-4E50-99BF-763214C79E72}"/>
                    </a:ext>
                  </a:extLst>
                </p:cNvPr>
                <p:cNvSpPr/>
                <p:nvPr/>
              </p:nvSpPr>
              <p:spPr>
                <a:xfrm>
                  <a:off x="773004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2" name="object 556">
                  <a:extLst>
                    <a:ext uri="{FF2B5EF4-FFF2-40B4-BE49-F238E27FC236}">
                      <a16:creationId xmlns:a16="http://schemas.microsoft.com/office/drawing/2014/main" id="{CAB8319D-399D-4125-A8E4-42DEB9BA2262}"/>
                    </a:ext>
                  </a:extLst>
                </p:cNvPr>
                <p:cNvSpPr/>
                <p:nvPr/>
              </p:nvSpPr>
              <p:spPr>
                <a:xfrm>
                  <a:off x="773004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3" name="object 557">
                  <a:extLst>
                    <a:ext uri="{FF2B5EF4-FFF2-40B4-BE49-F238E27FC236}">
                      <a16:creationId xmlns:a16="http://schemas.microsoft.com/office/drawing/2014/main" id="{D996CD98-A428-413A-BBF5-E43E89F7A751}"/>
                    </a:ext>
                  </a:extLst>
                </p:cNvPr>
                <p:cNvSpPr/>
                <p:nvPr/>
              </p:nvSpPr>
              <p:spPr>
                <a:xfrm>
                  <a:off x="783900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4" name="object 558">
                  <a:extLst>
                    <a:ext uri="{FF2B5EF4-FFF2-40B4-BE49-F238E27FC236}">
                      <a16:creationId xmlns:a16="http://schemas.microsoft.com/office/drawing/2014/main" id="{17BB6C78-CA0B-462A-A81A-EE38D20F6D74}"/>
                    </a:ext>
                  </a:extLst>
                </p:cNvPr>
                <p:cNvSpPr/>
                <p:nvPr/>
              </p:nvSpPr>
              <p:spPr>
                <a:xfrm>
                  <a:off x="783900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5" name="object 559">
                  <a:extLst>
                    <a:ext uri="{FF2B5EF4-FFF2-40B4-BE49-F238E27FC236}">
                      <a16:creationId xmlns:a16="http://schemas.microsoft.com/office/drawing/2014/main" id="{D37E8F3C-E12F-4E7D-A2D5-40FFE741C915}"/>
                    </a:ext>
                  </a:extLst>
                </p:cNvPr>
                <p:cNvSpPr/>
                <p:nvPr/>
              </p:nvSpPr>
              <p:spPr>
                <a:xfrm>
                  <a:off x="79479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6" name="object 560">
                  <a:extLst>
                    <a:ext uri="{FF2B5EF4-FFF2-40B4-BE49-F238E27FC236}">
                      <a16:creationId xmlns:a16="http://schemas.microsoft.com/office/drawing/2014/main" id="{91C53EFD-1F6C-4FDE-9C3B-1C243DA56F74}"/>
                    </a:ext>
                  </a:extLst>
                </p:cNvPr>
                <p:cNvSpPr/>
                <p:nvPr/>
              </p:nvSpPr>
              <p:spPr>
                <a:xfrm>
                  <a:off x="79479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7" name="object 561">
                  <a:extLst>
                    <a:ext uri="{FF2B5EF4-FFF2-40B4-BE49-F238E27FC236}">
                      <a16:creationId xmlns:a16="http://schemas.microsoft.com/office/drawing/2014/main" id="{2F7D69E5-C741-4087-89C5-3CD3D9E93CF6}"/>
                    </a:ext>
                  </a:extLst>
                </p:cNvPr>
                <p:cNvSpPr/>
                <p:nvPr/>
              </p:nvSpPr>
              <p:spPr>
                <a:xfrm>
                  <a:off x="80561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8" name="object 562">
                  <a:extLst>
                    <a:ext uri="{FF2B5EF4-FFF2-40B4-BE49-F238E27FC236}">
                      <a16:creationId xmlns:a16="http://schemas.microsoft.com/office/drawing/2014/main" id="{8129B54F-4289-408A-BD24-8CDB85F6E11A}"/>
                    </a:ext>
                  </a:extLst>
                </p:cNvPr>
                <p:cNvSpPr/>
                <p:nvPr/>
              </p:nvSpPr>
              <p:spPr>
                <a:xfrm>
                  <a:off x="80561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49" name="object 563">
                  <a:extLst>
                    <a:ext uri="{FF2B5EF4-FFF2-40B4-BE49-F238E27FC236}">
                      <a16:creationId xmlns:a16="http://schemas.microsoft.com/office/drawing/2014/main" id="{00F6E6E9-08C2-453C-96AA-CA5063DA3034}"/>
                    </a:ext>
                  </a:extLst>
                </p:cNvPr>
                <p:cNvSpPr/>
                <p:nvPr/>
              </p:nvSpPr>
              <p:spPr>
                <a:xfrm>
                  <a:off x="816514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0" name="object 564">
                  <a:extLst>
                    <a:ext uri="{FF2B5EF4-FFF2-40B4-BE49-F238E27FC236}">
                      <a16:creationId xmlns:a16="http://schemas.microsoft.com/office/drawing/2014/main" id="{A6073ED7-7875-4458-899B-0006F15AB0DB}"/>
                    </a:ext>
                  </a:extLst>
                </p:cNvPr>
                <p:cNvSpPr/>
                <p:nvPr/>
              </p:nvSpPr>
              <p:spPr>
                <a:xfrm>
                  <a:off x="816514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1" name="object 565">
                  <a:extLst>
                    <a:ext uri="{FF2B5EF4-FFF2-40B4-BE49-F238E27FC236}">
                      <a16:creationId xmlns:a16="http://schemas.microsoft.com/office/drawing/2014/main" id="{E9B29519-0F52-4812-AA5B-5D80B727D910}"/>
                    </a:ext>
                  </a:extLst>
                </p:cNvPr>
                <p:cNvSpPr/>
                <p:nvPr/>
              </p:nvSpPr>
              <p:spPr>
                <a:xfrm>
                  <a:off x="82733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2" name="object 566">
                  <a:extLst>
                    <a:ext uri="{FF2B5EF4-FFF2-40B4-BE49-F238E27FC236}">
                      <a16:creationId xmlns:a16="http://schemas.microsoft.com/office/drawing/2014/main" id="{40580A59-8774-40BA-8F12-F5E587492E56}"/>
                    </a:ext>
                  </a:extLst>
                </p:cNvPr>
                <p:cNvSpPr/>
                <p:nvPr/>
              </p:nvSpPr>
              <p:spPr>
                <a:xfrm>
                  <a:off x="82733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3" name="object 567">
                  <a:extLst>
                    <a:ext uri="{FF2B5EF4-FFF2-40B4-BE49-F238E27FC236}">
                      <a16:creationId xmlns:a16="http://schemas.microsoft.com/office/drawing/2014/main" id="{CF3C9CC6-4D58-4E66-8F23-2A6FD23748A7}"/>
                    </a:ext>
                  </a:extLst>
                </p:cNvPr>
                <p:cNvSpPr/>
                <p:nvPr/>
              </p:nvSpPr>
              <p:spPr>
                <a:xfrm>
                  <a:off x="83823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4" name="object 568">
                  <a:extLst>
                    <a:ext uri="{FF2B5EF4-FFF2-40B4-BE49-F238E27FC236}">
                      <a16:creationId xmlns:a16="http://schemas.microsoft.com/office/drawing/2014/main" id="{8D94A2D4-23B3-4168-AFA4-1309D2732AD5}"/>
                    </a:ext>
                  </a:extLst>
                </p:cNvPr>
                <p:cNvSpPr/>
                <p:nvPr/>
              </p:nvSpPr>
              <p:spPr>
                <a:xfrm>
                  <a:off x="83823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5" name="object 569">
                  <a:extLst>
                    <a:ext uri="{FF2B5EF4-FFF2-40B4-BE49-F238E27FC236}">
                      <a16:creationId xmlns:a16="http://schemas.microsoft.com/office/drawing/2014/main" id="{9F5931D8-7B9B-411D-B7FC-AE2912E2101D}"/>
                    </a:ext>
                  </a:extLst>
                </p:cNvPr>
                <p:cNvSpPr/>
                <p:nvPr/>
              </p:nvSpPr>
              <p:spPr>
                <a:xfrm>
                  <a:off x="8491280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6" name="object 570">
                  <a:extLst>
                    <a:ext uri="{FF2B5EF4-FFF2-40B4-BE49-F238E27FC236}">
                      <a16:creationId xmlns:a16="http://schemas.microsoft.com/office/drawing/2014/main" id="{91FDCD38-E4AE-4897-AFC2-881DDD6AA04C}"/>
                    </a:ext>
                  </a:extLst>
                </p:cNvPr>
                <p:cNvSpPr/>
                <p:nvPr/>
              </p:nvSpPr>
              <p:spPr>
                <a:xfrm>
                  <a:off x="8491280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7" name="object 571">
                  <a:extLst>
                    <a:ext uri="{FF2B5EF4-FFF2-40B4-BE49-F238E27FC236}">
                      <a16:creationId xmlns:a16="http://schemas.microsoft.com/office/drawing/2014/main" id="{D03AE802-8639-46F7-AF93-BED0FE178F94}"/>
                    </a:ext>
                  </a:extLst>
                </p:cNvPr>
                <p:cNvSpPr/>
                <p:nvPr/>
              </p:nvSpPr>
              <p:spPr>
                <a:xfrm>
                  <a:off x="85994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8" name="object 572">
                  <a:extLst>
                    <a:ext uri="{FF2B5EF4-FFF2-40B4-BE49-F238E27FC236}">
                      <a16:creationId xmlns:a16="http://schemas.microsoft.com/office/drawing/2014/main" id="{C4AEFCB1-72DB-46B1-9017-3189C8553DC0}"/>
                    </a:ext>
                  </a:extLst>
                </p:cNvPr>
                <p:cNvSpPr/>
                <p:nvPr/>
              </p:nvSpPr>
              <p:spPr>
                <a:xfrm>
                  <a:off x="8599472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59" name="object 573">
                  <a:extLst>
                    <a:ext uri="{FF2B5EF4-FFF2-40B4-BE49-F238E27FC236}">
                      <a16:creationId xmlns:a16="http://schemas.microsoft.com/office/drawing/2014/main" id="{232C58FE-595F-43DC-BA78-985C1A13EC9C}"/>
                    </a:ext>
                  </a:extLst>
                </p:cNvPr>
                <p:cNvSpPr/>
                <p:nvPr/>
              </p:nvSpPr>
              <p:spPr>
                <a:xfrm>
                  <a:off x="8708437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0" name="object 574">
                  <a:extLst>
                    <a:ext uri="{FF2B5EF4-FFF2-40B4-BE49-F238E27FC236}">
                      <a16:creationId xmlns:a16="http://schemas.microsoft.com/office/drawing/2014/main" id="{55350F68-9BF2-429D-9723-23AFF662FF0F}"/>
                    </a:ext>
                  </a:extLst>
                </p:cNvPr>
                <p:cNvSpPr/>
                <p:nvPr/>
              </p:nvSpPr>
              <p:spPr>
                <a:xfrm>
                  <a:off x="8708437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1" name="object 575">
                  <a:extLst>
                    <a:ext uri="{FF2B5EF4-FFF2-40B4-BE49-F238E27FC236}">
                      <a16:creationId xmlns:a16="http://schemas.microsoft.com/office/drawing/2014/main" id="{4F2F9B0D-5345-4C67-9390-8B4B569B3FD0}"/>
                    </a:ext>
                  </a:extLst>
                </p:cNvPr>
                <p:cNvSpPr/>
                <p:nvPr/>
              </p:nvSpPr>
              <p:spPr>
                <a:xfrm>
                  <a:off x="881665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2" name="object 576">
                  <a:extLst>
                    <a:ext uri="{FF2B5EF4-FFF2-40B4-BE49-F238E27FC236}">
                      <a16:creationId xmlns:a16="http://schemas.microsoft.com/office/drawing/2014/main" id="{47E781C9-925B-4DF3-89EE-428AAECB392B}"/>
                    </a:ext>
                  </a:extLst>
                </p:cNvPr>
                <p:cNvSpPr/>
                <p:nvPr/>
              </p:nvSpPr>
              <p:spPr>
                <a:xfrm>
                  <a:off x="881665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3" name="object 577">
                  <a:extLst>
                    <a:ext uri="{FF2B5EF4-FFF2-40B4-BE49-F238E27FC236}">
                      <a16:creationId xmlns:a16="http://schemas.microsoft.com/office/drawing/2014/main" id="{0723EAC1-0A1D-4DE4-85EA-E8CB16828BAF}"/>
                    </a:ext>
                  </a:extLst>
                </p:cNvPr>
                <p:cNvSpPr/>
                <p:nvPr/>
              </p:nvSpPr>
              <p:spPr>
                <a:xfrm>
                  <a:off x="8925620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4" name="object 578">
                  <a:extLst>
                    <a:ext uri="{FF2B5EF4-FFF2-40B4-BE49-F238E27FC236}">
                      <a16:creationId xmlns:a16="http://schemas.microsoft.com/office/drawing/2014/main" id="{EC13CCA6-A643-4E11-8030-69B4C8390B2E}"/>
                    </a:ext>
                  </a:extLst>
                </p:cNvPr>
                <p:cNvSpPr/>
                <p:nvPr/>
              </p:nvSpPr>
              <p:spPr>
                <a:xfrm>
                  <a:off x="8925620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5" name="object 579">
                  <a:extLst>
                    <a:ext uri="{FF2B5EF4-FFF2-40B4-BE49-F238E27FC236}">
                      <a16:creationId xmlns:a16="http://schemas.microsoft.com/office/drawing/2014/main" id="{837FA4EE-F511-4D0E-8C3D-04D517E14A7F}"/>
                    </a:ext>
                  </a:extLst>
                </p:cNvPr>
                <p:cNvSpPr/>
                <p:nvPr/>
              </p:nvSpPr>
              <p:spPr>
                <a:xfrm>
                  <a:off x="90345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6" name="object 580">
                  <a:extLst>
                    <a:ext uri="{FF2B5EF4-FFF2-40B4-BE49-F238E27FC236}">
                      <a16:creationId xmlns:a16="http://schemas.microsoft.com/office/drawing/2014/main" id="{8C167CB4-9E89-45C0-B84C-CD870E8458FC}"/>
                    </a:ext>
                  </a:extLst>
                </p:cNvPr>
                <p:cNvSpPr/>
                <p:nvPr/>
              </p:nvSpPr>
              <p:spPr>
                <a:xfrm>
                  <a:off x="9034574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7" name="object 581">
                  <a:extLst>
                    <a:ext uri="{FF2B5EF4-FFF2-40B4-BE49-F238E27FC236}">
                      <a16:creationId xmlns:a16="http://schemas.microsoft.com/office/drawing/2014/main" id="{8A58BB52-8DB0-424F-BB20-A234BDBC1F3D}"/>
                    </a:ext>
                  </a:extLst>
                </p:cNvPr>
                <p:cNvSpPr/>
                <p:nvPr/>
              </p:nvSpPr>
              <p:spPr>
                <a:xfrm>
                  <a:off x="91427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8" name="object 582">
                  <a:extLst>
                    <a:ext uri="{FF2B5EF4-FFF2-40B4-BE49-F238E27FC236}">
                      <a16:creationId xmlns:a16="http://schemas.microsoft.com/office/drawing/2014/main" id="{789301F2-F371-4D9C-B0A1-80DD3E03B677}"/>
                    </a:ext>
                  </a:extLst>
                </p:cNvPr>
                <p:cNvSpPr/>
                <p:nvPr/>
              </p:nvSpPr>
              <p:spPr>
                <a:xfrm>
                  <a:off x="914277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9" name="object 583">
                  <a:extLst>
                    <a:ext uri="{FF2B5EF4-FFF2-40B4-BE49-F238E27FC236}">
                      <a16:creationId xmlns:a16="http://schemas.microsoft.com/office/drawing/2014/main" id="{47270959-2BC3-4FAE-8D57-43A9E020E481}"/>
                    </a:ext>
                  </a:extLst>
                </p:cNvPr>
                <p:cNvSpPr/>
                <p:nvPr/>
              </p:nvSpPr>
              <p:spPr>
                <a:xfrm>
                  <a:off x="9251756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0" name="object 584">
                  <a:extLst>
                    <a:ext uri="{FF2B5EF4-FFF2-40B4-BE49-F238E27FC236}">
                      <a16:creationId xmlns:a16="http://schemas.microsoft.com/office/drawing/2014/main" id="{AFDA5E91-A1CC-4979-AA5A-A517C88092EC}"/>
                    </a:ext>
                  </a:extLst>
                </p:cNvPr>
                <p:cNvSpPr/>
                <p:nvPr/>
              </p:nvSpPr>
              <p:spPr>
                <a:xfrm>
                  <a:off x="9251756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1" name="object 585">
                  <a:extLst>
                    <a:ext uri="{FF2B5EF4-FFF2-40B4-BE49-F238E27FC236}">
                      <a16:creationId xmlns:a16="http://schemas.microsoft.com/office/drawing/2014/main" id="{1DED7C45-8AA2-49B3-8F07-608AB4C0C8F5}"/>
                    </a:ext>
                  </a:extLst>
                </p:cNvPr>
                <p:cNvSpPr/>
                <p:nvPr/>
              </p:nvSpPr>
              <p:spPr>
                <a:xfrm>
                  <a:off x="93599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2" name="object 586">
                  <a:extLst>
                    <a:ext uri="{FF2B5EF4-FFF2-40B4-BE49-F238E27FC236}">
                      <a16:creationId xmlns:a16="http://schemas.microsoft.com/office/drawing/2014/main" id="{8E737F8E-6D25-47A8-B075-F171E69DCF34}"/>
                    </a:ext>
                  </a:extLst>
                </p:cNvPr>
                <p:cNvSpPr/>
                <p:nvPr/>
              </p:nvSpPr>
              <p:spPr>
                <a:xfrm>
                  <a:off x="9359948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3" name="object 587">
                  <a:extLst>
                    <a:ext uri="{FF2B5EF4-FFF2-40B4-BE49-F238E27FC236}">
                      <a16:creationId xmlns:a16="http://schemas.microsoft.com/office/drawing/2014/main" id="{C8E5E6E5-7C4C-4B60-9789-4821DE8405D0}"/>
                    </a:ext>
                  </a:extLst>
                </p:cNvPr>
                <p:cNvSpPr/>
                <p:nvPr/>
              </p:nvSpPr>
              <p:spPr>
                <a:xfrm>
                  <a:off x="94689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4" name="object 588">
                  <a:extLst>
                    <a:ext uri="{FF2B5EF4-FFF2-40B4-BE49-F238E27FC236}">
                      <a16:creationId xmlns:a16="http://schemas.microsoft.com/office/drawing/2014/main" id="{E1701C9C-3B0B-45D3-9855-91A92C850370}"/>
                    </a:ext>
                  </a:extLst>
                </p:cNvPr>
                <p:cNvSpPr/>
                <p:nvPr/>
              </p:nvSpPr>
              <p:spPr>
                <a:xfrm>
                  <a:off x="9468914" y="531975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5" name="object 589">
                  <a:extLst>
                    <a:ext uri="{FF2B5EF4-FFF2-40B4-BE49-F238E27FC236}">
                      <a16:creationId xmlns:a16="http://schemas.microsoft.com/office/drawing/2014/main" id="{33ED6FEE-1FE0-40E3-AE1A-6886AA9B3FB4}"/>
                    </a:ext>
                  </a:extLst>
                </p:cNvPr>
                <p:cNvSpPr/>
                <p:nvPr/>
              </p:nvSpPr>
              <p:spPr>
                <a:xfrm>
                  <a:off x="957789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6" name="object 590">
                  <a:extLst>
                    <a:ext uri="{FF2B5EF4-FFF2-40B4-BE49-F238E27FC236}">
                      <a16:creationId xmlns:a16="http://schemas.microsoft.com/office/drawing/2014/main" id="{2C202DC8-EBCD-4875-8C00-D518194517BF}"/>
                    </a:ext>
                  </a:extLst>
                </p:cNvPr>
                <p:cNvSpPr/>
                <p:nvPr/>
              </p:nvSpPr>
              <p:spPr>
                <a:xfrm>
                  <a:off x="9577892" y="531975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7" name="object 591">
                  <a:extLst>
                    <a:ext uri="{FF2B5EF4-FFF2-40B4-BE49-F238E27FC236}">
                      <a16:creationId xmlns:a16="http://schemas.microsoft.com/office/drawing/2014/main" id="{AE9D3216-E685-439C-8E90-F9710DFB1859}"/>
                    </a:ext>
                  </a:extLst>
                </p:cNvPr>
                <p:cNvSpPr/>
                <p:nvPr/>
              </p:nvSpPr>
              <p:spPr>
                <a:xfrm>
                  <a:off x="696956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8" name="object 592">
                  <a:extLst>
                    <a:ext uri="{FF2B5EF4-FFF2-40B4-BE49-F238E27FC236}">
                      <a16:creationId xmlns:a16="http://schemas.microsoft.com/office/drawing/2014/main" id="{D73470EC-4201-4F2F-B4B9-1D399BC39077}"/>
                    </a:ext>
                  </a:extLst>
                </p:cNvPr>
                <p:cNvSpPr/>
                <p:nvPr/>
              </p:nvSpPr>
              <p:spPr>
                <a:xfrm>
                  <a:off x="696956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79" name="object 593">
                  <a:extLst>
                    <a:ext uri="{FF2B5EF4-FFF2-40B4-BE49-F238E27FC236}">
                      <a16:creationId xmlns:a16="http://schemas.microsoft.com/office/drawing/2014/main" id="{1337EBDB-1E75-4085-AE3A-F803FFCD46F3}"/>
                    </a:ext>
                  </a:extLst>
                </p:cNvPr>
                <p:cNvSpPr/>
                <p:nvPr/>
              </p:nvSpPr>
              <p:spPr>
                <a:xfrm>
                  <a:off x="707853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0" name="object 594">
                  <a:extLst>
                    <a:ext uri="{FF2B5EF4-FFF2-40B4-BE49-F238E27FC236}">
                      <a16:creationId xmlns:a16="http://schemas.microsoft.com/office/drawing/2014/main" id="{1BEDD206-93EA-4B0E-AD96-00EA8DA2A500}"/>
                    </a:ext>
                  </a:extLst>
                </p:cNvPr>
                <p:cNvSpPr/>
                <p:nvPr/>
              </p:nvSpPr>
              <p:spPr>
                <a:xfrm>
                  <a:off x="707853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1" name="object 595">
                  <a:extLst>
                    <a:ext uri="{FF2B5EF4-FFF2-40B4-BE49-F238E27FC236}">
                      <a16:creationId xmlns:a16="http://schemas.microsoft.com/office/drawing/2014/main" id="{A000C85A-30E7-436E-A979-3DF03A521420}"/>
                    </a:ext>
                  </a:extLst>
                </p:cNvPr>
                <p:cNvSpPr/>
                <p:nvPr/>
              </p:nvSpPr>
              <p:spPr>
                <a:xfrm>
                  <a:off x="718673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2" name="object 596">
                  <a:extLst>
                    <a:ext uri="{FF2B5EF4-FFF2-40B4-BE49-F238E27FC236}">
                      <a16:creationId xmlns:a16="http://schemas.microsoft.com/office/drawing/2014/main" id="{EF49B76B-03EE-42E2-817F-6BC44B8BFAC5}"/>
                    </a:ext>
                  </a:extLst>
                </p:cNvPr>
                <p:cNvSpPr/>
                <p:nvPr/>
              </p:nvSpPr>
              <p:spPr>
                <a:xfrm>
                  <a:off x="7186736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3" name="object 597">
                  <a:extLst>
                    <a:ext uri="{FF2B5EF4-FFF2-40B4-BE49-F238E27FC236}">
                      <a16:creationId xmlns:a16="http://schemas.microsoft.com/office/drawing/2014/main" id="{78A9E462-EE88-4444-B059-18EC370F4A4C}"/>
                    </a:ext>
                  </a:extLst>
                </p:cNvPr>
                <p:cNvSpPr/>
                <p:nvPr/>
              </p:nvSpPr>
              <p:spPr>
                <a:xfrm>
                  <a:off x="729570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4" name="object 598">
                  <a:extLst>
                    <a:ext uri="{FF2B5EF4-FFF2-40B4-BE49-F238E27FC236}">
                      <a16:creationId xmlns:a16="http://schemas.microsoft.com/office/drawing/2014/main" id="{17F0CEFF-72F7-492B-956A-A678E12CF209}"/>
                    </a:ext>
                  </a:extLst>
                </p:cNvPr>
                <p:cNvSpPr/>
                <p:nvPr/>
              </p:nvSpPr>
              <p:spPr>
                <a:xfrm>
                  <a:off x="729570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5" name="object 599">
                  <a:extLst>
                    <a:ext uri="{FF2B5EF4-FFF2-40B4-BE49-F238E27FC236}">
                      <a16:creationId xmlns:a16="http://schemas.microsoft.com/office/drawing/2014/main" id="{BDEFC681-6A8A-4939-8A08-80F3068D1F66}"/>
                    </a:ext>
                  </a:extLst>
                </p:cNvPr>
                <p:cNvSpPr/>
                <p:nvPr/>
              </p:nvSpPr>
              <p:spPr>
                <a:xfrm>
                  <a:off x="740466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6" name="object 600">
                  <a:extLst>
                    <a:ext uri="{FF2B5EF4-FFF2-40B4-BE49-F238E27FC236}">
                      <a16:creationId xmlns:a16="http://schemas.microsoft.com/office/drawing/2014/main" id="{31D9E78D-B71D-4248-8780-BCBA0B0C1A1F}"/>
                    </a:ext>
                  </a:extLst>
                </p:cNvPr>
                <p:cNvSpPr/>
                <p:nvPr/>
              </p:nvSpPr>
              <p:spPr>
                <a:xfrm>
                  <a:off x="740466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7" name="object 601">
                  <a:extLst>
                    <a:ext uri="{FF2B5EF4-FFF2-40B4-BE49-F238E27FC236}">
                      <a16:creationId xmlns:a16="http://schemas.microsoft.com/office/drawing/2014/main" id="{0FE71D96-9437-4486-A912-89173931122D}"/>
                    </a:ext>
                  </a:extLst>
                </p:cNvPr>
                <p:cNvSpPr/>
                <p:nvPr/>
              </p:nvSpPr>
              <p:spPr>
                <a:xfrm>
                  <a:off x="75128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8" name="object 602">
                  <a:extLst>
                    <a:ext uri="{FF2B5EF4-FFF2-40B4-BE49-F238E27FC236}">
                      <a16:creationId xmlns:a16="http://schemas.microsoft.com/office/drawing/2014/main" id="{3D41FAF4-D7EB-4565-97D8-D963A3ED5A29}"/>
                    </a:ext>
                  </a:extLst>
                </p:cNvPr>
                <p:cNvSpPr/>
                <p:nvPr/>
              </p:nvSpPr>
              <p:spPr>
                <a:xfrm>
                  <a:off x="75128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89" name="object 603">
                  <a:extLst>
                    <a:ext uri="{FF2B5EF4-FFF2-40B4-BE49-F238E27FC236}">
                      <a16:creationId xmlns:a16="http://schemas.microsoft.com/office/drawing/2014/main" id="{C90ADD3C-A315-4B18-B5F3-6BB0B4FFA9BF}"/>
                    </a:ext>
                  </a:extLst>
                </p:cNvPr>
                <p:cNvSpPr/>
                <p:nvPr/>
              </p:nvSpPr>
              <p:spPr>
                <a:xfrm>
                  <a:off x="762183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0" name="object 604">
                  <a:extLst>
                    <a:ext uri="{FF2B5EF4-FFF2-40B4-BE49-F238E27FC236}">
                      <a16:creationId xmlns:a16="http://schemas.microsoft.com/office/drawing/2014/main" id="{9105D0AD-9D9D-48E5-8A99-1EB579637F8A}"/>
                    </a:ext>
                  </a:extLst>
                </p:cNvPr>
                <p:cNvSpPr/>
                <p:nvPr/>
              </p:nvSpPr>
              <p:spPr>
                <a:xfrm>
                  <a:off x="7621838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1" name="object 605">
                  <a:extLst>
                    <a:ext uri="{FF2B5EF4-FFF2-40B4-BE49-F238E27FC236}">
                      <a16:creationId xmlns:a16="http://schemas.microsoft.com/office/drawing/2014/main" id="{31173037-958D-4983-8587-BB4931E70DC4}"/>
                    </a:ext>
                  </a:extLst>
                </p:cNvPr>
                <p:cNvSpPr/>
                <p:nvPr/>
              </p:nvSpPr>
              <p:spPr>
                <a:xfrm>
                  <a:off x="773004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2" name="object 606">
                  <a:extLst>
                    <a:ext uri="{FF2B5EF4-FFF2-40B4-BE49-F238E27FC236}">
                      <a16:creationId xmlns:a16="http://schemas.microsoft.com/office/drawing/2014/main" id="{8AD1FFB9-2B17-4EAA-8F8B-2AB883FC09E1}"/>
                    </a:ext>
                  </a:extLst>
                </p:cNvPr>
                <p:cNvSpPr/>
                <p:nvPr/>
              </p:nvSpPr>
              <p:spPr>
                <a:xfrm>
                  <a:off x="773004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3" name="object 607">
                  <a:extLst>
                    <a:ext uri="{FF2B5EF4-FFF2-40B4-BE49-F238E27FC236}">
                      <a16:creationId xmlns:a16="http://schemas.microsoft.com/office/drawing/2014/main" id="{7C03DCA3-6702-4137-A9D1-71793927B491}"/>
                    </a:ext>
                  </a:extLst>
                </p:cNvPr>
                <p:cNvSpPr/>
                <p:nvPr/>
              </p:nvSpPr>
              <p:spPr>
                <a:xfrm>
                  <a:off x="783900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4" name="object 608">
                  <a:extLst>
                    <a:ext uri="{FF2B5EF4-FFF2-40B4-BE49-F238E27FC236}">
                      <a16:creationId xmlns:a16="http://schemas.microsoft.com/office/drawing/2014/main" id="{2DC8593E-8590-4F2A-8DD8-3DA2737852EE}"/>
                    </a:ext>
                  </a:extLst>
                </p:cNvPr>
                <p:cNvSpPr/>
                <p:nvPr/>
              </p:nvSpPr>
              <p:spPr>
                <a:xfrm>
                  <a:off x="783900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5" name="object 609">
                  <a:extLst>
                    <a:ext uri="{FF2B5EF4-FFF2-40B4-BE49-F238E27FC236}">
                      <a16:creationId xmlns:a16="http://schemas.microsoft.com/office/drawing/2014/main" id="{4CFCFE24-E8B4-4707-8157-EDEFE22D6A04}"/>
                    </a:ext>
                  </a:extLst>
                </p:cNvPr>
                <p:cNvSpPr/>
                <p:nvPr/>
              </p:nvSpPr>
              <p:spPr>
                <a:xfrm>
                  <a:off x="79479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6" name="object 610">
                  <a:extLst>
                    <a:ext uri="{FF2B5EF4-FFF2-40B4-BE49-F238E27FC236}">
                      <a16:creationId xmlns:a16="http://schemas.microsoft.com/office/drawing/2014/main" id="{70AF689A-2756-40FF-83C1-9FB42C7A631F}"/>
                    </a:ext>
                  </a:extLst>
                </p:cNvPr>
                <p:cNvSpPr/>
                <p:nvPr/>
              </p:nvSpPr>
              <p:spPr>
                <a:xfrm>
                  <a:off x="79479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204" y="108204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7" name="object 611">
                  <a:extLst>
                    <a:ext uri="{FF2B5EF4-FFF2-40B4-BE49-F238E27FC236}">
                      <a16:creationId xmlns:a16="http://schemas.microsoft.com/office/drawing/2014/main" id="{1650C084-3B33-4ADF-B9EC-3F139D71A9E7}"/>
                    </a:ext>
                  </a:extLst>
                </p:cNvPr>
                <p:cNvSpPr/>
                <p:nvPr/>
              </p:nvSpPr>
              <p:spPr>
                <a:xfrm>
                  <a:off x="80561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8" name="object 612">
                  <a:extLst>
                    <a:ext uri="{FF2B5EF4-FFF2-40B4-BE49-F238E27FC236}">
                      <a16:creationId xmlns:a16="http://schemas.microsoft.com/office/drawing/2014/main" id="{1DC47BE0-07C2-4BB3-AEA1-770CE4C9D1B1}"/>
                    </a:ext>
                  </a:extLst>
                </p:cNvPr>
                <p:cNvSpPr/>
                <p:nvPr/>
              </p:nvSpPr>
              <p:spPr>
                <a:xfrm>
                  <a:off x="80561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99" name="object 613">
                  <a:extLst>
                    <a:ext uri="{FF2B5EF4-FFF2-40B4-BE49-F238E27FC236}">
                      <a16:creationId xmlns:a16="http://schemas.microsoft.com/office/drawing/2014/main" id="{3EB721D8-C018-4FE9-AFA8-67F047FFBDBA}"/>
                    </a:ext>
                  </a:extLst>
                </p:cNvPr>
                <p:cNvSpPr/>
                <p:nvPr/>
              </p:nvSpPr>
              <p:spPr>
                <a:xfrm>
                  <a:off x="816514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0" name="object 614">
                  <a:extLst>
                    <a:ext uri="{FF2B5EF4-FFF2-40B4-BE49-F238E27FC236}">
                      <a16:creationId xmlns:a16="http://schemas.microsoft.com/office/drawing/2014/main" id="{7B982A06-E753-4988-83A0-84D0D7C1E783}"/>
                    </a:ext>
                  </a:extLst>
                </p:cNvPr>
                <p:cNvSpPr/>
                <p:nvPr/>
              </p:nvSpPr>
              <p:spPr>
                <a:xfrm>
                  <a:off x="816514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1" name="object 615">
                  <a:extLst>
                    <a:ext uri="{FF2B5EF4-FFF2-40B4-BE49-F238E27FC236}">
                      <a16:creationId xmlns:a16="http://schemas.microsoft.com/office/drawing/2014/main" id="{3E6B35F2-81F1-4687-9DE2-EA10A2D3E988}"/>
                    </a:ext>
                  </a:extLst>
                </p:cNvPr>
                <p:cNvSpPr/>
                <p:nvPr/>
              </p:nvSpPr>
              <p:spPr>
                <a:xfrm>
                  <a:off x="82733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2" name="object 616">
                  <a:extLst>
                    <a:ext uri="{FF2B5EF4-FFF2-40B4-BE49-F238E27FC236}">
                      <a16:creationId xmlns:a16="http://schemas.microsoft.com/office/drawing/2014/main" id="{537C8B5A-8E68-4C61-8273-363436E76533}"/>
                    </a:ext>
                  </a:extLst>
                </p:cNvPr>
                <p:cNvSpPr/>
                <p:nvPr/>
              </p:nvSpPr>
              <p:spPr>
                <a:xfrm>
                  <a:off x="82733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3" name="object 617">
                  <a:extLst>
                    <a:ext uri="{FF2B5EF4-FFF2-40B4-BE49-F238E27FC236}">
                      <a16:creationId xmlns:a16="http://schemas.microsoft.com/office/drawing/2014/main" id="{993265CA-1D0A-4BF9-9E74-1D07CF30EC6C}"/>
                    </a:ext>
                  </a:extLst>
                </p:cNvPr>
                <p:cNvSpPr/>
                <p:nvPr/>
              </p:nvSpPr>
              <p:spPr>
                <a:xfrm>
                  <a:off x="83823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4" name="object 618">
                  <a:extLst>
                    <a:ext uri="{FF2B5EF4-FFF2-40B4-BE49-F238E27FC236}">
                      <a16:creationId xmlns:a16="http://schemas.microsoft.com/office/drawing/2014/main" id="{4AC1CB82-3C35-457B-A3E6-FC616BE30221}"/>
                    </a:ext>
                  </a:extLst>
                </p:cNvPr>
                <p:cNvSpPr/>
                <p:nvPr/>
              </p:nvSpPr>
              <p:spPr>
                <a:xfrm>
                  <a:off x="83823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5" name="object 619">
                  <a:extLst>
                    <a:ext uri="{FF2B5EF4-FFF2-40B4-BE49-F238E27FC236}">
                      <a16:creationId xmlns:a16="http://schemas.microsoft.com/office/drawing/2014/main" id="{54D2D515-7269-4886-8B87-2F5BACC2E996}"/>
                    </a:ext>
                  </a:extLst>
                </p:cNvPr>
                <p:cNvSpPr/>
                <p:nvPr/>
              </p:nvSpPr>
              <p:spPr>
                <a:xfrm>
                  <a:off x="8491280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4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4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6" name="object 620">
                  <a:extLst>
                    <a:ext uri="{FF2B5EF4-FFF2-40B4-BE49-F238E27FC236}">
                      <a16:creationId xmlns:a16="http://schemas.microsoft.com/office/drawing/2014/main" id="{15B0453A-C4DF-4E66-A89F-03C852EBF126}"/>
                    </a:ext>
                  </a:extLst>
                </p:cNvPr>
                <p:cNvSpPr/>
                <p:nvPr/>
              </p:nvSpPr>
              <p:spPr>
                <a:xfrm>
                  <a:off x="8491280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7" name="object 621">
                  <a:extLst>
                    <a:ext uri="{FF2B5EF4-FFF2-40B4-BE49-F238E27FC236}">
                      <a16:creationId xmlns:a16="http://schemas.microsoft.com/office/drawing/2014/main" id="{FD6C053A-A71F-454C-8A07-284385D0A13D}"/>
                    </a:ext>
                  </a:extLst>
                </p:cNvPr>
                <p:cNvSpPr/>
                <p:nvPr/>
              </p:nvSpPr>
              <p:spPr>
                <a:xfrm>
                  <a:off x="85994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8" name="object 622">
                  <a:extLst>
                    <a:ext uri="{FF2B5EF4-FFF2-40B4-BE49-F238E27FC236}">
                      <a16:creationId xmlns:a16="http://schemas.microsoft.com/office/drawing/2014/main" id="{47D35143-B055-4BE0-A6C4-ED9D1BF1F8A8}"/>
                    </a:ext>
                  </a:extLst>
                </p:cNvPr>
                <p:cNvSpPr/>
                <p:nvPr/>
              </p:nvSpPr>
              <p:spPr>
                <a:xfrm>
                  <a:off x="8599472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09" name="object 623">
                  <a:extLst>
                    <a:ext uri="{FF2B5EF4-FFF2-40B4-BE49-F238E27FC236}">
                      <a16:creationId xmlns:a16="http://schemas.microsoft.com/office/drawing/2014/main" id="{EDA7172C-A9CC-41C3-94E6-6008DAFE3B8C}"/>
                    </a:ext>
                  </a:extLst>
                </p:cNvPr>
                <p:cNvSpPr/>
                <p:nvPr/>
              </p:nvSpPr>
              <p:spPr>
                <a:xfrm>
                  <a:off x="8708437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0" name="object 624">
                  <a:extLst>
                    <a:ext uri="{FF2B5EF4-FFF2-40B4-BE49-F238E27FC236}">
                      <a16:creationId xmlns:a16="http://schemas.microsoft.com/office/drawing/2014/main" id="{0BACF538-4197-4054-9D4E-1F30AAD4A0C4}"/>
                    </a:ext>
                  </a:extLst>
                </p:cNvPr>
                <p:cNvSpPr/>
                <p:nvPr/>
              </p:nvSpPr>
              <p:spPr>
                <a:xfrm>
                  <a:off x="8708437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1" name="object 625">
                  <a:extLst>
                    <a:ext uri="{FF2B5EF4-FFF2-40B4-BE49-F238E27FC236}">
                      <a16:creationId xmlns:a16="http://schemas.microsoft.com/office/drawing/2014/main" id="{5CE6B7CD-5C67-42C7-A1B9-34C7BA4391DC}"/>
                    </a:ext>
                  </a:extLst>
                </p:cNvPr>
                <p:cNvSpPr/>
                <p:nvPr/>
              </p:nvSpPr>
              <p:spPr>
                <a:xfrm>
                  <a:off x="881665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2" name="object 626">
                  <a:extLst>
                    <a:ext uri="{FF2B5EF4-FFF2-40B4-BE49-F238E27FC236}">
                      <a16:creationId xmlns:a16="http://schemas.microsoft.com/office/drawing/2014/main" id="{C7F9347C-551E-42E3-8842-EEB5E253EAF7}"/>
                    </a:ext>
                  </a:extLst>
                </p:cNvPr>
                <p:cNvSpPr/>
                <p:nvPr/>
              </p:nvSpPr>
              <p:spPr>
                <a:xfrm>
                  <a:off x="881665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3" name="object 627">
                  <a:extLst>
                    <a:ext uri="{FF2B5EF4-FFF2-40B4-BE49-F238E27FC236}">
                      <a16:creationId xmlns:a16="http://schemas.microsoft.com/office/drawing/2014/main" id="{CBDAABFE-DF39-4C15-B0B4-2DF2BE8DA207}"/>
                    </a:ext>
                  </a:extLst>
                </p:cNvPr>
                <p:cNvSpPr/>
                <p:nvPr/>
              </p:nvSpPr>
              <p:spPr>
                <a:xfrm>
                  <a:off x="8925620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4" name="object 628">
                  <a:extLst>
                    <a:ext uri="{FF2B5EF4-FFF2-40B4-BE49-F238E27FC236}">
                      <a16:creationId xmlns:a16="http://schemas.microsoft.com/office/drawing/2014/main" id="{68C7776E-323D-486E-B518-94B2C7582106}"/>
                    </a:ext>
                  </a:extLst>
                </p:cNvPr>
                <p:cNvSpPr/>
                <p:nvPr/>
              </p:nvSpPr>
              <p:spPr>
                <a:xfrm>
                  <a:off x="8925620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5" name="object 629">
                  <a:extLst>
                    <a:ext uri="{FF2B5EF4-FFF2-40B4-BE49-F238E27FC236}">
                      <a16:creationId xmlns:a16="http://schemas.microsoft.com/office/drawing/2014/main" id="{C11D1F21-54AD-466C-9763-4DEDC4FC03DE}"/>
                    </a:ext>
                  </a:extLst>
                </p:cNvPr>
                <p:cNvSpPr/>
                <p:nvPr/>
              </p:nvSpPr>
              <p:spPr>
                <a:xfrm>
                  <a:off x="90345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6" name="object 630">
                  <a:extLst>
                    <a:ext uri="{FF2B5EF4-FFF2-40B4-BE49-F238E27FC236}">
                      <a16:creationId xmlns:a16="http://schemas.microsoft.com/office/drawing/2014/main" id="{24632DF1-5553-4AD8-9BBB-DD97C9FC3BF7}"/>
                    </a:ext>
                  </a:extLst>
                </p:cNvPr>
                <p:cNvSpPr/>
                <p:nvPr/>
              </p:nvSpPr>
              <p:spPr>
                <a:xfrm>
                  <a:off x="9034574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7" name="object 631">
                  <a:extLst>
                    <a:ext uri="{FF2B5EF4-FFF2-40B4-BE49-F238E27FC236}">
                      <a16:creationId xmlns:a16="http://schemas.microsoft.com/office/drawing/2014/main" id="{E4589040-B5BD-4EE4-A200-DD18E4065524}"/>
                    </a:ext>
                  </a:extLst>
                </p:cNvPr>
                <p:cNvSpPr/>
                <p:nvPr/>
              </p:nvSpPr>
              <p:spPr>
                <a:xfrm>
                  <a:off x="91427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8" name="object 632">
                  <a:extLst>
                    <a:ext uri="{FF2B5EF4-FFF2-40B4-BE49-F238E27FC236}">
                      <a16:creationId xmlns:a16="http://schemas.microsoft.com/office/drawing/2014/main" id="{5EFEC389-E858-4CC2-9F98-1A58CA2A22A8}"/>
                    </a:ext>
                  </a:extLst>
                </p:cNvPr>
                <p:cNvSpPr/>
                <p:nvPr/>
              </p:nvSpPr>
              <p:spPr>
                <a:xfrm>
                  <a:off x="914277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9" name="object 633">
                  <a:extLst>
                    <a:ext uri="{FF2B5EF4-FFF2-40B4-BE49-F238E27FC236}">
                      <a16:creationId xmlns:a16="http://schemas.microsoft.com/office/drawing/2014/main" id="{259AACEF-229E-49C5-98ED-49BA7D235A60}"/>
                    </a:ext>
                  </a:extLst>
                </p:cNvPr>
                <p:cNvSpPr/>
                <p:nvPr/>
              </p:nvSpPr>
              <p:spPr>
                <a:xfrm>
                  <a:off x="9251756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0" name="object 634">
                  <a:extLst>
                    <a:ext uri="{FF2B5EF4-FFF2-40B4-BE49-F238E27FC236}">
                      <a16:creationId xmlns:a16="http://schemas.microsoft.com/office/drawing/2014/main" id="{E750CC87-AF05-490D-87C6-C062A513AF71}"/>
                    </a:ext>
                  </a:extLst>
                </p:cNvPr>
                <p:cNvSpPr/>
                <p:nvPr/>
              </p:nvSpPr>
              <p:spPr>
                <a:xfrm>
                  <a:off x="9251756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1" name="object 635">
                  <a:extLst>
                    <a:ext uri="{FF2B5EF4-FFF2-40B4-BE49-F238E27FC236}">
                      <a16:creationId xmlns:a16="http://schemas.microsoft.com/office/drawing/2014/main" id="{CEFE0CB0-F968-43C2-9056-BA048078183D}"/>
                    </a:ext>
                  </a:extLst>
                </p:cNvPr>
                <p:cNvSpPr/>
                <p:nvPr/>
              </p:nvSpPr>
              <p:spPr>
                <a:xfrm>
                  <a:off x="93599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2" name="object 636">
                  <a:extLst>
                    <a:ext uri="{FF2B5EF4-FFF2-40B4-BE49-F238E27FC236}">
                      <a16:creationId xmlns:a16="http://schemas.microsoft.com/office/drawing/2014/main" id="{A01699D5-53D7-42DD-9D0B-1CEF778C0254}"/>
                    </a:ext>
                  </a:extLst>
                </p:cNvPr>
                <p:cNvSpPr/>
                <p:nvPr/>
              </p:nvSpPr>
              <p:spPr>
                <a:xfrm>
                  <a:off x="9359948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3" name="object 637">
                  <a:extLst>
                    <a:ext uri="{FF2B5EF4-FFF2-40B4-BE49-F238E27FC236}">
                      <a16:creationId xmlns:a16="http://schemas.microsoft.com/office/drawing/2014/main" id="{EBF0BE43-75A5-464E-86B0-5DD99F92F543}"/>
                    </a:ext>
                  </a:extLst>
                </p:cNvPr>
                <p:cNvSpPr/>
                <p:nvPr/>
              </p:nvSpPr>
              <p:spPr>
                <a:xfrm>
                  <a:off x="94689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4" name="object 638">
                  <a:extLst>
                    <a:ext uri="{FF2B5EF4-FFF2-40B4-BE49-F238E27FC236}">
                      <a16:creationId xmlns:a16="http://schemas.microsoft.com/office/drawing/2014/main" id="{3DB314C8-99D6-4B48-A5A3-10F1043AC3DB}"/>
                    </a:ext>
                  </a:extLst>
                </p:cNvPr>
                <p:cNvSpPr/>
                <p:nvPr/>
              </p:nvSpPr>
              <p:spPr>
                <a:xfrm>
                  <a:off x="9468914" y="542872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5" name="object 639">
                  <a:extLst>
                    <a:ext uri="{FF2B5EF4-FFF2-40B4-BE49-F238E27FC236}">
                      <a16:creationId xmlns:a16="http://schemas.microsoft.com/office/drawing/2014/main" id="{AC1E0860-D191-41C4-82D1-6C8AF8C3E04C}"/>
                    </a:ext>
                  </a:extLst>
                </p:cNvPr>
                <p:cNvSpPr/>
                <p:nvPr/>
              </p:nvSpPr>
              <p:spPr>
                <a:xfrm>
                  <a:off x="957789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6" name="object 640">
                  <a:extLst>
                    <a:ext uri="{FF2B5EF4-FFF2-40B4-BE49-F238E27FC236}">
                      <a16:creationId xmlns:a16="http://schemas.microsoft.com/office/drawing/2014/main" id="{B3022DB1-7554-453E-9A35-B985C6E17778}"/>
                    </a:ext>
                  </a:extLst>
                </p:cNvPr>
                <p:cNvSpPr/>
                <p:nvPr/>
              </p:nvSpPr>
              <p:spPr>
                <a:xfrm>
                  <a:off x="9577892" y="542872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7" name="object 641">
                  <a:extLst>
                    <a:ext uri="{FF2B5EF4-FFF2-40B4-BE49-F238E27FC236}">
                      <a16:creationId xmlns:a16="http://schemas.microsoft.com/office/drawing/2014/main" id="{89EBEEF9-1B35-47CA-BB79-7114BD030193}"/>
                    </a:ext>
                  </a:extLst>
                </p:cNvPr>
                <p:cNvSpPr/>
                <p:nvPr/>
              </p:nvSpPr>
              <p:spPr>
                <a:xfrm>
                  <a:off x="696956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8" name="object 642">
                  <a:extLst>
                    <a:ext uri="{FF2B5EF4-FFF2-40B4-BE49-F238E27FC236}">
                      <a16:creationId xmlns:a16="http://schemas.microsoft.com/office/drawing/2014/main" id="{6F847F1F-CDC0-4390-86B6-41564460193C}"/>
                    </a:ext>
                  </a:extLst>
                </p:cNvPr>
                <p:cNvSpPr/>
                <p:nvPr/>
              </p:nvSpPr>
              <p:spPr>
                <a:xfrm>
                  <a:off x="696956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29" name="object 643">
                  <a:extLst>
                    <a:ext uri="{FF2B5EF4-FFF2-40B4-BE49-F238E27FC236}">
                      <a16:creationId xmlns:a16="http://schemas.microsoft.com/office/drawing/2014/main" id="{C1A186D5-6ADA-43AC-A7B3-D4FE13DC3AF7}"/>
                    </a:ext>
                  </a:extLst>
                </p:cNvPr>
                <p:cNvSpPr/>
                <p:nvPr/>
              </p:nvSpPr>
              <p:spPr>
                <a:xfrm>
                  <a:off x="707853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0" name="object 644">
                  <a:extLst>
                    <a:ext uri="{FF2B5EF4-FFF2-40B4-BE49-F238E27FC236}">
                      <a16:creationId xmlns:a16="http://schemas.microsoft.com/office/drawing/2014/main" id="{C5C5E7DF-8B18-48F7-A050-5DD35F640BA7}"/>
                    </a:ext>
                  </a:extLst>
                </p:cNvPr>
                <p:cNvSpPr/>
                <p:nvPr/>
              </p:nvSpPr>
              <p:spPr>
                <a:xfrm>
                  <a:off x="707853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1" name="object 645">
                  <a:extLst>
                    <a:ext uri="{FF2B5EF4-FFF2-40B4-BE49-F238E27FC236}">
                      <a16:creationId xmlns:a16="http://schemas.microsoft.com/office/drawing/2014/main" id="{9186CB62-3AE9-4368-AF1F-DB65CF03590A}"/>
                    </a:ext>
                  </a:extLst>
                </p:cNvPr>
                <p:cNvSpPr/>
                <p:nvPr/>
              </p:nvSpPr>
              <p:spPr>
                <a:xfrm>
                  <a:off x="718673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2" name="object 646">
                  <a:extLst>
                    <a:ext uri="{FF2B5EF4-FFF2-40B4-BE49-F238E27FC236}">
                      <a16:creationId xmlns:a16="http://schemas.microsoft.com/office/drawing/2014/main" id="{4CD322B7-0FD5-4FD1-92D5-354937DFF589}"/>
                    </a:ext>
                  </a:extLst>
                </p:cNvPr>
                <p:cNvSpPr/>
                <p:nvPr/>
              </p:nvSpPr>
              <p:spPr>
                <a:xfrm>
                  <a:off x="7186736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3" name="object 647">
                  <a:extLst>
                    <a:ext uri="{FF2B5EF4-FFF2-40B4-BE49-F238E27FC236}">
                      <a16:creationId xmlns:a16="http://schemas.microsoft.com/office/drawing/2014/main" id="{3A5061DC-D43E-4C75-8909-C329CEB6A528}"/>
                    </a:ext>
                  </a:extLst>
                </p:cNvPr>
                <p:cNvSpPr/>
                <p:nvPr/>
              </p:nvSpPr>
              <p:spPr>
                <a:xfrm>
                  <a:off x="729570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4" name="object 648">
                  <a:extLst>
                    <a:ext uri="{FF2B5EF4-FFF2-40B4-BE49-F238E27FC236}">
                      <a16:creationId xmlns:a16="http://schemas.microsoft.com/office/drawing/2014/main" id="{6CE46B91-1AEE-4126-9715-6DED83251D59}"/>
                    </a:ext>
                  </a:extLst>
                </p:cNvPr>
                <p:cNvSpPr/>
                <p:nvPr/>
              </p:nvSpPr>
              <p:spPr>
                <a:xfrm>
                  <a:off x="729570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5" name="object 649">
                  <a:extLst>
                    <a:ext uri="{FF2B5EF4-FFF2-40B4-BE49-F238E27FC236}">
                      <a16:creationId xmlns:a16="http://schemas.microsoft.com/office/drawing/2014/main" id="{70F2371E-0928-49A0-90F2-2A9FB56267A0}"/>
                    </a:ext>
                  </a:extLst>
                </p:cNvPr>
                <p:cNvSpPr/>
                <p:nvPr/>
              </p:nvSpPr>
              <p:spPr>
                <a:xfrm>
                  <a:off x="740466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6" name="object 650">
                  <a:extLst>
                    <a:ext uri="{FF2B5EF4-FFF2-40B4-BE49-F238E27FC236}">
                      <a16:creationId xmlns:a16="http://schemas.microsoft.com/office/drawing/2014/main" id="{4DD9295C-50D8-48A0-A8A3-6B8A6A68276B}"/>
                    </a:ext>
                  </a:extLst>
                </p:cNvPr>
                <p:cNvSpPr/>
                <p:nvPr/>
              </p:nvSpPr>
              <p:spPr>
                <a:xfrm>
                  <a:off x="740466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7" name="object 651">
                  <a:extLst>
                    <a:ext uri="{FF2B5EF4-FFF2-40B4-BE49-F238E27FC236}">
                      <a16:creationId xmlns:a16="http://schemas.microsoft.com/office/drawing/2014/main" id="{7D88266C-BCDD-4434-877C-4273198924F8}"/>
                    </a:ext>
                  </a:extLst>
                </p:cNvPr>
                <p:cNvSpPr/>
                <p:nvPr/>
              </p:nvSpPr>
              <p:spPr>
                <a:xfrm>
                  <a:off x="75128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8" name="object 652">
                  <a:extLst>
                    <a:ext uri="{FF2B5EF4-FFF2-40B4-BE49-F238E27FC236}">
                      <a16:creationId xmlns:a16="http://schemas.microsoft.com/office/drawing/2014/main" id="{14B715BD-01D8-4AD2-A597-0D3EFA1CE034}"/>
                    </a:ext>
                  </a:extLst>
                </p:cNvPr>
                <p:cNvSpPr/>
                <p:nvPr/>
              </p:nvSpPr>
              <p:spPr>
                <a:xfrm>
                  <a:off x="75128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39" name="object 653">
                  <a:extLst>
                    <a:ext uri="{FF2B5EF4-FFF2-40B4-BE49-F238E27FC236}">
                      <a16:creationId xmlns:a16="http://schemas.microsoft.com/office/drawing/2014/main" id="{DBD1E0A7-03E5-412B-9698-8627742BA7E3}"/>
                    </a:ext>
                  </a:extLst>
                </p:cNvPr>
                <p:cNvSpPr/>
                <p:nvPr/>
              </p:nvSpPr>
              <p:spPr>
                <a:xfrm>
                  <a:off x="762183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0" name="object 654">
                  <a:extLst>
                    <a:ext uri="{FF2B5EF4-FFF2-40B4-BE49-F238E27FC236}">
                      <a16:creationId xmlns:a16="http://schemas.microsoft.com/office/drawing/2014/main" id="{8C6992C4-7885-4493-828C-ACA7CD76E8BD}"/>
                    </a:ext>
                  </a:extLst>
                </p:cNvPr>
                <p:cNvSpPr/>
                <p:nvPr/>
              </p:nvSpPr>
              <p:spPr>
                <a:xfrm>
                  <a:off x="7621838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1" name="object 655">
                  <a:extLst>
                    <a:ext uri="{FF2B5EF4-FFF2-40B4-BE49-F238E27FC236}">
                      <a16:creationId xmlns:a16="http://schemas.microsoft.com/office/drawing/2014/main" id="{487089B1-6F89-4756-904D-E99C9BD2C821}"/>
                    </a:ext>
                  </a:extLst>
                </p:cNvPr>
                <p:cNvSpPr/>
                <p:nvPr/>
              </p:nvSpPr>
              <p:spPr>
                <a:xfrm>
                  <a:off x="773004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2" name="object 656">
                  <a:extLst>
                    <a:ext uri="{FF2B5EF4-FFF2-40B4-BE49-F238E27FC236}">
                      <a16:creationId xmlns:a16="http://schemas.microsoft.com/office/drawing/2014/main" id="{DF02A27E-00B2-4260-83B8-5231CE568985}"/>
                    </a:ext>
                  </a:extLst>
                </p:cNvPr>
                <p:cNvSpPr/>
                <p:nvPr/>
              </p:nvSpPr>
              <p:spPr>
                <a:xfrm>
                  <a:off x="773004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3" name="object 657">
                  <a:extLst>
                    <a:ext uri="{FF2B5EF4-FFF2-40B4-BE49-F238E27FC236}">
                      <a16:creationId xmlns:a16="http://schemas.microsoft.com/office/drawing/2014/main" id="{4022C3CF-43AD-4AC6-87BE-4F0F57AB4278}"/>
                    </a:ext>
                  </a:extLst>
                </p:cNvPr>
                <p:cNvSpPr/>
                <p:nvPr/>
              </p:nvSpPr>
              <p:spPr>
                <a:xfrm>
                  <a:off x="783900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4" name="object 658">
                  <a:extLst>
                    <a:ext uri="{FF2B5EF4-FFF2-40B4-BE49-F238E27FC236}">
                      <a16:creationId xmlns:a16="http://schemas.microsoft.com/office/drawing/2014/main" id="{82C6C193-3DE3-4DF1-9738-86F456940A40}"/>
                    </a:ext>
                  </a:extLst>
                </p:cNvPr>
                <p:cNvSpPr/>
                <p:nvPr/>
              </p:nvSpPr>
              <p:spPr>
                <a:xfrm>
                  <a:off x="783900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5" name="object 659">
                  <a:extLst>
                    <a:ext uri="{FF2B5EF4-FFF2-40B4-BE49-F238E27FC236}">
                      <a16:creationId xmlns:a16="http://schemas.microsoft.com/office/drawing/2014/main" id="{004FFD66-A8B1-497C-BCDD-03C54FAC5F9A}"/>
                    </a:ext>
                  </a:extLst>
                </p:cNvPr>
                <p:cNvSpPr/>
                <p:nvPr/>
              </p:nvSpPr>
              <p:spPr>
                <a:xfrm>
                  <a:off x="79479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6" name="object 660">
                  <a:extLst>
                    <a:ext uri="{FF2B5EF4-FFF2-40B4-BE49-F238E27FC236}">
                      <a16:creationId xmlns:a16="http://schemas.microsoft.com/office/drawing/2014/main" id="{16F376A8-1BD1-40BE-B52D-F509F70B13F5}"/>
                    </a:ext>
                  </a:extLst>
                </p:cNvPr>
                <p:cNvSpPr/>
                <p:nvPr/>
              </p:nvSpPr>
              <p:spPr>
                <a:xfrm>
                  <a:off x="79479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7" name="object 661">
                  <a:extLst>
                    <a:ext uri="{FF2B5EF4-FFF2-40B4-BE49-F238E27FC236}">
                      <a16:creationId xmlns:a16="http://schemas.microsoft.com/office/drawing/2014/main" id="{CD2CAD0C-E83F-45D6-ABDC-9C68B3FB2A25}"/>
                    </a:ext>
                  </a:extLst>
                </p:cNvPr>
                <p:cNvSpPr/>
                <p:nvPr/>
              </p:nvSpPr>
              <p:spPr>
                <a:xfrm>
                  <a:off x="80561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8" name="object 662">
                  <a:extLst>
                    <a:ext uri="{FF2B5EF4-FFF2-40B4-BE49-F238E27FC236}">
                      <a16:creationId xmlns:a16="http://schemas.microsoft.com/office/drawing/2014/main" id="{FEED4128-7B70-4293-B07F-EC96AD1AE111}"/>
                    </a:ext>
                  </a:extLst>
                </p:cNvPr>
                <p:cNvSpPr/>
                <p:nvPr/>
              </p:nvSpPr>
              <p:spPr>
                <a:xfrm>
                  <a:off x="80561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49" name="object 663">
                  <a:extLst>
                    <a:ext uri="{FF2B5EF4-FFF2-40B4-BE49-F238E27FC236}">
                      <a16:creationId xmlns:a16="http://schemas.microsoft.com/office/drawing/2014/main" id="{E60C95F2-AAF7-48A3-82E9-C40E5D455778}"/>
                    </a:ext>
                  </a:extLst>
                </p:cNvPr>
                <p:cNvSpPr/>
                <p:nvPr/>
              </p:nvSpPr>
              <p:spPr>
                <a:xfrm>
                  <a:off x="816514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0" name="object 664">
                  <a:extLst>
                    <a:ext uri="{FF2B5EF4-FFF2-40B4-BE49-F238E27FC236}">
                      <a16:creationId xmlns:a16="http://schemas.microsoft.com/office/drawing/2014/main" id="{FFE4038D-B2F2-4347-9040-E293E9E1C1F9}"/>
                    </a:ext>
                  </a:extLst>
                </p:cNvPr>
                <p:cNvSpPr/>
                <p:nvPr/>
              </p:nvSpPr>
              <p:spPr>
                <a:xfrm>
                  <a:off x="816514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1" name="object 665">
                  <a:extLst>
                    <a:ext uri="{FF2B5EF4-FFF2-40B4-BE49-F238E27FC236}">
                      <a16:creationId xmlns:a16="http://schemas.microsoft.com/office/drawing/2014/main" id="{71C9B3C0-50B2-4848-8C1D-BCC89311EFD5}"/>
                    </a:ext>
                  </a:extLst>
                </p:cNvPr>
                <p:cNvSpPr/>
                <p:nvPr/>
              </p:nvSpPr>
              <p:spPr>
                <a:xfrm>
                  <a:off x="82733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2" name="object 666">
                  <a:extLst>
                    <a:ext uri="{FF2B5EF4-FFF2-40B4-BE49-F238E27FC236}">
                      <a16:creationId xmlns:a16="http://schemas.microsoft.com/office/drawing/2014/main" id="{1D35D250-B21F-4CC1-B872-DAF80FCD09A1}"/>
                    </a:ext>
                  </a:extLst>
                </p:cNvPr>
                <p:cNvSpPr/>
                <p:nvPr/>
              </p:nvSpPr>
              <p:spPr>
                <a:xfrm>
                  <a:off x="82733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3" name="object 667">
                  <a:extLst>
                    <a:ext uri="{FF2B5EF4-FFF2-40B4-BE49-F238E27FC236}">
                      <a16:creationId xmlns:a16="http://schemas.microsoft.com/office/drawing/2014/main" id="{D8487E59-707C-43B8-A618-471C1F09D35B}"/>
                    </a:ext>
                  </a:extLst>
                </p:cNvPr>
                <p:cNvSpPr/>
                <p:nvPr/>
              </p:nvSpPr>
              <p:spPr>
                <a:xfrm>
                  <a:off x="83823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4" name="object 668">
                  <a:extLst>
                    <a:ext uri="{FF2B5EF4-FFF2-40B4-BE49-F238E27FC236}">
                      <a16:creationId xmlns:a16="http://schemas.microsoft.com/office/drawing/2014/main" id="{A6B5FF36-61C8-4EE8-A1C6-296F8B00DE9C}"/>
                    </a:ext>
                  </a:extLst>
                </p:cNvPr>
                <p:cNvSpPr/>
                <p:nvPr/>
              </p:nvSpPr>
              <p:spPr>
                <a:xfrm>
                  <a:off x="83823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5" name="object 669">
                  <a:extLst>
                    <a:ext uri="{FF2B5EF4-FFF2-40B4-BE49-F238E27FC236}">
                      <a16:creationId xmlns:a16="http://schemas.microsoft.com/office/drawing/2014/main" id="{8A714F5F-FCEB-46ED-9568-09B615239B7C}"/>
                    </a:ext>
                  </a:extLst>
                </p:cNvPr>
                <p:cNvSpPr/>
                <p:nvPr/>
              </p:nvSpPr>
              <p:spPr>
                <a:xfrm>
                  <a:off x="8491280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6" name="object 670">
                  <a:extLst>
                    <a:ext uri="{FF2B5EF4-FFF2-40B4-BE49-F238E27FC236}">
                      <a16:creationId xmlns:a16="http://schemas.microsoft.com/office/drawing/2014/main" id="{70BEED6E-9DBA-4D57-8AD3-8055C9BC8DD4}"/>
                    </a:ext>
                  </a:extLst>
                </p:cNvPr>
                <p:cNvSpPr/>
                <p:nvPr/>
              </p:nvSpPr>
              <p:spPr>
                <a:xfrm>
                  <a:off x="8491280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7" name="object 671">
                  <a:extLst>
                    <a:ext uri="{FF2B5EF4-FFF2-40B4-BE49-F238E27FC236}">
                      <a16:creationId xmlns:a16="http://schemas.microsoft.com/office/drawing/2014/main" id="{1EBCD6A6-7DE1-443E-8C5E-AF5AB6BB9F5A}"/>
                    </a:ext>
                  </a:extLst>
                </p:cNvPr>
                <p:cNvSpPr/>
                <p:nvPr/>
              </p:nvSpPr>
              <p:spPr>
                <a:xfrm>
                  <a:off x="85994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8" name="object 672">
                  <a:extLst>
                    <a:ext uri="{FF2B5EF4-FFF2-40B4-BE49-F238E27FC236}">
                      <a16:creationId xmlns:a16="http://schemas.microsoft.com/office/drawing/2014/main" id="{D1096F5B-40B9-4C69-96ED-1A9DDE3D21FF}"/>
                    </a:ext>
                  </a:extLst>
                </p:cNvPr>
                <p:cNvSpPr/>
                <p:nvPr/>
              </p:nvSpPr>
              <p:spPr>
                <a:xfrm>
                  <a:off x="8599472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59" name="object 673">
                  <a:extLst>
                    <a:ext uri="{FF2B5EF4-FFF2-40B4-BE49-F238E27FC236}">
                      <a16:creationId xmlns:a16="http://schemas.microsoft.com/office/drawing/2014/main" id="{4145E46D-B66E-47F3-B809-81315CFD0794}"/>
                    </a:ext>
                  </a:extLst>
                </p:cNvPr>
                <p:cNvSpPr/>
                <p:nvPr/>
              </p:nvSpPr>
              <p:spPr>
                <a:xfrm>
                  <a:off x="8708437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0" name="object 674">
                  <a:extLst>
                    <a:ext uri="{FF2B5EF4-FFF2-40B4-BE49-F238E27FC236}">
                      <a16:creationId xmlns:a16="http://schemas.microsoft.com/office/drawing/2014/main" id="{C0226859-5B02-4BE1-A174-5548C8F1C192}"/>
                    </a:ext>
                  </a:extLst>
                </p:cNvPr>
                <p:cNvSpPr/>
                <p:nvPr/>
              </p:nvSpPr>
              <p:spPr>
                <a:xfrm>
                  <a:off x="8708437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1" name="object 675">
                  <a:extLst>
                    <a:ext uri="{FF2B5EF4-FFF2-40B4-BE49-F238E27FC236}">
                      <a16:creationId xmlns:a16="http://schemas.microsoft.com/office/drawing/2014/main" id="{82E986FD-1C76-4B17-AE99-30FC5751DD8A}"/>
                    </a:ext>
                  </a:extLst>
                </p:cNvPr>
                <p:cNvSpPr/>
                <p:nvPr/>
              </p:nvSpPr>
              <p:spPr>
                <a:xfrm>
                  <a:off x="881665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2" name="object 676">
                  <a:extLst>
                    <a:ext uri="{FF2B5EF4-FFF2-40B4-BE49-F238E27FC236}">
                      <a16:creationId xmlns:a16="http://schemas.microsoft.com/office/drawing/2014/main" id="{3DFDBD25-FDE3-416F-BFAF-7DB331CAAB04}"/>
                    </a:ext>
                  </a:extLst>
                </p:cNvPr>
                <p:cNvSpPr/>
                <p:nvPr/>
              </p:nvSpPr>
              <p:spPr>
                <a:xfrm>
                  <a:off x="881665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3" name="object 677">
                  <a:extLst>
                    <a:ext uri="{FF2B5EF4-FFF2-40B4-BE49-F238E27FC236}">
                      <a16:creationId xmlns:a16="http://schemas.microsoft.com/office/drawing/2014/main" id="{D3CAAB6E-112F-41D0-B215-42D2B645830F}"/>
                    </a:ext>
                  </a:extLst>
                </p:cNvPr>
                <p:cNvSpPr/>
                <p:nvPr/>
              </p:nvSpPr>
              <p:spPr>
                <a:xfrm>
                  <a:off x="8925620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4" name="object 678">
                  <a:extLst>
                    <a:ext uri="{FF2B5EF4-FFF2-40B4-BE49-F238E27FC236}">
                      <a16:creationId xmlns:a16="http://schemas.microsoft.com/office/drawing/2014/main" id="{F2C6929E-F358-4FD6-8ECB-11F2B7E17367}"/>
                    </a:ext>
                  </a:extLst>
                </p:cNvPr>
                <p:cNvSpPr/>
                <p:nvPr/>
              </p:nvSpPr>
              <p:spPr>
                <a:xfrm>
                  <a:off x="8925620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5" name="object 679">
                  <a:extLst>
                    <a:ext uri="{FF2B5EF4-FFF2-40B4-BE49-F238E27FC236}">
                      <a16:creationId xmlns:a16="http://schemas.microsoft.com/office/drawing/2014/main" id="{EC8AC226-D2EB-4FE4-88AD-15BC539E0DC8}"/>
                    </a:ext>
                  </a:extLst>
                </p:cNvPr>
                <p:cNvSpPr/>
                <p:nvPr/>
              </p:nvSpPr>
              <p:spPr>
                <a:xfrm>
                  <a:off x="90345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6" name="object 680">
                  <a:extLst>
                    <a:ext uri="{FF2B5EF4-FFF2-40B4-BE49-F238E27FC236}">
                      <a16:creationId xmlns:a16="http://schemas.microsoft.com/office/drawing/2014/main" id="{A471009B-C84E-45B1-9945-6A9771665DA1}"/>
                    </a:ext>
                  </a:extLst>
                </p:cNvPr>
                <p:cNvSpPr/>
                <p:nvPr/>
              </p:nvSpPr>
              <p:spPr>
                <a:xfrm>
                  <a:off x="9034574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7" name="object 681">
                  <a:extLst>
                    <a:ext uri="{FF2B5EF4-FFF2-40B4-BE49-F238E27FC236}">
                      <a16:creationId xmlns:a16="http://schemas.microsoft.com/office/drawing/2014/main" id="{D49F3556-2575-459C-A3FA-10FD54958572}"/>
                    </a:ext>
                  </a:extLst>
                </p:cNvPr>
                <p:cNvSpPr/>
                <p:nvPr/>
              </p:nvSpPr>
              <p:spPr>
                <a:xfrm>
                  <a:off x="91427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8" name="object 682">
                  <a:extLst>
                    <a:ext uri="{FF2B5EF4-FFF2-40B4-BE49-F238E27FC236}">
                      <a16:creationId xmlns:a16="http://schemas.microsoft.com/office/drawing/2014/main" id="{79C47908-6BCC-4BD5-8D16-190EE85AA29D}"/>
                    </a:ext>
                  </a:extLst>
                </p:cNvPr>
                <p:cNvSpPr/>
                <p:nvPr/>
              </p:nvSpPr>
              <p:spPr>
                <a:xfrm>
                  <a:off x="914277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69" name="object 683">
                  <a:extLst>
                    <a:ext uri="{FF2B5EF4-FFF2-40B4-BE49-F238E27FC236}">
                      <a16:creationId xmlns:a16="http://schemas.microsoft.com/office/drawing/2014/main" id="{0416B461-03CC-475D-9625-8D3465FC9A22}"/>
                    </a:ext>
                  </a:extLst>
                </p:cNvPr>
                <p:cNvSpPr/>
                <p:nvPr/>
              </p:nvSpPr>
              <p:spPr>
                <a:xfrm>
                  <a:off x="9251756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0" name="object 684">
                  <a:extLst>
                    <a:ext uri="{FF2B5EF4-FFF2-40B4-BE49-F238E27FC236}">
                      <a16:creationId xmlns:a16="http://schemas.microsoft.com/office/drawing/2014/main" id="{18C57866-78FF-4C48-807F-7E7620E3AABF}"/>
                    </a:ext>
                  </a:extLst>
                </p:cNvPr>
                <p:cNvSpPr/>
                <p:nvPr/>
              </p:nvSpPr>
              <p:spPr>
                <a:xfrm>
                  <a:off x="9251756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1" name="object 685">
                  <a:extLst>
                    <a:ext uri="{FF2B5EF4-FFF2-40B4-BE49-F238E27FC236}">
                      <a16:creationId xmlns:a16="http://schemas.microsoft.com/office/drawing/2014/main" id="{1D77327B-C4E7-47DD-9164-6675D7E12BF1}"/>
                    </a:ext>
                  </a:extLst>
                </p:cNvPr>
                <p:cNvSpPr/>
                <p:nvPr/>
              </p:nvSpPr>
              <p:spPr>
                <a:xfrm>
                  <a:off x="93599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2" name="object 686">
                  <a:extLst>
                    <a:ext uri="{FF2B5EF4-FFF2-40B4-BE49-F238E27FC236}">
                      <a16:creationId xmlns:a16="http://schemas.microsoft.com/office/drawing/2014/main" id="{1489B5AA-13D7-4F7D-A33B-C5DE6C5EEF24}"/>
                    </a:ext>
                  </a:extLst>
                </p:cNvPr>
                <p:cNvSpPr/>
                <p:nvPr/>
              </p:nvSpPr>
              <p:spPr>
                <a:xfrm>
                  <a:off x="9359948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3" name="object 687">
                  <a:extLst>
                    <a:ext uri="{FF2B5EF4-FFF2-40B4-BE49-F238E27FC236}">
                      <a16:creationId xmlns:a16="http://schemas.microsoft.com/office/drawing/2014/main" id="{5BB51F71-25D9-4184-98B1-140C5F51E41A}"/>
                    </a:ext>
                  </a:extLst>
                </p:cNvPr>
                <p:cNvSpPr/>
                <p:nvPr/>
              </p:nvSpPr>
              <p:spPr>
                <a:xfrm>
                  <a:off x="94689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4" name="object 688">
                  <a:extLst>
                    <a:ext uri="{FF2B5EF4-FFF2-40B4-BE49-F238E27FC236}">
                      <a16:creationId xmlns:a16="http://schemas.microsoft.com/office/drawing/2014/main" id="{65643578-9B97-4B22-A62C-20047CA76836}"/>
                    </a:ext>
                  </a:extLst>
                </p:cNvPr>
                <p:cNvSpPr/>
                <p:nvPr/>
              </p:nvSpPr>
              <p:spPr>
                <a:xfrm>
                  <a:off x="9468914" y="553692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5" name="object 689">
                  <a:extLst>
                    <a:ext uri="{FF2B5EF4-FFF2-40B4-BE49-F238E27FC236}">
                      <a16:creationId xmlns:a16="http://schemas.microsoft.com/office/drawing/2014/main" id="{81C3E6C6-C653-4A5C-9B8E-CFB990B46FE2}"/>
                    </a:ext>
                  </a:extLst>
                </p:cNvPr>
                <p:cNvSpPr/>
                <p:nvPr/>
              </p:nvSpPr>
              <p:spPr>
                <a:xfrm>
                  <a:off x="957789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6" name="object 690">
                  <a:extLst>
                    <a:ext uri="{FF2B5EF4-FFF2-40B4-BE49-F238E27FC236}">
                      <a16:creationId xmlns:a16="http://schemas.microsoft.com/office/drawing/2014/main" id="{F2AD8397-0157-489B-9778-345E60A1DD94}"/>
                    </a:ext>
                  </a:extLst>
                </p:cNvPr>
                <p:cNvSpPr/>
                <p:nvPr/>
              </p:nvSpPr>
              <p:spPr>
                <a:xfrm>
                  <a:off x="9577892" y="553692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7" name="object 691">
                  <a:extLst>
                    <a:ext uri="{FF2B5EF4-FFF2-40B4-BE49-F238E27FC236}">
                      <a16:creationId xmlns:a16="http://schemas.microsoft.com/office/drawing/2014/main" id="{A223BAD1-7254-4138-966C-EFCDB0423F0E}"/>
                    </a:ext>
                  </a:extLst>
                </p:cNvPr>
                <p:cNvSpPr/>
                <p:nvPr/>
              </p:nvSpPr>
              <p:spPr>
                <a:xfrm>
                  <a:off x="696956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8" name="object 692">
                  <a:extLst>
                    <a:ext uri="{FF2B5EF4-FFF2-40B4-BE49-F238E27FC236}">
                      <a16:creationId xmlns:a16="http://schemas.microsoft.com/office/drawing/2014/main" id="{B43DB076-70FD-43A6-B598-E689AB5DAF68}"/>
                    </a:ext>
                  </a:extLst>
                </p:cNvPr>
                <p:cNvSpPr/>
                <p:nvPr/>
              </p:nvSpPr>
              <p:spPr>
                <a:xfrm>
                  <a:off x="696956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79" name="object 693">
                  <a:extLst>
                    <a:ext uri="{FF2B5EF4-FFF2-40B4-BE49-F238E27FC236}">
                      <a16:creationId xmlns:a16="http://schemas.microsoft.com/office/drawing/2014/main" id="{71717AB5-B523-474F-A402-AA7DBEE6841B}"/>
                    </a:ext>
                  </a:extLst>
                </p:cNvPr>
                <p:cNvSpPr/>
                <p:nvPr/>
              </p:nvSpPr>
              <p:spPr>
                <a:xfrm>
                  <a:off x="707853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0" name="object 694">
                  <a:extLst>
                    <a:ext uri="{FF2B5EF4-FFF2-40B4-BE49-F238E27FC236}">
                      <a16:creationId xmlns:a16="http://schemas.microsoft.com/office/drawing/2014/main" id="{AD66292C-7B4F-450F-9AE6-149C76C204EC}"/>
                    </a:ext>
                  </a:extLst>
                </p:cNvPr>
                <p:cNvSpPr/>
                <p:nvPr/>
              </p:nvSpPr>
              <p:spPr>
                <a:xfrm>
                  <a:off x="707853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1" name="object 695">
                  <a:extLst>
                    <a:ext uri="{FF2B5EF4-FFF2-40B4-BE49-F238E27FC236}">
                      <a16:creationId xmlns:a16="http://schemas.microsoft.com/office/drawing/2014/main" id="{30124952-24B8-4DE3-A8B1-C6A8E32DB90E}"/>
                    </a:ext>
                  </a:extLst>
                </p:cNvPr>
                <p:cNvSpPr/>
                <p:nvPr/>
              </p:nvSpPr>
              <p:spPr>
                <a:xfrm>
                  <a:off x="718673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2" name="object 696">
                  <a:extLst>
                    <a:ext uri="{FF2B5EF4-FFF2-40B4-BE49-F238E27FC236}">
                      <a16:creationId xmlns:a16="http://schemas.microsoft.com/office/drawing/2014/main" id="{87D50E2B-BD85-49E4-8D7C-B4BDAA3802DA}"/>
                    </a:ext>
                  </a:extLst>
                </p:cNvPr>
                <p:cNvSpPr/>
                <p:nvPr/>
              </p:nvSpPr>
              <p:spPr>
                <a:xfrm>
                  <a:off x="7186736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3" name="object 697">
                  <a:extLst>
                    <a:ext uri="{FF2B5EF4-FFF2-40B4-BE49-F238E27FC236}">
                      <a16:creationId xmlns:a16="http://schemas.microsoft.com/office/drawing/2014/main" id="{D6B5DABB-160C-4129-B166-935A83DCD7A0}"/>
                    </a:ext>
                  </a:extLst>
                </p:cNvPr>
                <p:cNvSpPr/>
                <p:nvPr/>
              </p:nvSpPr>
              <p:spPr>
                <a:xfrm>
                  <a:off x="729570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4" name="object 698">
                  <a:extLst>
                    <a:ext uri="{FF2B5EF4-FFF2-40B4-BE49-F238E27FC236}">
                      <a16:creationId xmlns:a16="http://schemas.microsoft.com/office/drawing/2014/main" id="{744B386E-EC18-4C84-8DCE-D5AE08C30394}"/>
                    </a:ext>
                  </a:extLst>
                </p:cNvPr>
                <p:cNvSpPr/>
                <p:nvPr/>
              </p:nvSpPr>
              <p:spPr>
                <a:xfrm>
                  <a:off x="729570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5" name="object 699">
                  <a:extLst>
                    <a:ext uri="{FF2B5EF4-FFF2-40B4-BE49-F238E27FC236}">
                      <a16:creationId xmlns:a16="http://schemas.microsoft.com/office/drawing/2014/main" id="{8B07CE6F-B385-4A8D-BE5C-01741208B6D6}"/>
                    </a:ext>
                  </a:extLst>
                </p:cNvPr>
                <p:cNvSpPr/>
                <p:nvPr/>
              </p:nvSpPr>
              <p:spPr>
                <a:xfrm>
                  <a:off x="740466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6" name="object 700">
                  <a:extLst>
                    <a:ext uri="{FF2B5EF4-FFF2-40B4-BE49-F238E27FC236}">
                      <a16:creationId xmlns:a16="http://schemas.microsoft.com/office/drawing/2014/main" id="{5D89BEA3-A034-46EC-A540-BFD02E98B4AF}"/>
                    </a:ext>
                  </a:extLst>
                </p:cNvPr>
                <p:cNvSpPr/>
                <p:nvPr/>
              </p:nvSpPr>
              <p:spPr>
                <a:xfrm>
                  <a:off x="740466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7" name="object 701">
                  <a:extLst>
                    <a:ext uri="{FF2B5EF4-FFF2-40B4-BE49-F238E27FC236}">
                      <a16:creationId xmlns:a16="http://schemas.microsoft.com/office/drawing/2014/main" id="{91CC9457-9433-45DD-9805-86098962CA7F}"/>
                    </a:ext>
                  </a:extLst>
                </p:cNvPr>
                <p:cNvSpPr/>
                <p:nvPr/>
              </p:nvSpPr>
              <p:spPr>
                <a:xfrm>
                  <a:off x="75128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8" name="object 702">
                  <a:extLst>
                    <a:ext uri="{FF2B5EF4-FFF2-40B4-BE49-F238E27FC236}">
                      <a16:creationId xmlns:a16="http://schemas.microsoft.com/office/drawing/2014/main" id="{451F6818-FF5D-4E1E-BEEE-FB7B5F72AC7E}"/>
                    </a:ext>
                  </a:extLst>
                </p:cNvPr>
                <p:cNvSpPr/>
                <p:nvPr/>
              </p:nvSpPr>
              <p:spPr>
                <a:xfrm>
                  <a:off x="75128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89" name="object 703">
                  <a:extLst>
                    <a:ext uri="{FF2B5EF4-FFF2-40B4-BE49-F238E27FC236}">
                      <a16:creationId xmlns:a16="http://schemas.microsoft.com/office/drawing/2014/main" id="{88A62FC1-CC43-4C59-92C2-D08B5B74B012}"/>
                    </a:ext>
                  </a:extLst>
                </p:cNvPr>
                <p:cNvSpPr/>
                <p:nvPr/>
              </p:nvSpPr>
              <p:spPr>
                <a:xfrm>
                  <a:off x="762183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0" name="object 704">
                  <a:extLst>
                    <a:ext uri="{FF2B5EF4-FFF2-40B4-BE49-F238E27FC236}">
                      <a16:creationId xmlns:a16="http://schemas.microsoft.com/office/drawing/2014/main" id="{92E36914-77BF-453B-AA33-D3DD20594A67}"/>
                    </a:ext>
                  </a:extLst>
                </p:cNvPr>
                <p:cNvSpPr/>
                <p:nvPr/>
              </p:nvSpPr>
              <p:spPr>
                <a:xfrm>
                  <a:off x="7621838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1" name="object 705">
                  <a:extLst>
                    <a:ext uri="{FF2B5EF4-FFF2-40B4-BE49-F238E27FC236}">
                      <a16:creationId xmlns:a16="http://schemas.microsoft.com/office/drawing/2014/main" id="{A2F0E7D1-D5E5-4F1E-AE07-7AFAD0192CF7}"/>
                    </a:ext>
                  </a:extLst>
                </p:cNvPr>
                <p:cNvSpPr/>
                <p:nvPr/>
              </p:nvSpPr>
              <p:spPr>
                <a:xfrm>
                  <a:off x="773004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2" name="object 706">
                  <a:extLst>
                    <a:ext uri="{FF2B5EF4-FFF2-40B4-BE49-F238E27FC236}">
                      <a16:creationId xmlns:a16="http://schemas.microsoft.com/office/drawing/2014/main" id="{02452536-6C4C-4080-8285-AACFED8A71F9}"/>
                    </a:ext>
                  </a:extLst>
                </p:cNvPr>
                <p:cNvSpPr/>
                <p:nvPr/>
              </p:nvSpPr>
              <p:spPr>
                <a:xfrm>
                  <a:off x="773004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3" name="object 707">
                  <a:extLst>
                    <a:ext uri="{FF2B5EF4-FFF2-40B4-BE49-F238E27FC236}">
                      <a16:creationId xmlns:a16="http://schemas.microsoft.com/office/drawing/2014/main" id="{1DC3A805-9A2A-4C96-A9DE-95A3F390BD31}"/>
                    </a:ext>
                  </a:extLst>
                </p:cNvPr>
                <p:cNvSpPr/>
                <p:nvPr/>
              </p:nvSpPr>
              <p:spPr>
                <a:xfrm>
                  <a:off x="783900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4" name="object 708">
                  <a:extLst>
                    <a:ext uri="{FF2B5EF4-FFF2-40B4-BE49-F238E27FC236}">
                      <a16:creationId xmlns:a16="http://schemas.microsoft.com/office/drawing/2014/main" id="{D1744B60-E0A0-4E4C-932D-923FA3FF51A5}"/>
                    </a:ext>
                  </a:extLst>
                </p:cNvPr>
                <p:cNvSpPr/>
                <p:nvPr/>
              </p:nvSpPr>
              <p:spPr>
                <a:xfrm>
                  <a:off x="783900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5" name="object 709">
                  <a:extLst>
                    <a:ext uri="{FF2B5EF4-FFF2-40B4-BE49-F238E27FC236}">
                      <a16:creationId xmlns:a16="http://schemas.microsoft.com/office/drawing/2014/main" id="{C872860D-4D15-4706-AEF9-989C0149A461}"/>
                    </a:ext>
                  </a:extLst>
                </p:cNvPr>
                <p:cNvSpPr/>
                <p:nvPr/>
              </p:nvSpPr>
              <p:spPr>
                <a:xfrm>
                  <a:off x="79479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6" name="object 710">
                  <a:extLst>
                    <a:ext uri="{FF2B5EF4-FFF2-40B4-BE49-F238E27FC236}">
                      <a16:creationId xmlns:a16="http://schemas.microsoft.com/office/drawing/2014/main" id="{93DAFCD4-FB20-4FCF-BD1F-6430F5493595}"/>
                    </a:ext>
                  </a:extLst>
                </p:cNvPr>
                <p:cNvSpPr/>
                <p:nvPr/>
              </p:nvSpPr>
              <p:spPr>
                <a:xfrm>
                  <a:off x="79479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7" name="object 711">
                  <a:extLst>
                    <a:ext uri="{FF2B5EF4-FFF2-40B4-BE49-F238E27FC236}">
                      <a16:creationId xmlns:a16="http://schemas.microsoft.com/office/drawing/2014/main" id="{6E1CB6AB-3937-4493-AAC3-1AF21C75D827}"/>
                    </a:ext>
                  </a:extLst>
                </p:cNvPr>
                <p:cNvSpPr/>
                <p:nvPr/>
              </p:nvSpPr>
              <p:spPr>
                <a:xfrm>
                  <a:off x="80561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4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8" name="object 712">
                  <a:extLst>
                    <a:ext uri="{FF2B5EF4-FFF2-40B4-BE49-F238E27FC236}">
                      <a16:creationId xmlns:a16="http://schemas.microsoft.com/office/drawing/2014/main" id="{7F9BA911-0F61-4C3C-AB74-B93DE3D1824F}"/>
                    </a:ext>
                  </a:extLst>
                </p:cNvPr>
                <p:cNvSpPr/>
                <p:nvPr/>
              </p:nvSpPr>
              <p:spPr>
                <a:xfrm>
                  <a:off x="80561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99" name="object 713">
                  <a:extLst>
                    <a:ext uri="{FF2B5EF4-FFF2-40B4-BE49-F238E27FC236}">
                      <a16:creationId xmlns:a16="http://schemas.microsoft.com/office/drawing/2014/main" id="{ED214029-2268-455F-AB05-5911D1430987}"/>
                    </a:ext>
                  </a:extLst>
                </p:cNvPr>
                <p:cNvSpPr/>
                <p:nvPr/>
              </p:nvSpPr>
              <p:spPr>
                <a:xfrm>
                  <a:off x="816514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0" name="object 714">
                  <a:extLst>
                    <a:ext uri="{FF2B5EF4-FFF2-40B4-BE49-F238E27FC236}">
                      <a16:creationId xmlns:a16="http://schemas.microsoft.com/office/drawing/2014/main" id="{715FE557-3CFD-4D6F-97CB-7AAF665E8CC7}"/>
                    </a:ext>
                  </a:extLst>
                </p:cNvPr>
                <p:cNvSpPr/>
                <p:nvPr/>
              </p:nvSpPr>
              <p:spPr>
                <a:xfrm>
                  <a:off x="816514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1" name="object 715">
                  <a:extLst>
                    <a:ext uri="{FF2B5EF4-FFF2-40B4-BE49-F238E27FC236}">
                      <a16:creationId xmlns:a16="http://schemas.microsoft.com/office/drawing/2014/main" id="{A3FACAA2-7AB5-48D7-B2FC-16DE061883D5}"/>
                    </a:ext>
                  </a:extLst>
                </p:cNvPr>
                <p:cNvSpPr/>
                <p:nvPr/>
              </p:nvSpPr>
              <p:spPr>
                <a:xfrm>
                  <a:off x="82733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2" name="object 716">
                  <a:extLst>
                    <a:ext uri="{FF2B5EF4-FFF2-40B4-BE49-F238E27FC236}">
                      <a16:creationId xmlns:a16="http://schemas.microsoft.com/office/drawing/2014/main" id="{1DB745CA-EF96-4B59-A0C1-3AFCD2AFA465}"/>
                    </a:ext>
                  </a:extLst>
                </p:cNvPr>
                <p:cNvSpPr/>
                <p:nvPr/>
              </p:nvSpPr>
              <p:spPr>
                <a:xfrm>
                  <a:off x="82733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3" name="object 717">
                  <a:extLst>
                    <a:ext uri="{FF2B5EF4-FFF2-40B4-BE49-F238E27FC236}">
                      <a16:creationId xmlns:a16="http://schemas.microsoft.com/office/drawing/2014/main" id="{2B434191-C0DE-4D76-AD03-C2C25E8FD294}"/>
                    </a:ext>
                  </a:extLst>
                </p:cNvPr>
                <p:cNvSpPr/>
                <p:nvPr/>
              </p:nvSpPr>
              <p:spPr>
                <a:xfrm>
                  <a:off x="83823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FBD7BB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4" name="object 718">
                  <a:extLst>
                    <a:ext uri="{FF2B5EF4-FFF2-40B4-BE49-F238E27FC236}">
                      <a16:creationId xmlns:a16="http://schemas.microsoft.com/office/drawing/2014/main" id="{F1254704-A2E6-49D5-9AE6-45823A923A49}"/>
                    </a:ext>
                  </a:extLst>
                </p:cNvPr>
                <p:cNvSpPr/>
                <p:nvPr/>
              </p:nvSpPr>
              <p:spPr>
                <a:xfrm>
                  <a:off x="83823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5" name="object 719">
                  <a:extLst>
                    <a:ext uri="{FF2B5EF4-FFF2-40B4-BE49-F238E27FC236}">
                      <a16:creationId xmlns:a16="http://schemas.microsoft.com/office/drawing/2014/main" id="{2D664CE9-01DD-42FA-BD13-521155A70F4F}"/>
                    </a:ext>
                  </a:extLst>
                </p:cNvPr>
                <p:cNvSpPr/>
                <p:nvPr/>
              </p:nvSpPr>
              <p:spPr>
                <a:xfrm>
                  <a:off x="8491280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6" name="object 720">
                  <a:extLst>
                    <a:ext uri="{FF2B5EF4-FFF2-40B4-BE49-F238E27FC236}">
                      <a16:creationId xmlns:a16="http://schemas.microsoft.com/office/drawing/2014/main" id="{9751AAD7-6517-4DB7-B527-DCB2BDF753F2}"/>
                    </a:ext>
                  </a:extLst>
                </p:cNvPr>
                <p:cNvSpPr/>
                <p:nvPr/>
              </p:nvSpPr>
              <p:spPr>
                <a:xfrm>
                  <a:off x="8491280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7" name="object 721">
                  <a:extLst>
                    <a:ext uri="{FF2B5EF4-FFF2-40B4-BE49-F238E27FC236}">
                      <a16:creationId xmlns:a16="http://schemas.microsoft.com/office/drawing/2014/main" id="{37A845A9-461D-4CBD-903C-E00FE8C608A6}"/>
                    </a:ext>
                  </a:extLst>
                </p:cNvPr>
                <p:cNvSpPr/>
                <p:nvPr/>
              </p:nvSpPr>
              <p:spPr>
                <a:xfrm>
                  <a:off x="85994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8" name="object 722">
                  <a:extLst>
                    <a:ext uri="{FF2B5EF4-FFF2-40B4-BE49-F238E27FC236}">
                      <a16:creationId xmlns:a16="http://schemas.microsoft.com/office/drawing/2014/main" id="{FC86F124-050B-421E-8D4A-3F3D1C8D7027}"/>
                    </a:ext>
                  </a:extLst>
                </p:cNvPr>
                <p:cNvSpPr/>
                <p:nvPr/>
              </p:nvSpPr>
              <p:spPr>
                <a:xfrm>
                  <a:off x="8599472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09" name="object 723">
                  <a:extLst>
                    <a:ext uri="{FF2B5EF4-FFF2-40B4-BE49-F238E27FC236}">
                      <a16:creationId xmlns:a16="http://schemas.microsoft.com/office/drawing/2014/main" id="{03460FBE-6627-42FE-A70A-A306D5E1A1AC}"/>
                    </a:ext>
                  </a:extLst>
                </p:cNvPr>
                <p:cNvSpPr/>
                <p:nvPr/>
              </p:nvSpPr>
              <p:spPr>
                <a:xfrm>
                  <a:off x="8708437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0" name="object 724">
                  <a:extLst>
                    <a:ext uri="{FF2B5EF4-FFF2-40B4-BE49-F238E27FC236}">
                      <a16:creationId xmlns:a16="http://schemas.microsoft.com/office/drawing/2014/main" id="{13E0D47E-25F9-44D3-8A42-C2E164465F7F}"/>
                    </a:ext>
                  </a:extLst>
                </p:cNvPr>
                <p:cNvSpPr/>
                <p:nvPr/>
              </p:nvSpPr>
              <p:spPr>
                <a:xfrm>
                  <a:off x="8708437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1" name="object 725">
                  <a:extLst>
                    <a:ext uri="{FF2B5EF4-FFF2-40B4-BE49-F238E27FC236}">
                      <a16:creationId xmlns:a16="http://schemas.microsoft.com/office/drawing/2014/main" id="{EEEC2574-DEFC-4BCE-90B9-DAFD19019442}"/>
                    </a:ext>
                  </a:extLst>
                </p:cNvPr>
                <p:cNvSpPr/>
                <p:nvPr/>
              </p:nvSpPr>
              <p:spPr>
                <a:xfrm>
                  <a:off x="881665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2" name="object 726">
                  <a:extLst>
                    <a:ext uri="{FF2B5EF4-FFF2-40B4-BE49-F238E27FC236}">
                      <a16:creationId xmlns:a16="http://schemas.microsoft.com/office/drawing/2014/main" id="{DB6C0737-22A0-406F-90A4-575EEA9CB523}"/>
                    </a:ext>
                  </a:extLst>
                </p:cNvPr>
                <p:cNvSpPr/>
                <p:nvPr/>
              </p:nvSpPr>
              <p:spPr>
                <a:xfrm>
                  <a:off x="881665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3" name="object 727">
                  <a:extLst>
                    <a:ext uri="{FF2B5EF4-FFF2-40B4-BE49-F238E27FC236}">
                      <a16:creationId xmlns:a16="http://schemas.microsoft.com/office/drawing/2014/main" id="{487A59BA-FDE6-4993-804F-7A4C65457A22}"/>
                    </a:ext>
                  </a:extLst>
                </p:cNvPr>
                <p:cNvSpPr/>
                <p:nvPr/>
              </p:nvSpPr>
              <p:spPr>
                <a:xfrm>
                  <a:off x="8925620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4" name="object 728">
                  <a:extLst>
                    <a:ext uri="{FF2B5EF4-FFF2-40B4-BE49-F238E27FC236}">
                      <a16:creationId xmlns:a16="http://schemas.microsoft.com/office/drawing/2014/main" id="{AA156C37-8FD8-4257-BE6F-4C805D2D3405}"/>
                    </a:ext>
                  </a:extLst>
                </p:cNvPr>
                <p:cNvSpPr/>
                <p:nvPr/>
              </p:nvSpPr>
              <p:spPr>
                <a:xfrm>
                  <a:off x="8925620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5" name="object 729">
                  <a:extLst>
                    <a:ext uri="{FF2B5EF4-FFF2-40B4-BE49-F238E27FC236}">
                      <a16:creationId xmlns:a16="http://schemas.microsoft.com/office/drawing/2014/main" id="{87E7B497-DC34-465E-9415-24AA2C5C438D}"/>
                    </a:ext>
                  </a:extLst>
                </p:cNvPr>
                <p:cNvSpPr/>
                <p:nvPr/>
              </p:nvSpPr>
              <p:spPr>
                <a:xfrm>
                  <a:off x="90345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6" name="object 730">
                  <a:extLst>
                    <a:ext uri="{FF2B5EF4-FFF2-40B4-BE49-F238E27FC236}">
                      <a16:creationId xmlns:a16="http://schemas.microsoft.com/office/drawing/2014/main" id="{9415EB14-29B6-4C61-8737-EFB5B7836BB2}"/>
                    </a:ext>
                  </a:extLst>
                </p:cNvPr>
                <p:cNvSpPr/>
                <p:nvPr/>
              </p:nvSpPr>
              <p:spPr>
                <a:xfrm>
                  <a:off x="9034574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7" name="object 731">
                  <a:extLst>
                    <a:ext uri="{FF2B5EF4-FFF2-40B4-BE49-F238E27FC236}">
                      <a16:creationId xmlns:a16="http://schemas.microsoft.com/office/drawing/2014/main" id="{B5F8AABB-DD71-495C-A48F-B1D90A527D3F}"/>
                    </a:ext>
                  </a:extLst>
                </p:cNvPr>
                <p:cNvSpPr/>
                <p:nvPr/>
              </p:nvSpPr>
              <p:spPr>
                <a:xfrm>
                  <a:off x="91427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8" name="object 732">
                  <a:extLst>
                    <a:ext uri="{FF2B5EF4-FFF2-40B4-BE49-F238E27FC236}">
                      <a16:creationId xmlns:a16="http://schemas.microsoft.com/office/drawing/2014/main" id="{DEE75FDC-3166-42BA-BF16-583AAB8FD5F5}"/>
                    </a:ext>
                  </a:extLst>
                </p:cNvPr>
                <p:cNvSpPr/>
                <p:nvPr/>
              </p:nvSpPr>
              <p:spPr>
                <a:xfrm>
                  <a:off x="914277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19" name="object 733">
                  <a:extLst>
                    <a:ext uri="{FF2B5EF4-FFF2-40B4-BE49-F238E27FC236}">
                      <a16:creationId xmlns:a16="http://schemas.microsoft.com/office/drawing/2014/main" id="{27EFF626-D0A9-4538-92C9-E638E7BB2841}"/>
                    </a:ext>
                  </a:extLst>
                </p:cNvPr>
                <p:cNvSpPr/>
                <p:nvPr/>
              </p:nvSpPr>
              <p:spPr>
                <a:xfrm>
                  <a:off x="9251756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0" name="object 734">
                  <a:extLst>
                    <a:ext uri="{FF2B5EF4-FFF2-40B4-BE49-F238E27FC236}">
                      <a16:creationId xmlns:a16="http://schemas.microsoft.com/office/drawing/2014/main" id="{AD4CA891-8404-4B10-A0EA-E1AFA955EA57}"/>
                    </a:ext>
                  </a:extLst>
                </p:cNvPr>
                <p:cNvSpPr/>
                <p:nvPr/>
              </p:nvSpPr>
              <p:spPr>
                <a:xfrm>
                  <a:off x="9251756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1" name="object 735">
                  <a:extLst>
                    <a:ext uri="{FF2B5EF4-FFF2-40B4-BE49-F238E27FC236}">
                      <a16:creationId xmlns:a16="http://schemas.microsoft.com/office/drawing/2014/main" id="{43327D6C-4F6C-4938-92FF-DF3F0FB9D44B}"/>
                    </a:ext>
                  </a:extLst>
                </p:cNvPr>
                <p:cNvSpPr/>
                <p:nvPr/>
              </p:nvSpPr>
              <p:spPr>
                <a:xfrm>
                  <a:off x="93599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2" name="object 736">
                  <a:extLst>
                    <a:ext uri="{FF2B5EF4-FFF2-40B4-BE49-F238E27FC236}">
                      <a16:creationId xmlns:a16="http://schemas.microsoft.com/office/drawing/2014/main" id="{088F7541-B813-41BE-B918-E688AD35C4EB}"/>
                    </a:ext>
                  </a:extLst>
                </p:cNvPr>
                <p:cNvSpPr/>
                <p:nvPr/>
              </p:nvSpPr>
              <p:spPr>
                <a:xfrm>
                  <a:off x="9359948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3" name="object 737">
                  <a:extLst>
                    <a:ext uri="{FF2B5EF4-FFF2-40B4-BE49-F238E27FC236}">
                      <a16:creationId xmlns:a16="http://schemas.microsoft.com/office/drawing/2014/main" id="{721C32D0-AE55-4DE7-B4F1-7FDC0792A397}"/>
                    </a:ext>
                  </a:extLst>
                </p:cNvPr>
                <p:cNvSpPr/>
                <p:nvPr/>
              </p:nvSpPr>
              <p:spPr>
                <a:xfrm>
                  <a:off x="94689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4" name="object 738">
                  <a:extLst>
                    <a:ext uri="{FF2B5EF4-FFF2-40B4-BE49-F238E27FC236}">
                      <a16:creationId xmlns:a16="http://schemas.microsoft.com/office/drawing/2014/main" id="{95F80EB6-3381-4077-B410-C677F907891D}"/>
                    </a:ext>
                  </a:extLst>
                </p:cNvPr>
                <p:cNvSpPr/>
                <p:nvPr/>
              </p:nvSpPr>
              <p:spPr>
                <a:xfrm>
                  <a:off x="9468914" y="5645891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5" name="object 739">
                  <a:extLst>
                    <a:ext uri="{FF2B5EF4-FFF2-40B4-BE49-F238E27FC236}">
                      <a16:creationId xmlns:a16="http://schemas.microsoft.com/office/drawing/2014/main" id="{2968F18F-D01A-4D8B-91FB-C89DDE9310E4}"/>
                    </a:ext>
                  </a:extLst>
                </p:cNvPr>
                <p:cNvSpPr/>
                <p:nvPr/>
              </p:nvSpPr>
              <p:spPr>
                <a:xfrm>
                  <a:off x="957789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6" name="object 740">
                  <a:extLst>
                    <a:ext uri="{FF2B5EF4-FFF2-40B4-BE49-F238E27FC236}">
                      <a16:creationId xmlns:a16="http://schemas.microsoft.com/office/drawing/2014/main" id="{E3309F01-72D8-42A6-B5F4-BDE0D97403A3}"/>
                    </a:ext>
                  </a:extLst>
                </p:cNvPr>
                <p:cNvSpPr/>
                <p:nvPr/>
              </p:nvSpPr>
              <p:spPr>
                <a:xfrm>
                  <a:off x="9577892" y="5645891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7" name="object 741">
                  <a:extLst>
                    <a:ext uri="{FF2B5EF4-FFF2-40B4-BE49-F238E27FC236}">
                      <a16:creationId xmlns:a16="http://schemas.microsoft.com/office/drawing/2014/main" id="{5178194A-1F02-45A6-97BA-DF16BE56CA52}"/>
                    </a:ext>
                  </a:extLst>
                </p:cNvPr>
                <p:cNvSpPr/>
                <p:nvPr/>
              </p:nvSpPr>
              <p:spPr>
                <a:xfrm>
                  <a:off x="696956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8" name="object 742">
                  <a:extLst>
                    <a:ext uri="{FF2B5EF4-FFF2-40B4-BE49-F238E27FC236}">
                      <a16:creationId xmlns:a16="http://schemas.microsoft.com/office/drawing/2014/main" id="{2D12AE33-5AA0-44B7-8A86-1C2FE85E13F5}"/>
                    </a:ext>
                  </a:extLst>
                </p:cNvPr>
                <p:cNvSpPr/>
                <p:nvPr/>
              </p:nvSpPr>
              <p:spPr>
                <a:xfrm>
                  <a:off x="696956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29" name="object 743">
                  <a:extLst>
                    <a:ext uri="{FF2B5EF4-FFF2-40B4-BE49-F238E27FC236}">
                      <a16:creationId xmlns:a16="http://schemas.microsoft.com/office/drawing/2014/main" id="{6B9474DD-3AC4-4766-8DBC-16265B94C174}"/>
                    </a:ext>
                  </a:extLst>
                </p:cNvPr>
                <p:cNvSpPr/>
                <p:nvPr/>
              </p:nvSpPr>
              <p:spPr>
                <a:xfrm>
                  <a:off x="707853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0" name="object 744">
                  <a:extLst>
                    <a:ext uri="{FF2B5EF4-FFF2-40B4-BE49-F238E27FC236}">
                      <a16:creationId xmlns:a16="http://schemas.microsoft.com/office/drawing/2014/main" id="{8BE49E37-6FA6-400E-BDFC-EC897FB8D389}"/>
                    </a:ext>
                  </a:extLst>
                </p:cNvPr>
                <p:cNvSpPr/>
                <p:nvPr/>
              </p:nvSpPr>
              <p:spPr>
                <a:xfrm>
                  <a:off x="707853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1" name="object 745">
                  <a:extLst>
                    <a:ext uri="{FF2B5EF4-FFF2-40B4-BE49-F238E27FC236}">
                      <a16:creationId xmlns:a16="http://schemas.microsoft.com/office/drawing/2014/main" id="{E30D6759-EEAA-4B2B-A8A2-53958165EE45}"/>
                    </a:ext>
                  </a:extLst>
                </p:cNvPr>
                <p:cNvSpPr/>
                <p:nvPr/>
              </p:nvSpPr>
              <p:spPr>
                <a:xfrm>
                  <a:off x="718673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2" name="object 746">
                  <a:extLst>
                    <a:ext uri="{FF2B5EF4-FFF2-40B4-BE49-F238E27FC236}">
                      <a16:creationId xmlns:a16="http://schemas.microsoft.com/office/drawing/2014/main" id="{CB5E3E60-342D-42BF-BF7B-A083DCC33E37}"/>
                    </a:ext>
                  </a:extLst>
                </p:cNvPr>
                <p:cNvSpPr/>
                <p:nvPr/>
              </p:nvSpPr>
              <p:spPr>
                <a:xfrm>
                  <a:off x="7186736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3" name="object 747">
                  <a:extLst>
                    <a:ext uri="{FF2B5EF4-FFF2-40B4-BE49-F238E27FC236}">
                      <a16:creationId xmlns:a16="http://schemas.microsoft.com/office/drawing/2014/main" id="{78A2F3EB-9554-487C-9E28-6495A64DE984}"/>
                    </a:ext>
                  </a:extLst>
                </p:cNvPr>
                <p:cNvSpPr/>
                <p:nvPr/>
              </p:nvSpPr>
              <p:spPr>
                <a:xfrm>
                  <a:off x="729570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4" name="object 748">
                  <a:extLst>
                    <a:ext uri="{FF2B5EF4-FFF2-40B4-BE49-F238E27FC236}">
                      <a16:creationId xmlns:a16="http://schemas.microsoft.com/office/drawing/2014/main" id="{4B45551E-9CF2-487F-969C-0343894C6D07}"/>
                    </a:ext>
                  </a:extLst>
                </p:cNvPr>
                <p:cNvSpPr/>
                <p:nvPr/>
              </p:nvSpPr>
              <p:spPr>
                <a:xfrm>
                  <a:off x="729570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5" name="object 749">
                  <a:extLst>
                    <a:ext uri="{FF2B5EF4-FFF2-40B4-BE49-F238E27FC236}">
                      <a16:creationId xmlns:a16="http://schemas.microsoft.com/office/drawing/2014/main" id="{E8231FD6-984E-49A0-9A8D-871EFCEFDA8E}"/>
                    </a:ext>
                  </a:extLst>
                </p:cNvPr>
                <p:cNvSpPr/>
                <p:nvPr/>
              </p:nvSpPr>
              <p:spPr>
                <a:xfrm>
                  <a:off x="740466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6" name="object 750">
                  <a:extLst>
                    <a:ext uri="{FF2B5EF4-FFF2-40B4-BE49-F238E27FC236}">
                      <a16:creationId xmlns:a16="http://schemas.microsoft.com/office/drawing/2014/main" id="{56E9BE98-7A6B-4EFF-8F4D-4C860A9EDDCB}"/>
                    </a:ext>
                  </a:extLst>
                </p:cNvPr>
                <p:cNvSpPr/>
                <p:nvPr/>
              </p:nvSpPr>
              <p:spPr>
                <a:xfrm>
                  <a:off x="740466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7" name="object 751">
                  <a:extLst>
                    <a:ext uri="{FF2B5EF4-FFF2-40B4-BE49-F238E27FC236}">
                      <a16:creationId xmlns:a16="http://schemas.microsoft.com/office/drawing/2014/main" id="{9182A021-558C-47BE-9965-D8F13E5D0B0A}"/>
                    </a:ext>
                  </a:extLst>
                </p:cNvPr>
                <p:cNvSpPr/>
                <p:nvPr/>
              </p:nvSpPr>
              <p:spPr>
                <a:xfrm>
                  <a:off x="75128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8" name="object 752">
                  <a:extLst>
                    <a:ext uri="{FF2B5EF4-FFF2-40B4-BE49-F238E27FC236}">
                      <a16:creationId xmlns:a16="http://schemas.microsoft.com/office/drawing/2014/main" id="{E17C0337-8170-4491-998A-6CB054E2E6BD}"/>
                    </a:ext>
                  </a:extLst>
                </p:cNvPr>
                <p:cNvSpPr/>
                <p:nvPr/>
              </p:nvSpPr>
              <p:spPr>
                <a:xfrm>
                  <a:off x="75128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39" name="object 753">
                  <a:extLst>
                    <a:ext uri="{FF2B5EF4-FFF2-40B4-BE49-F238E27FC236}">
                      <a16:creationId xmlns:a16="http://schemas.microsoft.com/office/drawing/2014/main" id="{7A5C66EF-EFC8-4BDE-AD70-BB61F2713488}"/>
                    </a:ext>
                  </a:extLst>
                </p:cNvPr>
                <p:cNvSpPr/>
                <p:nvPr/>
              </p:nvSpPr>
              <p:spPr>
                <a:xfrm>
                  <a:off x="762183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0" name="object 754">
                  <a:extLst>
                    <a:ext uri="{FF2B5EF4-FFF2-40B4-BE49-F238E27FC236}">
                      <a16:creationId xmlns:a16="http://schemas.microsoft.com/office/drawing/2014/main" id="{A15F4089-7E9C-4C23-B8E1-5B79EC25CA87}"/>
                    </a:ext>
                  </a:extLst>
                </p:cNvPr>
                <p:cNvSpPr/>
                <p:nvPr/>
              </p:nvSpPr>
              <p:spPr>
                <a:xfrm>
                  <a:off x="7621838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1" name="object 755">
                  <a:extLst>
                    <a:ext uri="{FF2B5EF4-FFF2-40B4-BE49-F238E27FC236}">
                      <a16:creationId xmlns:a16="http://schemas.microsoft.com/office/drawing/2014/main" id="{EF13345E-F026-41C1-8AEA-83FAC4996EB4}"/>
                    </a:ext>
                  </a:extLst>
                </p:cNvPr>
                <p:cNvSpPr/>
                <p:nvPr/>
              </p:nvSpPr>
              <p:spPr>
                <a:xfrm>
                  <a:off x="773004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2" name="object 756">
                  <a:extLst>
                    <a:ext uri="{FF2B5EF4-FFF2-40B4-BE49-F238E27FC236}">
                      <a16:creationId xmlns:a16="http://schemas.microsoft.com/office/drawing/2014/main" id="{A575383A-945B-4941-8FFC-6F4CC442C7C4}"/>
                    </a:ext>
                  </a:extLst>
                </p:cNvPr>
                <p:cNvSpPr/>
                <p:nvPr/>
              </p:nvSpPr>
              <p:spPr>
                <a:xfrm>
                  <a:off x="773004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3" name="object 757">
                  <a:extLst>
                    <a:ext uri="{FF2B5EF4-FFF2-40B4-BE49-F238E27FC236}">
                      <a16:creationId xmlns:a16="http://schemas.microsoft.com/office/drawing/2014/main" id="{02051492-AED2-4549-B662-F1A92378FB3D}"/>
                    </a:ext>
                  </a:extLst>
                </p:cNvPr>
                <p:cNvSpPr/>
                <p:nvPr/>
              </p:nvSpPr>
              <p:spPr>
                <a:xfrm>
                  <a:off x="783900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4" name="object 758">
                  <a:extLst>
                    <a:ext uri="{FF2B5EF4-FFF2-40B4-BE49-F238E27FC236}">
                      <a16:creationId xmlns:a16="http://schemas.microsoft.com/office/drawing/2014/main" id="{AF37291C-8319-478F-8CAC-8774B5A389FB}"/>
                    </a:ext>
                  </a:extLst>
                </p:cNvPr>
                <p:cNvSpPr/>
                <p:nvPr/>
              </p:nvSpPr>
              <p:spPr>
                <a:xfrm>
                  <a:off x="783900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5" name="object 759">
                  <a:extLst>
                    <a:ext uri="{FF2B5EF4-FFF2-40B4-BE49-F238E27FC236}">
                      <a16:creationId xmlns:a16="http://schemas.microsoft.com/office/drawing/2014/main" id="{A24EEE5F-92B1-4E2D-A9B7-7D73AC4880DC}"/>
                    </a:ext>
                  </a:extLst>
                </p:cNvPr>
                <p:cNvSpPr/>
                <p:nvPr/>
              </p:nvSpPr>
              <p:spPr>
                <a:xfrm>
                  <a:off x="79479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6" name="object 760">
                  <a:extLst>
                    <a:ext uri="{FF2B5EF4-FFF2-40B4-BE49-F238E27FC236}">
                      <a16:creationId xmlns:a16="http://schemas.microsoft.com/office/drawing/2014/main" id="{51AD4E10-AB0D-495A-8988-243BB0D03DFE}"/>
                    </a:ext>
                  </a:extLst>
                </p:cNvPr>
                <p:cNvSpPr/>
                <p:nvPr/>
              </p:nvSpPr>
              <p:spPr>
                <a:xfrm>
                  <a:off x="79479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7" name="object 761">
                  <a:extLst>
                    <a:ext uri="{FF2B5EF4-FFF2-40B4-BE49-F238E27FC236}">
                      <a16:creationId xmlns:a16="http://schemas.microsoft.com/office/drawing/2014/main" id="{32CA355D-6426-4DF9-AD28-F95ED05433EB}"/>
                    </a:ext>
                  </a:extLst>
                </p:cNvPr>
                <p:cNvSpPr/>
                <p:nvPr/>
              </p:nvSpPr>
              <p:spPr>
                <a:xfrm>
                  <a:off x="8056179" y="5754107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52578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52578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8" name="object 762">
                  <a:extLst>
                    <a:ext uri="{FF2B5EF4-FFF2-40B4-BE49-F238E27FC236}">
                      <a16:creationId xmlns:a16="http://schemas.microsoft.com/office/drawing/2014/main" id="{0B8CFE5B-A70A-496A-9788-278599457FB3}"/>
                    </a:ext>
                  </a:extLst>
                </p:cNvPr>
                <p:cNvSpPr/>
                <p:nvPr/>
              </p:nvSpPr>
              <p:spPr>
                <a:xfrm>
                  <a:off x="805617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49" name="object 763">
                  <a:extLst>
                    <a:ext uri="{FF2B5EF4-FFF2-40B4-BE49-F238E27FC236}">
                      <a16:creationId xmlns:a16="http://schemas.microsoft.com/office/drawing/2014/main" id="{6535400E-BEAA-48C9-9204-05695FFB5C29}"/>
                    </a:ext>
                  </a:extLst>
                </p:cNvPr>
                <p:cNvSpPr/>
                <p:nvPr/>
              </p:nvSpPr>
              <p:spPr>
                <a:xfrm>
                  <a:off x="816514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0" name="object 764">
                  <a:extLst>
                    <a:ext uri="{FF2B5EF4-FFF2-40B4-BE49-F238E27FC236}">
                      <a16:creationId xmlns:a16="http://schemas.microsoft.com/office/drawing/2014/main" id="{63157322-AED6-42DB-A3DD-A45E0E3C2886}"/>
                    </a:ext>
                  </a:extLst>
                </p:cNvPr>
                <p:cNvSpPr/>
                <p:nvPr/>
              </p:nvSpPr>
              <p:spPr>
                <a:xfrm>
                  <a:off x="816514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1" name="object 765">
                  <a:extLst>
                    <a:ext uri="{FF2B5EF4-FFF2-40B4-BE49-F238E27FC236}">
                      <a16:creationId xmlns:a16="http://schemas.microsoft.com/office/drawing/2014/main" id="{40C6BCD5-EF52-4873-A48D-1E494272949F}"/>
                    </a:ext>
                  </a:extLst>
                </p:cNvPr>
                <p:cNvSpPr/>
                <p:nvPr/>
              </p:nvSpPr>
              <p:spPr>
                <a:xfrm>
                  <a:off x="82733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2" name="object 766">
                  <a:extLst>
                    <a:ext uri="{FF2B5EF4-FFF2-40B4-BE49-F238E27FC236}">
                      <a16:creationId xmlns:a16="http://schemas.microsoft.com/office/drawing/2014/main" id="{4E320A79-70C3-4DF4-BDBB-391173D4089E}"/>
                    </a:ext>
                  </a:extLst>
                </p:cNvPr>
                <p:cNvSpPr/>
                <p:nvPr/>
              </p:nvSpPr>
              <p:spPr>
                <a:xfrm>
                  <a:off x="82733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3" name="object 767">
                  <a:extLst>
                    <a:ext uri="{FF2B5EF4-FFF2-40B4-BE49-F238E27FC236}">
                      <a16:creationId xmlns:a16="http://schemas.microsoft.com/office/drawing/2014/main" id="{781F11FE-D126-49DB-8E9E-AEB104A8A1FC}"/>
                    </a:ext>
                  </a:extLst>
                </p:cNvPr>
                <p:cNvSpPr/>
                <p:nvPr/>
              </p:nvSpPr>
              <p:spPr>
                <a:xfrm>
                  <a:off x="83823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4" name="object 768">
                  <a:extLst>
                    <a:ext uri="{FF2B5EF4-FFF2-40B4-BE49-F238E27FC236}">
                      <a16:creationId xmlns:a16="http://schemas.microsoft.com/office/drawing/2014/main" id="{27F25949-D5B0-44B9-B7CF-E59B136E33DE}"/>
                    </a:ext>
                  </a:extLst>
                </p:cNvPr>
                <p:cNvSpPr/>
                <p:nvPr/>
              </p:nvSpPr>
              <p:spPr>
                <a:xfrm>
                  <a:off x="83823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5" name="object 769">
                  <a:extLst>
                    <a:ext uri="{FF2B5EF4-FFF2-40B4-BE49-F238E27FC236}">
                      <a16:creationId xmlns:a16="http://schemas.microsoft.com/office/drawing/2014/main" id="{9064EB9D-6426-4975-BC30-2EF18AB70D6B}"/>
                    </a:ext>
                  </a:extLst>
                </p:cNvPr>
                <p:cNvSpPr/>
                <p:nvPr/>
              </p:nvSpPr>
              <p:spPr>
                <a:xfrm>
                  <a:off x="8491280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6" name="object 770">
                  <a:extLst>
                    <a:ext uri="{FF2B5EF4-FFF2-40B4-BE49-F238E27FC236}">
                      <a16:creationId xmlns:a16="http://schemas.microsoft.com/office/drawing/2014/main" id="{AECD901D-4B3B-44B8-880A-6D1339B5CA3F}"/>
                    </a:ext>
                  </a:extLst>
                </p:cNvPr>
                <p:cNvSpPr/>
                <p:nvPr/>
              </p:nvSpPr>
              <p:spPr>
                <a:xfrm>
                  <a:off x="8491280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7" name="object 771">
                  <a:extLst>
                    <a:ext uri="{FF2B5EF4-FFF2-40B4-BE49-F238E27FC236}">
                      <a16:creationId xmlns:a16="http://schemas.microsoft.com/office/drawing/2014/main" id="{0FE25530-537F-483F-8CB1-ED7586F608C9}"/>
                    </a:ext>
                  </a:extLst>
                </p:cNvPr>
                <p:cNvSpPr/>
                <p:nvPr/>
              </p:nvSpPr>
              <p:spPr>
                <a:xfrm>
                  <a:off x="85994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8" name="object 772">
                  <a:extLst>
                    <a:ext uri="{FF2B5EF4-FFF2-40B4-BE49-F238E27FC236}">
                      <a16:creationId xmlns:a16="http://schemas.microsoft.com/office/drawing/2014/main" id="{D0C47BA4-97F0-4874-8551-1E9F7F1C77A2}"/>
                    </a:ext>
                  </a:extLst>
                </p:cNvPr>
                <p:cNvSpPr/>
                <p:nvPr/>
              </p:nvSpPr>
              <p:spPr>
                <a:xfrm>
                  <a:off x="8599472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59" name="object 773">
                  <a:extLst>
                    <a:ext uri="{FF2B5EF4-FFF2-40B4-BE49-F238E27FC236}">
                      <a16:creationId xmlns:a16="http://schemas.microsoft.com/office/drawing/2014/main" id="{036B07F4-89E5-468B-93DC-A2E8D0E71180}"/>
                    </a:ext>
                  </a:extLst>
                </p:cNvPr>
                <p:cNvSpPr/>
                <p:nvPr/>
              </p:nvSpPr>
              <p:spPr>
                <a:xfrm>
                  <a:off x="8708437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0" name="object 774">
                  <a:extLst>
                    <a:ext uri="{FF2B5EF4-FFF2-40B4-BE49-F238E27FC236}">
                      <a16:creationId xmlns:a16="http://schemas.microsoft.com/office/drawing/2014/main" id="{0108A2CC-AEAA-4485-8E3A-5EA12DBD9AD1}"/>
                    </a:ext>
                  </a:extLst>
                </p:cNvPr>
                <p:cNvSpPr/>
                <p:nvPr/>
              </p:nvSpPr>
              <p:spPr>
                <a:xfrm>
                  <a:off x="8708437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1" name="object 775">
                  <a:extLst>
                    <a:ext uri="{FF2B5EF4-FFF2-40B4-BE49-F238E27FC236}">
                      <a16:creationId xmlns:a16="http://schemas.microsoft.com/office/drawing/2014/main" id="{D605ACB9-0170-4232-B3CC-7E5D4DADD59C}"/>
                    </a:ext>
                  </a:extLst>
                </p:cNvPr>
                <p:cNvSpPr/>
                <p:nvPr/>
              </p:nvSpPr>
              <p:spPr>
                <a:xfrm>
                  <a:off x="881665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2" name="object 776">
                  <a:extLst>
                    <a:ext uri="{FF2B5EF4-FFF2-40B4-BE49-F238E27FC236}">
                      <a16:creationId xmlns:a16="http://schemas.microsoft.com/office/drawing/2014/main" id="{9882F130-95C1-478A-82EA-7A752351A429}"/>
                    </a:ext>
                  </a:extLst>
                </p:cNvPr>
                <p:cNvSpPr/>
                <p:nvPr/>
              </p:nvSpPr>
              <p:spPr>
                <a:xfrm>
                  <a:off x="881665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3" name="object 777">
                  <a:extLst>
                    <a:ext uri="{FF2B5EF4-FFF2-40B4-BE49-F238E27FC236}">
                      <a16:creationId xmlns:a16="http://schemas.microsoft.com/office/drawing/2014/main" id="{B6D201D3-9AE7-4A47-876C-DF6475AFF45B}"/>
                    </a:ext>
                  </a:extLst>
                </p:cNvPr>
                <p:cNvSpPr/>
                <p:nvPr/>
              </p:nvSpPr>
              <p:spPr>
                <a:xfrm>
                  <a:off x="8925620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4" name="object 778">
                  <a:extLst>
                    <a:ext uri="{FF2B5EF4-FFF2-40B4-BE49-F238E27FC236}">
                      <a16:creationId xmlns:a16="http://schemas.microsoft.com/office/drawing/2014/main" id="{98B7EB5A-F534-41E8-8F48-DEDFDDF6A304}"/>
                    </a:ext>
                  </a:extLst>
                </p:cNvPr>
                <p:cNvSpPr/>
                <p:nvPr/>
              </p:nvSpPr>
              <p:spPr>
                <a:xfrm>
                  <a:off x="8925620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5" name="object 779">
                  <a:extLst>
                    <a:ext uri="{FF2B5EF4-FFF2-40B4-BE49-F238E27FC236}">
                      <a16:creationId xmlns:a16="http://schemas.microsoft.com/office/drawing/2014/main" id="{B13182B7-E393-45F5-9AB2-07C993F65E17}"/>
                    </a:ext>
                  </a:extLst>
                </p:cNvPr>
                <p:cNvSpPr/>
                <p:nvPr/>
              </p:nvSpPr>
              <p:spPr>
                <a:xfrm>
                  <a:off x="90345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6" name="object 780">
                  <a:extLst>
                    <a:ext uri="{FF2B5EF4-FFF2-40B4-BE49-F238E27FC236}">
                      <a16:creationId xmlns:a16="http://schemas.microsoft.com/office/drawing/2014/main" id="{265993D9-E8F0-40A7-8AF7-98825C9A7A5B}"/>
                    </a:ext>
                  </a:extLst>
                </p:cNvPr>
                <p:cNvSpPr/>
                <p:nvPr/>
              </p:nvSpPr>
              <p:spPr>
                <a:xfrm>
                  <a:off x="9034574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7" name="object 781">
                  <a:extLst>
                    <a:ext uri="{FF2B5EF4-FFF2-40B4-BE49-F238E27FC236}">
                      <a16:creationId xmlns:a16="http://schemas.microsoft.com/office/drawing/2014/main" id="{9B5C4F22-D599-493F-8418-7BCF0888F452}"/>
                    </a:ext>
                  </a:extLst>
                </p:cNvPr>
                <p:cNvSpPr/>
                <p:nvPr/>
              </p:nvSpPr>
              <p:spPr>
                <a:xfrm>
                  <a:off x="914277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8" name="object 782">
                  <a:extLst>
                    <a:ext uri="{FF2B5EF4-FFF2-40B4-BE49-F238E27FC236}">
                      <a16:creationId xmlns:a16="http://schemas.microsoft.com/office/drawing/2014/main" id="{B1421ED5-6781-4373-AE5D-4C280707DBA0}"/>
                    </a:ext>
                  </a:extLst>
                </p:cNvPr>
                <p:cNvSpPr/>
                <p:nvPr/>
              </p:nvSpPr>
              <p:spPr>
                <a:xfrm>
                  <a:off x="914277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69" name="object 783">
                  <a:extLst>
                    <a:ext uri="{FF2B5EF4-FFF2-40B4-BE49-F238E27FC236}">
                      <a16:creationId xmlns:a16="http://schemas.microsoft.com/office/drawing/2014/main" id="{EEABC311-2B7A-4BFC-AEC5-6BB457509B03}"/>
                    </a:ext>
                  </a:extLst>
                </p:cNvPr>
                <p:cNvSpPr/>
                <p:nvPr/>
              </p:nvSpPr>
              <p:spPr>
                <a:xfrm>
                  <a:off x="9251756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0" name="object 784">
                  <a:extLst>
                    <a:ext uri="{FF2B5EF4-FFF2-40B4-BE49-F238E27FC236}">
                      <a16:creationId xmlns:a16="http://schemas.microsoft.com/office/drawing/2014/main" id="{A205786C-6A27-438E-BE93-CA5E049C299C}"/>
                    </a:ext>
                  </a:extLst>
                </p:cNvPr>
                <p:cNvSpPr/>
                <p:nvPr/>
              </p:nvSpPr>
              <p:spPr>
                <a:xfrm>
                  <a:off x="9251756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1" name="object 785">
                  <a:extLst>
                    <a:ext uri="{FF2B5EF4-FFF2-40B4-BE49-F238E27FC236}">
                      <a16:creationId xmlns:a16="http://schemas.microsoft.com/office/drawing/2014/main" id="{C32B0B93-713C-4E87-BE2F-FF2FAADC64D4}"/>
                    </a:ext>
                  </a:extLst>
                </p:cNvPr>
                <p:cNvSpPr/>
                <p:nvPr/>
              </p:nvSpPr>
              <p:spPr>
                <a:xfrm>
                  <a:off x="93599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2" name="object 786">
                  <a:extLst>
                    <a:ext uri="{FF2B5EF4-FFF2-40B4-BE49-F238E27FC236}">
                      <a16:creationId xmlns:a16="http://schemas.microsoft.com/office/drawing/2014/main" id="{39FB33EA-AC8F-4697-9F29-6AA9640CF389}"/>
                    </a:ext>
                  </a:extLst>
                </p:cNvPr>
                <p:cNvSpPr/>
                <p:nvPr/>
              </p:nvSpPr>
              <p:spPr>
                <a:xfrm>
                  <a:off x="9359948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3" name="object 787">
                  <a:extLst>
                    <a:ext uri="{FF2B5EF4-FFF2-40B4-BE49-F238E27FC236}">
                      <a16:creationId xmlns:a16="http://schemas.microsoft.com/office/drawing/2014/main" id="{5CCD1E58-8E00-4467-9D65-201DAD2867CA}"/>
                    </a:ext>
                  </a:extLst>
                </p:cNvPr>
                <p:cNvSpPr/>
                <p:nvPr/>
              </p:nvSpPr>
              <p:spPr>
                <a:xfrm>
                  <a:off x="94689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4" name="object 788">
                  <a:extLst>
                    <a:ext uri="{FF2B5EF4-FFF2-40B4-BE49-F238E27FC236}">
                      <a16:creationId xmlns:a16="http://schemas.microsoft.com/office/drawing/2014/main" id="{ABCC6080-08C2-4E8C-A679-5A788A2D3EC4}"/>
                    </a:ext>
                  </a:extLst>
                </p:cNvPr>
                <p:cNvSpPr/>
                <p:nvPr/>
              </p:nvSpPr>
              <p:spPr>
                <a:xfrm>
                  <a:off x="9468914" y="5754095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5" name="object 789">
                  <a:extLst>
                    <a:ext uri="{FF2B5EF4-FFF2-40B4-BE49-F238E27FC236}">
                      <a16:creationId xmlns:a16="http://schemas.microsoft.com/office/drawing/2014/main" id="{AD11F8A6-0D1C-437E-8BC4-21E07E38B1D1}"/>
                    </a:ext>
                  </a:extLst>
                </p:cNvPr>
                <p:cNvSpPr/>
                <p:nvPr/>
              </p:nvSpPr>
              <p:spPr>
                <a:xfrm>
                  <a:off x="957789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6" name="object 790">
                  <a:extLst>
                    <a:ext uri="{FF2B5EF4-FFF2-40B4-BE49-F238E27FC236}">
                      <a16:creationId xmlns:a16="http://schemas.microsoft.com/office/drawing/2014/main" id="{409AF326-3D35-4946-9559-6477D9A124AF}"/>
                    </a:ext>
                  </a:extLst>
                </p:cNvPr>
                <p:cNvSpPr/>
                <p:nvPr/>
              </p:nvSpPr>
              <p:spPr>
                <a:xfrm>
                  <a:off x="9577892" y="5754095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7" name="object 791">
                  <a:extLst>
                    <a:ext uri="{FF2B5EF4-FFF2-40B4-BE49-F238E27FC236}">
                      <a16:creationId xmlns:a16="http://schemas.microsoft.com/office/drawing/2014/main" id="{F4DDFF70-6FD2-4CCC-8BE7-80A73D54CF05}"/>
                    </a:ext>
                  </a:extLst>
                </p:cNvPr>
                <p:cNvSpPr/>
                <p:nvPr/>
              </p:nvSpPr>
              <p:spPr>
                <a:xfrm>
                  <a:off x="696956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8" name="object 792">
                  <a:extLst>
                    <a:ext uri="{FF2B5EF4-FFF2-40B4-BE49-F238E27FC236}">
                      <a16:creationId xmlns:a16="http://schemas.microsoft.com/office/drawing/2014/main" id="{F2DB9E2A-2757-4897-BF4B-BF422F25597B}"/>
                    </a:ext>
                  </a:extLst>
                </p:cNvPr>
                <p:cNvSpPr/>
                <p:nvPr/>
              </p:nvSpPr>
              <p:spPr>
                <a:xfrm>
                  <a:off x="696956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79" name="object 793">
                  <a:extLst>
                    <a:ext uri="{FF2B5EF4-FFF2-40B4-BE49-F238E27FC236}">
                      <a16:creationId xmlns:a16="http://schemas.microsoft.com/office/drawing/2014/main" id="{E633FCB7-33EA-4205-9D75-EFC3122589E2}"/>
                    </a:ext>
                  </a:extLst>
                </p:cNvPr>
                <p:cNvSpPr/>
                <p:nvPr/>
              </p:nvSpPr>
              <p:spPr>
                <a:xfrm>
                  <a:off x="707853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0" name="object 794">
                  <a:extLst>
                    <a:ext uri="{FF2B5EF4-FFF2-40B4-BE49-F238E27FC236}">
                      <a16:creationId xmlns:a16="http://schemas.microsoft.com/office/drawing/2014/main" id="{4D3B82EA-3629-47BD-BD99-53BC1EF9BFC6}"/>
                    </a:ext>
                  </a:extLst>
                </p:cNvPr>
                <p:cNvSpPr/>
                <p:nvPr/>
              </p:nvSpPr>
              <p:spPr>
                <a:xfrm>
                  <a:off x="707853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1" name="object 795">
                  <a:extLst>
                    <a:ext uri="{FF2B5EF4-FFF2-40B4-BE49-F238E27FC236}">
                      <a16:creationId xmlns:a16="http://schemas.microsoft.com/office/drawing/2014/main" id="{A68206CE-8D79-4D3B-9B5A-2A48971425A4}"/>
                    </a:ext>
                  </a:extLst>
                </p:cNvPr>
                <p:cNvSpPr/>
                <p:nvPr/>
              </p:nvSpPr>
              <p:spPr>
                <a:xfrm>
                  <a:off x="718673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2" name="object 796">
                  <a:extLst>
                    <a:ext uri="{FF2B5EF4-FFF2-40B4-BE49-F238E27FC236}">
                      <a16:creationId xmlns:a16="http://schemas.microsoft.com/office/drawing/2014/main" id="{61D093ED-9140-47AE-A1E6-86AC88C0DBB3}"/>
                    </a:ext>
                  </a:extLst>
                </p:cNvPr>
                <p:cNvSpPr/>
                <p:nvPr/>
              </p:nvSpPr>
              <p:spPr>
                <a:xfrm>
                  <a:off x="7186736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3" name="object 797">
                  <a:extLst>
                    <a:ext uri="{FF2B5EF4-FFF2-40B4-BE49-F238E27FC236}">
                      <a16:creationId xmlns:a16="http://schemas.microsoft.com/office/drawing/2014/main" id="{EADB2B8C-A912-452F-97F4-3C3291DA88EE}"/>
                    </a:ext>
                  </a:extLst>
                </p:cNvPr>
                <p:cNvSpPr/>
                <p:nvPr/>
              </p:nvSpPr>
              <p:spPr>
                <a:xfrm>
                  <a:off x="729570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4" name="object 798">
                  <a:extLst>
                    <a:ext uri="{FF2B5EF4-FFF2-40B4-BE49-F238E27FC236}">
                      <a16:creationId xmlns:a16="http://schemas.microsoft.com/office/drawing/2014/main" id="{70827B72-4716-4ECE-89EE-7B34A19D30A2}"/>
                    </a:ext>
                  </a:extLst>
                </p:cNvPr>
                <p:cNvSpPr/>
                <p:nvPr/>
              </p:nvSpPr>
              <p:spPr>
                <a:xfrm>
                  <a:off x="729570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5" name="object 799">
                  <a:extLst>
                    <a:ext uri="{FF2B5EF4-FFF2-40B4-BE49-F238E27FC236}">
                      <a16:creationId xmlns:a16="http://schemas.microsoft.com/office/drawing/2014/main" id="{156FC2AB-4EBF-42C4-BEAE-9F22DF52365D}"/>
                    </a:ext>
                  </a:extLst>
                </p:cNvPr>
                <p:cNvSpPr/>
                <p:nvPr/>
              </p:nvSpPr>
              <p:spPr>
                <a:xfrm>
                  <a:off x="740466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6" name="object 800">
                  <a:extLst>
                    <a:ext uri="{FF2B5EF4-FFF2-40B4-BE49-F238E27FC236}">
                      <a16:creationId xmlns:a16="http://schemas.microsoft.com/office/drawing/2014/main" id="{FEC50188-84ED-444B-9FF8-E4128E55BBE7}"/>
                    </a:ext>
                  </a:extLst>
                </p:cNvPr>
                <p:cNvSpPr/>
                <p:nvPr/>
              </p:nvSpPr>
              <p:spPr>
                <a:xfrm>
                  <a:off x="740466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7" name="object 801">
                  <a:extLst>
                    <a:ext uri="{FF2B5EF4-FFF2-40B4-BE49-F238E27FC236}">
                      <a16:creationId xmlns:a16="http://schemas.microsoft.com/office/drawing/2014/main" id="{799DEBC5-5BE1-492A-964F-D1A16DB3FC3A}"/>
                    </a:ext>
                  </a:extLst>
                </p:cNvPr>
                <p:cNvSpPr/>
                <p:nvPr/>
              </p:nvSpPr>
              <p:spPr>
                <a:xfrm>
                  <a:off x="75128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8" name="object 802">
                  <a:extLst>
                    <a:ext uri="{FF2B5EF4-FFF2-40B4-BE49-F238E27FC236}">
                      <a16:creationId xmlns:a16="http://schemas.microsoft.com/office/drawing/2014/main" id="{D1035272-38F1-45AF-A42B-0654897240A3}"/>
                    </a:ext>
                  </a:extLst>
                </p:cNvPr>
                <p:cNvSpPr/>
                <p:nvPr/>
              </p:nvSpPr>
              <p:spPr>
                <a:xfrm>
                  <a:off x="75128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89" name="object 803">
                  <a:extLst>
                    <a:ext uri="{FF2B5EF4-FFF2-40B4-BE49-F238E27FC236}">
                      <a16:creationId xmlns:a16="http://schemas.microsoft.com/office/drawing/2014/main" id="{160E1803-D226-439B-AC97-709DA139B3F5}"/>
                    </a:ext>
                  </a:extLst>
                </p:cNvPr>
                <p:cNvSpPr/>
                <p:nvPr/>
              </p:nvSpPr>
              <p:spPr>
                <a:xfrm>
                  <a:off x="762183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0" name="object 804">
                  <a:extLst>
                    <a:ext uri="{FF2B5EF4-FFF2-40B4-BE49-F238E27FC236}">
                      <a16:creationId xmlns:a16="http://schemas.microsoft.com/office/drawing/2014/main" id="{CDB047BE-5B53-4F54-B7AE-686FBE144054}"/>
                    </a:ext>
                  </a:extLst>
                </p:cNvPr>
                <p:cNvSpPr/>
                <p:nvPr/>
              </p:nvSpPr>
              <p:spPr>
                <a:xfrm>
                  <a:off x="7621838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1" name="object 805">
                  <a:extLst>
                    <a:ext uri="{FF2B5EF4-FFF2-40B4-BE49-F238E27FC236}">
                      <a16:creationId xmlns:a16="http://schemas.microsoft.com/office/drawing/2014/main" id="{A0615D24-7200-44FA-99A2-D30DD381FED9}"/>
                    </a:ext>
                  </a:extLst>
                </p:cNvPr>
                <p:cNvSpPr/>
                <p:nvPr/>
              </p:nvSpPr>
              <p:spPr>
                <a:xfrm>
                  <a:off x="773004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2" name="object 806">
                  <a:extLst>
                    <a:ext uri="{FF2B5EF4-FFF2-40B4-BE49-F238E27FC236}">
                      <a16:creationId xmlns:a16="http://schemas.microsoft.com/office/drawing/2014/main" id="{36C934B5-B862-4157-8019-C2F572B901AB}"/>
                    </a:ext>
                  </a:extLst>
                </p:cNvPr>
                <p:cNvSpPr/>
                <p:nvPr/>
              </p:nvSpPr>
              <p:spPr>
                <a:xfrm>
                  <a:off x="773004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3" name="object 807">
                  <a:extLst>
                    <a:ext uri="{FF2B5EF4-FFF2-40B4-BE49-F238E27FC236}">
                      <a16:creationId xmlns:a16="http://schemas.microsoft.com/office/drawing/2014/main" id="{F51D983E-38D0-43B8-B85E-B14481E251F2}"/>
                    </a:ext>
                  </a:extLst>
                </p:cNvPr>
                <p:cNvSpPr/>
                <p:nvPr/>
              </p:nvSpPr>
              <p:spPr>
                <a:xfrm>
                  <a:off x="783900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4" name="object 808">
                  <a:extLst>
                    <a:ext uri="{FF2B5EF4-FFF2-40B4-BE49-F238E27FC236}">
                      <a16:creationId xmlns:a16="http://schemas.microsoft.com/office/drawing/2014/main" id="{6D247452-833E-419F-A37C-017F61FA5DFC}"/>
                    </a:ext>
                  </a:extLst>
                </p:cNvPr>
                <p:cNvSpPr/>
                <p:nvPr/>
              </p:nvSpPr>
              <p:spPr>
                <a:xfrm>
                  <a:off x="783900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5" name="object 809">
                  <a:extLst>
                    <a:ext uri="{FF2B5EF4-FFF2-40B4-BE49-F238E27FC236}">
                      <a16:creationId xmlns:a16="http://schemas.microsoft.com/office/drawing/2014/main" id="{84EA5AC1-1B47-4E7E-91A6-C2BEA564682F}"/>
                    </a:ext>
                  </a:extLst>
                </p:cNvPr>
                <p:cNvSpPr/>
                <p:nvPr/>
              </p:nvSpPr>
              <p:spPr>
                <a:xfrm>
                  <a:off x="79479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6" name="object 810">
                  <a:extLst>
                    <a:ext uri="{FF2B5EF4-FFF2-40B4-BE49-F238E27FC236}">
                      <a16:creationId xmlns:a16="http://schemas.microsoft.com/office/drawing/2014/main" id="{31DA67D6-280F-4A9D-B7EE-E443E66AFE7B}"/>
                    </a:ext>
                  </a:extLst>
                </p:cNvPr>
                <p:cNvSpPr/>
                <p:nvPr/>
              </p:nvSpPr>
              <p:spPr>
                <a:xfrm>
                  <a:off x="79479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7" name="object 811">
                  <a:extLst>
                    <a:ext uri="{FF2B5EF4-FFF2-40B4-BE49-F238E27FC236}">
                      <a16:creationId xmlns:a16="http://schemas.microsoft.com/office/drawing/2014/main" id="{EB145F26-867F-4E74-84E8-40D68030D507}"/>
                    </a:ext>
                  </a:extLst>
                </p:cNvPr>
                <p:cNvSpPr/>
                <p:nvPr/>
              </p:nvSpPr>
              <p:spPr>
                <a:xfrm>
                  <a:off x="8056179" y="586307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8382" y="0"/>
                      </a:move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8382" y="108966"/>
                      </a:lnTo>
                      <a:lnTo>
                        <a:pt x="8382" y="0"/>
                      </a:lnTo>
                      <a:close/>
                    </a:path>
                    <a:path w="109220" h="109220">
                      <a:moveTo>
                        <a:pt x="108966" y="0"/>
                      </a:moveTo>
                      <a:lnTo>
                        <a:pt x="100584" y="0"/>
                      </a:lnTo>
                      <a:lnTo>
                        <a:pt x="100584" y="108966"/>
                      </a:lnTo>
                      <a:lnTo>
                        <a:pt x="108966" y="108966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8" name="object 812">
                  <a:extLst>
                    <a:ext uri="{FF2B5EF4-FFF2-40B4-BE49-F238E27FC236}">
                      <a16:creationId xmlns:a16="http://schemas.microsoft.com/office/drawing/2014/main" id="{838CEEAC-EE20-4C32-BD75-6D30ABBFA7AB}"/>
                    </a:ext>
                  </a:extLst>
                </p:cNvPr>
                <p:cNvSpPr/>
                <p:nvPr/>
              </p:nvSpPr>
              <p:spPr>
                <a:xfrm>
                  <a:off x="805617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799" name="object 813">
                  <a:extLst>
                    <a:ext uri="{FF2B5EF4-FFF2-40B4-BE49-F238E27FC236}">
                      <a16:creationId xmlns:a16="http://schemas.microsoft.com/office/drawing/2014/main" id="{98DC3216-CADC-4250-A4E7-90AA6FC20121}"/>
                    </a:ext>
                  </a:extLst>
                </p:cNvPr>
                <p:cNvSpPr/>
                <p:nvPr/>
              </p:nvSpPr>
              <p:spPr>
                <a:xfrm>
                  <a:off x="816514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0" name="object 814">
                  <a:extLst>
                    <a:ext uri="{FF2B5EF4-FFF2-40B4-BE49-F238E27FC236}">
                      <a16:creationId xmlns:a16="http://schemas.microsoft.com/office/drawing/2014/main" id="{874371CF-D99E-4E98-ADFC-827BA7C51F32}"/>
                    </a:ext>
                  </a:extLst>
                </p:cNvPr>
                <p:cNvSpPr/>
                <p:nvPr/>
              </p:nvSpPr>
              <p:spPr>
                <a:xfrm>
                  <a:off x="816514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1" name="object 815">
                  <a:extLst>
                    <a:ext uri="{FF2B5EF4-FFF2-40B4-BE49-F238E27FC236}">
                      <a16:creationId xmlns:a16="http://schemas.microsoft.com/office/drawing/2014/main" id="{1628627B-8AC1-4798-A0AB-8F021BBAED65}"/>
                    </a:ext>
                  </a:extLst>
                </p:cNvPr>
                <p:cNvSpPr/>
                <p:nvPr/>
              </p:nvSpPr>
              <p:spPr>
                <a:xfrm>
                  <a:off x="82733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2" name="object 816">
                  <a:extLst>
                    <a:ext uri="{FF2B5EF4-FFF2-40B4-BE49-F238E27FC236}">
                      <a16:creationId xmlns:a16="http://schemas.microsoft.com/office/drawing/2014/main" id="{515498FB-1080-4AE7-B62C-758AFB9DCB35}"/>
                    </a:ext>
                  </a:extLst>
                </p:cNvPr>
                <p:cNvSpPr/>
                <p:nvPr/>
              </p:nvSpPr>
              <p:spPr>
                <a:xfrm>
                  <a:off x="82733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3" name="object 817">
                  <a:extLst>
                    <a:ext uri="{FF2B5EF4-FFF2-40B4-BE49-F238E27FC236}">
                      <a16:creationId xmlns:a16="http://schemas.microsoft.com/office/drawing/2014/main" id="{365246E3-2D30-42E7-BFA7-6ADA8F6F18A6}"/>
                    </a:ext>
                  </a:extLst>
                </p:cNvPr>
                <p:cNvSpPr/>
                <p:nvPr/>
              </p:nvSpPr>
              <p:spPr>
                <a:xfrm>
                  <a:off x="83823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4" name="object 818">
                  <a:extLst>
                    <a:ext uri="{FF2B5EF4-FFF2-40B4-BE49-F238E27FC236}">
                      <a16:creationId xmlns:a16="http://schemas.microsoft.com/office/drawing/2014/main" id="{6FD119A5-8920-4898-A1C1-D0BFABA03B8E}"/>
                    </a:ext>
                  </a:extLst>
                </p:cNvPr>
                <p:cNvSpPr/>
                <p:nvPr/>
              </p:nvSpPr>
              <p:spPr>
                <a:xfrm>
                  <a:off x="83823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5" name="object 819">
                  <a:extLst>
                    <a:ext uri="{FF2B5EF4-FFF2-40B4-BE49-F238E27FC236}">
                      <a16:creationId xmlns:a16="http://schemas.microsoft.com/office/drawing/2014/main" id="{1D9E3987-1884-4CE0-80C7-6BAB57321206}"/>
                    </a:ext>
                  </a:extLst>
                </p:cNvPr>
                <p:cNvSpPr/>
                <p:nvPr/>
              </p:nvSpPr>
              <p:spPr>
                <a:xfrm>
                  <a:off x="8491280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6" name="object 820">
                  <a:extLst>
                    <a:ext uri="{FF2B5EF4-FFF2-40B4-BE49-F238E27FC236}">
                      <a16:creationId xmlns:a16="http://schemas.microsoft.com/office/drawing/2014/main" id="{30489EF2-8B17-436C-968C-5BE02A735AC9}"/>
                    </a:ext>
                  </a:extLst>
                </p:cNvPr>
                <p:cNvSpPr/>
                <p:nvPr/>
              </p:nvSpPr>
              <p:spPr>
                <a:xfrm>
                  <a:off x="8491280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7" name="object 821">
                  <a:extLst>
                    <a:ext uri="{FF2B5EF4-FFF2-40B4-BE49-F238E27FC236}">
                      <a16:creationId xmlns:a16="http://schemas.microsoft.com/office/drawing/2014/main" id="{D574D0AF-1D98-4AE9-99F2-D8385E75C880}"/>
                    </a:ext>
                  </a:extLst>
                </p:cNvPr>
                <p:cNvSpPr/>
                <p:nvPr/>
              </p:nvSpPr>
              <p:spPr>
                <a:xfrm>
                  <a:off x="85994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8" name="object 822">
                  <a:extLst>
                    <a:ext uri="{FF2B5EF4-FFF2-40B4-BE49-F238E27FC236}">
                      <a16:creationId xmlns:a16="http://schemas.microsoft.com/office/drawing/2014/main" id="{C31524EC-10C0-4836-9467-A551357057B5}"/>
                    </a:ext>
                  </a:extLst>
                </p:cNvPr>
                <p:cNvSpPr/>
                <p:nvPr/>
              </p:nvSpPr>
              <p:spPr>
                <a:xfrm>
                  <a:off x="8599472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09" name="object 823">
                  <a:extLst>
                    <a:ext uri="{FF2B5EF4-FFF2-40B4-BE49-F238E27FC236}">
                      <a16:creationId xmlns:a16="http://schemas.microsoft.com/office/drawing/2014/main" id="{E229C53F-74A5-4648-87B2-CAEA4F6F59BF}"/>
                    </a:ext>
                  </a:extLst>
                </p:cNvPr>
                <p:cNvSpPr/>
                <p:nvPr/>
              </p:nvSpPr>
              <p:spPr>
                <a:xfrm>
                  <a:off x="8708437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0" name="object 824">
                  <a:extLst>
                    <a:ext uri="{FF2B5EF4-FFF2-40B4-BE49-F238E27FC236}">
                      <a16:creationId xmlns:a16="http://schemas.microsoft.com/office/drawing/2014/main" id="{29DD4ED6-3240-491C-8120-FC3FEED3D14B}"/>
                    </a:ext>
                  </a:extLst>
                </p:cNvPr>
                <p:cNvSpPr/>
                <p:nvPr/>
              </p:nvSpPr>
              <p:spPr>
                <a:xfrm>
                  <a:off x="8708437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1" name="object 825">
                  <a:extLst>
                    <a:ext uri="{FF2B5EF4-FFF2-40B4-BE49-F238E27FC236}">
                      <a16:creationId xmlns:a16="http://schemas.microsoft.com/office/drawing/2014/main" id="{A7650EA7-A492-4F00-9A7D-FD9927E8AD20}"/>
                    </a:ext>
                  </a:extLst>
                </p:cNvPr>
                <p:cNvSpPr/>
                <p:nvPr/>
              </p:nvSpPr>
              <p:spPr>
                <a:xfrm>
                  <a:off x="881665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2" name="object 826">
                  <a:extLst>
                    <a:ext uri="{FF2B5EF4-FFF2-40B4-BE49-F238E27FC236}">
                      <a16:creationId xmlns:a16="http://schemas.microsoft.com/office/drawing/2014/main" id="{B97748E1-5012-4D60-AEF2-85921EB668C1}"/>
                    </a:ext>
                  </a:extLst>
                </p:cNvPr>
                <p:cNvSpPr/>
                <p:nvPr/>
              </p:nvSpPr>
              <p:spPr>
                <a:xfrm>
                  <a:off x="881665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3" name="object 827">
                  <a:extLst>
                    <a:ext uri="{FF2B5EF4-FFF2-40B4-BE49-F238E27FC236}">
                      <a16:creationId xmlns:a16="http://schemas.microsoft.com/office/drawing/2014/main" id="{C901B426-A945-40A5-80BA-1F134DE9EAD2}"/>
                    </a:ext>
                  </a:extLst>
                </p:cNvPr>
                <p:cNvSpPr/>
                <p:nvPr/>
              </p:nvSpPr>
              <p:spPr>
                <a:xfrm>
                  <a:off x="8925620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4" name="object 828">
                  <a:extLst>
                    <a:ext uri="{FF2B5EF4-FFF2-40B4-BE49-F238E27FC236}">
                      <a16:creationId xmlns:a16="http://schemas.microsoft.com/office/drawing/2014/main" id="{F6F5F53A-6E3C-4E98-B574-5764DF9D10D0}"/>
                    </a:ext>
                  </a:extLst>
                </p:cNvPr>
                <p:cNvSpPr/>
                <p:nvPr/>
              </p:nvSpPr>
              <p:spPr>
                <a:xfrm>
                  <a:off x="8925620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5" name="object 829">
                  <a:extLst>
                    <a:ext uri="{FF2B5EF4-FFF2-40B4-BE49-F238E27FC236}">
                      <a16:creationId xmlns:a16="http://schemas.microsoft.com/office/drawing/2014/main" id="{DDB0AEC6-9DBE-46E1-A951-8C6E2B23FC05}"/>
                    </a:ext>
                  </a:extLst>
                </p:cNvPr>
                <p:cNvSpPr/>
                <p:nvPr/>
              </p:nvSpPr>
              <p:spPr>
                <a:xfrm>
                  <a:off x="90345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6" name="object 830">
                  <a:extLst>
                    <a:ext uri="{FF2B5EF4-FFF2-40B4-BE49-F238E27FC236}">
                      <a16:creationId xmlns:a16="http://schemas.microsoft.com/office/drawing/2014/main" id="{8F6B42BD-D669-4AE9-A9A2-4E423183FA6D}"/>
                    </a:ext>
                  </a:extLst>
                </p:cNvPr>
                <p:cNvSpPr/>
                <p:nvPr/>
              </p:nvSpPr>
              <p:spPr>
                <a:xfrm>
                  <a:off x="9034574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7" name="object 831">
                  <a:extLst>
                    <a:ext uri="{FF2B5EF4-FFF2-40B4-BE49-F238E27FC236}">
                      <a16:creationId xmlns:a16="http://schemas.microsoft.com/office/drawing/2014/main" id="{DCB97725-77DB-49F3-970D-9E058ACF527C}"/>
                    </a:ext>
                  </a:extLst>
                </p:cNvPr>
                <p:cNvSpPr/>
                <p:nvPr/>
              </p:nvSpPr>
              <p:spPr>
                <a:xfrm>
                  <a:off x="914277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8" name="object 832">
                  <a:extLst>
                    <a:ext uri="{FF2B5EF4-FFF2-40B4-BE49-F238E27FC236}">
                      <a16:creationId xmlns:a16="http://schemas.microsoft.com/office/drawing/2014/main" id="{3A115F2A-5872-4E67-91B0-0389B8DC5F49}"/>
                    </a:ext>
                  </a:extLst>
                </p:cNvPr>
                <p:cNvSpPr/>
                <p:nvPr/>
              </p:nvSpPr>
              <p:spPr>
                <a:xfrm>
                  <a:off x="914277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19" name="object 833">
                  <a:extLst>
                    <a:ext uri="{FF2B5EF4-FFF2-40B4-BE49-F238E27FC236}">
                      <a16:creationId xmlns:a16="http://schemas.microsoft.com/office/drawing/2014/main" id="{1C8E044A-DB28-478C-B711-0AB713BEFD82}"/>
                    </a:ext>
                  </a:extLst>
                </p:cNvPr>
                <p:cNvSpPr/>
                <p:nvPr/>
              </p:nvSpPr>
              <p:spPr>
                <a:xfrm>
                  <a:off x="9251756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0" name="object 834">
                  <a:extLst>
                    <a:ext uri="{FF2B5EF4-FFF2-40B4-BE49-F238E27FC236}">
                      <a16:creationId xmlns:a16="http://schemas.microsoft.com/office/drawing/2014/main" id="{E5A9303D-C353-49AD-A565-73BEF675826E}"/>
                    </a:ext>
                  </a:extLst>
                </p:cNvPr>
                <p:cNvSpPr/>
                <p:nvPr/>
              </p:nvSpPr>
              <p:spPr>
                <a:xfrm>
                  <a:off x="9251756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1" name="object 835">
                  <a:extLst>
                    <a:ext uri="{FF2B5EF4-FFF2-40B4-BE49-F238E27FC236}">
                      <a16:creationId xmlns:a16="http://schemas.microsoft.com/office/drawing/2014/main" id="{0E930B11-86B5-4A25-878F-4CCEDB9F4DB6}"/>
                    </a:ext>
                  </a:extLst>
                </p:cNvPr>
                <p:cNvSpPr/>
                <p:nvPr/>
              </p:nvSpPr>
              <p:spPr>
                <a:xfrm>
                  <a:off x="93599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2" name="object 836">
                  <a:extLst>
                    <a:ext uri="{FF2B5EF4-FFF2-40B4-BE49-F238E27FC236}">
                      <a16:creationId xmlns:a16="http://schemas.microsoft.com/office/drawing/2014/main" id="{49A10FA8-FFA3-493D-A4BF-51E0F101F277}"/>
                    </a:ext>
                  </a:extLst>
                </p:cNvPr>
                <p:cNvSpPr/>
                <p:nvPr/>
              </p:nvSpPr>
              <p:spPr>
                <a:xfrm>
                  <a:off x="9359948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3" name="object 837">
                  <a:extLst>
                    <a:ext uri="{FF2B5EF4-FFF2-40B4-BE49-F238E27FC236}">
                      <a16:creationId xmlns:a16="http://schemas.microsoft.com/office/drawing/2014/main" id="{773D4A5F-0D5A-4277-A27F-F3736C6DEFFA}"/>
                    </a:ext>
                  </a:extLst>
                </p:cNvPr>
                <p:cNvSpPr/>
                <p:nvPr/>
              </p:nvSpPr>
              <p:spPr>
                <a:xfrm>
                  <a:off x="94689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5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6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4" name="object 838">
                  <a:extLst>
                    <a:ext uri="{FF2B5EF4-FFF2-40B4-BE49-F238E27FC236}">
                      <a16:creationId xmlns:a16="http://schemas.microsoft.com/office/drawing/2014/main" id="{6FF268F7-B9C2-4B67-A7A5-E2D3809CFE35}"/>
                    </a:ext>
                  </a:extLst>
                </p:cNvPr>
                <p:cNvSpPr/>
                <p:nvPr/>
              </p:nvSpPr>
              <p:spPr>
                <a:xfrm>
                  <a:off x="9468914" y="586306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5" name="object 839">
                  <a:extLst>
                    <a:ext uri="{FF2B5EF4-FFF2-40B4-BE49-F238E27FC236}">
                      <a16:creationId xmlns:a16="http://schemas.microsoft.com/office/drawing/2014/main" id="{79E5D9E2-D5C8-4682-8E97-DCA648027B76}"/>
                    </a:ext>
                  </a:extLst>
                </p:cNvPr>
                <p:cNvSpPr/>
                <p:nvPr/>
              </p:nvSpPr>
              <p:spPr>
                <a:xfrm>
                  <a:off x="957789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6" name="object 840">
                  <a:extLst>
                    <a:ext uri="{FF2B5EF4-FFF2-40B4-BE49-F238E27FC236}">
                      <a16:creationId xmlns:a16="http://schemas.microsoft.com/office/drawing/2014/main" id="{632171AD-C1A9-42B5-B8FA-348A132CD5DC}"/>
                    </a:ext>
                  </a:extLst>
                </p:cNvPr>
                <p:cNvSpPr/>
                <p:nvPr/>
              </p:nvSpPr>
              <p:spPr>
                <a:xfrm>
                  <a:off x="9577892" y="586306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7" name="object 841">
                  <a:extLst>
                    <a:ext uri="{FF2B5EF4-FFF2-40B4-BE49-F238E27FC236}">
                      <a16:creationId xmlns:a16="http://schemas.microsoft.com/office/drawing/2014/main" id="{A5CD8A99-64D2-4AE6-AD42-531A7A1EEDE9}"/>
                    </a:ext>
                  </a:extLst>
                </p:cNvPr>
                <p:cNvSpPr/>
                <p:nvPr/>
              </p:nvSpPr>
              <p:spPr>
                <a:xfrm>
                  <a:off x="696956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8" name="object 842">
                  <a:extLst>
                    <a:ext uri="{FF2B5EF4-FFF2-40B4-BE49-F238E27FC236}">
                      <a16:creationId xmlns:a16="http://schemas.microsoft.com/office/drawing/2014/main" id="{094E8F0E-1BED-4CDB-92CE-A1730759EEF4}"/>
                    </a:ext>
                  </a:extLst>
                </p:cNvPr>
                <p:cNvSpPr/>
                <p:nvPr/>
              </p:nvSpPr>
              <p:spPr>
                <a:xfrm>
                  <a:off x="696956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29" name="object 843">
                  <a:extLst>
                    <a:ext uri="{FF2B5EF4-FFF2-40B4-BE49-F238E27FC236}">
                      <a16:creationId xmlns:a16="http://schemas.microsoft.com/office/drawing/2014/main" id="{8F852E26-43A3-4ACA-9D5A-13F9861F0078}"/>
                    </a:ext>
                  </a:extLst>
                </p:cNvPr>
                <p:cNvSpPr/>
                <p:nvPr/>
              </p:nvSpPr>
              <p:spPr>
                <a:xfrm>
                  <a:off x="707853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0" name="object 844">
                  <a:extLst>
                    <a:ext uri="{FF2B5EF4-FFF2-40B4-BE49-F238E27FC236}">
                      <a16:creationId xmlns:a16="http://schemas.microsoft.com/office/drawing/2014/main" id="{BB5F1054-256C-484D-AA73-36EDC070B062}"/>
                    </a:ext>
                  </a:extLst>
                </p:cNvPr>
                <p:cNvSpPr/>
                <p:nvPr/>
              </p:nvSpPr>
              <p:spPr>
                <a:xfrm>
                  <a:off x="707853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1" name="object 845">
                  <a:extLst>
                    <a:ext uri="{FF2B5EF4-FFF2-40B4-BE49-F238E27FC236}">
                      <a16:creationId xmlns:a16="http://schemas.microsoft.com/office/drawing/2014/main" id="{2AB7ABD6-9CCC-4CD7-9A62-6EECD6F4E3B4}"/>
                    </a:ext>
                  </a:extLst>
                </p:cNvPr>
                <p:cNvSpPr/>
                <p:nvPr/>
              </p:nvSpPr>
              <p:spPr>
                <a:xfrm>
                  <a:off x="718673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2" name="object 846">
                  <a:extLst>
                    <a:ext uri="{FF2B5EF4-FFF2-40B4-BE49-F238E27FC236}">
                      <a16:creationId xmlns:a16="http://schemas.microsoft.com/office/drawing/2014/main" id="{84BBE993-B635-42F4-94FB-E0A916859BF2}"/>
                    </a:ext>
                  </a:extLst>
                </p:cNvPr>
                <p:cNvSpPr/>
                <p:nvPr/>
              </p:nvSpPr>
              <p:spPr>
                <a:xfrm>
                  <a:off x="7186736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3" name="object 847">
                  <a:extLst>
                    <a:ext uri="{FF2B5EF4-FFF2-40B4-BE49-F238E27FC236}">
                      <a16:creationId xmlns:a16="http://schemas.microsoft.com/office/drawing/2014/main" id="{96214CD6-D6E2-4FDC-A01D-C7AB80D68C45}"/>
                    </a:ext>
                  </a:extLst>
                </p:cNvPr>
                <p:cNvSpPr/>
                <p:nvPr/>
              </p:nvSpPr>
              <p:spPr>
                <a:xfrm>
                  <a:off x="729570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4" name="object 848">
                  <a:extLst>
                    <a:ext uri="{FF2B5EF4-FFF2-40B4-BE49-F238E27FC236}">
                      <a16:creationId xmlns:a16="http://schemas.microsoft.com/office/drawing/2014/main" id="{EF44EE21-C27B-4DCF-B97D-033B79B0C894}"/>
                    </a:ext>
                  </a:extLst>
                </p:cNvPr>
                <p:cNvSpPr/>
                <p:nvPr/>
              </p:nvSpPr>
              <p:spPr>
                <a:xfrm>
                  <a:off x="729570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5" name="object 849">
                  <a:extLst>
                    <a:ext uri="{FF2B5EF4-FFF2-40B4-BE49-F238E27FC236}">
                      <a16:creationId xmlns:a16="http://schemas.microsoft.com/office/drawing/2014/main" id="{06C690F2-57B8-4EF0-B10E-E7DF87DD5779}"/>
                    </a:ext>
                  </a:extLst>
                </p:cNvPr>
                <p:cNvSpPr/>
                <p:nvPr/>
              </p:nvSpPr>
              <p:spPr>
                <a:xfrm>
                  <a:off x="740466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6" name="object 850">
                  <a:extLst>
                    <a:ext uri="{FF2B5EF4-FFF2-40B4-BE49-F238E27FC236}">
                      <a16:creationId xmlns:a16="http://schemas.microsoft.com/office/drawing/2014/main" id="{4CFF8FEA-EA89-4822-A68F-DBC57F849D26}"/>
                    </a:ext>
                  </a:extLst>
                </p:cNvPr>
                <p:cNvSpPr/>
                <p:nvPr/>
              </p:nvSpPr>
              <p:spPr>
                <a:xfrm>
                  <a:off x="740466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7" name="object 851">
                  <a:extLst>
                    <a:ext uri="{FF2B5EF4-FFF2-40B4-BE49-F238E27FC236}">
                      <a16:creationId xmlns:a16="http://schemas.microsoft.com/office/drawing/2014/main" id="{B79512FD-5725-4968-BFC9-799147DBF174}"/>
                    </a:ext>
                  </a:extLst>
                </p:cNvPr>
                <p:cNvSpPr/>
                <p:nvPr/>
              </p:nvSpPr>
              <p:spPr>
                <a:xfrm>
                  <a:off x="75128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8" name="object 852">
                  <a:extLst>
                    <a:ext uri="{FF2B5EF4-FFF2-40B4-BE49-F238E27FC236}">
                      <a16:creationId xmlns:a16="http://schemas.microsoft.com/office/drawing/2014/main" id="{B9370A9A-FDB2-4CE8-B62F-469F03379750}"/>
                    </a:ext>
                  </a:extLst>
                </p:cNvPr>
                <p:cNvSpPr/>
                <p:nvPr/>
              </p:nvSpPr>
              <p:spPr>
                <a:xfrm>
                  <a:off x="75128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39" name="object 853">
                  <a:extLst>
                    <a:ext uri="{FF2B5EF4-FFF2-40B4-BE49-F238E27FC236}">
                      <a16:creationId xmlns:a16="http://schemas.microsoft.com/office/drawing/2014/main" id="{5543C3FA-C20B-4183-A184-FEFB2E4115BE}"/>
                    </a:ext>
                  </a:extLst>
                </p:cNvPr>
                <p:cNvSpPr/>
                <p:nvPr/>
              </p:nvSpPr>
              <p:spPr>
                <a:xfrm>
                  <a:off x="762183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0" name="object 854">
                  <a:extLst>
                    <a:ext uri="{FF2B5EF4-FFF2-40B4-BE49-F238E27FC236}">
                      <a16:creationId xmlns:a16="http://schemas.microsoft.com/office/drawing/2014/main" id="{87F3BBE1-B5E5-4D76-A50A-5810DCCBD6C0}"/>
                    </a:ext>
                  </a:extLst>
                </p:cNvPr>
                <p:cNvSpPr/>
                <p:nvPr/>
              </p:nvSpPr>
              <p:spPr>
                <a:xfrm>
                  <a:off x="7621838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1" name="object 855">
                  <a:extLst>
                    <a:ext uri="{FF2B5EF4-FFF2-40B4-BE49-F238E27FC236}">
                      <a16:creationId xmlns:a16="http://schemas.microsoft.com/office/drawing/2014/main" id="{75B15A82-29CF-4097-B285-36F24187399F}"/>
                    </a:ext>
                  </a:extLst>
                </p:cNvPr>
                <p:cNvSpPr/>
                <p:nvPr/>
              </p:nvSpPr>
              <p:spPr>
                <a:xfrm>
                  <a:off x="773004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2" name="object 856">
                  <a:extLst>
                    <a:ext uri="{FF2B5EF4-FFF2-40B4-BE49-F238E27FC236}">
                      <a16:creationId xmlns:a16="http://schemas.microsoft.com/office/drawing/2014/main" id="{4C595B83-74FE-411A-9633-01A0A83F8CD7}"/>
                    </a:ext>
                  </a:extLst>
                </p:cNvPr>
                <p:cNvSpPr/>
                <p:nvPr/>
              </p:nvSpPr>
              <p:spPr>
                <a:xfrm>
                  <a:off x="773004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3" name="object 857">
                  <a:extLst>
                    <a:ext uri="{FF2B5EF4-FFF2-40B4-BE49-F238E27FC236}">
                      <a16:creationId xmlns:a16="http://schemas.microsoft.com/office/drawing/2014/main" id="{3E95A5EC-E431-4CC7-AA73-833D56C70752}"/>
                    </a:ext>
                  </a:extLst>
                </p:cNvPr>
                <p:cNvSpPr/>
                <p:nvPr/>
              </p:nvSpPr>
              <p:spPr>
                <a:xfrm>
                  <a:off x="783900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4" name="object 858">
                  <a:extLst>
                    <a:ext uri="{FF2B5EF4-FFF2-40B4-BE49-F238E27FC236}">
                      <a16:creationId xmlns:a16="http://schemas.microsoft.com/office/drawing/2014/main" id="{9B31E4FA-D38C-4093-938F-D8A473B7C098}"/>
                    </a:ext>
                  </a:extLst>
                </p:cNvPr>
                <p:cNvSpPr/>
                <p:nvPr/>
              </p:nvSpPr>
              <p:spPr>
                <a:xfrm>
                  <a:off x="783900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5" name="object 859">
                  <a:extLst>
                    <a:ext uri="{FF2B5EF4-FFF2-40B4-BE49-F238E27FC236}">
                      <a16:creationId xmlns:a16="http://schemas.microsoft.com/office/drawing/2014/main" id="{80DA92AB-C2AB-4678-9029-DB33C0E49751}"/>
                    </a:ext>
                  </a:extLst>
                </p:cNvPr>
                <p:cNvSpPr/>
                <p:nvPr/>
              </p:nvSpPr>
              <p:spPr>
                <a:xfrm>
                  <a:off x="79479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6" name="object 860">
                  <a:extLst>
                    <a:ext uri="{FF2B5EF4-FFF2-40B4-BE49-F238E27FC236}">
                      <a16:creationId xmlns:a16="http://schemas.microsoft.com/office/drawing/2014/main" id="{19BCDA70-A3B6-411E-8437-C9DBF90B47BC}"/>
                    </a:ext>
                  </a:extLst>
                </p:cNvPr>
                <p:cNvSpPr/>
                <p:nvPr/>
              </p:nvSpPr>
              <p:spPr>
                <a:xfrm>
                  <a:off x="79479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7" name="object 861">
                  <a:extLst>
                    <a:ext uri="{FF2B5EF4-FFF2-40B4-BE49-F238E27FC236}">
                      <a16:creationId xmlns:a16="http://schemas.microsoft.com/office/drawing/2014/main" id="{B96AA557-0F5A-4AC8-AA2A-A658AEC235C5}"/>
                    </a:ext>
                  </a:extLst>
                </p:cNvPr>
                <p:cNvSpPr/>
                <p:nvPr/>
              </p:nvSpPr>
              <p:spPr>
                <a:xfrm>
                  <a:off x="8056179" y="5972039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55626"/>
                      </a:lnTo>
                      <a:lnTo>
                        <a:pt x="0" y="108204"/>
                      </a:lnTo>
                      <a:lnTo>
                        <a:pt x="108966" y="108204"/>
                      </a:lnTo>
                      <a:lnTo>
                        <a:pt x="108966" y="55626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8" name="object 862">
                  <a:extLst>
                    <a:ext uri="{FF2B5EF4-FFF2-40B4-BE49-F238E27FC236}">
                      <a16:creationId xmlns:a16="http://schemas.microsoft.com/office/drawing/2014/main" id="{A1D36B86-391B-448C-ADC8-A21025439614}"/>
                    </a:ext>
                  </a:extLst>
                </p:cNvPr>
                <p:cNvSpPr/>
                <p:nvPr/>
              </p:nvSpPr>
              <p:spPr>
                <a:xfrm>
                  <a:off x="805617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49" name="object 863">
                  <a:extLst>
                    <a:ext uri="{FF2B5EF4-FFF2-40B4-BE49-F238E27FC236}">
                      <a16:creationId xmlns:a16="http://schemas.microsoft.com/office/drawing/2014/main" id="{0BE1C26D-5D8F-4D17-A864-68F2DE4BF359}"/>
                    </a:ext>
                  </a:extLst>
                </p:cNvPr>
                <p:cNvSpPr/>
                <p:nvPr/>
              </p:nvSpPr>
              <p:spPr>
                <a:xfrm>
                  <a:off x="816514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0" name="object 864">
                  <a:extLst>
                    <a:ext uri="{FF2B5EF4-FFF2-40B4-BE49-F238E27FC236}">
                      <a16:creationId xmlns:a16="http://schemas.microsoft.com/office/drawing/2014/main" id="{D8F9ABEC-4542-4113-A989-D84F615A7E13}"/>
                    </a:ext>
                  </a:extLst>
                </p:cNvPr>
                <p:cNvSpPr/>
                <p:nvPr/>
              </p:nvSpPr>
              <p:spPr>
                <a:xfrm>
                  <a:off x="816514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1" name="object 865">
                  <a:extLst>
                    <a:ext uri="{FF2B5EF4-FFF2-40B4-BE49-F238E27FC236}">
                      <a16:creationId xmlns:a16="http://schemas.microsoft.com/office/drawing/2014/main" id="{D698E719-4052-43D2-BDCF-77F896C17C88}"/>
                    </a:ext>
                  </a:extLst>
                </p:cNvPr>
                <p:cNvSpPr/>
                <p:nvPr/>
              </p:nvSpPr>
              <p:spPr>
                <a:xfrm>
                  <a:off x="82733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2" name="object 866">
                  <a:extLst>
                    <a:ext uri="{FF2B5EF4-FFF2-40B4-BE49-F238E27FC236}">
                      <a16:creationId xmlns:a16="http://schemas.microsoft.com/office/drawing/2014/main" id="{4C022953-C418-4578-B200-4B56CBE7850A}"/>
                    </a:ext>
                  </a:extLst>
                </p:cNvPr>
                <p:cNvSpPr/>
                <p:nvPr/>
              </p:nvSpPr>
              <p:spPr>
                <a:xfrm>
                  <a:off x="82733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3" name="object 867">
                  <a:extLst>
                    <a:ext uri="{FF2B5EF4-FFF2-40B4-BE49-F238E27FC236}">
                      <a16:creationId xmlns:a16="http://schemas.microsoft.com/office/drawing/2014/main" id="{BFFC58A5-603A-4D36-A34D-34FEB1BDE009}"/>
                    </a:ext>
                  </a:extLst>
                </p:cNvPr>
                <p:cNvSpPr/>
                <p:nvPr/>
              </p:nvSpPr>
              <p:spPr>
                <a:xfrm>
                  <a:off x="83823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4" name="object 868">
                  <a:extLst>
                    <a:ext uri="{FF2B5EF4-FFF2-40B4-BE49-F238E27FC236}">
                      <a16:creationId xmlns:a16="http://schemas.microsoft.com/office/drawing/2014/main" id="{08D3B720-4A51-4322-940E-A272718E6375}"/>
                    </a:ext>
                  </a:extLst>
                </p:cNvPr>
                <p:cNvSpPr/>
                <p:nvPr/>
              </p:nvSpPr>
              <p:spPr>
                <a:xfrm>
                  <a:off x="83823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5" name="object 869">
                  <a:extLst>
                    <a:ext uri="{FF2B5EF4-FFF2-40B4-BE49-F238E27FC236}">
                      <a16:creationId xmlns:a16="http://schemas.microsoft.com/office/drawing/2014/main" id="{9AA76564-ACC3-41F5-93E3-AEABF11DAD10}"/>
                    </a:ext>
                  </a:extLst>
                </p:cNvPr>
                <p:cNvSpPr/>
                <p:nvPr/>
              </p:nvSpPr>
              <p:spPr>
                <a:xfrm>
                  <a:off x="8491280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6" name="object 870">
                  <a:extLst>
                    <a:ext uri="{FF2B5EF4-FFF2-40B4-BE49-F238E27FC236}">
                      <a16:creationId xmlns:a16="http://schemas.microsoft.com/office/drawing/2014/main" id="{A5ADF8BA-C950-44FB-AC07-DE7BEB7635E2}"/>
                    </a:ext>
                  </a:extLst>
                </p:cNvPr>
                <p:cNvSpPr/>
                <p:nvPr/>
              </p:nvSpPr>
              <p:spPr>
                <a:xfrm>
                  <a:off x="8491280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7" name="object 871">
                  <a:extLst>
                    <a:ext uri="{FF2B5EF4-FFF2-40B4-BE49-F238E27FC236}">
                      <a16:creationId xmlns:a16="http://schemas.microsoft.com/office/drawing/2014/main" id="{A55CF7B9-D2E9-4241-A446-3E2143AAC93A}"/>
                    </a:ext>
                  </a:extLst>
                </p:cNvPr>
                <p:cNvSpPr/>
                <p:nvPr/>
              </p:nvSpPr>
              <p:spPr>
                <a:xfrm>
                  <a:off x="85994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5" y="108203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5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8" name="object 872">
                  <a:extLst>
                    <a:ext uri="{FF2B5EF4-FFF2-40B4-BE49-F238E27FC236}">
                      <a16:creationId xmlns:a16="http://schemas.microsoft.com/office/drawing/2014/main" id="{5D84093F-1F69-4AF4-B7F7-EC3776091F11}"/>
                    </a:ext>
                  </a:extLst>
                </p:cNvPr>
                <p:cNvSpPr/>
                <p:nvPr/>
              </p:nvSpPr>
              <p:spPr>
                <a:xfrm>
                  <a:off x="8599472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59" name="object 873">
                  <a:extLst>
                    <a:ext uri="{FF2B5EF4-FFF2-40B4-BE49-F238E27FC236}">
                      <a16:creationId xmlns:a16="http://schemas.microsoft.com/office/drawing/2014/main" id="{26A67909-5283-461B-82DC-99763DAD60FE}"/>
                    </a:ext>
                  </a:extLst>
                </p:cNvPr>
                <p:cNvSpPr/>
                <p:nvPr/>
              </p:nvSpPr>
              <p:spPr>
                <a:xfrm>
                  <a:off x="8708437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0" name="object 874">
                  <a:extLst>
                    <a:ext uri="{FF2B5EF4-FFF2-40B4-BE49-F238E27FC236}">
                      <a16:creationId xmlns:a16="http://schemas.microsoft.com/office/drawing/2014/main" id="{9582C0F1-1ECF-42F5-BFDF-38642B095553}"/>
                    </a:ext>
                  </a:extLst>
                </p:cNvPr>
                <p:cNvSpPr/>
                <p:nvPr/>
              </p:nvSpPr>
              <p:spPr>
                <a:xfrm>
                  <a:off x="8708437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1" name="object 875">
                  <a:extLst>
                    <a:ext uri="{FF2B5EF4-FFF2-40B4-BE49-F238E27FC236}">
                      <a16:creationId xmlns:a16="http://schemas.microsoft.com/office/drawing/2014/main" id="{4AFDD60D-6EE5-4DF2-B4B3-E161F5C22A39}"/>
                    </a:ext>
                  </a:extLst>
                </p:cNvPr>
                <p:cNvSpPr/>
                <p:nvPr/>
              </p:nvSpPr>
              <p:spPr>
                <a:xfrm>
                  <a:off x="881665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2" name="object 876">
                  <a:extLst>
                    <a:ext uri="{FF2B5EF4-FFF2-40B4-BE49-F238E27FC236}">
                      <a16:creationId xmlns:a16="http://schemas.microsoft.com/office/drawing/2014/main" id="{E1C898F3-AC90-4BF1-AA26-8553EF18CFC8}"/>
                    </a:ext>
                  </a:extLst>
                </p:cNvPr>
                <p:cNvSpPr/>
                <p:nvPr/>
              </p:nvSpPr>
              <p:spPr>
                <a:xfrm>
                  <a:off x="881665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3" name="object 877">
                  <a:extLst>
                    <a:ext uri="{FF2B5EF4-FFF2-40B4-BE49-F238E27FC236}">
                      <a16:creationId xmlns:a16="http://schemas.microsoft.com/office/drawing/2014/main" id="{ABDEEAE7-10C2-4866-AC52-AB44C473763A}"/>
                    </a:ext>
                  </a:extLst>
                </p:cNvPr>
                <p:cNvSpPr/>
                <p:nvPr/>
              </p:nvSpPr>
              <p:spPr>
                <a:xfrm>
                  <a:off x="8925620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4" name="object 878">
                  <a:extLst>
                    <a:ext uri="{FF2B5EF4-FFF2-40B4-BE49-F238E27FC236}">
                      <a16:creationId xmlns:a16="http://schemas.microsoft.com/office/drawing/2014/main" id="{B7FC112C-A18E-4D86-BAE8-87937C156483}"/>
                    </a:ext>
                  </a:extLst>
                </p:cNvPr>
                <p:cNvSpPr/>
                <p:nvPr/>
              </p:nvSpPr>
              <p:spPr>
                <a:xfrm>
                  <a:off x="8925620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5" name="object 879">
                  <a:extLst>
                    <a:ext uri="{FF2B5EF4-FFF2-40B4-BE49-F238E27FC236}">
                      <a16:creationId xmlns:a16="http://schemas.microsoft.com/office/drawing/2014/main" id="{31D7E149-E0D9-4E3C-818B-7CD9FFCEF40D}"/>
                    </a:ext>
                  </a:extLst>
                </p:cNvPr>
                <p:cNvSpPr/>
                <p:nvPr/>
              </p:nvSpPr>
              <p:spPr>
                <a:xfrm>
                  <a:off x="90345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6" name="object 880">
                  <a:extLst>
                    <a:ext uri="{FF2B5EF4-FFF2-40B4-BE49-F238E27FC236}">
                      <a16:creationId xmlns:a16="http://schemas.microsoft.com/office/drawing/2014/main" id="{E050AC5C-272D-4425-B3CB-73B5A066EB20}"/>
                    </a:ext>
                  </a:extLst>
                </p:cNvPr>
                <p:cNvSpPr/>
                <p:nvPr/>
              </p:nvSpPr>
              <p:spPr>
                <a:xfrm>
                  <a:off x="9034574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7" name="object 881">
                  <a:extLst>
                    <a:ext uri="{FF2B5EF4-FFF2-40B4-BE49-F238E27FC236}">
                      <a16:creationId xmlns:a16="http://schemas.microsoft.com/office/drawing/2014/main" id="{1C4A3AB5-74B0-4585-989E-73AED67FF715}"/>
                    </a:ext>
                  </a:extLst>
                </p:cNvPr>
                <p:cNvSpPr/>
                <p:nvPr/>
              </p:nvSpPr>
              <p:spPr>
                <a:xfrm>
                  <a:off x="914277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8" name="object 882">
                  <a:extLst>
                    <a:ext uri="{FF2B5EF4-FFF2-40B4-BE49-F238E27FC236}">
                      <a16:creationId xmlns:a16="http://schemas.microsoft.com/office/drawing/2014/main" id="{61E5351B-3FDD-4971-A0D4-3DD8AA30465E}"/>
                    </a:ext>
                  </a:extLst>
                </p:cNvPr>
                <p:cNvSpPr/>
                <p:nvPr/>
              </p:nvSpPr>
              <p:spPr>
                <a:xfrm>
                  <a:off x="914277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69" name="object 883">
                  <a:extLst>
                    <a:ext uri="{FF2B5EF4-FFF2-40B4-BE49-F238E27FC236}">
                      <a16:creationId xmlns:a16="http://schemas.microsoft.com/office/drawing/2014/main" id="{5E36D587-DD02-44CA-9045-A601ED998CD9}"/>
                    </a:ext>
                  </a:extLst>
                </p:cNvPr>
                <p:cNvSpPr/>
                <p:nvPr/>
              </p:nvSpPr>
              <p:spPr>
                <a:xfrm>
                  <a:off x="9251756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0" name="object 884">
                  <a:extLst>
                    <a:ext uri="{FF2B5EF4-FFF2-40B4-BE49-F238E27FC236}">
                      <a16:creationId xmlns:a16="http://schemas.microsoft.com/office/drawing/2014/main" id="{C4CC20DF-02F5-494B-BD72-D643EBA4ACF9}"/>
                    </a:ext>
                  </a:extLst>
                </p:cNvPr>
                <p:cNvSpPr/>
                <p:nvPr/>
              </p:nvSpPr>
              <p:spPr>
                <a:xfrm>
                  <a:off x="9251756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1" name="object 885">
                  <a:extLst>
                    <a:ext uri="{FF2B5EF4-FFF2-40B4-BE49-F238E27FC236}">
                      <a16:creationId xmlns:a16="http://schemas.microsoft.com/office/drawing/2014/main" id="{6C2C5D82-82CC-4993-99B0-EA3D89D70624}"/>
                    </a:ext>
                  </a:extLst>
                </p:cNvPr>
                <p:cNvSpPr/>
                <p:nvPr/>
              </p:nvSpPr>
              <p:spPr>
                <a:xfrm>
                  <a:off x="93599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2" name="object 886">
                  <a:extLst>
                    <a:ext uri="{FF2B5EF4-FFF2-40B4-BE49-F238E27FC236}">
                      <a16:creationId xmlns:a16="http://schemas.microsoft.com/office/drawing/2014/main" id="{8621545E-9257-4351-8A49-C0FD9C075A10}"/>
                    </a:ext>
                  </a:extLst>
                </p:cNvPr>
                <p:cNvSpPr/>
                <p:nvPr/>
              </p:nvSpPr>
              <p:spPr>
                <a:xfrm>
                  <a:off x="9359948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3" name="object 887">
                  <a:extLst>
                    <a:ext uri="{FF2B5EF4-FFF2-40B4-BE49-F238E27FC236}">
                      <a16:creationId xmlns:a16="http://schemas.microsoft.com/office/drawing/2014/main" id="{B9374D0A-B160-4FD2-99D9-DC9996DCB278}"/>
                    </a:ext>
                  </a:extLst>
                </p:cNvPr>
                <p:cNvSpPr/>
                <p:nvPr/>
              </p:nvSpPr>
              <p:spPr>
                <a:xfrm>
                  <a:off x="94689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108966" y="108203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966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4" name="object 888">
                  <a:extLst>
                    <a:ext uri="{FF2B5EF4-FFF2-40B4-BE49-F238E27FC236}">
                      <a16:creationId xmlns:a16="http://schemas.microsoft.com/office/drawing/2014/main" id="{53549E2C-AE91-442C-9CED-7F0A894AD52E}"/>
                    </a:ext>
                  </a:extLst>
                </p:cNvPr>
                <p:cNvSpPr/>
                <p:nvPr/>
              </p:nvSpPr>
              <p:spPr>
                <a:xfrm>
                  <a:off x="9468914" y="5972027"/>
                  <a:ext cx="109220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966" y="108203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5" name="object 889">
                  <a:extLst>
                    <a:ext uri="{FF2B5EF4-FFF2-40B4-BE49-F238E27FC236}">
                      <a16:creationId xmlns:a16="http://schemas.microsoft.com/office/drawing/2014/main" id="{CD2BE98A-39CA-4B18-9198-C0BE314AA56B}"/>
                    </a:ext>
                  </a:extLst>
                </p:cNvPr>
                <p:cNvSpPr/>
                <p:nvPr/>
              </p:nvSpPr>
              <p:spPr>
                <a:xfrm>
                  <a:off x="957789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108203" y="108203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203"/>
                      </a:lnTo>
                      <a:lnTo>
                        <a:pt x="108203" y="108203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6" name="object 890">
                  <a:extLst>
                    <a:ext uri="{FF2B5EF4-FFF2-40B4-BE49-F238E27FC236}">
                      <a16:creationId xmlns:a16="http://schemas.microsoft.com/office/drawing/2014/main" id="{B004EEFE-5855-4B15-9ED7-96BED15092E5}"/>
                    </a:ext>
                  </a:extLst>
                </p:cNvPr>
                <p:cNvSpPr/>
                <p:nvPr/>
              </p:nvSpPr>
              <p:spPr>
                <a:xfrm>
                  <a:off x="9577892" y="5972027"/>
                  <a:ext cx="108585" cy="1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8585">
                      <a:moveTo>
                        <a:pt x="0" y="0"/>
                      </a:moveTo>
                      <a:lnTo>
                        <a:pt x="0" y="108203"/>
                      </a:lnTo>
                      <a:lnTo>
                        <a:pt x="108204" y="108203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7" name="object 891">
                  <a:extLst>
                    <a:ext uri="{FF2B5EF4-FFF2-40B4-BE49-F238E27FC236}">
                      <a16:creationId xmlns:a16="http://schemas.microsoft.com/office/drawing/2014/main" id="{B5E2A58C-A75D-4B4E-9F57-8DCDE646C83F}"/>
                    </a:ext>
                  </a:extLst>
                </p:cNvPr>
                <p:cNvSpPr/>
                <p:nvPr/>
              </p:nvSpPr>
              <p:spPr>
                <a:xfrm>
                  <a:off x="696956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8" name="object 892">
                  <a:extLst>
                    <a:ext uri="{FF2B5EF4-FFF2-40B4-BE49-F238E27FC236}">
                      <a16:creationId xmlns:a16="http://schemas.microsoft.com/office/drawing/2014/main" id="{B1943D35-28EB-4B0D-9FE0-24F8283D9992}"/>
                    </a:ext>
                  </a:extLst>
                </p:cNvPr>
                <p:cNvSpPr/>
                <p:nvPr/>
              </p:nvSpPr>
              <p:spPr>
                <a:xfrm>
                  <a:off x="696956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79" name="object 893">
                  <a:extLst>
                    <a:ext uri="{FF2B5EF4-FFF2-40B4-BE49-F238E27FC236}">
                      <a16:creationId xmlns:a16="http://schemas.microsoft.com/office/drawing/2014/main" id="{430F285A-BC3E-4A10-90D9-130C316B247A}"/>
                    </a:ext>
                  </a:extLst>
                </p:cNvPr>
                <p:cNvSpPr/>
                <p:nvPr/>
              </p:nvSpPr>
              <p:spPr>
                <a:xfrm>
                  <a:off x="707853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0" name="object 894">
                  <a:extLst>
                    <a:ext uri="{FF2B5EF4-FFF2-40B4-BE49-F238E27FC236}">
                      <a16:creationId xmlns:a16="http://schemas.microsoft.com/office/drawing/2014/main" id="{071D3FFD-C97A-4827-B1DC-F6C8A2CF0481}"/>
                    </a:ext>
                  </a:extLst>
                </p:cNvPr>
                <p:cNvSpPr/>
                <p:nvPr/>
              </p:nvSpPr>
              <p:spPr>
                <a:xfrm>
                  <a:off x="707853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1" name="object 895">
                  <a:extLst>
                    <a:ext uri="{FF2B5EF4-FFF2-40B4-BE49-F238E27FC236}">
                      <a16:creationId xmlns:a16="http://schemas.microsoft.com/office/drawing/2014/main" id="{562805B2-853E-406D-8F85-134A48AEE2B6}"/>
                    </a:ext>
                  </a:extLst>
                </p:cNvPr>
                <p:cNvSpPr/>
                <p:nvPr/>
              </p:nvSpPr>
              <p:spPr>
                <a:xfrm>
                  <a:off x="718673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2" name="object 896">
                  <a:extLst>
                    <a:ext uri="{FF2B5EF4-FFF2-40B4-BE49-F238E27FC236}">
                      <a16:creationId xmlns:a16="http://schemas.microsoft.com/office/drawing/2014/main" id="{470CC514-70A7-4576-ACA5-DE76DAE1A8E0}"/>
                    </a:ext>
                  </a:extLst>
                </p:cNvPr>
                <p:cNvSpPr/>
                <p:nvPr/>
              </p:nvSpPr>
              <p:spPr>
                <a:xfrm>
                  <a:off x="7186736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3" name="object 897">
                  <a:extLst>
                    <a:ext uri="{FF2B5EF4-FFF2-40B4-BE49-F238E27FC236}">
                      <a16:creationId xmlns:a16="http://schemas.microsoft.com/office/drawing/2014/main" id="{9D0B7937-9F6B-4B48-AC0C-2498C2F442CF}"/>
                    </a:ext>
                  </a:extLst>
                </p:cNvPr>
                <p:cNvSpPr/>
                <p:nvPr/>
              </p:nvSpPr>
              <p:spPr>
                <a:xfrm>
                  <a:off x="729570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4" name="object 898">
                  <a:extLst>
                    <a:ext uri="{FF2B5EF4-FFF2-40B4-BE49-F238E27FC236}">
                      <a16:creationId xmlns:a16="http://schemas.microsoft.com/office/drawing/2014/main" id="{FEFA2879-BD65-4D31-A1AA-1730B53878C5}"/>
                    </a:ext>
                  </a:extLst>
                </p:cNvPr>
                <p:cNvSpPr/>
                <p:nvPr/>
              </p:nvSpPr>
              <p:spPr>
                <a:xfrm>
                  <a:off x="729570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5" name="object 899">
                  <a:extLst>
                    <a:ext uri="{FF2B5EF4-FFF2-40B4-BE49-F238E27FC236}">
                      <a16:creationId xmlns:a16="http://schemas.microsoft.com/office/drawing/2014/main" id="{4BD2BEB8-CB6E-42BB-A078-881474E1A20B}"/>
                    </a:ext>
                  </a:extLst>
                </p:cNvPr>
                <p:cNvSpPr/>
                <p:nvPr/>
              </p:nvSpPr>
              <p:spPr>
                <a:xfrm>
                  <a:off x="740466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6" name="object 900">
                  <a:extLst>
                    <a:ext uri="{FF2B5EF4-FFF2-40B4-BE49-F238E27FC236}">
                      <a16:creationId xmlns:a16="http://schemas.microsoft.com/office/drawing/2014/main" id="{C58E809F-232E-4DD1-B168-E99A3CD09FFE}"/>
                    </a:ext>
                  </a:extLst>
                </p:cNvPr>
                <p:cNvSpPr/>
                <p:nvPr/>
              </p:nvSpPr>
              <p:spPr>
                <a:xfrm>
                  <a:off x="740466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7" name="object 901">
                  <a:extLst>
                    <a:ext uri="{FF2B5EF4-FFF2-40B4-BE49-F238E27FC236}">
                      <a16:creationId xmlns:a16="http://schemas.microsoft.com/office/drawing/2014/main" id="{B9F54E44-FA94-4188-937A-08502AD8F5E3}"/>
                    </a:ext>
                  </a:extLst>
                </p:cNvPr>
                <p:cNvSpPr/>
                <p:nvPr/>
              </p:nvSpPr>
              <p:spPr>
                <a:xfrm>
                  <a:off x="75128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8" name="object 902">
                  <a:extLst>
                    <a:ext uri="{FF2B5EF4-FFF2-40B4-BE49-F238E27FC236}">
                      <a16:creationId xmlns:a16="http://schemas.microsoft.com/office/drawing/2014/main" id="{86F1CEBA-DB63-4A49-A9F6-3E8734980E78}"/>
                    </a:ext>
                  </a:extLst>
                </p:cNvPr>
                <p:cNvSpPr/>
                <p:nvPr/>
              </p:nvSpPr>
              <p:spPr>
                <a:xfrm>
                  <a:off x="75128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89" name="object 903">
                  <a:extLst>
                    <a:ext uri="{FF2B5EF4-FFF2-40B4-BE49-F238E27FC236}">
                      <a16:creationId xmlns:a16="http://schemas.microsoft.com/office/drawing/2014/main" id="{20A8FC82-7EC1-4644-9155-4A8D9DEF1290}"/>
                    </a:ext>
                  </a:extLst>
                </p:cNvPr>
                <p:cNvSpPr/>
                <p:nvPr/>
              </p:nvSpPr>
              <p:spPr>
                <a:xfrm>
                  <a:off x="762183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0" name="object 904">
                  <a:extLst>
                    <a:ext uri="{FF2B5EF4-FFF2-40B4-BE49-F238E27FC236}">
                      <a16:creationId xmlns:a16="http://schemas.microsoft.com/office/drawing/2014/main" id="{A41B1D6C-7248-4F4F-AC6F-714EC6727AC2}"/>
                    </a:ext>
                  </a:extLst>
                </p:cNvPr>
                <p:cNvSpPr/>
                <p:nvPr/>
              </p:nvSpPr>
              <p:spPr>
                <a:xfrm>
                  <a:off x="7621838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1" name="object 905">
                  <a:extLst>
                    <a:ext uri="{FF2B5EF4-FFF2-40B4-BE49-F238E27FC236}">
                      <a16:creationId xmlns:a16="http://schemas.microsoft.com/office/drawing/2014/main" id="{7600D3F2-1057-449A-9240-73501EC9F533}"/>
                    </a:ext>
                  </a:extLst>
                </p:cNvPr>
                <p:cNvSpPr/>
                <p:nvPr/>
              </p:nvSpPr>
              <p:spPr>
                <a:xfrm>
                  <a:off x="773004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2" name="object 906">
                  <a:extLst>
                    <a:ext uri="{FF2B5EF4-FFF2-40B4-BE49-F238E27FC236}">
                      <a16:creationId xmlns:a16="http://schemas.microsoft.com/office/drawing/2014/main" id="{13404E50-ACEA-4286-9DCB-065F55C3FBD4}"/>
                    </a:ext>
                  </a:extLst>
                </p:cNvPr>
                <p:cNvSpPr/>
                <p:nvPr/>
              </p:nvSpPr>
              <p:spPr>
                <a:xfrm>
                  <a:off x="773004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3" name="object 907">
                  <a:extLst>
                    <a:ext uri="{FF2B5EF4-FFF2-40B4-BE49-F238E27FC236}">
                      <a16:creationId xmlns:a16="http://schemas.microsoft.com/office/drawing/2014/main" id="{158F3085-B533-4CC7-BB18-4AE0F152D006}"/>
                    </a:ext>
                  </a:extLst>
                </p:cNvPr>
                <p:cNvSpPr/>
                <p:nvPr/>
              </p:nvSpPr>
              <p:spPr>
                <a:xfrm>
                  <a:off x="783900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5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965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4" name="object 908">
                  <a:extLst>
                    <a:ext uri="{FF2B5EF4-FFF2-40B4-BE49-F238E27FC236}">
                      <a16:creationId xmlns:a16="http://schemas.microsoft.com/office/drawing/2014/main" id="{EF44416B-FCDF-4083-8210-D77548B7F6A4}"/>
                    </a:ext>
                  </a:extLst>
                </p:cNvPr>
                <p:cNvSpPr/>
                <p:nvPr/>
              </p:nvSpPr>
              <p:spPr>
                <a:xfrm>
                  <a:off x="783900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5" name="object 909">
                  <a:extLst>
                    <a:ext uri="{FF2B5EF4-FFF2-40B4-BE49-F238E27FC236}">
                      <a16:creationId xmlns:a16="http://schemas.microsoft.com/office/drawing/2014/main" id="{7B6C5493-1E35-443C-A5E5-44FCE70F4E7F}"/>
                    </a:ext>
                  </a:extLst>
                </p:cNvPr>
                <p:cNvSpPr/>
                <p:nvPr/>
              </p:nvSpPr>
              <p:spPr>
                <a:xfrm>
                  <a:off x="79479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5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5"/>
                      </a:lnTo>
                      <a:lnTo>
                        <a:pt x="108203" y="108965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6" name="object 910">
                  <a:extLst>
                    <a:ext uri="{FF2B5EF4-FFF2-40B4-BE49-F238E27FC236}">
                      <a16:creationId xmlns:a16="http://schemas.microsoft.com/office/drawing/2014/main" id="{34C4216F-D7DB-425F-ADBE-91B5E5A8C1ED}"/>
                    </a:ext>
                  </a:extLst>
                </p:cNvPr>
                <p:cNvSpPr/>
                <p:nvPr/>
              </p:nvSpPr>
              <p:spPr>
                <a:xfrm>
                  <a:off x="79479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7" name="object 911">
                  <a:extLst>
                    <a:ext uri="{FF2B5EF4-FFF2-40B4-BE49-F238E27FC236}">
                      <a16:creationId xmlns:a16="http://schemas.microsoft.com/office/drawing/2014/main" id="{31AC77E3-BAD6-4679-AC88-C6DFF9C37C15}"/>
                    </a:ext>
                  </a:extLst>
                </p:cNvPr>
                <p:cNvSpPr/>
                <p:nvPr/>
              </p:nvSpPr>
              <p:spPr>
                <a:xfrm>
                  <a:off x="80561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6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8" name="object 912">
                  <a:extLst>
                    <a:ext uri="{FF2B5EF4-FFF2-40B4-BE49-F238E27FC236}">
                      <a16:creationId xmlns:a16="http://schemas.microsoft.com/office/drawing/2014/main" id="{C11DE07B-2573-44B8-968F-3D94A7913D9D}"/>
                    </a:ext>
                  </a:extLst>
                </p:cNvPr>
                <p:cNvSpPr/>
                <p:nvPr/>
              </p:nvSpPr>
              <p:spPr>
                <a:xfrm>
                  <a:off x="80561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899" name="object 913">
                  <a:extLst>
                    <a:ext uri="{FF2B5EF4-FFF2-40B4-BE49-F238E27FC236}">
                      <a16:creationId xmlns:a16="http://schemas.microsoft.com/office/drawing/2014/main" id="{76055057-4874-4886-B124-7142AE790BFA}"/>
                    </a:ext>
                  </a:extLst>
                </p:cNvPr>
                <p:cNvSpPr/>
                <p:nvPr/>
              </p:nvSpPr>
              <p:spPr>
                <a:xfrm>
                  <a:off x="8165145" y="6080243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4" y="0"/>
                      </a:moveTo>
                      <a:lnTo>
                        <a:pt x="0" y="0"/>
                      </a:lnTo>
                      <a:lnTo>
                        <a:pt x="0" y="100584"/>
                      </a:lnTo>
                      <a:lnTo>
                        <a:pt x="0" y="108966"/>
                      </a:lnTo>
                      <a:lnTo>
                        <a:pt x="108204" y="108966"/>
                      </a:lnTo>
                      <a:lnTo>
                        <a:pt x="108204" y="100584"/>
                      </a:lnTo>
                      <a:lnTo>
                        <a:pt x="108204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0" name="object 914">
                  <a:extLst>
                    <a:ext uri="{FF2B5EF4-FFF2-40B4-BE49-F238E27FC236}">
                      <a16:creationId xmlns:a16="http://schemas.microsoft.com/office/drawing/2014/main" id="{03E7A356-1922-4BD4-A8CB-70623147379D}"/>
                    </a:ext>
                  </a:extLst>
                </p:cNvPr>
                <p:cNvSpPr/>
                <p:nvPr/>
              </p:nvSpPr>
              <p:spPr>
                <a:xfrm>
                  <a:off x="816514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1" name="object 915">
                  <a:extLst>
                    <a:ext uri="{FF2B5EF4-FFF2-40B4-BE49-F238E27FC236}">
                      <a16:creationId xmlns:a16="http://schemas.microsoft.com/office/drawing/2014/main" id="{B186844F-B01B-4B5C-8F7B-41DC34C8D835}"/>
                    </a:ext>
                  </a:extLst>
                </p:cNvPr>
                <p:cNvSpPr/>
                <p:nvPr/>
              </p:nvSpPr>
              <p:spPr>
                <a:xfrm>
                  <a:off x="8273348" y="6080231"/>
                  <a:ext cx="109220" cy="100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0965">
                      <a:moveTo>
                        <a:pt x="0" y="100584"/>
                      </a:moveTo>
                      <a:lnTo>
                        <a:pt x="108965" y="100584"/>
                      </a:ln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0584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2" name="object 916">
                  <a:extLst>
                    <a:ext uri="{FF2B5EF4-FFF2-40B4-BE49-F238E27FC236}">
                      <a16:creationId xmlns:a16="http://schemas.microsoft.com/office/drawing/2014/main" id="{9261F58A-0F14-4490-9472-CDA1D0ECB630}"/>
                    </a:ext>
                  </a:extLst>
                </p:cNvPr>
                <p:cNvSpPr/>
                <p:nvPr/>
              </p:nvSpPr>
              <p:spPr>
                <a:xfrm>
                  <a:off x="827334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3" name="object 917">
                  <a:extLst>
                    <a:ext uri="{FF2B5EF4-FFF2-40B4-BE49-F238E27FC236}">
                      <a16:creationId xmlns:a16="http://schemas.microsoft.com/office/drawing/2014/main" id="{599F1B85-8F72-421A-9DCB-EF97251462AE}"/>
                    </a:ext>
                  </a:extLst>
                </p:cNvPr>
                <p:cNvSpPr/>
                <p:nvPr/>
              </p:nvSpPr>
              <p:spPr>
                <a:xfrm>
                  <a:off x="8382315" y="6080243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0"/>
                      </a:moveTo>
                      <a:lnTo>
                        <a:pt x="0" y="0"/>
                      </a:lnTo>
                      <a:lnTo>
                        <a:pt x="0" y="100584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lnTo>
                        <a:pt x="108966" y="100584"/>
                      </a:lnTo>
                      <a:lnTo>
                        <a:pt x="108966" y="0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4" name="object 918">
                  <a:extLst>
                    <a:ext uri="{FF2B5EF4-FFF2-40B4-BE49-F238E27FC236}">
                      <a16:creationId xmlns:a16="http://schemas.microsoft.com/office/drawing/2014/main" id="{799ED1EC-75C5-411D-BFCD-E21C12C098F6}"/>
                    </a:ext>
                  </a:extLst>
                </p:cNvPr>
                <p:cNvSpPr/>
                <p:nvPr/>
              </p:nvSpPr>
              <p:spPr>
                <a:xfrm>
                  <a:off x="838231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5" name="object 919">
                  <a:extLst>
                    <a:ext uri="{FF2B5EF4-FFF2-40B4-BE49-F238E27FC236}">
                      <a16:creationId xmlns:a16="http://schemas.microsoft.com/office/drawing/2014/main" id="{AC325AC7-1B8E-4AA1-9A65-468EC20C7C99}"/>
                    </a:ext>
                  </a:extLst>
                </p:cNvPr>
                <p:cNvSpPr/>
                <p:nvPr/>
              </p:nvSpPr>
              <p:spPr>
                <a:xfrm>
                  <a:off x="8491280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6" name="object 920">
                  <a:extLst>
                    <a:ext uri="{FF2B5EF4-FFF2-40B4-BE49-F238E27FC236}">
                      <a16:creationId xmlns:a16="http://schemas.microsoft.com/office/drawing/2014/main" id="{9BCFBD44-E46E-4A99-A7E6-A8E7F03964B1}"/>
                    </a:ext>
                  </a:extLst>
                </p:cNvPr>
                <p:cNvSpPr/>
                <p:nvPr/>
              </p:nvSpPr>
              <p:spPr>
                <a:xfrm>
                  <a:off x="8491280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5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7" name="object 921">
                  <a:extLst>
                    <a:ext uri="{FF2B5EF4-FFF2-40B4-BE49-F238E27FC236}">
                      <a16:creationId xmlns:a16="http://schemas.microsoft.com/office/drawing/2014/main" id="{33267DA6-EB01-4F82-8A6B-27BCA94BA554}"/>
                    </a:ext>
                  </a:extLst>
                </p:cNvPr>
                <p:cNvSpPr/>
                <p:nvPr/>
              </p:nvSpPr>
              <p:spPr>
                <a:xfrm>
                  <a:off x="85994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5" y="108966"/>
                      </a:moveTo>
                      <a:lnTo>
                        <a:pt x="108965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5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8" name="object 922">
                  <a:extLst>
                    <a:ext uri="{FF2B5EF4-FFF2-40B4-BE49-F238E27FC236}">
                      <a16:creationId xmlns:a16="http://schemas.microsoft.com/office/drawing/2014/main" id="{D049B58C-6364-4F65-AC1E-B8BA90EF300C}"/>
                    </a:ext>
                  </a:extLst>
                </p:cNvPr>
                <p:cNvSpPr/>
                <p:nvPr/>
              </p:nvSpPr>
              <p:spPr>
                <a:xfrm>
                  <a:off x="8599472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09" name="object 923">
                  <a:extLst>
                    <a:ext uri="{FF2B5EF4-FFF2-40B4-BE49-F238E27FC236}">
                      <a16:creationId xmlns:a16="http://schemas.microsoft.com/office/drawing/2014/main" id="{19A06535-CBF4-4C96-9A82-6EB3CF6AE107}"/>
                    </a:ext>
                  </a:extLst>
                </p:cNvPr>
                <p:cNvSpPr/>
                <p:nvPr/>
              </p:nvSpPr>
              <p:spPr>
                <a:xfrm>
                  <a:off x="8708437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0" name="object 924">
                  <a:extLst>
                    <a:ext uri="{FF2B5EF4-FFF2-40B4-BE49-F238E27FC236}">
                      <a16:creationId xmlns:a16="http://schemas.microsoft.com/office/drawing/2014/main" id="{3CD7BAC0-6C79-412E-B3C4-86FEAF8BFA5F}"/>
                    </a:ext>
                  </a:extLst>
                </p:cNvPr>
                <p:cNvSpPr/>
                <p:nvPr/>
              </p:nvSpPr>
              <p:spPr>
                <a:xfrm>
                  <a:off x="8708437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1" name="object 925">
                  <a:extLst>
                    <a:ext uri="{FF2B5EF4-FFF2-40B4-BE49-F238E27FC236}">
                      <a16:creationId xmlns:a16="http://schemas.microsoft.com/office/drawing/2014/main" id="{A2C3267F-F36B-4D1C-B122-7A684660AC49}"/>
                    </a:ext>
                  </a:extLst>
                </p:cNvPr>
                <p:cNvSpPr/>
                <p:nvPr/>
              </p:nvSpPr>
              <p:spPr>
                <a:xfrm>
                  <a:off x="881665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2" name="object 926">
                  <a:extLst>
                    <a:ext uri="{FF2B5EF4-FFF2-40B4-BE49-F238E27FC236}">
                      <a16:creationId xmlns:a16="http://schemas.microsoft.com/office/drawing/2014/main" id="{6B6546B9-9DEE-418B-BE8A-29CDF33DC163}"/>
                    </a:ext>
                  </a:extLst>
                </p:cNvPr>
                <p:cNvSpPr/>
                <p:nvPr/>
              </p:nvSpPr>
              <p:spPr>
                <a:xfrm>
                  <a:off x="881665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3" name="object 927">
                  <a:extLst>
                    <a:ext uri="{FF2B5EF4-FFF2-40B4-BE49-F238E27FC236}">
                      <a16:creationId xmlns:a16="http://schemas.microsoft.com/office/drawing/2014/main" id="{E0C76909-6A58-4574-B812-BD23E98BB148}"/>
                    </a:ext>
                  </a:extLst>
                </p:cNvPr>
                <p:cNvSpPr/>
                <p:nvPr/>
              </p:nvSpPr>
              <p:spPr>
                <a:xfrm>
                  <a:off x="8925620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4" name="object 928">
                  <a:extLst>
                    <a:ext uri="{FF2B5EF4-FFF2-40B4-BE49-F238E27FC236}">
                      <a16:creationId xmlns:a16="http://schemas.microsoft.com/office/drawing/2014/main" id="{23C8099A-4416-44ED-9359-6117AD788F3E}"/>
                    </a:ext>
                  </a:extLst>
                </p:cNvPr>
                <p:cNvSpPr/>
                <p:nvPr/>
              </p:nvSpPr>
              <p:spPr>
                <a:xfrm>
                  <a:off x="8925620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5" name="object 929">
                  <a:extLst>
                    <a:ext uri="{FF2B5EF4-FFF2-40B4-BE49-F238E27FC236}">
                      <a16:creationId xmlns:a16="http://schemas.microsoft.com/office/drawing/2014/main" id="{4CD0F7BE-C1EB-42BC-81D3-99CEE0BCA5CA}"/>
                    </a:ext>
                  </a:extLst>
                </p:cNvPr>
                <p:cNvSpPr/>
                <p:nvPr/>
              </p:nvSpPr>
              <p:spPr>
                <a:xfrm>
                  <a:off x="90345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6" name="object 930">
                  <a:extLst>
                    <a:ext uri="{FF2B5EF4-FFF2-40B4-BE49-F238E27FC236}">
                      <a16:creationId xmlns:a16="http://schemas.microsoft.com/office/drawing/2014/main" id="{4703021D-682E-40FF-AA96-5E4191CFEB6C}"/>
                    </a:ext>
                  </a:extLst>
                </p:cNvPr>
                <p:cNvSpPr/>
                <p:nvPr/>
              </p:nvSpPr>
              <p:spPr>
                <a:xfrm>
                  <a:off x="9034574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7" name="object 931">
                  <a:extLst>
                    <a:ext uri="{FF2B5EF4-FFF2-40B4-BE49-F238E27FC236}">
                      <a16:creationId xmlns:a16="http://schemas.microsoft.com/office/drawing/2014/main" id="{54093404-E300-4F4E-8680-28D03B07A33C}"/>
                    </a:ext>
                  </a:extLst>
                </p:cNvPr>
                <p:cNvSpPr/>
                <p:nvPr/>
              </p:nvSpPr>
              <p:spPr>
                <a:xfrm>
                  <a:off x="91427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8" name="object 932">
                  <a:extLst>
                    <a:ext uri="{FF2B5EF4-FFF2-40B4-BE49-F238E27FC236}">
                      <a16:creationId xmlns:a16="http://schemas.microsoft.com/office/drawing/2014/main" id="{D6A222BB-AE29-4257-A420-42A92C0DCB2C}"/>
                    </a:ext>
                  </a:extLst>
                </p:cNvPr>
                <p:cNvSpPr/>
                <p:nvPr/>
              </p:nvSpPr>
              <p:spPr>
                <a:xfrm>
                  <a:off x="914277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19" name="object 933">
                  <a:extLst>
                    <a:ext uri="{FF2B5EF4-FFF2-40B4-BE49-F238E27FC236}">
                      <a16:creationId xmlns:a16="http://schemas.microsoft.com/office/drawing/2014/main" id="{2145BE18-5F5F-4559-AE85-EFA5AD4853F7}"/>
                    </a:ext>
                  </a:extLst>
                </p:cNvPr>
                <p:cNvSpPr/>
                <p:nvPr/>
              </p:nvSpPr>
              <p:spPr>
                <a:xfrm>
                  <a:off x="9251756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0" name="object 934">
                  <a:extLst>
                    <a:ext uri="{FF2B5EF4-FFF2-40B4-BE49-F238E27FC236}">
                      <a16:creationId xmlns:a16="http://schemas.microsoft.com/office/drawing/2014/main" id="{E2E5125D-2EBB-4ECB-A54E-67578F9713B9}"/>
                    </a:ext>
                  </a:extLst>
                </p:cNvPr>
                <p:cNvSpPr/>
                <p:nvPr/>
              </p:nvSpPr>
              <p:spPr>
                <a:xfrm>
                  <a:off x="9251756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1" name="object 935">
                  <a:extLst>
                    <a:ext uri="{FF2B5EF4-FFF2-40B4-BE49-F238E27FC236}">
                      <a16:creationId xmlns:a16="http://schemas.microsoft.com/office/drawing/2014/main" id="{E35AF7F3-3150-4D03-8CED-52B658847042}"/>
                    </a:ext>
                  </a:extLst>
                </p:cNvPr>
                <p:cNvSpPr/>
                <p:nvPr/>
              </p:nvSpPr>
              <p:spPr>
                <a:xfrm>
                  <a:off x="935994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2" name="object 936">
                  <a:extLst>
                    <a:ext uri="{FF2B5EF4-FFF2-40B4-BE49-F238E27FC236}">
                      <a16:creationId xmlns:a16="http://schemas.microsoft.com/office/drawing/2014/main" id="{9A0FEB1F-4C8D-4A08-90BE-333921FBE543}"/>
                    </a:ext>
                  </a:extLst>
                </p:cNvPr>
                <p:cNvSpPr/>
                <p:nvPr/>
              </p:nvSpPr>
              <p:spPr>
                <a:xfrm>
                  <a:off x="9359948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3" name="object 937">
                  <a:extLst>
                    <a:ext uri="{FF2B5EF4-FFF2-40B4-BE49-F238E27FC236}">
                      <a16:creationId xmlns:a16="http://schemas.microsoft.com/office/drawing/2014/main" id="{33714D68-D441-4E32-808F-4FAFA2D2768F}"/>
                    </a:ext>
                  </a:extLst>
                </p:cNvPr>
                <p:cNvSpPr/>
                <p:nvPr/>
              </p:nvSpPr>
              <p:spPr>
                <a:xfrm>
                  <a:off x="946891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108966" y="108966"/>
                      </a:moveTo>
                      <a:lnTo>
                        <a:pt x="108966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966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4" name="object 938">
                  <a:extLst>
                    <a:ext uri="{FF2B5EF4-FFF2-40B4-BE49-F238E27FC236}">
                      <a16:creationId xmlns:a16="http://schemas.microsoft.com/office/drawing/2014/main" id="{474FEC88-44BF-4E00-8702-97562C7C2367}"/>
                    </a:ext>
                  </a:extLst>
                </p:cNvPr>
                <p:cNvSpPr/>
                <p:nvPr/>
              </p:nvSpPr>
              <p:spPr>
                <a:xfrm>
                  <a:off x="9468914" y="6080231"/>
                  <a:ext cx="109220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220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966" y="108965"/>
                      </a:lnTo>
                      <a:lnTo>
                        <a:pt x="10896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5" name="object 939">
                  <a:extLst>
                    <a:ext uri="{FF2B5EF4-FFF2-40B4-BE49-F238E27FC236}">
                      <a16:creationId xmlns:a16="http://schemas.microsoft.com/office/drawing/2014/main" id="{00CD6CF9-FD35-4B53-ACDF-62B479BB6471}"/>
                    </a:ext>
                  </a:extLst>
                </p:cNvPr>
                <p:cNvSpPr/>
                <p:nvPr/>
              </p:nvSpPr>
              <p:spPr>
                <a:xfrm>
                  <a:off x="957789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108203" y="108966"/>
                      </a:moveTo>
                      <a:lnTo>
                        <a:pt x="108203" y="0"/>
                      </a:lnTo>
                      <a:lnTo>
                        <a:pt x="0" y="0"/>
                      </a:lnTo>
                      <a:lnTo>
                        <a:pt x="0" y="108966"/>
                      </a:lnTo>
                      <a:lnTo>
                        <a:pt x="108203" y="108966"/>
                      </a:lnTo>
                      <a:close/>
                    </a:path>
                  </a:pathLst>
                </a:custGeom>
                <a:solidFill>
                  <a:srgbClr val="D8D8D8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6" name="object 940">
                  <a:extLst>
                    <a:ext uri="{FF2B5EF4-FFF2-40B4-BE49-F238E27FC236}">
                      <a16:creationId xmlns:a16="http://schemas.microsoft.com/office/drawing/2014/main" id="{76C3A95B-2A23-4CD4-8C0B-8E5F27FBF9C4}"/>
                    </a:ext>
                  </a:extLst>
                </p:cNvPr>
                <p:cNvSpPr/>
                <p:nvPr/>
              </p:nvSpPr>
              <p:spPr>
                <a:xfrm>
                  <a:off x="9577892" y="6080231"/>
                  <a:ext cx="108585" cy="10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84" h="109220">
                      <a:moveTo>
                        <a:pt x="0" y="0"/>
                      </a:moveTo>
                      <a:lnTo>
                        <a:pt x="0" y="108965"/>
                      </a:lnTo>
                      <a:lnTo>
                        <a:pt x="108204" y="108965"/>
                      </a:lnTo>
                      <a:lnTo>
                        <a:pt x="10820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7670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7" name="object 941">
                  <a:extLst>
                    <a:ext uri="{FF2B5EF4-FFF2-40B4-BE49-F238E27FC236}">
                      <a16:creationId xmlns:a16="http://schemas.microsoft.com/office/drawing/2014/main" id="{CFA88DF9-E229-441B-9D2A-2E150F562570}"/>
                    </a:ext>
                  </a:extLst>
                </p:cNvPr>
                <p:cNvSpPr/>
                <p:nvPr/>
              </p:nvSpPr>
              <p:spPr>
                <a:xfrm>
                  <a:off x="7478582" y="3823949"/>
                  <a:ext cx="30226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2600" h="171450">
                      <a:moveTo>
                        <a:pt x="0" y="154685"/>
                      </a:moveTo>
                      <a:lnTo>
                        <a:pt x="307848" y="0"/>
                      </a:lnTo>
                    </a:path>
                    <a:path w="3022600" h="171450">
                      <a:moveTo>
                        <a:pt x="2682989" y="171449"/>
                      </a:moveTo>
                      <a:lnTo>
                        <a:pt x="3022092" y="1523"/>
                      </a:lnTo>
                    </a:path>
                  </a:pathLst>
                </a:custGeom>
                <a:ln w="7670">
                  <a:solidFill>
                    <a:srgbClr val="000000"/>
                  </a:solidFill>
                  <a:prstDash val="sysDash"/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8" name="object 942">
                  <a:extLst>
                    <a:ext uri="{FF2B5EF4-FFF2-40B4-BE49-F238E27FC236}">
                      <a16:creationId xmlns:a16="http://schemas.microsoft.com/office/drawing/2014/main" id="{87FCD873-8C96-43DF-9BFB-4EF56DEC3062}"/>
                    </a:ext>
                  </a:extLst>
                </p:cNvPr>
                <p:cNvSpPr/>
                <p:nvPr/>
              </p:nvSpPr>
              <p:spPr>
                <a:xfrm>
                  <a:off x="9686096" y="5754095"/>
                  <a:ext cx="869950" cy="4356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50" h="435609">
                      <a:moveTo>
                        <a:pt x="0" y="435101"/>
                      </a:moveTo>
                      <a:lnTo>
                        <a:pt x="869441" y="0"/>
                      </a:lnTo>
                    </a:path>
                  </a:pathLst>
                </a:custGeom>
                <a:ln w="11506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29" name="object 943">
                  <a:extLst>
                    <a:ext uri="{FF2B5EF4-FFF2-40B4-BE49-F238E27FC236}">
                      <a16:creationId xmlns:a16="http://schemas.microsoft.com/office/drawing/2014/main" id="{5178A3B9-7A46-48F9-8C43-9A4BDB2936C3}"/>
                    </a:ext>
                  </a:extLst>
                </p:cNvPr>
                <p:cNvSpPr/>
                <p:nvPr/>
              </p:nvSpPr>
              <p:spPr>
                <a:xfrm>
                  <a:off x="9686096" y="6148049"/>
                  <a:ext cx="41275" cy="55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55245">
                      <a:moveTo>
                        <a:pt x="13716" y="0"/>
                      </a:moveTo>
                      <a:lnTo>
                        <a:pt x="0" y="41148"/>
                      </a:lnTo>
                      <a:lnTo>
                        <a:pt x="41148" y="54864"/>
                      </a:lnTo>
                    </a:path>
                  </a:pathLst>
                </a:custGeom>
                <a:ln w="11506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0" name="object 944">
                  <a:extLst>
                    <a:ext uri="{FF2B5EF4-FFF2-40B4-BE49-F238E27FC236}">
                      <a16:creationId xmlns:a16="http://schemas.microsoft.com/office/drawing/2014/main" id="{69D131D0-ED59-4B13-8768-BB1653F20D5B}"/>
                    </a:ext>
                  </a:extLst>
                </p:cNvPr>
                <p:cNvSpPr/>
                <p:nvPr/>
              </p:nvSpPr>
              <p:spPr>
                <a:xfrm>
                  <a:off x="10514390" y="5740379"/>
                  <a:ext cx="41275" cy="55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55879">
                      <a:moveTo>
                        <a:pt x="27431" y="55625"/>
                      </a:moveTo>
                      <a:lnTo>
                        <a:pt x="41147" y="13715"/>
                      </a:lnTo>
                      <a:lnTo>
                        <a:pt x="0" y="0"/>
                      </a:lnTo>
                    </a:path>
                  </a:pathLst>
                </a:custGeom>
                <a:ln w="11506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1" name="object 945">
                  <a:extLst>
                    <a:ext uri="{FF2B5EF4-FFF2-40B4-BE49-F238E27FC236}">
                      <a16:creationId xmlns:a16="http://schemas.microsoft.com/office/drawing/2014/main" id="{25E80439-785F-4923-920C-6EC669132A50}"/>
                    </a:ext>
                  </a:extLst>
                </p:cNvPr>
                <p:cNvSpPr/>
                <p:nvPr/>
              </p:nvSpPr>
              <p:spPr>
                <a:xfrm>
                  <a:off x="9948224" y="5811245"/>
                  <a:ext cx="345440" cy="321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440" h="321309">
                      <a:moveTo>
                        <a:pt x="345186" y="197357"/>
                      </a:moveTo>
                      <a:lnTo>
                        <a:pt x="246888" y="0"/>
                      </a:lnTo>
                      <a:lnTo>
                        <a:pt x="0" y="123443"/>
                      </a:lnTo>
                      <a:lnTo>
                        <a:pt x="98298" y="320801"/>
                      </a:lnTo>
                      <a:lnTo>
                        <a:pt x="345186" y="19735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32" name="object 946">
                  <a:extLst>
                    <a:ext uri="{FF2B5EF4-FFF2-40B4-BE49-F238E27FC236}">
                      <a16:creationId xmlns:a16="http://schemas.microsoft.com/office/drawing/2014/main" id="{29402EE7-30A6-4190-873E-12BBB44443D3}"/>
                    </a:ext>
                  </a:extLst>
                </p:cNvPr>
                <p:cNvSpPr/>
                <p:nvPr/>
              </p:nvSpPr>
              <p:spPr>
                <a:xfrm>
                  <a:off x="10000028" y="5866556"/>
                  <a:ext cx="254635" cy="210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634" h="210185">
                      <a:moveTo>
                        <a:pt x="39623" y="88706"/>
                      </a:moveTo>
                      <a:lnTo>
                        <a:pt x="38861" y="71942"/>
                      </a:lnTo>
                      <a:lnTo>
                        <a:pt x="0" y="90992"/>
                      </a:lnTo>
                      <a:lnTo>
                        <a:pt x="0" y="143570"/>
                      </a:lnTo>
                      <a:lnTo>
                        <a:pt x="6857" y="140846"/>
                      </a:lnTo>
                      <a:lnTo>
                        <a:pt x="6857" y="104708"/>
                      </a:lnTo>
                      <a:lnTo>
                        <a:pt x="39623" y="88706"/>
                      </a:lnTo>
                      <a:close/>
                    </a:path>
                    <a:path w="254634" h="210185">
                      <a:moveTo>
                        <a:pt x="76961" y="165668"/>
                      </a:moveTo>
                      <a:lnTo>
                        <a:pt x="76961" y="160334"/>
                      </a:lnTo>
                      <a:lnTo>
                        <a:pt x="76199" y="154238"/>
                      </a:lnTo>
                      <a:lnTo>
                        <a:pt x="48767" y="122234"/>
                      </a:lnTo>
                      <a:lnTo>
                        <a:pt x="27431" y="119026"/>
                      </a:lnTo>
                      <a:lnTo>
                        <a:pt x="18014" y="119984"/>
                      </a:lnTo>
                      <a:lnTo>
                        <a:pt x="6857" y="122996"/>
                      </a:lnTo>
                      <a:lnTo>
                        <a:pt x="6857" y="140846"/>
                      </a:lnTo>
                      <a:lnTo>
                        <a:pt x="7584" y="140558"/>
                      </a:lnTo>
                      <a:lnTo>
                        <a:pt x="14382" y="138331"/>
                      </a:lnTo>
                      <a:lnTo>
                        <a:pt x="20466" y="136819"/>
                      </a:lnTo>
                      <a:lnTo>
                        <a:pt x="25145" y="136072"/>
                      </a:lnTo>
                      <a:lnTo>
                        <a:pt x="35051" y="135950"/>
                      </a:lnTo>
                      <a:lnTo>
                        <a:pt x="43433" y="136712"/>
                      </a:lnTo>
                      <a:lnTo>
                        <a:pt x="70103" y="169478"/>
                      </a:lnTo>
                      <a:lnTo>
                        <a:pt x="70103" y="185861"/>
                      </a:lnTo>
                      <a:lnTo>
                        <a:pt x="72389" y="182432"/>
                      </a:lnTo>
                      <a:lnTo>
                        <a:pt x="73913" y="177098"/>
                      </a:lnTo>
                      <a:lnTo>
                        <a:pt x="76199" y="171764"/>
                      </a:lnTo>
                      <a:lnTo>
                        <a:pt x="76961" y="165668"/>
                      </a:lnTo>
                      <a:close/>
                    </a:path>
                    <a:path w="254634" h="210185">
                      <a:moveTo>
                        <a:pt x="70103" y="185861"/>
                      </a:moveTo>
                      <a:lnTo>
                        <a:pt x="70103" y="169478"/>
                      </a:lnTo>
                      <a:lnTo>
                        <a:pt x="67817" y="177098"/>
                      </a:lnTo>
                      <a:lnTo>
                        <a:pt x="64769" y="183956"/>
                      </a:lnTo>
                      <a:lnTo>
                        <a:pt x="60959" y="189290"/>
                      </a:lnTo>
                      <a:lnTo>
                        <a:pt x="54863" y="192338"/>
                      </a:lnTo>
                      <a:lnTo>
                        <a:pt x="50291" y="193862"/>
                      </a:lnTo>
                      <a:lnTo>
                        <a:pt x="45719" y="194624"/>
                      </a:lnTo>
                      <a:lnTo>
                        <a:pt x="40385" y="193862"/>
                      </a:lnTo>
                      <a:lnTo>
                        <a:pt x="36575" y="193862"/>
                      </a:lnTo>
                      <a:lnTo>
                        <a:pt x="34289" y="193100"/>
                      </a:lnTo>
                      <a:lnTo>
                        <a:pt x="33527" y="193100"/>
                      </a:lnTo>
                      <a:lnTo>
                        <a:pt x="32003" y="193862"/>
                      </a:lnTo>
                      <a:lnTo>
                        <a:pt x="30479" y="193862"/>
                      </a:lnTo>
                      <a:lnTo>
                        <a:pt x="27431" y="195386"/>
                      </a:lnTo>
                      <a:lnTo>
                        <a:pt x="25907" y="196910"/>
                      </a:lnTo>
                      <a:lnTo>
                        <a:pt x="25145" y="198434"/>
                      </a:lnTo>
                      <a:lnTo>
                        <a:pt x="25145" y="202244"/>
                      </a:lnTo>
                      <a:lnTo>
                        <a:pt x="25907" y="203768"/>
                      </a:lnTo>
                      <a:lnTo>
                        <a:pt x="26669" y="206054"/>
                      </a:lnTo>
                      <a:lnTo>
                        <a:pt x="29717" y="208340"/>
                      </a:lnTo>
                      <a:lnTo>
                        <a:pt x="33527" y="209102"/>
                      </a:lnTo>
                      <a:lnTo>
                        <a:pt x="38099" y="209864"/>
                      </a:lnTo>
                      <a:lnTo>
                        <a:pt x="43433" y="208340"/>
                      </a:lnTo>
                      <a:lnTo>
                        <a:pt x="49529" y="205292"/>
                      </a:lnTo>
                      <a:lnTo>
                        <a:pt x="56387" y="201482"/>
                      </a:lnTo>
                      <a:lnTo>
                        <a:pt x="61721" y="196910"/>
                      </a:lnTo>
                      <a:lnTo>
                        <a:pt x="66293" y="190814"/>
                      </a:lnTo>
                      <a:lnTo>
                        <a:pt x="69341" y="187004"/>
                      </a:lnTo>
                      <a:lnTo>
                        <a:pt x="70103" y="185861"/>
                      </a:lnTo>
                      <a:close/>
                    </a:path>
                    <a:path w="254634" h="210185">
                      <a:moveTo>
                        <a:pt x="166877" y="144332"/>
                      </a:moveTo>
                      <a:lnTo>
                        <a:pt x="165353" y="141284"/>
                      </a:lnTo>
                      <a:lnTo>
                        <a:pt x="160019" y="143570"/>
                      </a:lnTo>
                      <a:lnTo>
                        <a:pt x="156971" y="144332"/>
                      </a:lnTo>
                      <a:lnTo>
                        <a:pt x="150875" y="144332"/>
                      </a:lnTo>
                      <a:lnTo>
                        <a:pt x="149351" y="142808"/>
                      </a:lnTo>
                      <a:lnTo>
                        <a:pt x="148589" y="141284"/>
                      </a:lnTo>
                      <a:lnTo>
                        <a:pt x="146303" y="137474"/>
                      </a:lnTo>
                      <a:lnTo>
                        <a:pt x="97535" y="39938"/>
                      </a:lnTo>
                      <a:lnTo>
                        <a:pt x="94487" y="40700"/>
                      </a:lnTo>
                      <a:lnTo>
                        <a:pt x="74675" y="67370"/>
                      </a:lnTo>
                      <a:lnTo>
                        <a:pt x="76961" y="68894"/>
                      </a:lnTo>
                      <a:lnTo>
                        <a:pt x="82295" y="63560"/>
                      </a:lnTo>
                      <a:lnTo>
                        <a:pt x="86867" y="61274"/>
                      </a:lnTo>
                      <a:lnTo>
                        <a:pt x="88391" y="62036"/>
                      </a:lnTo>
                      <a:lnTo>
                        <a:pt x="89915" y="62036"/>
                      </a:lnTo>
                      <a:lnTo>
                        <a:pt x="92201" y="64322"/>
                      </a:lnTo>
                      <a:lnTo>
                        <a:pt x="130301" y="138236"/>
                      </a:lnTo>
                      <a:lnTo>
                        <a:pt x="134873" y="148904"/>
                      </a:lnTo>
                      <a:lnTo>
                        <a:pt x="134873" y="160334"/>
                      </a:lnTo>
                      <a:lnTo>
                        <a:pt x="166877" y="144332"/>
                      </a:lnTo>
                      <a:close/>
                    </a:path>
                    <a:path w="254634" h="210185">
                      <a:moveTo>
                        <a:pt x="134873" y="160334"/>
                      </a:moveTo>
                      <a:lnTo>
                        <a:pt x="134873" y="153476"/>
                      </a:lnTo>
                      <a:lnTo>
                        <a:pt x="133349" y="155000"/>
                      </a:lnTo>
                      <a:lnTo>
                        <a:pt x="132587" y="156524"/>
                      </a:lnTo>
                      <a:lnTo>
                        <a:pt x="129539" y="158810"/>
                      </a:lnTo>
                      <a:lnTo>
                        <a:pt x="124205" y="161858"/>
                      </a:lnTo>
                      <a:lnTo>
                        <a:pt x="125729" y="164906"/>
                      </a:lnTo>
                      <a:lnTo>
                        <a:pt x="134873" y="160334"/>
                      </a:lnTo>
                      <a:close/>
                    </a:path>
                    <a:path w="254634" h="210185">
                      <a:moveTo>
                        <a:pt x="218693" y="35366"/>
                      </a:moveTo>
                      <a:lnTo>
                        <a:pt x="218693" y="28508"/>
                      </a:lnTo>
                      <a:lnTo>
                        <a:pt x="217169" y="22412"/>
                      </a:lnTo>
                      <a:lnTo>
                        <a:pt x="214121" y="17078"/>
                      </a:lnTo>
                      <a:lnTo>
                        <a:pt x="210311" y="9458"/>
                      </a:lnTo>
                      <a:lnTo>
                        <a:pt x="204215" y="4124"/>
                      </a:lnTo>
                      <a:lnTo>
                        <a:pt x="195071" y="1076"/>
                      </a:lnTo>
                      <a:lnTo>
                        <a:pt x="188975" y="0"/>
                      </a:lnTo>
                      <a:lnTo>
                        <a:pt x="182117" y="28"/>
                      </a:lnTo>
                      <a:lnTo>
                        <a:pt x="150697" y="28532"/>
                      </a:lnTo>
                      <a:lnTo>
                        <a:pt x="150209" y="35366"/>
                      </a:lnTo>
                      <a:lnTo>
                        <a:pt x="151006" y="42772"/>
                      </a:lnTo>
                      <a:lnTo>
                        <a:pt x="153161" y="50606"/>
                      </a:lnTo>
                      <a:lnTo>
                        <a:pt x="155447" y="49463"/>
                      </a:lnTo>
                      <a:lnTo>
                        <a:pt x="155447" y="41462"/>
                      </a:lnTo>
                      <a:lnTo>
                        <a:pt x="156209" y="35366"/>
                      </a:lnTo>
                      <a:lnTo>
                        <a:pt x="158495" y="30032"/>
                      </a:lnTo>
                      <a:lnTo>
                        <a:pt x="161543" y="24698"/>
                      </a:lnTo>
                      <a:lnTo>
                        <a:pt x="165353" y="20888"/>
                      </a:lnTo>
                      <a:lnTo>
                        <a:pt x="170687" y="18602"/>
                      </a:lnTo>
                      <a:lnTo>
                        <a:pt x="176783" y="15554"/>
                      </a:lnTo>
                      <a:lnTo>
                        <a:pt x="182879" y="14792"/>
                      </a:lnTo>
                      <a:lnTo>
                        <a:pt x="188975" y="17078"/>
                      </a:lnTo>
                      <a:lnTo>
                        <a:pt x="195833" y="19364"/>
                      </a:lnTo>
                      <a:lnTo>
                        <a:pt x="208395" y="89369"/>
                      </a:lnTo>
                      <a:lnTo>
                        <a:pt x="209097" y="87134"/>
                      </a:lnTo>
                      <a:lnTo>
                        <a:pt x="213359" y="72704"/>
                      </a:lnTo>
                      <a:lnTo>
                        <a:pt x="215800" y="62262"/>
                      </a:lnTo>
                      <a:lnTo>
                        <a:pt x="217455" y="52606"/>
                      </a:lnTo>
                      <a:lnTo>
                        <a:pt x="218396" y="43665"/>
                      </a:lnTo>
                      <a:lnTo>
                        <a:pt x="218693" y="35366"/>
                      </a:lnTo>
                      <a:close/>
                    </a:path>
                    <a:path w="254634" h="210185">
                      <a:moveTo>
                        <a:pt x="156209" y="49082"/>
                      </a:moveTo>
                      <a:lnTo>
                        <a:pt x="155447" y="41462"/>
                      </a:lnTo>
                      <a:lnTo>
                        <a:pt x="155447" y="49463"/>
                      </a:lnTo>
                      <a:lnTo>
                        <a:pt x="156209" y="49082"/>
                      </a:lnTo>
                      <a:close/>
                    </a:path>
                    <a:path w="254634" h="210185">
                      <a:moveTo>
                        <a:pt x="208395" y="89369"/>
                      </a:moveTo>
                      <a:lnTo>
                        <a:pt x="208395" y="56523"/>
                      </a:lnTo>
                      <a:lnTo>
                        <a:pt x="207263" y="67370"/>
                      </a:lnTo>
                      <a:lnTo>
                        <a:pt x="204835" y="79371"/>
                      </a:lnTo>
                      <a:lnTo>
                        <a:pt x="200977" y="93659"/>
                      </a:lnTo>
                      <a:lnTo>
                        <a:pt x="195691" y="110232"/>
                      </a:lnTo>
                      <a:lnTo>
                        <a:pt x="188975" y="129092"/>
                      </a:lnTo>
                      <a:lnTo>
                        <a:pt x="190499" y="132140"/>
                      </a:lnTo>
                      <a:lnTo>
                        <a:pt x="201167" y="126806"/>
                      </a:lnTo>
                      <a:lnTo>
                        <a:pt x="201167" y="111566"/>
                      </a:lnTo>
                      <a:lnTo>
                        <a:pt x="205549" y="98421"/>
                      </a:lnTo>
                      <a:lnTo>
                        <a:pt x="208395" y="89369"/>
                      </a:lnTo>
                      <a:close/>
                    </a:path>
                    <a:path w="254634" h="210185">
                      <a:moveTo>
                        <a:pt x="254507" y="100136"/>
                      </a:moveTo>
                      <a:lnTo>
                        <a:pt x="251459" y="74990"/>
                      </a:lnTo>
                      <a:lnTo>
                        <a:pt x="248411" y="76514"/>
                      </a:lnTo>
                      <a:lnTo>
                        <a:pt x="248411" y="79562"/>
                      </a:lnTo>
                      <a:lnTo>
                        <a:pt x="247649" y="82610"/>
                      </a:lnTo>
                      <a:lnTo>
                        <a:pt x="246887" y="84896"/>
                      </a:lnTo>
                      <a:lnTo>
                        <a:pt x="245363" y="87182"/>
                      </a:lnTo>
                      <a:lnTo>
                        <a:pt x="243839" y="88706"/>
                      </a:lnTo>
                      <a:lnTo>
                        <a:pt x="241553" y="90230"/>
                      </a:lnTo>
                      <a:lnTo>
                        <a:pt x="239267" y="92516"/>
                      </a:lnTo>
                      <a:lnTo>
                        <a:pt x="235457" y="94802"/>
                      </a:lnTo>
                      <a:lnTo>
                        <a:pt x="229361" y="97088"/>
                      </a:lnTo>
                      <a:lnTo>
                        <a:pt x="201167" y="111566"/>
                      </a:lnTo>
                      <a:lnTo>
                        <a:pt x="201167" y="126806"/>
                      </a:lnTo>
                      <a:lnTo>
                        <a:pt x="254507" y="1001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cxnSp>
              <p:nvCxnSpPr>
                <p:cNvPr id="933" name="Straight Arrow Connector 932">
                  <a:extLst>
                    <a:ext uri="{FF2B5EF4-FFF2-40B4-BE49-F238E27FC236}">
                      <a16:creationId xmlns:a16="http://schemas.microsoft.com/office/drawing/2014/main" id="{AAD5288A-5D89-4C7E-9019-019F6B4E9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2063" y="5374365"/>
                  <a:ext cx="0" cy="81438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934" name="Straight Arrow Connector 933">
                  <a:extLst>
                    <a:ext uri="{FF2B5EF4-FFF2-40B4-BE49-F238E27FC236}">
                      <a16:creationId xmlns:a16="http://schemas.microsoft.com/office/drawing/2014/main" id="{CF9140F1-83C5-480B-8E62-B70BCB24B2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870834" y="4257115"/>
                  <a:ext cx="0" cy="75364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6"/>
                </a:lnRef>
                <a:fillRef idx="0">
                  <a:schemeClr val="accent6"/>
                </a:fillRef>
                <a:effectRef idx="0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935" name="object 13">
                  <a:extLst>
                    <a:ext uri="{FF2B5EF4-FFF2-40B4-BE49-F238E27FC236}">
                      <a16:creationId xmlns:a16="http://schemas.microsoft.com/office/drawing/2014/main" id="{12FC8E4C-F386-47A2-8E71-CB18F74669A9}"/>
                    </a:ext>
                  </a:extLst>
                </p:cNvPr>
                <p:cNvSpPr txBox="1"/>
                <p:nvPr/>
              </p:nvSpPr>
              <p:spPr>
                <a:xfrm>
                  <a:off x="6719337" y="5020389"/>
                  <a:ext cx="36830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1800" dirty="0">
                      <a:cs typeface="+mn-ea"/>
                      <a:sym typeface="+mn-lt"/>
                    </a:rPr>
                    <a:t>18</a:t>
                  </a:r>
                  <a:endParaRPr sz="1800" dirty="0">
                    <a:cs typeface="+mn-ea"/>
                    <a:sym typeface="+mn-lt"/>
                  </a:endParaRPr>
                </a:p>
              </p:txBody>
            </p:sp>
            <p:cxnSp>
              <p:nvCxnSpPr>
                <p:cNvPr id="936" name="Straight Arrow Connector 935">
                  <a:extLst>
                    <a:ext uri="{FF2B5EF4-FFF2-40B4-BE49-F238E27FC236}">
                      <a16:creationId xmlns:a16="http://schemas.microsoft.com/office/drawing/2014/main" id="{3B46FAF2-41D2-4836-A110-B9A3752A4D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45001" y="6312569"/>
                  <a:ext cx="111417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7" name="Straight Arrow Connector 936">
                  <a:extLst>
                    <a:ext uri="{FF2B5EF4-FFF2-40B4-BE49-F238E27FC236}">
                      <a16:creationId xmlns:a16="http://schemas.microsoft.com/office/drawing/2014/main" id="{FFCCF934-4770-41DC-9BDB-F4DAF3D7F9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953692" y="6312569"/>
                  <a:ext cx="1211452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8" name="object 13">
                  <a:extLst>
                    <a:ext uri="{FF2B5EF4-FFF2-40B4-BE49-F238E27FC236}">
                      <a16:creationId xmlns:a16="http://schemas.microsoft.com/office/drawing/2014/main" id="{FEFE3162-4600-47E5-ADCE-45E975A55375}"/>
                    </a:ext>
                  </a:extLst>
                </p:cNvPr>
                <p:cNvSpPr txBox="1"/>
                <p:nvPr/>
              </p:nvSpPr>
              <p:spPr>
                <a:xfrm>
                  <a:off x="8267561" y="6166524"/>
                  <a:ext cx="36830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1800" dirty="0">
                      <a:cs typeface="+mn-ea"/>
                      <a:sym typeface="+mn-lt"/>
                    </a:rPr>
                    <a:t>25</a:t>
                  </a:r>
                  <a:endParaRPr sz="1800" dirty="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4D2175D-A6DE-42FC-89FD-056A77F1D73C}"/>
                  </a:ext>
                </a:extLst>
              </p:cNvPr>
              <p:cNvSpPr/>
              <p:nvPr/>
            </p:nvSpPr>
            <p:spPr>
              <a:xfrm>
                <a:off x="7093819" y="4148488"/>
                <a:ext cx="770021" cy="131866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864CDF9-CB98-446C-894D-A5B9B9942EC4}"/>
                  </a:ext>
                </a:extLst>
              </p:cNvPr>
              <p:cNvSpPr/>
              <p:nvPr/>
            </p:nvSpPr>
            <p:spPr>
              <a:xfrm>
                <a:off x="6785613" y="3748378"/>
                <a:ext cx="77777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2000" b="1" dirty="0">
                    <a:solidFill>
                      <a:srgbClr val="FF0000"/>
                    </a:solidFill>
                    <a:cs typeface="+mn-ea"/>
                    <a:sym typeface="+mn-lt"/>
                  </a:rPr>
                  <a:t>(7, 2)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EBDD606-8C21-402E-82CD-FD1F49FF1FD4}"/>
                  </a:ext>
                </a:extLst>
              </p:cNvPr>
              <p:cNvSpPr/>
              <p:nvPr/>
            </p:nvSpPr>
            <p:spPr>
              <a:xfrm>
                <a:off x="7783157" y="5267094"/>
                <a:ext cx="103425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2000" b="1" dirty="0">
                    <a:solidFill>
                      <a:srgbClr val="FF0000"/>
                    </a:solidFill>
                    <a:cs typeface="+mn-ea"/>
                    <a:sym typeface="+mn-lt"/>
                  </a:rPr>
                  <a:t>(13, 13)</a:t>
                </a:r>
              </a:p>
            </p:txBody>
          </p:sp>
        </p:grpSp>
        <p:grpSp>
          <p:nvGrpSpPr>
            <p:cNvPr id="6" name="object 1527">
              <a:extLst>
                <a:ext uri="{FF2B5EF4-FFF2-40B4-BE49-F238E27FC236}">
                  <a16:creationId xmlns:a16="http://schemas.microsoft.com/office/drawing/2014/main" id="{89B32873-3CC5-4C9C-B01A-32EC2374610C}"/>
                </a:ext>
              </a:extLst>
            </p:cNvPr>
            <p:cNvGrpSpPr/>
            <p:nvPr/>
          </p:nvGrpSpPr>
          <p:grpSpPr>
            <a:xfrm>
              <a:off x="2562032" y="4167738"/>
              <a:ext cx="753745" cy="1299558"/>
              <a:chOff x="2724797" y="4753354"/>
              <a:chExt cx="753745" cy="1299558"/>
            </a:xfrm>
          </p:grpSpPr>
          <p:sp>
            <p:nvSpPr>
              <p:cNvPr id="7" name="object 1529">
                <a:extLst>
                  <a:ext uri="{FF2B5EF4-FFF2-40B4-BE49-F238E27FC236}">
                    <a16:creationId xmlns:a16="http://schemas.microsoft.com/office/drawing/2014/main" id="{18A2CBC0-2509-4F25-A387-E16200738E8B}"/>
                  </a:ext>
                </a:extLst>
              </p:cNvPr>
              <p:cNvSpPr/>
              <p:nvPr/>
            </p:nvSpPr>
            <p:spPr>
              <a:xfrm>
                <a:off x="2940443" y="5620912"/>
                <a:ext cx="214884" cy="432000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" name="object 1530">
                <a:extLst>
                  <a:ext uri="{FF2B5EF4-FFF2-40B4-BE49-F238E27FC236}">
                    <a16:creationId xmlns:a16="http://schemas.microsoft.com/office/drawing/2014/main" id="{5D40B660-D3CD-4FED-B75C-FD0DA8B749F7}"/>
                  </a:ext>
                </a:extLst>
              </p:cNvPr>
              <p:cNvSpPr/>
              <p:nvPr/>
            </p:nvSpPr>
            <p:spPr>
              <a:xfrm>
                <a:off x="2724797" y="5191954"/>
                <a:ext cx="215645" cy="432000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9" name="object 1531">
                <a:extLst>
                  <a:ext uri="{FF2B5EF4-FFF2-40B4-BE49-F238E27FC236}">
                    <a16:creationId xmlns:a16="http://schemas.microsoft.com/office/drawing/2014/main" id="{EBD5CA7E-9643-4F79-9522-3D2595A2BFF1}"/>
                  </a:ext>
                </a:extLst>
              </p:cNvPr>
              <p:cNvSpPr/>
              <p:nvPr/>
            </p:nvSpPr>
            <p:spPr>
              <a:xfrm>
                <a:off x="3155327" y="5191954"/>
                <a:ext cx="323088" cy="432000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" name="object 1532">
                <a:extLst>
                  <a:ext uri="{FF2B5EF4-FFF2-40B4-BE49-F238E27FC236}">
                    <a16:creationId xmlns:a16="http://schemas.microsoft.com/office/drawing/2014/main" id="{8F595E85-7525-431E-8150-095FF65E0DC9}"/>
                  </a:ext>
                </a:extLst>
              </p:cNvPr>
              <p:cNvSpPr/>
              <p:nvPr/>
            </p:nvSpPr>
            <p:spPr>
              <a:xfrm>
                <a:off x="2724797" y="4753354"/>
                <a:ext cx="753618" cy="432000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" name="object 1533">
                <a:extLst>
                  <a:ext uri="{FF2B5EF4-FFF2-40B4-BE49-F238E27FC236}">
                    <a16:creationId xmlns:a16="http://schemas.microsoft.com/office/drawing/2014/main" id="{6AF94F26-F475-462F-A029-3E1A68CA6789}"/>
                  </a:ext>
                </a:extLst>
              </p:cNvPr>
              <p:cNvSpPr/>
              <p:nvPr/>
            </p:nvSpPr>
            <p:spPr>
              <a:xfrm>
                <a:off x="2724797" y="4753355"/>
                <a:ext cx="753745" cy="1292860"/>
              </a:xfrm>
              <a:custGeom>
                <a:avLst/>
                <a:gdLst/>
                <a:ahLst/>
                <a:cxnLst/>
                <a:rect l="l" t="t" r="r" b="b"/>
                <a:pathLst>
                  <a:path w="753745" h="1292860">
                    <a:moveTo>
                      <a:pt x="0" y="0"/>
                    </a:moveTo>
                    <a:lnTo>
                      <a:pt x="0" y="1292352"/>
                    </a:lnTo>
                    <a:lnTo>
                      <a:pt x="753618" y="1292352"/>
                    </a:lnTo>
                    <a:lnTo>
                      <a:pt x="753618" y="0"/>
                    </a:lnTo>
                    <a:lnTo>
                      <a:pt x="0" y="0"/>
                    </a:lnTo>
                    <a:close/>
                  </a:path>
                </a:pathLst>
              </a:custGeom>
              <a:ln w="17094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" name="object 1534">
                <a:extLst>
                  <a:ext uri="{FF2B5EF4-FFF2-40B4-BE49-F238E27FC236}">
                    <a16:creationId xmlns:a16="http://schemas.microsoft.com/office/drawing/2014/main" id="{47073C22-6547-4D6C-BA34-5A7F08727164}"/>
                  </a:ext>
                </a:extLst>
              </p:cNvPr>
              <p:cNvSpPr/>
              <p:nvPr/>
            </p:nvSpPr>
            <p:spPr>
              <a:xfrm>
                <a:off x="3155327" y="5620912"/>
                <a:ext cx="323088" cy="432000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3" name="object 1535">
                <a:extLst>
                  <a:ext uri="{FF2B5EF4-FFF2-40B4-BE49-F238E27FC236}">
                    <a16:creationId xmlns:a16="http://schemas.microsoft.com/office/drawing/2014/main" id="{F51537CA-4A03-47F0-B097-34F943437F63}"/>
                  </a:ext>
                </a:extLst>
              </p:cNvPr>
              <p:cNvSpPr/>
              <p:nvPr/>
            </p:nvSpPr>
            <p:spPr>
              <a:xfrm>
                <a:off x="2724797" y="5620912"/>
                <a:ext cx="215645" cy="432000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" name="object 1536">
                <a:extLst>
                  <a:ext uri="{FF2B5EF4-FFF2-40B4-BE49-F238E27FC236}">
                    <a16:creationId xmlns:a16="http://schemas.microsoft.com/office/drawing/2014/main" id="{D41200D8-E324-4E23-B77D-7A8C79484A04}"/>
                  </a:ext>
                </a:extLst>
              </p:cNvPr>
              <p:cNvSpPr/>
              <p:nvPr/>
            </p:nvSpPr>
            <p:spPr>
              <a:xfrm>
                <a:off x="2940443" y="5191954"/>
                <a:ext cx="214884" cy="432000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39" name="Rectangle 938">
                <a:extLst>
                  <a:ext uri="{FF2B5EF4-FFF2-40B4-BE49-F238E27FC236}">
                    <a16:creationId xmlns:a16="http://schemas.microsoft.com/office/drawing/2014/main" id="{A8D378F3-E446-4FEE-AC13-78B8204EB12D}"/>
                  </a:ext>
                </a:extLst>
              </p:cNvPr>
              <p:cNvSpPr/>
              <p:nvPr/>
            </p:nvSpPr>
            <p:spPr>
              <a:xfrm>
                <a:off x="6757628" y="3575337"/>
                <a:ext cx="2534668" cy="6423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spc="-5" dirty="0">
                    <a:cs typeface="+mn-ea"/>
                    <a:sym typeface="+mn-lt"/>
                  </a:rPr>
                  <a:t>grid width: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 spc="-5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pc="-5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fPr>
                          <m:num>
                            <m:r>
                              <a:rPr lang="en-US" altLang="zh-CN" sz="2400" b="0" i="1" spc="-5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b="0" i="1" spc="-5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pc="-5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=2</m:t>
                    </m:r>
                  </m:oMath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39" name="Rectangle 938">
                <a:extLst>
                  <a:ext uri="{FF2B5EF4-FFF2-40B4-BE49-F238E27FC236}">
                    <a16:creationId xmlns:a16="http://schemas.microsoft.com/office/drawing/2014/main" id="{A8D378F3-E446-4FEE-AC13-78B8204EB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628" y="3575337"/>
                <a:ext cx="2534668" cy="642355"/>
              </a:xfrm>
              <a:prstGeom prst="rect">
                <a:avLst/>
              </a:prstGeom>
              <a:blipFill>
                <a:blip r:embed="rId11"/>
                <a:stretch>
                  <a:fillRect l="-3855" b="-76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3CC4BD3D-AFEA-430D-B519-C34DF00C711F}"/>
                  </a:ext>
                </a:extLst>
              </p:cNvPr>
              <p:cNvSpPr/>
              <p:nvPr/>
            </p:nvSpPr>
            <p:spPr>
              <a:xfrm>
                <a:off x="6757628" y="4554972"/>
                <a:ext cx="2730748" cy="6423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spc="-5" dirty="0">
                    <a:cs typeface="+mn-ea"/>
                    <a:sym typeface="+mn-lt"/>
                  </a:rPr>
                  <a:t>grid height: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 spc="-5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pc="-5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fPr>
                          <m:num>
                            <m:r>
                              <a:rPr lang="en-US" altLang="zh-CN" sz="2400" b="0" i="1" spc="-5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CN" sz="2400" b="0" i="1" spc="-5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en-US" altLang="zh-CN" sz="2400" b="0" i="1" spc="-5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=4</m:t>
                    </m:r>
                  </m:oMath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40" name="Rectangle 939">
                <a:extLst>
                  <a:ext uri="{FF2B5EF4-FFF2-40B4-BE49-F238E27FC236}">
                    <a16:creationId xmlns:a16="http://schemas.microsoft.com/office/drawing/2014/main" id="{3CC4BD3D-AFEA-430D-B519-C34DF00C71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628" y="4554972"/>
                <a:ext cx="2730748" cy="642355"/>
              </a:xfrm>
              <a:prstGeom prst="rect">
                <a:avLst/>
              </a:prstGeom>
              <a:blipFill>
                <a:blip r:embed="rId12"/>
                <a:stretch>
                  <a:fillRect l="-3579"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1" name="Rectangle 940">
                <a:extLst>
                  <a:ext uri="{FF2B5EF4-FFF2-40B4-BE49-F238E27FC236}">
                    <a16:creationId xmlns:a16="http://schemas.microsoft.com/office/drawing/2014/main" id="{9E428031-681D-4F43-8048-BDFB257174A6}"/>
                  </a:ext>
                </a:extLst>
              </p:cNvPr>
              <p:cNvSpPr/>
              <p:nvPr/>
            </p:nvSpPr>
            <p:spPr>
              <a:xfrm>
                <a:off x="2880123" y="6164522"/>
                <a:ext cx="10106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𝑘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=3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941" name="Rectangle 940">
                <a:extLst>
                  <a:ext uri="{FF2B5EF4-FFF2-40B4-BE49-F238E27FC236}">
                    <a16:creationId xmlns:a16="http://schemas.microsoft.com/office/drawing/2014/main" id="{9E428031-681D-4F43-8048-BDFB25717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123" y="6164522"/>
                <a:ext cx="1010661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9437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863C-87F1-4BB7-AB2A-54855090C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Step 3: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max pooling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AE3E8-30C2-4A19-85D3-151008C6A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取</a:t>
            </a:r>
            <a:r>
              <a:rPr lang="zh-CN" altLang="en-US" dirty="0">
                <a:solidFill>
                  <a:schemeClr val="accent1"/>
                </a:solidFill>
                <a:cs typeface="+mn-ea"/>
                <a:sym typeface="+mn-lt"/>
              </a:rPr>
              <a:t>每一个</a:t>
            </a:r>
            <a:r>
              <a:rPr lang="en-US" altLang="zh-CN" dirty="0">
                <a:solidFill>
                  <a:schemeClr val="accent1"/>
                </a:solidFill>
                <a:cs typeface="+mn-ea"/>
                <a:sym typeface="+mn-lt"/>
              </a:rPr>
              <a:t>grid</a:t>
            </a:r>
            <a:r>
              <a:rPr lang="zh-CN" altLang="en-US" dirty="0">
                <a:cs typeface="+mn-ea"/>
                <a:sym typeface="+mn-lt"/>
              </a:rPr>
              <a:t>里面的最大值</a:t>
            </a:r>
            <a:endParaRPr lang="en-US" altLang="zh-CN" dirty="0">
              <a:solidFill>
                <a:srgbClr val="00B0F0"/>
              </a:solidFill>
              <a:cs typeface="+mn-ea"/>
              <a:sym typeface="+mn-lt"/>
            </a:endParaRPr>
          </a:p>
          <a:p>
            <a:r>
              <a:rPr lang="zh-CN" altLang="en-US" dirty="0">
                <a:cs typeface="+mn-ea"/>
                <a:sym typeface="+mn-lt"/>
              </a:rPr>
              <a:t>每一个特征通道单独进行计算</a:t>
            </a:r>
          </a:p>
          <a:p>
            <a:endParaRPr lang="zh-CN" altLang="en-US" dirty="0"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7FFEE0-A762-447D-892A-89454BF63397}"/>
                  </a:ext>
                </a:extLst>
              </p:cNvPr>
              <p:cNvSpPr/>
              <p:nvPr/>
            </p:nvSpPr>
            <p:spPr>
              <a:xfrm>
                <a:off x="2785074" y="6081067"/>
                <a:ext cx="101066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𝑘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=3</m:t>
                      </m:r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7FFEE0-A762-447D-892A-89454BF633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074" y="6081067"/>
                <a:ext cx="1010661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1F523714-9254-4AD7-B9C7-A0F5E263F0DF}"/>
              </a:ext>
            </a:extLst>
          </p:cNvPr>
          <p:cNvGrpSpPr/>
          <p:nvPr/>
        </p:nvGrpSpPr>
        <p:grpSpPr>
          <a:xfrm>
            <a:off x="1635763" y="3252050"/>
            <a:ext cx="3836709" cy="2668203"/>
            <a:chOff x="3578863" y="3429000"/>
            <a:chExt cx="3836709" cy="266820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73013F9-A32B-4030-80DF-8722B471ACCD}"/>
                </a:ext>
              </a:extLst>
            </p:cNvPr>
            <p:cNvGrpSpPr/>
            <p:nvPr/>
          </p:nvGrpSpPr>
          <p:grpSpPr>
            <a:xfrm>
              <a:off x="3578863" y="3429000"/>
              <a:ext cx="3836709" cy="2668203"/>
              <a:chOff x="1547937" y="3508760"/>
              <a:chExt cx="3836709" cy="2668203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2AE86F8-BD45-4621-9296-F75C36AB432C}"/>
                  </a:ext>
                </a:extLst>
              </p:cNvPr>
              <p:cNvGrpSpPr/>
              <p:nvPr/>
            </p:nvGrpSpPr>
            <p:grpSpPr>
              <a:xfrm>
                <a:off x="1547937" y="3508760"/>
                <a:ext cx="3836709" cy="2668203"/>
                <a:chOff x="6096000" y="3508760"/>
                <a:chExt cx="3836709" cy="2668203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811C5D48-7857-4BCB-A7C8-F39580D31C4B}"/>
                    </a:ext>
                  </a:extLst>
                </p:cNvPr>
                <p:cNvGrpSpPr/>
                <p:nvPr/>
              </p:nvGrpSpPr>
              <p:grpSpPr>
                <a:xfrm>
                  <a:off x="6096000" y="3508760"/>
                  <a:ext cx="3836709" cy="2668203"/>
                  <a:chOff x="6719337" y="3798041"/>
                  <a:chExt cx="3836709" cy="2668203"/>
                </a:xfrm>
              </p:grpSpPr>
              <p:sp>
                <p:nvSpPr>
                  <p:cNvPr id="28" name="object 33">
                    <a:extLst>
                      <a:ext uri="{FF2B5EF4-FFF2-40B4-BE49-F238E27FC236}">
                        <a16:creationId xmlns:a16="http://schemas.microsoft.com/office/drawing/2014/main" id="{1581C1EE-7318-4F8D-83E3-DDEA472E9A95}"/>
                      </a:ext>
                    </a:extLst>
                  </p:cNvPr>
                  <p:cNvSpPr/>
                  <p:nvPr/>
                </p:nvSpPr>
                <p:spPr>
                  <a:xfrm>
                    <a:off x="7244648" y="4391639"/>
                    <a:ext cx="2112264" cy="1662683"/>
                  </a:xfrm>
                  <a:prstGeom prst="rect">
                    <a:avLst/>
                  </a:prstGeom>
                  <a:blipFill>
                    <a:blip r:embed="rId3" cstate="print"/>
                    <a:stretch>
                      <a:fillRect/>
                    </a:stretch>
                  </a:blip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object 34">
                    <a:extLst>
                      <a:ext uri="{FF2B5EF4-FFF2-40B4-BE49-F238E27FC236}">
                        <a16:creationId xmlns:a16="http://schemas.microsoft.com/office/drawing/2014/main" id="{9716F27A-9EF7-4E45-AE68-4C4C605D5D74}"/>
                      </a:ext>
                    </a:extLst>
                  </p:cNvPr>
                  <p:cNvSpPr/>
                  <p:nvPr/>
                </p:nvSpPr>
                <p:spPr>
                  <a:xfrm>
                    <a:off x="8783114" y="4398509"/>
                    <a:ext cx="604520" cy="1337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04520" h="1337310">
                        <a:moveTo>
                          <a:pt x="32766" y="679704"/>
                        </a:moveTo>
                        <a:lnTo>
                          <a:pt x="4572" y="675894"/>
                        </a:lnTo>
                        <a:lnTo>
                          <a:pt x="0" y="704088"/>
                        </a:lnTo>
                        <a:lnTo>
                          <a:pt x="28194" y="707898"/>
                        </a:lnTo>
                        <a:lnTo>
                          <a:pt x="32766" y="679704"/>
                        </a:lnTo>
                        <a:close/>
                      </a:path>
                      <a:path w="604520" h="1337310">
                        <a:moveTo>
                          <a:pt x="40386" y="623316"/>
                        </a:moveTo>
                        <a:lnTo>
                          <a:pt x="12192" y="619506"/>
                        </a:lnTo>
                        <a:lnTo>
                          <a:pt x="8382" y="647700"/>
                        </a:lnTo>
                        <a:lnTo>
                          <a:pt x="36576" y="651510"/>
                        </a:lnTo>
                        <a:lnTo>
                          <a:pt x="40386" y="623316"/>
                        </a:lnTo>
                        <a:close/>
                      </a:path>
                      <a:path w="604520" h="1337310">
                        <a:moveTo>
                          <a:pt x="48768" y="566928"/>
                        </a:moveTo>
                        <a:lnTo>
                          <a:pt x="19812" y="563118"/>
                        </a:lnTo>
                        <a:lnTo>
                          <a:pt x="16002" y="591312"/>
                        </a:lnTo>
                        <a:lnTo>
                          <a:pt x="44196" y="595122"/>
                        </a:lnTo>
                        <a:lnTo>
                          <a:pt x="48768" y="566928"/>
                        </a:lnTo>
                        <a:close/>
                      </a:path>
                      <a:path w="604520" h="1337310">
                        <a:moveTo>
                          <a:pt x="56388" y="510540"/>
                        </a:moveTo>
                        <a:lnTo>
                          <a:pt x="28194" y="505968"/>
                        </a:lnTo>
                        <a:lnTo>
                          <a:pt x="24384" y="534162"/>
                        </a:lnTo>
                        <a:lnTo>
                          <a:pt x="52578" y="538734"/>
                        </a:lnTo>
                        <a:lnTo>
                          <a:pt x="56388" y="510540"/>
                        </a:lnTo>
                        <a:close/>
                      </a:path>
                      <a:path w="604520" h="1337310">
                        <a:moveTo>
                          <a:pt x="64770" y="453390"/>
                        </a:moveTo>
                        <a:lnTo>
                          <a:pt x="35814" y="449580"/>
                        </a:lnTo>
                        <a:lnTo>
                          <a:pt x="32004" y="477774"/>
                        </a:lnTo>
                        <a:lnTo>
                          <a:pt x="60198" y="481584"/>
                        </a:lnTo>
                        <a:lnTo>
                          <a:pt x="64770" y="453390"/>
                        </a:lnTo>
                        <a:close/>
                      </a:path>
                      <a:path w="604520" h="1337310">
                        <a:moveTo>
                          <a:pt x="72390" y="397002"/>
                        </a:moveTo>
                        <a:lnTo>
                          <a:pt x="44196" y="393192"/>
                        </a:lnTo>
                        <a:lnTo>
                          <a:pt x="40386" y="421386"/>
                        </a:lnTo>
                        <a:lnTo>
                          <a:pt x="68580" y="425196"/>
                        </a:lnTo>
                        <a:lnTo>
                          <a:pt x="72390" y="397002"/>
                        </a:lnTo>
                        <a:close/>
                      </a:path>
                      <a:path w="604520" h="1337310">
                        <a:moveTo>
                          <a:pt x="80772" y="340614"/>
                        </a:moveTo>
                        <a:lnTo>
                          <a:pt x="51816" y="336804"/>
                        </a:lnTo>
                        <a:lnTo>
                          <a:pt x="48006" y="364998"/>
                        </a:lnTo>
                        <a:lnTo>
                          <a:pt x="76200" y="368808"/>
                        </a:lnTo>
                        <a:lnTo>
                          <a:pt x="80772" y="340614"/>
                        </a:lnTo>
                        <a:close/>
                      </a:path>
                      <a:path w="604520" h="1337310">
                        <a:moveTo>
                          <a:pt x="88392" y="284226"/>
                        </a:moveTo>
                        <a:lnTo>
                          <a:pt x="60198" y="279654"/>
                        </a:lnTo>
                        <a:lnTo>
                          <a:pt x="56388" y="307848"/>
                        </a:lnTo>
                        <a:lnTo>
                          <a:pt x="84582" y="312420"/>
                        </a:lnTo>
                        <a:lnTo>
                          <a:pt x="88392" y="284226"/>
                        </a:lnTo>
                        <a:close/>
                      </a:path>
                      <a:path w="604520" h="1337310">
                        <a:moveTo>
                          <a:pt x="96774" y="227076"/>
                        </a:moveTo>
                        <a:lnTo>
                          <a:pt x="67818" y="223266"/>
                        </a:lnTo>
                        <a:lnTo>
                          <a:pt x="64008" y="251460"/>
                        </a:lnTo>
                        <a:lnTo>
                          <a:pt x="92202" y="255270"/>
                        </a:lnTo>
                        <a:lnTo>
                          <a:pt x="96774" y="227076"/>
                        </a:lnTo>
                        <a:close/>
                      </a:path>
                      <a:path w="604520" h="1337310">
                        <a:moveTo>
                          <a:pt x="104394" y="170688"/>
                        </a:moveTo>
                        <a:lnTo>
                          <a:pt x="76200" y="166878"/>
                        </a:lnTo>
                        <a:lnTo>
                          <a:pt x="72390" y="195072"/>
                        </a:lnTo>
                        <a:lnTo>
                          <a:pt x="100584" y="198882"/>
                        </a:lnTo>
                        <a:lnTo>
                          <a:pt x="104394" y="170688"/>
                        </a:lnTo>
                        <a:close/>
                      </a:path>
                      <a:path w="604520" h="1337310">
                        <a:moveTo>
                          <a:pt x="112776" y="114300"/>
                        </a:moveTo>
                        <a:lnTo>
                          <a:pt x="83820" y="109728"/>
                        </a:lnTo>
                        <a:lnTo>
                          <a:pt x="80010" y="138684"/>
                        </a:lnTo>
                        <a:lnTo>
                          <a:pt x="108204" y="142494"/>
                        </a:lnTo>
                        <a:lnTo>
                          <a:pt x="112776" y="114300"/>
                        </a:lnTo>
                        <a:close/>
                      </a:path>
                      <a:path w="604520" h="1337310">
                        <a:moveTo>
                          <a:pt x="144780" y="91440"/>
                        </a:moveTo>
                        <a:lnTo>
                          <a:pt x="114300" y="0"/>
                        </a:lnTo>
                        <a:lnTo>
                          <a:pt x="59436" y="79248"/>
                        </a:lnTo>
                        <a:lnTo>
                          <a:pt x="88392" y="83375"/>
                        </a:lnTo>
                        <a:lnTo>
                          <a:pt x="118110" y="87630"/>
                        </a:lnTo>
                        <a:lnTo>
                          <a:pt x="144780" y="91440"/>
                        </a:lnTo>
                        <a:close/>
                      </a:path>
                      <a:path w="604520" h="1337310">
                        <a:moveTo>
                          <a:pt x="171450" y="915924"/>
                        </a:moveTo>
                        <a:lnTo>
                          <a:pt x="150876" y="896874"/>
                        </a:lnTo>
                        <a:lnTo>
                          <a:pt x="131064" y="917448"/>
                        </a:lnTo>
                        <a:lnTo>
                          <a:pt x="152400" y="937260"/>
                        </a:lnTo>
                        <a:lnTo>
                          <a:pt x="171450" y="915924"/>
                        </a:lnTo>
                        <a:close/>
                      </a:path>
                      <a:path w="604520" h="1337310">
                        <a:moveTo>
                          <a:pt x="213360" y="954786"/>
                        </a:moveTo>
                        <a:lnTo>
                          <a:pt x="192786" y="935736"/>
                        </a:lnTo>
                        <a:lnTo>
                          <a:pt x="172974" y="956310"/>
                        </a:lnTo>
                        <a:lnTo>
                          <a:pt x="194310" y="976122"/>
                        </a:lnTo>
                        <a:lnTo>
                          <a:pt x="213360" y="954786"/>
                        </a:lnTo>
                        <a:close/>
                      </a:path>
                      <a:path w="604520" h="1337310">
                        <a:moveTo>
                          <a:pt x="255270" y="993648"/>
                        </a:moveTo>
                        <a:lnTo>
                          <a:pt x="234696" y="974598"/>
                        </a:lnTo>
                        <a:lnTo>
                          <a:pt x="214884" y="995172"/>
                        </a:lnTo>
                        <a:lnTo>
                          <a:pt x="236220" y="1014984"/>
                        </a:lnTo>
                        <a:lnTo>
                          <a:pt x="255270" y="993648"/>
                        </a:lnTo>
                        <a:close/>
                      </a:path>
                      <a:path w="604520" h="1337310">
                        <a:moveTo>
                          <a:pt x="297180" y="1032510"/>
                        </a:moveTo>
                        <a:lnTo>
                          <a:pt x="276606" y="1013460"/>
                        </a:lnTo>
                        <a:lnTo>
                          <a:pt x="256794" y="1034034"/>
                        </a:lnTo>
                        <a:lnTo>
                          <a:pt x="278130" y="1053846"/>
                        </a:lnTo>
                        <a:lnTo>
                          <a:pt x="297180" y="1032510"/>
                        </a:lnTo>
                        <a:close/>
                      </a:path>
                      <a:path w="604520" h="1337310">
                        <a:moveTo>
                          <a:pt x="339090" y="1071372"/>
                        </a:moveTo>
                        <a:lnTo>
                          <a:pt x="318516" y="1052322"/>
                        </a:lnTo>
                        <a:lnTo>
                          <a:pt x="298704" y="1072896"/>
                        </a:lnTo>
                        <a:lnTo>
                          <a:pt x="320040" y="1092708"/>
                        </a:lnTo>
                        <a:lnTo>
                          <a:pt x="339090" y="1071372"/>
                        </a:lnTo>
                        <a:close/>
                      </a:path>
                      <a:path w="604520" h="1337310">
                        <a:moveTo>
                          <a:pt x="381000" y="1110234"/>
                        </a:moveTo>
                        <a:lnTo>
                          <a:pt x="360426" y="1091184"/>
                        </a:lnTo>
                        <a:lnTo>
                          <a:pt x="340614" y="1111758"/>
                        </a:lnTo>
                        <a:lnTo>
                          <a:pt x="361950" y="1131570"/>
                        </a:lnTo>
                        <a:lnTo>
                          <a:pt x="381000" y="1110234"/>
                        </a:lnTo>
                        <a:close/>
                      </a:path>
                      <a:path w="604520" h="1337310">
                        <a:moveTo>
                          <a:pt x="422910" y="1149096"/>
                        </a:moveTo>
                        <a:lnTo>
                          <a:pt x="402336" y="1130046"/>
                        </a:lnTo>
                        <a:lnTo>
                          <a:pt x="382524" y="1150620"/>
                        </a:lnTo>
                        <a:lnTo>
                          <a:pt x="403860" y="1170432"/>
                        </a:lnTo>
                        <a:lnTo>
                          <a:pt x="422910" y="1149096"/>
                        </a:lnTo>
                        <a:close/>
                      </a:path>
                      <a:path w="604520" h="1337310">
                        <a:moveTo>
                          <a:pt x="464820" y="1187958"/>
                        </a:moveTo>
                        <a:lnTo>
                          <a:pt x="444246" y="1168908"/>
                        </a:lnTo>
                        <a:lnTo>
                          <a:pt x="424434" y="1189482"/>
                        </a:lnTo>
                        <a:lnTo>
                          <a:pt x="445770" y="1209294"/>
                        </a:lnTo>
                        <a:lnTo>
                          <a:pt x="464820" y="1187958"/>
                        </a:lnTo>
                        <a:close/>
                      </a:path>
                      <a:path w="604520" h="1337310">
                        <a:moveTo>
                          <a:pt x="506730" y="1226820"/>
                        </a:moveTo>
                        <a:lnTo>
                          <a:pt x="486156" y="1207770"/>
                        </a:lnTo>
                        <a:lnTo>
                          <a:pt x="466344" y="1228344"/>
                        </a:lnTo>
                        <a:lnTo>
                          <a:pt x="487680" y="1248156"/>
                        </a:lnTo>
                        <a:lnTo>
                          <a:pt x="506730" y="1226820"/>
                        </a:lnTo>
                        <a:close/>
                      </a:path>
                      <a:path w="604520" h="1337310">
                        <a:moveTo>
                          <a:pt x="548640" y="1265682"/>
                        </a:moveTo>
                        <a:lnTo>
                          <a:pt x="528066" y="1246632"/>
                        </a:lnTo>
                        <a:lnTo>
                          <a:pt x="508254" y="1267206"/>
                        </a:lnTo>
                        <a:lnTo>
                          <a:pt x="529590" y="1287018"/>
                        </a:lnTo>
                        <a:lnTo>
                          <a:pt x="548640" y="1265682"/>
                        </a:lnTo>
                        <a:close/>
                      </a:path>
                      <a:path w="604520" h="1337310">
                        <a:moveTo>
                          <a:pt x="604266" y="1337310"/>
                        </a:moveTo>
                        <a:lnTo>
                          <a:pt x="570738" y="1247394"/>
                        </a:lnTo>
                        <a:lnTo>
                          <a:pt x="512064" y="1309878"/>
                        </a:lnTo>
                        <a:lnTo>
                          <a:pt x="604266" y="1337310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object 35">
                    <a:extLst>
                      <a:ext uri="{FF2B5EF4-FFF2-40B4-BE49-F238E27FC236}">
                        <a16:creationId xmlns:a16="http://schemas.microsoft.com/office/drawing/2014/main" id="{9E41CBBE-B894-47FE-9414-840D2100D3B9}"/>
                      </a:ext>
                    </a:extLst>
                  </p:cNvPr>
                  <p:cNvSpPr/>
                  <p:nvPr/>
                </p:nvSpPr>
                <p:spPr>
                  <a:xfrm>
                    <a:off x="7839008" y="3798041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2716529" y="1956053"/>
                        </a:moveTo>
                        <a:lnTo>
                          <a:pt x="2716529" y="0"/>
                        </a:lnTo>
                        <a:lnTo>
                          <a:pt x="0" y="0"/>
                        </a:lnTo>
                        <a:lnTo>
                          <a:pt x="0" y="1956054"/>
                        </a:lnTo>
                        <a:lnTo>
                          <a:pt x="2716529" y="195605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object 36">
                    <a:extLst>
                      <a:ext uri="{FF2B5EF4-FFF2-40B4-BE49-F238E27FC236}">
                        <a16:creationId xmlns:a16="http://schemas.microsoft.com/office/drawing/2014/main" id="{FFB6679E-D5A6-4ED2-8995-54716D592961}"/>
                      </a:ext>
                    </a:extLst>
                  </p:cNvPr>
                  <p:cNvSpPr/>
                  <p:nvPr/>
                </p:nvSpPr>
                <p:spPr>
                  <a:xfrm>
                    <a:off x="7839008" y="3798041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0" y="0"/>
                        </a:moveTo>
                        <a:lnTo>
                          <a:pt x="0" y="1956053"/>
                        </a:lnTo>
                        <a:lnTo>
                          <a:pt x="2716530" y="1956053"/>
                        </a:lnTo>
                        <a:lnTo>
                          <a:pt x="271653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object 37">
                    <a:extLst>
                      <a:ext uri="{FF2B5EF4-FFF2-40B4-BE49-F238E27FC236}">
                        <a16:creationId xmlns:a16="http://schemas.microsoft.com/office/drawing/2014/main" id="{6D1191C1-2DF6-404A-9372-EE9AD8E9EFB7}"/>
                      </a:ext>
                    </a:extLst>
                  </p:cNvPr>
                  <p:cNvSpPr/>
                  <p:nvPr/>
                </p:nvSpPr>
                <p:spPr>
                  <a:xfrm>
                    <a:off x="7404668" y="4015211"/>
                    <a:ext cx="2716530" cy="1957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7070">
                        <a:moveTo>
                          <a:pt x="2716530" y="1956816"/>
                        </a:moveTo>
                        <a:lnTo>
                          <a:pt x="2716530" y="0"/>
                        </a:lnTo>
                        <a:lnTo>
                          <a:pt x="0" y="0"/>
                        </a:lnTo>
                        <a:lnTo>
                          <a:pt x="0" y="1956816"/>
                        </a:lnTo>
                        <a:lnTo>
                          <a:pt x="2716530" y="1956816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object 38">
                    <a:extLst>
                      <a:ext uri="{FF2B5EF4-FFF2-40B4-BE49-F238E27FC236}">
                        <a16:creationId xmlns:a16="http://schemas.microsoft.com/office/drawing/2014/main" id="{D23D9314-4ED0-4049-9CE9-D9945D5CED76}"/>
                      </a:ext>
                    </a:extLst>
                  </p:cNvPr>
                  <p:cNvSpPr/>
                  <p:nvPr/>
                </p:nvSpPr>
                <p:spPr>
                  <a:xfrm>
                    <a:off x="7404668" y="4015211"/>
                    <a:ext cx="2716530" cy="1957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7070">
                        <a:moveTo>
                          <a:pt x="0" y="0"/>
                        </a:moveTo>
                        <a:lnTo>
                          <a:pt x="0" y="1956815"/>
                        </a:lnTo>
                        <a:lnTo>
                          <a:pt x="2716530" y="1956815"/>
                        </a:lnTo>
                        <a:lnTo>
                          <a:pt x="271653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object 39">
                    <a:extLst>
                      <a:ext uri="{FF2B5EF4-FFF2-40B4-BE49-F238E27FC236}">
                        <a16:creationId xmlns:a16="http://schemas.microsoft.com/office/drawing/2014/main" id="{E7624B1C-B085-452D-A344-8FE37F6D7CE0}"/>
                      </a:ext>
                    </a:extLst>
                  </p:cNvPr>
                  <p:cNvSpPr/>
                  <p:nvPr/>
                </p:nvSpPr>
                <p:spPr>
                  <a:xfrm>
                    <a:off x="7186736" y="4124177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2716529" y="1956054"/>
                        </a:moveTo>
                        <a:lnTo>
                          <a:pt x="2716529" y="0"/>
                        </a:lnTo>
                        <a:lnTo>
                          <a:pt x="0" y="0"/>
                        </a:lnTo>
                        <a:lnTo>
                          <a:pt x="0" y="1956054"/>
                        </a:lnTo>
                        <a:lnTo>
                          <a:pt x="2716529" y="1956054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object 40">
                    <a:extLst>
                      <a:ext uri="{FF2B5EF4-FFF2-40B4-BE49-F238E27FC236}">
                        <a16:creationId xmlns:a16="http://schemas.microsoft.com/office/drawing/2014/main" id="{A659583F-97D1-48FD-8BEB-A6D95DBCFA3F}"/>
                      </a:ext>
                    </a:extLst>
                  </p:cNvPr>
                  <p:cNvSpPr/>
                  <p:nvPr/>
                </p:nvSpPr>
                <p:spPr>
                  <a:xfrm>
                    <a:off x="7186736" y="4124177"/>
                    <a:ext cx="2716530" cy="19564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6529" h="1956435">
                        <a:moveTo>
                          <a:pt x="0" y="0"/>
                        </a:moveTo>
                        <a:lnTo>
                          <a:pt x="0" y="1956054"/>
                        </a:lnTo>
                        <a:lnTo>
                          <a:pt x="2716530" y="1956054"/>
                        </a:lnTo>
                        <a:lnTo>
                          <a:pt x="271653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object 41">
                    <a:extLst>
                      <a:ext uri="{FF2B5EF4-FFF2-40B4-BE49-F238E27FC236}">
                        <a16:creationId xmlns:a16="http://schemas.microsoft.com/office/drawing/2014/main" id="{C78C1E95-AA77-4B4F-AC65-8FDA3822F2EB}"/>
                      </a:ext>
                    </a:extLst>
                  </p:cNvPr>
                  <p:cNvSpPr/>
                  <p:nvPr/>
                </p:nvSpPr>
                <p:spPr>
                  <a:xfrm>
                    <a:off x="696956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object 42">
                    <a:extLst>
                      <a:ext uri="{FF2B5EF4-FFF2-40B4-BE49-F238E27FC236}">
                        <a16:creationId xmlns:a16="http://schemas.microsoft.com/office/drawing/2014/main" id="{3D91885E-78C4-4B8A-BF0D-68FBF776C6C1}"/>
                      </a:ext>
                    </a:extLst>
                  </p:cNvPr>
                  <p:cNvSpPr/>
                  <p:nvPr/>
                </p:nvSpPr>
                <p:spPr>
                  <a:xfrm>
                    <a:off x="696956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object 43">
                    <a:extLst>
                      <a:ext uri="{FF2B5EF4-FFF2-40B4-BE49-F238E27FC236}">
                        <a16:creationId xmlns:a16="http://schemas.microsoft.com/office/drawing/2014/main" id="{70468179-50B7-4862-981F-DBC186148F34}"/>
                      </a:ext>
                    </a:extLst>
                  </p:cNvPr>
                  <p:cNvSpPr/>
                  <p:nvPr/>
                </p:nvSpPr>
                <p:spPr>
                  <a:xfrm>
                    <a:off x="707853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object 44">
                    <a:extLst>
                      <a:ext uri="{FF2B5EF4-FFF2-40B4-BE49-F238E27FC236}">
                        <a16:creationId xmlns:a16="http://schemas.microsoft.com/office/drawing/2014/main" id="{BE4759E9-5065-4BBA-B717-9580D715A8C9}"/>
                      </a:ext>
                    </a:extLst>
                  </p:cNvPr>
                  <p:cNvSpPr/>
                  <p:nvPr/>
                </p:nvSpPr>
                <p:spPr>
                  <a:xfrm>
                    <a:off x="707853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object 45">
                    <a:extLst>
                      <a:ext uri="{FF2B5EF4-FFF2-40B4-BE49-F238E27FC236}">
                        <a16:creationId xmlns:a16="http://schemas.microsoft.com/office/drawing/2014/main" id="{A9759230-1A70-402A-BD68-8E4A39FB6491}"/>
                      </a:ext>
                    </a:extLst>
                  </p:cNvPr>
                  <p:cNvSpPr/>
                  <p:nvPr/>
                </p:nvSpPr>
                <p:spPr>
                  <a:xfrm>
                    <a:off x="718673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object 46">
                    <a:extLst>
                      <a:ext uri="{FF2B5EF4-FFF2-40B4-BE49-F238E27FC236}">
                        <a16:creationId xmlns:a16="http://schemas.microsoft.com/office/drawing/2014/main" id="{F207FF93-5D75-459C-AA50-8C8FCBD2D7DB}"/>
                      </a:ext>
                    </a:extLst>
                  </p:cNvPr>
                  <p:cNvSpPr/>
                  <p:nvPr/>
                </p:nvSpPr>
                <p:spPr>
                  <a:xfrm>
                    <a:off x="7186736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" name="object 47">
                    <a:extLst>
                      <a:ext uri="{FF2B5EF4-FFF2-40B4-BE49-F238E27FC236}">
                        <a16:creationId xmlns:a16="http://schemas.microsoft.com/office/drawing/2014/main" id="{493354F3-D46D-42AA-8150-1CC71622595D}"/>
                      </a:ext>
                    </a:extLst>
                  </p:cNvPr>
                  <p:cNvSpPr/>
                  <p:nvPr/>
                </p:nvSpPr>
                <p:spPr>
                  <a:xfrm>
                    <a:off x="729570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" name="object 48">
                    <a:extLst>
                      <a:ext uri="{FF2B5EF4-FFF2-40B4-BE49-F238E27FC236}">
                        <a16:creationId xmlns:a16="http://schemas.microsoft.com/office/drawing/2014/main" id="{412B4F3E-DDC8-477B-B74E-405A09F40EF7}"/>
                      </a:ext>
                    </a:extLst>
                  </p:cNvPr>
                  <p:cNvSpPr/>
                  <p:nvPr/>
                </p:nvSpPr>
                <p:spPr>
                  <a:xfrm>
                    <a:off x="729570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object 49">
                    <a:extLst>
                      <a:ext uri="{FF2B5EF4-FFF2-40B4-BE49-F238E27FC236}">
                        <a16:creationId xmlns:a16="http://schemas.microsoft.com/office/drawing/2014/main" id="{07C34816-988B-4292-906F-656601D3D26A}"/>
                      </a:ext>
                    </a:extLst>
                  </p:cNvPr>
                  <p:cNvSpPr/>
                  <p:nvPr/>
                </p:nvSpPr>
                <p:spPr>
                  <a:xfrm>
                    <a:off x="740466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object 50">
                    <a:extLst>
                      <a:ext uri="{FF2B5EF4-FFF2-40B4-BE49-F238E27FC236}">
                        <a16:creationId xmlns:a16="http://schemas.microsoft.com/office/drawing/2014/main" id="{70E45C71-ADE7-45C5-BF30-D75CF2524BA1}"/>
                      </a:ext>
                    </a:extLst>
                  </p:cNvPr>
                  <p:cNvSpPr/>
                  <p:nvPr/>
                </p:nvSpPr>
                <p:spPr>
                  <a:xfrm>
                    <a:off x="740466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object 51">
                    <a:extLst>
                      <a:ext uri="{FF2B5EF4-FFF2-40B4-BE49-F238E27FC236}">
                        <a16:creationId xmlns:a16="http://schemas.microsoft.com/office/drawing/2014/main" id="{E00956AC-AB3C-4626-BEC2-0E13237EC31D}"/>
                      </a:ext>
                    </a:extLst>
                  </p:cNvPr>
                  <p:cNvSpPr/>
                  <p:nvPr/>
                </p:nvSpPr>
                <p:spPr>
                  <a:xfrm>
                    <a:off x="75128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object 52">
                    <a:extLst>
                      <a:ext uri="{FF2B5EF4-FFF2-40B4-BE49-F238E27FC236}">
                        <a16:creationId xmlns:a16="http://schemas.microsoft.com/office/drawing/2014/main" id="{2E7E1E8C-FBE8-4B95-95F5-519ED2F5AC7A}"/>
                      </a:ext>
                    </a:extLst>
                  </p:cNvPr>
                  <p:cNvSpPr/>
                  <p:nvPr/>
                </p:nvSpPr>
                <p:spPr>
                  <a:xfrm>
                    <a:off x="75128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object 53">
                    <a:extLst>
                      <a:ext uri="{FF2B5EF4-FFF2-40B4-BE49-F238E27FC236}">
                        <a16:creationId xmlns:a16="http://schemas.microsoft.com/office/drawing/2014/main" id="{6B9F310E-C953-4E36-8378-5040105979DB}"/>
                      </a:ext>
                    </a:extLst>
                  </p:cNvPr>
                  <p:cNvSpPr/>
                  <p:nvPr/>
                </p:nvSpPr>
                <p:spPr>
                  <a:xfrm>
                    <a:off x="762183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object 54">
                    <a:extLst>
                      <a:ext uri="{FF2B5EF4-FFF2-40B4-BE49-F238E27FC236}">
                        <a16:creationId xmlns:a16="http://schemas.microsoft.com/office/drawing/2014/main" id="{088DA7BA-3F61-4AE6-BF20-C536EC8199D7}"/>
                      </a:ext>
                    </a:extLst>
                  </p:cNvPr>
                  <p:cNvSpPr/>
                  <p:nvPr/>
                </p:nvSpPr>
                <p:spPr>
                  <a:xfrm>
                    <a:off x="7621838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object 55">
                    <a:extLst>
                      <a:ext uri="{FF2B5EF4-FFF2-40B4-BE49-F238E27FC236}">
                        <a16:creationId xmlns:a16="http://schemas.microsoft.com/office/drawing/2014/main" id="{66526B85-147E-4ED1-ADC8-58A8CACB1906}"/>
                      </a:ext>
                    </a:extLst>
                  </p:cNvPr>
                  <p:cNvSpPr/>
                  <p:nvPr/>
                </p:nvSpPr>
                <p:spPr>
                  <a:xfrm>
                    <a:off x="773004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object 56">
                    <a:extLst>
                      <a:ext uri="{FF2B5EF4-FFF2-40B4-BE49-F238E27FC236}">
                        <a16:creationId xmlns:a16="http://schemas.microsoft.com/office/drawing/2014/main" id="{F32EF3FE-C0C3-40C6-85FD-6E285A6C49C8}"/>
                      </a:ext>
                    </a:extLst>
                  </p:cNvPr>
                  <p:cNvSpPr/>
                  <p:nvPr/>
                </p:nvSpPr>
                <p:spPr>
                  <a:xfrm>
                    <a:off x="773004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object 57">
                    <a:extLst>
                      <a:ext uri="{FF2B5EF4-FFF2-40B4-BE49-F238E27FC236}">
                        <a16:creationId xmlns:a16="http://schemas.microsoft.com/office/drawing/2014/main" id="{6507E078-08AE-47A6-9D47-870CFD294DB4}"/>
                      </a:ext>
                    </a:extLst>
                  </p:cNvPr>
                  <p:cNvSpPr/>
                  <p:nvPr/>
                </p:nvSpPr>
                <p:spPr>
                  <a:xfrm>
                    <a:off x="783900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object 58">
                    <a:extLst>
                      <a:ext uri="{FF2B5EF4-FFF2-40B4-BE49-F238E27FC236}">
                        <a16:creationId xmlns:a16="http://schemas.microsoft.com/office/drawing/2014/main" id="{4A30E920-884A-4DEB-BDB9-CBA790FE13A1}"/>
                      </a:ext>
                    </a:extLst>
                  </p:cNvPr>
                  <p:cNvSpPr/>
                  <p:nvPr/>
                </p:nvSpPr>
                <p:spPr>
                  <a:xfrm>
                    <a:off x="783900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object 59">
                    <a:extLst>
                      <a:ext uri="{FF2B5EF4-FFF2-40B4-BE49-F238E27FC236}">
                        <a16:creationId xmlns:a16="http://schemas.microsoft.com/office/drawing/2014/main" id="{049758B8-28AA-43CF-A7FF-F456135826DE}"/>
                      </a:ext>
                    </a:extLst>
                  </p:cNvPr>
                  <p:cNvSpPr/>
                  <p:nvPr/>
                </p:nvSpPr>
                <p:spPr>
                  <a:xfrm>
                    <a:off x="79479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object 60">
                    <a:extLst>
                      <a:ext uri="{FF2B5EF4-FFF2-40B4-BE49-F238E27FC236}">
                        <a16:creationId xmlns:a16="http://schemas.microsoft.com/office/drawing/2014/main" id="{0C5213B1-7641-4B29-B1EF-01E66184ACA8}"/>
                      </a:ext>
                    </a:extLst>
                  </p:cNvPr>
                  <p:cNvSpPr/>
                  <p:nvPr/>
                </p:nvSpPr>
                <p:spPr>
                  <a:xfrm>
                    <a:off x="79479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object 61">
                    <a:extLst>
                      <a:ext uri="{FF2B5EF4-FFF2-40B4-BE49-F238E27FC236}">
                        <a16:creationId xmlns:a16="http://schemas.microsoft.com/office/drawing/2014/main" id="{F38C6FF3-B59B-4AEC-AB2C-E4FF9DB93066}"/>
                      </a:ext>
                    </a:extLst>
                  </p:cNvPr>
                  <p:cNvSpPr/>
                  <p:nvPr/>
                </p:nvSpPr>
                <p:spPr>
                  <a:xfrm>
                    <a:off x="80561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object 62">
                    <a:extLst>
                      <a:ext uri="{FF2B5EF4-FFF2-40B4-BE49-F238E27FC236}">
                        <a16:creationId xmlns:a16="http://schemas.microsoft.com/office/drawing/2014/main" id="{82E8210F-DA8D-4B01-97B5-C0C7FBB67DA6}"/>
                      </a:ext>
                    </a:extLst>
                  </p:cNvPr>
                  <p:cNvSpPr/>
                  <p:nvPr/>
                </p:nvSpPr>
                <p:spPr>
                  <a:xfrm>
                    <a:off x="80561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object 63">
                    <a:extLst>
                      <a:ext uri="{FF2B5EF4-FFF2-40B4-BE49-F238E27FC236}">
                        <a16:creationId xmlns:a16="http://schemas.microsoft.com/office/drawing/2014/main" id="{EF0B2D34-803B-480B-B9EF-CBC4BF11A5D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object 64">
                    <a:extLst>
                      <a:ext uri="{FF2B5EF4-FFF2-40B4-BE49-F238E27FC236}">
                        <a16:creationId xmlns:a16="http://schemas.microsoft.com/office/drawing/2014/main" id="{640F8951-E3AA-49DC-9EB6-36CDCA6AB237}"/>
                      </a:ext>
                    </a:extLst>
                  </p:cNvPr>
                  <p:cNvSpPr/>
                  <p:nvPr/>
                </p:nvSpPr>
                <p:spPr>
                  <a:xfrm>
                    <a:off x="816514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object 65">
                    <a:extLst>
                      <a:ext uri="{FF2B5EF4-FFF2-40B4-BE49-F238E27FC236}">
                        <a16:creationId xmlns:a16="http://schemas.microsoft.com/office/drawing/2014/main" id="{726287C0-89C4-4027-A905-3C5385A7B104}"/>
                      </a:ext>
                    </a:extLst>
                  </p:cNvPr>
                  <p:cNvSpPr/>
                  <p:nvPr/>
                </p:nvSpPr>
                <p:spPr>
                  <a:xfrm>
                    <a:off x="82733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object 66">
                    <a:extLst>
                      <a:ext uri="{FF2B5EF4-FFF2-40B4-BE49-F238E27FC236}">
                        <a16:creationId xmlns:a16="http://schemas.microsoft.com/office/drawing/2014/main" id="{455E3049-306B-4B45-A47C-2B9858D29555}"/>
                      </a:ext>
                    </a:extLst>
                  </p:cNvPr>
                  <p:cNvSpPr/>
                  <p:nvPr/>
                </p:nvSpPr>
                <p:spPr>
                  <a:xfrm>
                    <a:off x="82733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object 67">
                    <a:extLst>
                      <a:ext uri="{FF2B5EF4-FFF2-40B4-BE49-F238E27FC236}">
                        <a16:creationId xmlns:a16="http://schemas.microsoft.com/office/drawing/2014/main" id="{0247C5A4-8BCC-466F-91BF-08A58065B8DB}"/>
                      </a:ext>
                    </a:extLst>
                  </p:cNvPr>
                  <p:cNvSpPr/>
                  <p:nvPr/>
                </p:nvSpPr>
                <p:spPr>
                  <a:xfrm>
                    <a:off x="83823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object 68">
                    <a:extLst>
                      <a:ext uri="{FF2B5EF4-FFF2-40B4-BE49-F238E27FC236}">
                        <a16:creationId xmlns:a16="http://schemas.microsoft.com/office/drawing/2014/main" id="{0DF92154-5DA4-4276-84F6-43F460E33466}"/>
                      </a:ext>
                    </a:extLst>
                  </p:cNvPr>
                  <p:cNvSpPr/>
                  <p:nvPr/>
                </p:nvSpPr>
                <p:spPr>
                  <a:xfrm>
                    <a:off x="83823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object 69">
                    <a:extLst>
                      <a:ext uri="{FF2B5EF4-FFF2-40B4-BE49-F238E27FC236}">
                        <a16:creationId xmlns:a16="http://schemas.microsoft.com/office/drawing/2014/main" id="{208722F6-F083-49D1-BC0F-707C53A89A6A}"/>
                      </a:ext>
                    </a:extLst>
                  </p:cNvPr>
                  <p:cNvSpPr/>
                  <p:nvPr/>
                </p:nvSpPr>
                <p:spPr>
                  <a:xfrm>
                    <a:off x="8491280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object 70">
                    <a:extLst>
                      <a:ext uri="{FF2B5EF4-FFF2-40B4-BE49-F238E27FC236}">
                        <a16:creationId xmlns:a16="http://schemas.microsoft.com/office/drawing/2014/main" id="{EEB630E1-4033-452A-978E-C5BC1677C85B}"/>
                      </a:ext>
                    </a:extLst>
                  </p:cNvPr>
                  <p:cNvSpPr/>
                  <p:nvPr/>
                </p:nvSpPr>
                <p:spPr>
                  <a:xfrm>
                    <a:off x="8491280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object 71">
                    <a:extLst>
                      <a:ext uri="{FF2B5EF4-FFF2-40B4-BE49-F238E27FC236}">
                        <a16:creationId xmlns:a16="http://schemas.microsoft.com/office/drawing/2014/main" id="{9A311A0C-EFB2-4FF6-81C7-69DCD2B24761}"/>
                      </a:ext>
                    </a:extLst>
                  </p:cNvPr>
                  <p:cNvSpPr/>
                  <p:nvPr/>
                </p:nvSpPr>
                <p:spPr>
                  <a:xfrm>
                    <a:off x="85994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object 72">
                    <a:extLst>
                      <a:ext uri="{FF2B5EF4-FFF2-40B4-BE49-F238E27FC236}">
                        <a16:creationId xmlns:a16="http://schemas.microsoft.com/office/drawing/2014/main" id="{A720F77A-C5B7-49C0-B642-36685B72B531}"/>
                      </a:ext>
                    </a:extLst>
                  </p:cNvPr>
                  <p:cNvSpPr/>
                  <p:nvPr/>
                </p:nvSpPr>
                <p:spPr>
                  <a:xfrm>
                    <a:off x="8599472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" name="object 73">
                    <a:extLst>
                      <a:ext uri="{FF2B5EF4-FFF2-40B4-BE49-F238E27FC236}">
                        <a16:creationId xmlns:a16="http://schemas.microsoft.com/office/drawing/2014/main" id="{863BCC4C-D2B0-4CE1-BE64-134D46DE92A1}"/>
                      </a:ext>
                    </a:extLst>
                  </p:cNvPr>
                  <p:cNvSpPr/>
                  <p:nvPr/>
                </p:nvSpPr>
                <p:spPr>
                  <a:xfrm>
                    <a:off x="8708437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object 74">
                    <a:extLst>
                      <a:ext uri="{FF2B5EF4-FFF2-40B4-BE49-F238E27FC236}">
                        <a16:creationId xmlns:a16="http://schemas.microsoft.com/office/drawing/2014/main" id="{97B42CDA-0EA6-4A0C-BFE1-2618EF3C01EC}"/>
                      </a:ext>
                    </a:extLst>
                  </p:cNvPr>
                  <p:cNvSpPr/>
                  <p:nvPr/>
                </p:nvSpPr>
                <p:spPr>
                  <a:xfrm>
                    <a:off x="8708437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object 75">
                    <a:extLst>
                      <a:ext uri="{FF2B5EF4-FFF2-40B4-BE49-F238E27FC236}">
                        <a16:creationId xmlns:a16="http://schemas.microsoft.com/office/drawing/2014/main" id="{86CA5368-5581-4A18-8840-C3103B882FC6}"/>
                      </a:ext>
                    </a:extLst>
                  </p:cNvPr>
                  <p:cNvSpPr/>
                  <p:nvPr/>
                </p:nvSpPr>
                <p:spPr>
                  <a:xfrm>
                    <a:off x="881665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object 76">
                    <a:extLst>
                      <a:ext uri="{FF2B5EF4-FFF2-40B4-BE49-F238E27FC236}">
                        <a16:creationId xmlns:a16="http://schemas.microsoft.com/office/drawing/2014/main" id="{52AA03EE-FCF5-4FE2-B94A-D8B12B760400}"/>
                      </a:ext>
                    </a:extLst>
                  </p:cNvPr>
                  <p:cNvSpPr/>
                  <p:nvPr/>
                </p:nvSpPr>
                <p:spPr>
                  <a:xfrm>
                    <a:off x="881665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object 77">
                    <a:extLst>
                      <a:ext uri="{FF2B5EF4-FFF2-40B4-BE49-F238E27FC236}">
                        <a16:creationId xmlns:a16="http://schemas.microsoft.com/office/drawing/2014/main" id="{2C08C390-80C9-4B91-ACB3-F18935E9625C}"/>
                      </a:ext>
                    </a:extLst>
                  </p:cNvPr>
                  <p:cNvSpPr/>
                  <p:nvPr/>
                </p:nvSpPr>
                <p:spPr>
                  <a:xfrm>
                    <a:off x="8925620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object 78">
                    <a:extLst>
                      <a:ext uri="{FF2B5EF4-FFF2-40B4-BE49-F238E27FC236}">
                        <a16:creationId xmlns:a16="http://schemas.microsoft.com/office/drawing/2014/main" id="{0B6B0F5C-7745-44A5-91B8-9933C333F64D}"/>
                      </a:ext>
                    </a:extLst>
                  </p:cNvPr>
                  <p:cNvSpPr/>
                  <p:nvPr/>
                </p:nvSpPr>
                <p:spPr>
                  <a:xfrm>
                    <a:off x="8925620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object 79">
                    <a:extLst>
                      <a:ext uri="{FF2B5EF4-FFF2-40B4-BE49-F238E27FC236}">
                        <a16:creationId xmlns:a16="http://schemas.microsoft.com/office/drawing/2014/main" id="{3C2A8CAC-B795-4D2C-86F6-6CAECE583429}"/>
                      </a:ext>
                    </a:extLst>
                  </p:cNvPr>
                  <p:cNvSpPr/>
                  <p:nvPr/>
                </p:nvSpPr>
                <p:spPr>
                  <a:xfrm>
                    <a:off x="90345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object 80">
                    <a:extLst>
                      <a:ext uri="{FF2B5EF4-FFF2-40B4-BE49-F238E27FC236}">
                        <a16:creationId xmlns:a16="http://schemas.microsoft.com/office/drawing/2014/main" id="{90E6F9A8-6D1E-43C3-B88F-87A82EB79ABD}"/>
                      </a:ext>
                    </a:extLst>
                  </p:cNvPr>
                  <p:cNvSpPr/>
                  <p:nvPr/>
                </p:nvSpPr>
                <p:spPr>
                  <a:xfrm>
                    <a:off x="9034574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object 81">
                    <a:extLst>
                      <a:ext uri="{FF2B5EF4-FFF2-40B4-BE49-F238E27FC236}">
                        <a16:creationId xmlns:a16="http://schemas.microsoft.com/office/drawing/2014/main" id="{458F81E1-9417-4F38-9E89-1F3A9CF94F7F}"/>
                      </a:ext>
                    </a:extLst>
                  </p:cNvPr>
                  <p:cNvSpPr/>
                  <p:nvPr/>
                </p:nvSpPr>
                <p:spPr>
                  <a:xfrm>
                    <a:off x="91427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object 82">
                    <a:extLst>
                      <a:ext uri="{FF2B5EF4-FFF2-40B4-BE49-F238E27FC236}">
                        <a16:creationId xmlns:a16="http://schemas.microsoft.com/office/drawing/2014/main" id="{D3A7BB0B-82B4-4CEA-B084-46E6D080BDC2}"/>
                      </a:ext>
                    </a:extLst>
                  </p:cNvPr>
                  <p:cNvSpPr/>
                  <p:nvPr/>
                </p:nvSpPr>
                <p:spPr>
                  <a:xfrm>
                    <a:off x="914277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object 83">
                    <a:extLst>
                      <a:ext uri="{FF2B5EF4-FFF2-40B4-BE49-F238E27FC236}">
                        <a16:creationId xmlns:a16="http://schemas.microsoft.com/office/drawing/2014/main" id="{E8E41E8C-EA5C-4462-A3BF-89DF26DEB77B}"/>
                      </a:ext>
                    </a:extLst>
                  </p:cNvPr>
                  <p:cNvSpPr/>
                  <p:nvPr/>
                </p:nvSpPr>
                <p:spPr>
                  <a:xfrm>
                    <a:off x="9251756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object 84">
                    <a:extLst>
                      <a:ext uri="{FF2B5EF4-FFF2-40B4-BE49-F238E27FC236}">
                        <a16:creationId xmlns:a16="http://schemas.microsoft.com/office/drawing/2014/main" id="{1B192692-2F75-462D-BA48-2CEAA71D4CFE}"/>
                      </a:ext>
                    </a:extLst>
                  </p:cNvPr>
                  <p:cNvSpPr/>
                  <p:nvPr/>
                </p:nvSpPr>
                <p:spPr>
                  <a:xfrm>
                    <a:off x="9251756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object 85">
                    <a:extLst>
                      <a:ext uri="{FF2B5EF4-FFF2-40B4-BE49-F238E27FC236}">
                        <a16:creationId xmlns:a16="http://schemas.microsoft.com/office/drawing/2014/main" id="{5FE11EA6-853A-431D-8130-6DDD5D91B26F}"/>
                      </a:ext>
                    </a:extLst>
                  </p:cNvPr>
                  <p:cNvSpPr/>
                  <p:nvPr/>
                </p:nvSpPr>
                <p:spPr>
                  <a:xfrm>
                    <a:off x="93599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object 86">
                    <a:extLst>
                      <a:ext uri="{FF2B5EF4-FFF2-40B4-BE49-F238E27FC236}">
                        <a16:creationId xmlns:a16="http://schemas.microsoft.com/office/drawing/2014/main" id="{ACCD2B6F-3422-4203-9850-2F0E00AA66A9}"/>
                      </a:ext>
                    </a:extLst>
                  </p:cNvPr>
                  <p:cNvSpPr/>
                  <p:nvPr/>
                </p:nvSpPr>
                <p:spPr>
                  <a:xfrm>
                    <a:off x="9359948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object 87">
                    <a:extLst>
                      <a:ext uri="{FF2B5EF4-FFF2-40B4-BE49-F238E27FC236}">
                        <a16:creationId xmlns:a16="http://schemas.microsoft.com/office/drawing/2014/main" id="{5273D3F0-139C-4F68-BC5E-60AA65D4367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object 88">
                    <a:extLst>
                      <a:ext uri="{FF2B5EF4-FFF2-40B4-BE49-F238E27FC236}">
                        <a16:creationId xmlns:a16="http://schemas.microsoft.com/office/drawing/2014/main" id="{9BFD4CB5-9298-4F16-8E24-C5B573FA867C}"/>
                      </a:ext>
                    </a:extLst>
                  </p:cNvPr>
                  <p:cNvSpPr/>
                  <p:nvPr/>
                </p:nvSpPr>
                <p:spPr>
                  <a:xfrm>
                    <a:off x="9468914" y="423314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object 89">
                    <a:extLst>
                      <a:ext uri="{FF2B5EF4-FFF2-40B4-BE49-F238E27FC236}">
                        <a16:creationId xmlns:a16="http://schemas.microsoft.com/office/drawing/2014/main" id="{73BBCC40-4700-49E0-BBA8-D1B1F25402E8}"/>
                      </a:ext>
                    </a:extLst>
                  </p:cNvPr>
                  <p:cNvSpPr/>
                  <p:nvPr/>
                </p:nvSpPr>
                <p:spPr>
                  <a:xfrm>
                    <a:off x="957789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object 90">
                    <a:extLst>
                      <a:ext uri="{FF2B5EF4-FFF2-40B4-BE49-F238E27FC236}">
                        <a16:creationId xmlns:a16="http://schemas.microsoft.com/office/drawing/2014/main" id="{24F035A3-49F2-4DD4-8588-2255BDBBF895}"/>
                      </a:ext>
                    </a:extLst>
                  </p:cNvPr>
                  <p:cNvSpPr/>
                  <p:nvPr/>
                </p:nvSpPr>
                <p:spPr>
                  <a:xfrm>
                    <a:off x="9577892" y="423314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object 91">
                    <a:extLst>
                      <a:ext uri="{FF2B5EF4-FFF2-40B4-BE49-F238E27FC236}">
                        <a16:creationId xmlns:a16="http://schemas.microsoft.com/office/drawing/2014/main" id="{93A9E2C6-6C02-495B-AF79-249CD508F636}"/>
                      </a:ext>
                    </a:extLst>
                  </p:cNvPr>
                  <p:cNvSpPr/>
                  <p:nvPr/>
                </p:nvSpPr>
                <p:spPr>
                  <a:xfrm>
                    <a:off x="696956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object 92">
                    <a:extLst>
                      <a:ext uri="{FF2B5EF4-FFF2-40B4-BE49-F238E27FC236}">
                        <a16:creationId xmlns:a16="http://schemas.microsoft.com/office/drawing/2014/main" id="{A95DD323-E001-4A7C-9149-1EFBCD287383}"/>
                      </a:ext>
                    </a:extLst>
                  </p:cNvPr>
                  <p:cNvSpPr/>
                  <p:nvPr/>
                </p:nvSpPr>
                <p:spPr>
                  <a:xfrm>
                    <a:off x="696956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object 93">
                    <a:extLst>
                      <a:ext uri="{FF2B5EF4-FFF2-40B4-BE49-F238E27FC236}">
                        <a16:creationId xmlns:a16="http://schemas.microsoft.com/office/drawing/2014/main" id="{A4693122-7471-4717-9201-AF50CB0EEE6B}"/>
                      </a:ext>
                    </a:extLst>
                  </p:cNvPr>
                  <p:cNvSpPr/>
                  <p:nvPr/>
                </p:nvSpPr>
                <p:spPr>
                  <a:xfrm>
                    <a:off x="707853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object 94">
                    <a:extLst>
                      <a:ext uri="{FF2B5EF4-FFF2-40B4-BE49-F238E27FC236}">
                        <a16:creationId xmlns:a16="http://schemas.microsoft.com/office/drawing/2014/main" id="{D6EC47C4-43BB-48D3-8FC2-E54D9A7D45B5}"/>
                      </a:ext>
                    </a:extLst>
                  </p:cNvPr>
                  <p:cNvSpPr/>
                  <p:nvPr/>
                </p:nvSpPr>
                <p:spPr>
                  <a:xfrm>
                    <a:off x="707853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object 95">
                    <a:extLst>
                      <a:ext uri="{FF2B5EF4-FFF2-40B4-BE49-F238E27FC236}">
                        <a16:creationId xmlns:a16="http://schemas.microsoft.com/office/drawing/2014/main" id="{57CBBE1C-BF39-4E70-B099-F465DB9D2E2B}"/>
                      </a:ext>
                    </a:extLst>
                  </p:cNvPr>
                  <p:cNvSpPr/>
                  <p:nvPr/>
                </p:nvSpPr>
                <p:spPr>
                  <a:xfrm>
                    <a:off x="718673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object 96">
                    <a:extLst>
                      <a:ext uri="{FF2B5EF4-FFF2-40B4-BE49-F238E27FC236}">
                        <a16:creationId xmlns:a16="http://schemas.microsoft.com/office/drawing/2014/main" id="{7DB85AC7-821E-4B7D-9941-86BEDBF7C065}"/>
                      </a:ext>
                    </a:extLst>
                  </p:cNvPr>
                  <p:cNvSpPr/>
                  <p:nvPr/>
                </p:nvSpPr>
                <p:spPr>
                  <a:xfrm>
                    <a:off x="7186736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" name="object 97">
                    <a:extLst>
                      <a:ext uri="{FF2B5EF4-FFF2-40B4-BE49-F238E27FC236}">
                        <a16:creationId xmlns:a16="http://schemas.microsoft.com/office/drawing/2014/main" id="{55C350E2-E105-4E41-A749-5608AC22DC20}"/>
                      </a:ext>
                    </a:extLst>
                  </p:cNvPr>
                  <p:cNvSpPr/>
                  <p:nvPr/>
                </p:nvSpPr>
                <p:spPr>
                  <a:xfrm>
                    <a:off x="729570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" name="object 98">
                    <a:extLst>
                      <a:ext uri="{FF2B5EF4-FFF2-40B4-BE49-F238E27FC236}">
                        <a16:creationId xmlns:a16="http://schemas.microsoft.com/office/drawing/2014/main" id="{BBA802D3-3596-4C34-AD22-BF318D7CD812}"/>
                      </a:ext>
                    </a:extLst>
                  </p:cNvPr>
                  <p:cNvSpPr/>
                  <p:nvPr/>
                </p:nvSpPr>
                <p:spPr>
                  <a:xfrm>
                    <a:off x="729570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" name="object 99">
                    <a:extLst>
                      <a:ext uri="{FF2B5EF4-FFF2-40B4-BE49-F238E27FC236}">
                        <a16:creationId xmlns:a16="http://schemas.microsoft.com/office/drawing/2014/main" id="{B125EAD9-AD17-47DD-BE54-7FF8CC9F06D5}"/>
                      </a:ext>
                    </a:extLst>
                  </p:cNvPr>
                  <p:cNvSpPr/>
                  <p:nvPr/>
                </p:nvSpPr>
                <p:spPr>
                  <a:xfrm>
                    <a:off x="740466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5" name="object 100">
                    <a:extLst>
                      <a:ext uri="{FF2B5EF4-FFF2-40B4-BE49-F238E27FC236}">
                        <a16:creationId xmlns:a16="http://schemas.microsoft.com/office/drawing/2014/main" id="{CD688C90-6103-4C88-8099-87B8F5F5547C}"/>
                      </a:ext>
                    </a:extLst>
                  </p:cNvPr>
                  <p:cNvSpPr/>
                  <p:nvPr/>
                </p:nvSpPr>
                <p:spPr>
                  <a:xfrm>
                    <a:off x="740466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6" name="object 101">
                    <a:extLst>
                      <a:ext uri="{FF2B5EF4-FFF2-40B4-BE49-F238E27FC236}">
                        <a16:creationId xmlns:a16="http://schemas.microsoft.com/office/drawing/2014/main" id="{C5983DB3-3265-42F8-98F0-20EA9C2ED88B}"/>
                      </a:ext>
                    </a:extLst>
                  </p:cNvPr>
                  <p:cNvSpPr/>
                  <p:nvPr/>
                </p:nvSpPr>
                <p:spPr>
                  <a:xfrm>
                    <a:off x="75128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7" name="object 102">
                    <a:extLst>
                      <a:ext uri="{FF2B5EF4-FFF2-40B4-BE49-F238E27FC236}">
                        <a16:creationId xmlns:a16="http://schemas.microsoft.com/office/drawing/2014/main" id="{CC5CBDD0-E828-4020-81FB-CF1A6DEB084A}"/>
                      </a:ext>
                    </a:extLst>
                  </p:cNvPr>
                  <p:cNvSpPr/>
                  <p:nvPr/>
                </p:nvSpPr>
                <p:spPr>
                  <a:xfrm>
                    <a:off x="75128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8" name="object 103">
                    <a:extLst>
                      <a:ext uri="{FF2B5EF4-FFF2-40B4-BE49-F238E27FC236}">
                        <a16:creationId xmlns:a16="http://schemas.microsoft.com/office/drawing/2014/main" id="{BF754182-3DFE-4BC7-A2CE-C5FF306638B9}"/>
                      </a:ext>
                    </a:extLst>
                  </p:cNvPr>
                  <p:cNvSpPr/>
                  <p:nvPr/>
                </p:nvSpPr>
                <p:spPr>
                  <a:xfrm>
                    <a:off x="762183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" name="object 104">
                    <a:extLst>
                      <a:ext uri="{FF2B5EF4-FFF2-40B4-BE49-F238E27FC236}">
                        <a16:creationId xmlns:a16="http://schemas.microsoft.com/office/drawing/2014/main" id="{650AA5FC-8F0C-4EB5-9688-BCBCD9A8127E}"/>
                      </a:ext>
                    </a:extLst>
                  </p:cNvPr>
                  <p:cNvSpPr/>
                  <p:nvPr/>
                </p:nvSpPr>
                <p:spPr>
                  <a:xfrm>
                    <a:off x="7621838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" name="object 105">
                    <a:extLst>
                      <a:ext uri="{FF2B5EF4-FFF2-40B4-BE49-F238E27FC236}">
                        <a16:creationId xmlns:a16="http://schemas.microsoft.com/office/drawing/2014/main" id="{90A7B0BB-79C2-433F-9277-90976E2B135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" name="object 106">
                    <a:extLst>
                      <a:ext uri="{FF2B5EF4-FFF2-40B4-BE49-F238E27FC236}">
                        <a16:creationId xmlns:a16="http://schemas.microsoft.com/office/drawing/2014/main" id="{70124E16-238A-429D-9F02-5C2126BB58BC}"/>
                      </a:ext>
                    </a:extLst>
                  </p:cNvPr>
                  <p:cNvSpPr/>
                  <p:nvPr/>
                </p:nvSpPr>
                <p:spPr>
                  <a:xfrm>
                    <a:off x="773004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" name="object 107">
                    <a:extLst>
                      <a:ext uri="{FF2B5EF4-FFF2-40B4-BE49-F238E27FC236}">
                        <a16:creationId xmlns:a16="http://schemas.microsoft.com/office/drawing/2014/main" id="{F1A7452E-839C-4085-A319-8958FEB9DB71}"/>
                      </a:ext>
                    </a:extLst>
                  </p:cNvPr>
                  <p:cNvSpPr/>
                  <p:nvPr/>
                </p:nvSpPr>
                <p:spPr>
                  <a:xfrm>
                    <a:off x="783900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" name="object 108">
                    <a:extLst>
                      <a:ext uri="{FF2B5EF4-FFF2-40B4-BE49-F238E27FC236}">
                        <a16:creationId xmlns:a16="http://schemas.microsoft.com/office/drawing/2014/main" id="{0ECDD19B-30E0-48BC-8E29-0CAF16070FDA}"/>
                      </a:ext>
                    </a:extLst>
                  </p:cNvPr>
                  <p:cNvSpPr/>
                  <p:nvPr/>
                </p:nvSpPr>
                <p:spPr>
                  <a:xfrm>
                    <a:off x="783900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" name="object 109">
                    <a:extLst>
                      <a:ext uri="{FF2B5EF4-FFF2-40B4-BE49-F238E27FC236}">
                        <a16:creationId xmlns:a16="http://schemas.microsoft.com/office/drawing/2014/main" id="{9E9F74FF-1717-498E-97F3-E72FDC4F9A35}"/>
                      </a:ext>
                    </a:extLst>
                  </p:cNvPr>
                  <p:cNvSpPr/>
                  <p:nvPr/>
                </p:nvSpPr>
                <p:spPr>
                  <a:xfrm>
                    <a:off x="79479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" name="object 110">
                    <a:extLst>
                      <a:ext uri="{FF2B5EF4-FFF2-40B4-BE49-F238E27FC236}">
                        <a16:creationId xmlns:a16="http://schemas.microsoft.com/office/drawing/2014/main" id="{C66CB39C-B757-49FD-965E-1216AF8AEF4E}"/>
                      </a:ext>
                    </a:extLst>
                  </p:cNvPr>
                  <p:cNvSpPr/>
                  <p:nvPr/>
                </p:nvSpPr>
                <p:spPr>
                  <a:xfrm>
                    <a:off x="79479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" name="object 111">
                    <a:extLst>
                      <a:ext uri="{FF2B5EF4-FFF2-40B4-BE49-F238E27FC236}">
                        <a16:creationId xmlns:a16="http://schemas.microsoft.com/office/drawing/2014/main" id="{2F5C7B0D-C2EE-447F-A787-8436BC1430E8}"/>
                      </a:ext>
                    </a:extLst>
                  </p:cNvPr>
                  <p:cNvSpPr/>
                  <p:nvPr/>
                </p:nvSpPr>
                <p:spPr>
                  <a:xfrm>
                    <a:off x="80561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" name="object 112">
                    <a:extLst>
                      <a:ext uri="{FF2B5EF4-FFF2-40B4-BE49-F238E27FC236}">
                        <a16:creationId xmlns:a16="http://schemas.microsoft.com/office/drawing/2014/main" id="{9DE4BF7F-71C3-49A8-8B13-0FB231E3BA67}"/>
                      </a:ext>
                    </a:extLst>
                  </p:cNvPr>
                  <p:cNvSpPr/>
                  <p:nvPr/>
                </p:nvSpPr>
                <p:spPr>
                  <a:xfrm>
                    <a:off x="80561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" name="object 113">
                    <a:extLst>
                      <a:ext uri="{FF2B5EF4-FFF2-40B4-BE49-F238E27FC236}">
                        <a16:creationId xmlns:a16="http://schemas.microsoft.com/office/drawing/2014/main" id="{1A12252B-8E16-4FEA-962F-633332FE7388}"/>
                      </a:ext>
                    </a:extLst>
                  </p:cNvPr>
                  <p:cNvSpPr/>
                  <p:nvPr/>
                </p:nvSpPr>
                <p:spPr>
                  <a:xfrm>
                    <a:off x="816514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" name="object 114">
                    <a:extLst>
                      <a:ext uri="{FF2B5EF4-FFF2-40B4-BE49-F238E27FC236}">
                        <a16:creationId xmlns:a16="http://schemas.microsoft.com/office/drawing/2014/main" id="{3AD4034E-4DD7-45BA-A44D-9DCA018A31A2}"/>
                      </a:ext>
                    </a:extLst>
                  </p:cNvPr>
                  <p:cNvSpPr/>
                  <p:nvPr/>
                </p:nvSpPr>
                <p:spPr>
                  <a:xfrm>
                    <a:off x="816514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" name="object 115">
                    <a:extLst>
                      <a:ext uri="{FF2B5EF4-FFF2-40B4-BE49-F238E27FC236}">
                        <a16:creationId xmlns:a16="http://schemas.microsoft.com/office/drawing/2014/main" id="{CC847809-75AC-446E-8CA3-DE31BED27D77}"/>
                      </a:ext>
                    </a:extLst>
                  </p:cNvPr>
                  <p:cNvSpPr/>
                  <p:nvPr/>
                </p:nvSpPr>
                <p:spPr>
                  <a:xfrm>
                    <a:off x="82733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" name="object 116">
                    <a:extLst>
                      <a:ext uri="{FF2B5EF4-FFF2-40B4-BE49-F238E27FC236}">
                        <a16:creationId xmlns:a16="http://schemas.microsoft.com/office/drawing/2014/main" id="{24587F11-11A2-4EB2-915B-C835549953C2}"/>
                      </a:ext>
                    </a:extLst>
                  </p:cNvPr>
                  <p:cNvSpPr/>
                  <p:nvPr/>
                </p:nvSpPr>
                <p:spPr>
                  <a:xfrm>
                    <a:off x="82733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" name="object 117">
                    <a:extLst>
                      <a:ext uri="{FF2B5EF4-FFF2-40B4-BE49-F238E27FC236}">
                        <a16:creationId xmlns:a16="http://schemas.microsoft.com/office/drawing/2014/main" id="{67E4F7AF-BC0B-415B-92F3-AC0D16184EED}"/>
                      </a:ext>
                    </a:extLst>
                  </p:cNvPr>
                  <p:cNvSpPr/>
                  <p:nvPr/>
                </p:nvSpPr>
                <p:spPr>
                  <a:xfrm>
                    <a:off x="83823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" name="object 118">
                    <a:extLst>
                      <a:ext uri="{FF2B5EF4-FFF2-40B4-BE49-F238E27FC236}">
                        <a16:creationId xmlns:a16="http://schemas.microsoft.com/office/drawing/2014/main" id="{04A886BB-59A9-4AA9-8871-C057310EB03B}"/>
                      </a:ext>
                    </a:extLst>
                  </p:cNvPr>
                  <p:cNvSpPr/>
                  <p:nvPr/>
                </p:nvSpPr>
                <p:spPr>
                  <a:xfrm>
                    <a:off x="83823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" name="object 119">
                    <a:extLst>
                      <a:ext uri="{FF2B5EF4-FFF2-40B4-BE49-F238E27FC236}">
                        <a16:creationId xmlns:a16="http://schemas.microsoft.com/office/drawing/2014/main" id="{C7566BC6-C95C-4655-97DC-E744ED63C03A}"/>
                      </a:ext>
                    </a:extLst>
                  </p:cNvPr>
                  <p:cNvSpPr/>
                  <p:nvPr/>
                </p:nvSpPr>
                <p:spPr>
                  <a:xfrm>
                    <a:off x="8491280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" name="object 120">
                    <a:extLst>
                      <a:ext uri="{FF2B5EF4-FFF2-40B4-BE49-F238E27FC236}">
                        <a16:creationId xmlns:a16="http://schemas.microsoft.com/office/drawing/2014/main" id="{3E4D8CB2-405B-47A2-ACFC-6C3848C70CE1}"/>
                      </a:ext>
                    </a:extLst>
                  </p:cNvPr>
                  <p:cNvSpPr/>
                  <p:nvPr/>
                </p:nvSpPr>
                <p:spPr>
                  <a:xfrm>
                    <a:off x="8491280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" name="object 121">
                    <a:extLst>
                      <a:ext uri="{FF2B5EF4-FFF2-40B4-BE49-F238E27FC236}">
                        <a16:creationId xmlns:a16="http://schemas.microsoft.com/office/drawing/2014/main" id="{0A938ED6-8BDD-482F-81F3-459792004AEB}"/>
                      </a:ext>
                    </a:extLst>
                  </p:cNvPr>
                  <p:cNvSpPr/>
                  <p:nvPr/>
                </p:nvSpPr>
                <p:spPr>
                  <a:xfrm>
                    <a:off x="85994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" name="object 122">
                    <a:extLst>
                      <a:ext uri="{FF2B5EF4-FFF2-40B4-BE49-F238E27FC236}">
                        <a16:creationId xmlns:a16="http://schemas.microsoft.com/office/drawing/2014/main" id="{FB2DE71A-A032-436A-8C3C-A8E35AD1E075}"/>
                      </a:ext>
                    </a:extLst>
                  </p:cNvPr>
                  <p:cNvSpPr/>
                  <p:nvPr/>
                </p:nvSpPr>
                <p:spPr>
                  <a:xfrm>
                    <a:off x="8599472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" name="object 123">
                    <a:extLst>
                      <a:ext uri="{FF2B5EF4-FFF2-40B4-BE49-F238E27FC236}">
                        <a16:creationId xmlns:a16="http://schemas.microsoft.com/office/drawing/2014/main" id="{6F703528-9ED0-4CB7-BCD9-0A065B94B72D}"/>
                      </a:ext>
                    </a:extLst>
                  </p:cNvPr>
                  <p:cNvSpPr/>
                  <p:nvPr/>
                </p:nvSpPr>
                <p:spPr>
                  <a:xfrm>
                    <a:off x="8708437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" name="object 124">
                    <a:extLst>
                      <a:ext uri="{FF2B5EF4-FFF2-40B4-BE49-F238E27FC236}">
                        <a16:creationId xmlns:a16="http://schemas.microsoft.com/office/drawing/2014/main" id="{CEB023A7-23E7-4489-A545-0E937FCB513A}"/>
                      </a:ext>
                    </a:extLst>
                  </p:cNvPr>
                  <p:cNvSpPr/>
                  <p:nvPr/>
                </p:nvSpPr>
                <p:spPr>
                  <a:xfrm>
                    <a:off x="8708437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" name="object 125">
                    <a:extLst>
                      <a:ext uri="{FF2B5EF4-FFF2-40B4-BE49-F238E27FC236}">
                        <a16:creationId xmlns:a16="http://schemas.microsoft.com/office/drawing/2014/main" id="{45815164-AEE9-4D16-A6F1-ED98E823CDEC}"/>
                      </a:ext>
                    </a:extLst>
                  </p:cNvPr>
                  <p:cNvSpPr/>
                  <p:nvPr/>
                </p:nvSpPr>
                <p:spPr>
                  <a:xfrm>
                    <a:off x="881665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" name="object 126">
                    <a:extLst>
                      <a:ext uri="{FF2B5EF4-FFF2-40B4-BE49-F238E27FC236}">
                        <a16:creationId xmlns:a16="http://schemas.microsoft.com/office/drawing/2014/main" id="{451E3CE2-029D-4D1E-AB8E-DEE7E2C63DA1}"/>
                      </a:ext>
                    </a:extLst>
                  </p:cNvPr>
                  <p:cNvSpPr/>
                  <p:nvPr/>
                </p:nvSpPr>
                <p:spPr>
                  <a:xfrm>
                    <a:off x="881665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" name="object 127">
                    <a:extLst>
                      <a:ext uri="{FF2B5EF4-FFF2-40B4-BE49-F238E27FC236}">
                        <a16:creationId xmlns:a16="http://schemas.microsoft.com/office/drawing/2014/main" id="{5067EAAC-C3BC-42C5-87FA-640D3809C3A2}"/>
                      </a:ext>
                    </a:extLst>
                  </p:cNvPr>
                  <p:cNvSpPr/>
                  <p:nvPr/>
                </p:nvSpPr>
                <p:spPr>
                  <a:xfrm>
                    <a:off x="8925620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" name="object 128">
                    <a:extLst>
                      <a:ext uri="{FF2B5EF4-FFF2-40B4-BE49-F238E27FC236}">
                        <a16:creationId xmlns:a16="http://schemas.microsoft.com/office/drawing/2014/main" id="{302AC16A-5DA8-4685-B183-724BD2D7902A}"/>
                      </a:ext>
                    </a:extLst>
                  </p:cNvPr>
                  <p:cNvSpPr/>
                  <p:nvPr/>
                </p:nvSpPr>
                <p:spPr>
                  <a:xfrm>
                    <a:off x="8925620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" name="object 129">
                    <a:extLst>
                      <a:ext uri="{FF2B5EF4-FFF2-40B4-BE49-F238E27FC236}">
                        <a16:creationId xmlns:a16="http://schemas.microsoft.com/office/drawing/2014/main" id="{DABC36A8-E660-4F6C-8851-8C6E9770258D}"/>
                      </a:ext>
                    </a:extLst>
                  </p:cNvPr>
                  <p:cNvSpPr/>
                  <p:nvPr/>
                </p:nvSpPr>
                <p:spPr>
                  <a:xfrm>
                    <a:off x="90345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" name="object 130">
                    <a:extLst>
                      <a:ext uri="{FF2B5EF4-FFF2-40B4-BE49-F238E27FC236}">
                        <a16:creationId xmlns:a16="http://schemas.microsoft.com/office/drawing/2014/main" id="{36D01144-1812-4D79-A060-97C6D07E6115}"/>
                      </a:ext>
                    </a:extLst>
                  </p:cNvPr>
                  <p:cNvSpPr/>
                  <p:nvPr/>
                </p:nvSpPr>
                <p:spPr>
                  <a:xfrm>
                    <a:off x="9034574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" name="object 131">
                    <a:extLst>
                      <a:ext uri="{FF2B5EF4-FFF2-40B4-BE49-F238E27FC236}">
                        <a16:creationId xmlns:a16="http://schemas.microsoft.com/office/drawing/2014/main" id="{405ACBBB-6AFF-457D-B88D-E9FFC5D4D66D}"/>
                      </a:ext>
                    </a:extLst>
                  </p:cNvPr>
                  <p:cNvSpPr/>
                  <p:nvPr/>
                </p:nvSpPr>
                <p:spPr>
                  <a:xfrm>
                    <a:off x="91427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" name="object 132">
                    <a:extLst>
                      <a:ext uri="{FF2B5EF4-FFF2-40B4-BE49-F238E27FC236}">
                        <a16:creationId xmlns:a16="http://schemas.microsoft.com/office/drawing/2014/main" id="{98226265-658C-4900-BC96-E79823DE5652}"/>
                      </a:ext>
                    </a:extLst>
                  </p:cNvPr>
                  <p:cNvSpPr/>
                  <p:nvPr/>
                </p:nvSpPr>
                <p:spPr>
                  <a:xfrm>
                    <a:off x="914277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" name="object 133">
                    <a:extLst>
                      <a:ext uri="{FF2B5EF4-FFF2-40B4-BE49-F238E27FC236}">
                        <a16:creationId xmlns:a16="http://schemas.microsoft.com/office/drawing/2014/main" id="{A240950E-DFD0-4452-9FA6-7DE413E8938E}"/>
                      </a:ext>
                    </a:extLst>
                  </p:cNvPr>
                  <p:cNvSpPr/>
                  <p:nvPr/>
                </p:nvSpPr>
                <p:spPr>
                  <a:xfrm>
                    <a:off x="9251756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" name="object 134">
                    <a:extLst>
                      <a:ext uri="{FF2B5EF4-FFF2-40B4-BE49-F238E27FC236}">
                        <a16:creationId xmlns:a16="http://schemas.microsoft.com/office/drawing/2014/main" id="{23C0458A-A4E4-4E72-846F-546287A8D11E}"/>
                      </a:ext>
                    </a:extLst>
                  </p:cNvPr>
                  <p:cNvSpPr/>
                  <p:nvPr/>
                </p:nvSpPr>
                <p:spPr>
                  <a:xfrm>
                    <a:off x="9251756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" name="object 135">
                    <a:extLst>
                      <a:ext uri="{FF2B5EF4-FFF2-40B4-BE49-F238E27FC236}">
                        <a16:creationId xmlns:a16="http://schemas.microsoft.com/office/drawing/2014/main" id="{3FEDDCDC-FF44-4E53-92B5-F12B62FB0187}"/>
                      </a:ext>
                    </a:extLst>
                  </p:cNvPr>
                  <p:cNvSpPr/>
                  <p:nvPr/>
                </p:nvSpPr>
                <p:spPr>
                  <a:xfrm>
                    <a:off x="93599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" name="object 136">
                    <a:extLst>
                      <a:ext uri="{FF2B5EF4-FFF2-40B4-BE49-F238E27FC236}">
                        <a16:creationId xmlns:a16="http://schemas.microsoft.com/office/drawing/2014/main" id="{A72E5D5A-8530-437C-8622-A2D9D1D81C49}"/>
                      </a:ext>
                    </a:extLst>
                  </p:cNvPr>
                  <p:cNvSpPr/>
                  <p:nvPr/>
                </p:nvSpPr>
                <p:spPr>
                  <a:xfrm>
                    <a:off x="9359948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" name="object 137">
                    <a:extLst>
                      <a:ext uri="{FF2B5EF4-FFF2-40B4-BE49-F238E27FC236}">
                        <a16:creationId xmlns:a16="http://schemas.microsoft.com/office/drawing/2014/main" id="{EB4484EB-86EF-4B8B-851A-8A344044FBFA}"/>
                      </a:ext>
                    </a:extLst>
                  </p:cNvPr>
                  <p:cNvSpPr/>
                  <p:nvPr/>
                </p:nvSpPr>
                <p:spPr>
                  <a:xfrm>
                    <a:off x="94689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" name="object 138">
                    <a:extLst>
                      <a:ext uri="{FF2B5EF4-FFF2-40B4-BE49-F238E27FC236}">
                        <a16:creationId xmlns:a16="http://schemas.microsoft.com/office/drawing/2014/main" id="{97853D58-7001-41CA-92A1-2DBC272AD45F}"/>
                      </a:ext>
                    </a:extLst>
                  </p:cNvPr>
                  <p:cNvSpPr/>
                  <p:nvPr/>
                </p:nvSpPr>
                <p:spPr>
                  <a:xfrm>
                    <a:off x="9468914" y="434134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" name="object 139">
                    <a:extLst>
                      <a:ext uri="{FF2B5EF4-FFF2-40B4-BE49-F238E27FC236}">
                        <a16:creationId xmlns:a16="http://schemas.microsoft.com/office/drawing/2014/main" id="{1114CCE3-504B-48B4-8BAD-40893648BE1F}"/>
                      </a:ext>
                    </a:extLst>
                  </p:cNvPr>
                  <p:cNvSpPr/>
                  <p:nvPr/>
                </p:nvSpPr>
                <p:spPr>
                  <a:xfrm>
                    <a:off x="957789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" name="object 140">
                    <a:extLst>
                      <a:ext uri="{FF2B5EF4-FFF2-40B4-BE49-F238E27FC236}">
                        <a16:creationId xmlns:a16="http://schemas.microsoft.com/office/drawing/2014/main" id="{9364CB74-E91F-4CCF-AB2F-2362270DA10E}"/>
                      </a:ext>
                    </a:extLst>
                  </p:cNvPr>
                  <p:cNvSpPr/>
                  <p:nvPr/>
                </p:nvSpPr>
                <p:spPr>
                  <a:xfrm>
                    <a:off x="9577892" y="434134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" name="object 141">
                    <a:extLst>
                      <a:ext uri="{FF2B5EF4-FFF2-40B4-BE49-F238E27FC236}">
                        <a16:creationId xmlns:a16="http://schemas.microsoft.com/office/drawing/2014/main" id="{47A92321-4C71-46F4-86F2-3E0F6D0CEC39}"/>
                      </a:ext>
                    </a:extLst>
                  </p:cNvPr>
                  <p:cNvSpPr/>
                  <p:nvPr/>
                </p:nvSpPr>
                <p:spPr>
                  <a:xfrm>
                    <a:off x="696956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" name="object 142">
                    <a:extLst>
                      <a:ext uri="{FF2B5EF4-FFF2-40B4-BE49-F238E27FC236}">
                        <a16:creationId xmlns:a16="http://schemas.microsoft.com/office/drawing/2014/main" id="{590FBE30-EFB7-473A-A8BC-FECCE32D4157}"/>
                      </a:ext>
                    </a:extLst>
                  </p:cNvPr>
                  <p:cNvSpPr/>
                  <p:nvPr/>
                </p:nvSpPr>
                <p:spPr>
                  <a:xfrm>
                    <a:off x="696956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" name="object 143">
                    <a:extLst>
                      <a:ext uri="{FF2B5EF4-FFF2-40B4-BE49-F238E27FC236}">
                        <a16:creationId xmlns:a16="http://schemas.microsoft.com/office/drawing/2014/main" id="{0F672316-E776-47EA-8896-700E89F53204}"/>
                      </a:ext>
                    </a:extLst>
                  </p:cNvPr>
                  <p:cNvSpPr/>
                  <p:nvPr/>
                </p:nvSpPr>
                <p:spPr>
                  <a:xfrm>
                    <a:off x="707853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" name="object 144">
                    <a:extLst>
                      <a:ext uri="{FF2B5EF4-FFF2-40B4-BE49-F238E27FC236}">
                        <a16:creationId xmlns:a16="http://schemas.microsoft.com/office/drawing/2014/main" id="{7F7FD624-BF0D-4A75-9517-7EE9F8AA3829}"/>
                      </a:ext>
                    </a:extLst>
                  </p:cNvPr>
                  <p:cNvSpPr/>
                  <p:nvPr/>
                </p:nvSpPr>
                <p:spPr>
                  <a:xfrm>
                    <a:off x="707853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" name="object 145">
                    <a:extLst>
                      <a:ext uri="{FF2B5EF4-FFF2-40B4-BE49-F238E27FC236}">
                        <a16:creationId xmlns:a16="http://schemas.microsoft.com/office/drawing/2014/main" id="{B5DC9E9C-5C30-4812-B684-9359B0372858}"/>
                      </a:ext>
                    </a:extLst>
                  </p:cNvPr>
                  <p:cNvSpPr/>
                  <p:nvPr/>
                </p:nvSpPr>
                <p:spPr>
                  <a:xfrm>
                    <a:off x="718673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" name="object 146">
                    <a:extLst>
                      <a:ext uri="{FF2B5EF4-FFF2-40B4-BE49-F238E27FC236}">
                        <a16:creationId xmlns:a16="http://schemas.microsoft.com/office/drawing/2014/main" id="{954DDCC6-5880-4C8A-890B-45743B2DC764}"/>
                      </a:ext>
                    </a:extLst>
                  </p:cNvPr>
                  <p:cNvSpPr/>
                  <p:nvPr/>
                </p:nvSpPr>
                <p:spPr>
                  <a:xfrm>
                    <a:off x="7186736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" name="object 147">
                    <a:extLst>
                      <a:ext uri="{FF2B5EF4-FFF2-40B4-BE49-F238E27FC236}">
                        <a16:creationId xmlns:a16="http://schemas.microsoft.com/office/drawing/2014/main" id="{2B8B940F-9C7F-4E86-ACD5-01DF28C6630F}"/>
                      </a:ext>
                    </a:extLst>
                  </p:cNvPr>
                  <p:cNvSpPr/>
                  <p:nvPr/>
                </p:nvSpPr>
                <p:spPr>
                  <a:xfrm>
                    <a:off x="729570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" name="object 148">
                    <a:extLst>
                      <a:ext uri="{FF2B5EF4-FFF2-40B4-BE49-F238E27FC236}">
                        <a16:creationId xmlns:a16="http://schemas.microsoft.com/office/drawing/2014/main" id="{6D28AC2A-13C3-431A-BC5C-4D4DE41C98F5}"/>
                      </a:ext>
                    </a:extLst>
                  </p:cNvPr>
                  <p:cNvSpPr/>
                  <p:nvPr/>
                </p:nvSpPr>
                <p:spPr>
                  <a:xfrm>
                    <a:off x="729570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" name="object 149">
                    <a:extLst>
                      <a:ext uri="{FF2B5EF4-FFF2-40B4-BE49-F238E27FC236}">
                        <a16:creationId xmlns:a16="http://schemas.microsoft.com/office/drawing/2014/main" id="{0870A973-6287-48B8-A084-9AFDD49E3A3F}"/>
                      </a:ext>
                    </a:extLst>
                  </p:cNvPr>
                  <p:cNvSpPr/>
                  <p:nvPr/>
                </p:nvSpPr>
                <p:spPr>
                  <a:xfrm>
                    <a:off x="740466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" name="object 150">
                    <a:extLst>
                      <a:ext uri="{FF2B5EF4-FFF2-40B4-BE49-F238E27FC236}">
                        <a16:creationId xmlns:a16="http://schemas.microsoft.com/office/drawing/2014/main" id="{B64C91AE-A31D-45F2-B949-3B9D8801742A}"/>
                      </a:ext>
                    </a:extLst>
                  </p:cNvPr>
                  <p:cNvSpPr/>
                  <p:nvPr/>
                </p:nvSpPr>
                <p:spPr>
                  <a:xfrm>
                    <a:off x="740466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" name="object 151">
                    <a:extLst>
                      <a:ext uri="{FF2B5EF4-FFF2-40B4-BE49-F238E27FC236}">
                        <a16:creationId xmlns:a16="http://schemas.microsoft.com/office/drawing/2014/main" id="{0A4D3E10-A368-4326-AE27-569083BCE236}"/>
                      </a:ext>
                    </a:extLst>
                  </p:cNvPr>
                  <p:cNvSpPr/>
                  <p:nvPr/>
                </p:nvSpPr>
                <p:spPr>
                  <a:xfrm>
                    <a:off x="75128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" name="object 152">
                    <a:extLst>
                      <a:ext uri="{FF2B5EF4-FFF2-40B4-BE49-F238E27FC236}">
                        <a16:creationId xmlns:a16="http://schemas.microsoft.com/office/drawing/2014/main" id="{D92472D3-F8BF-4656-9A97-E05F531A209E}"/>
                      </a:ext>
                    </a:extLst>
                  </p:cNvPr>
                  <p:cNvSpPr/>
                  <p:nvPr/>
                </p:nvSpPr>
                <p:spPr>
                  <a:xfrm>
                    <a:off x="75128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" name="object 153">
                    <a:extLst>
                      <a:ext uri="{FF2B5EF4-FFF2-40B4-BE49-F238E27FC236}">
                        <a16:creationId xmlns:a16="http://schemas.microsoft.com/office/drawing/2014/main" id="{D97173E0-FE3F-455C-933D-2155ECE507CA}"/>
                      </a:ext>
                    </a:extLst>
                  </p:cNvPr>
                  <p:cNvSpPr/>
                  <p:nvPr/>
                </p:nvSpPr>
                <p:spPr>
                  <a:xfrm>
                    <a:off x="762183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" name="object 154">
                    <a:extLst>
                      <a:ext uri="{FF2B5EF4-FFF2-40B4-BE49-F238E27FC236}">
                        <a16:creationId xmlns:a16="http://schemas.microsoft.com/office/drawing/2014/main" id="{C1BE977E-8333-409B-B19E-1F4A211025B9}"/>
                      </a:ext>
                    </a:extLst>
                  </p:cNvPr>
                  <p:cNvSpPr/>
                  <p:nvPr/>
                </p:nvSpPr>
                <p:spPr>
                  <a:xfrm>
                    <a:off x="7621838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" name="object 155">
                    <a:extLst>
                      <a:ext uri="{FF2B5EF4-FFF2-40B4-BE49-F238E27FC236}">
                        <a16:creationId xmlns:a16="http://schemas.microsoft.com/office/drawing/2014/main" id="{05AC8E4D-6D01-4AF8-89E0-CA01607C3004}"/>
                      </a:ext>
                    </a:extLst>
                  </p:cNvPr>
                  <p:cNvSpPr/>
                  <p:nvPr/>
                </p:nvSpPr>
                <p:spPr>
                  <a:xfrm>
                    <a:off x="773004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FBD7BB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" name="object 156">
                    <a:extLst>
                      <a:ext uri="{FF2B5EF4-FFF2-40B4-BE49-F238E27FC236}">
                        <a16:creationId xmlns:a16="http://schemas.microsoft.com/office/drawing/2014/main" id="{25F12301-276E-4FBF-A5C8-ECEA04BD699C}"/>
                      </a:ext>
                    </a:extLst>
                  </p:cNvPr>
                  <p:cNvSpPr/>
                  <p:nvPr/>
                </p:nvSpPr>
                <p:spPr>
                  <a:xfrm>
                    <a:off x="773004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" name="object 157">
                    <a:extLst>
                      <a:ext uri="{FF2B5EF4-FFF2-40B4-BE49-F238E27FC236}">
                        <a16:creationId xmlns:a16="http://schemas.microsoft.com/office/drawing/2014/main" id="{A9232245-1930-4C79-BE91-B45E66DAE996}"/>
                      </a:ext>
                    </a:extLst>
                  </p:cNvPr>
                  <p:cNvSpPr/>
                  <p:nvPr/>
                </p:nvSpPr>
                <p:spPr>
                  <a:xfrm>
                    <a:off x="783900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" name="object 158">
                    <a:extLst>
                      <a:ext uri="{FF2B5EF4-FFF2-40B4-BE49-F238E27FC236}">
                        <a16:creationId xmlns:a16="http://schemas.microsoft.com/office/drawing/2014/main" id="{B2F2394B-0093-4CD9-986E-2A275D22B5E3}"/>
                      </a:ext>
                    </a:extLst>
                  </p:cNvPr>
                  <p:cNvSpPr/>
                  <p:nvPr/>
                </p:nvSpPr>
                <p:spPr>
                  <a:xfrm>
                    <a:off x="783900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" name="object 159">
                    <a:extLst>
                      <a:ext uri="{FF2B5EF4-FFF2-40B4-BE49-F238E27FC236}">
                        <a16:creationId xmlns:a16="http://schemas.microsoft.com/office/drawing/2014/main" id="{B439E87E-26B6-48F7-B1E8-159F19FBE57C}"/>
                      </a:ext>
                    </a:extLst>
                  </p:cNvPr>
                  <p:cNvSpPr/>
                  <p:nvPr/>
                </p:nvSpPr>
                <p:spPr>
                  <a:xfrm>
                    <a:off x="79479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" name="object 160">
                    <a:extLst>
                      <a:ext uri="{FF2B5EF4-FFF2-40B4-BE49-F238E27FC236}">
                        <a16:creationId xmlns:a16="http://schemas.microsoft.com/office/drawing/2014/main" id="{F98D61CC-11DD-42FA-9D8E-FBB01AAC4EA8}"/>
                      </a:ext>
                    </a:extLst>
                  </p:cNvPr>
                  <p:cNvSpPr/>
                  <p:nvPr/>
                </p:nvSpPr>
                <p:spPr>
                  <a:xfrm>
                    <a:off x="79479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" name="object 161">
                    <a:extLst>
                      <a:ext uri="{FF2B5EF4-FFF2-40B4-BE49-F238E27FC236}">
                        <a16:creationId xmlns:a16="http://schemas.microsoft.com/office/drawing/2014/main" id="{1B7D399D-EBD7-4558-8358-2F8ED2728E6D}"/>
                      </a:ext>
                    </a:extLst>
                  </p:cNvPr>
                  <p:cNvSpPr/>
                  <p:nvPr/>
                </p:nvSpPr>
                <p:spPr>
                  <a:xfrm>
                    <a:off x="80561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" name="object 162">
                    <a:extLst>
                      <a:ext uri="{FF2B5EF4-FFF2-40B4-BE49-F238E27FC236}">
                        <a16:creationId xmlns:a16="http://schemas.microsoft.com/office/drawing/2014/main" id="{C8CC5569-CD40-4205-AD73-C03A698063F9}"/>
                      </a:ext>
                    </a:extLst>
                  </p:cNvPr>
                  <p:cNvSpPr/>
                  <p:nvPr/>
                </p:nvSpPr>
                <p:spPr>
                  <a:xfrm>
                    <a:off x="80561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" name="object 163">
                    <a:extLst>
                      <a:ext uri="{FF2B5EF4-FFF2-40B4-BE49-F238E27FC236}">
                        <a16:creationId xmlns:a16="http://schemas.microsoft.com/office/drawing/2014/main" id="{989EEDE5-C2B3-4E2F-8126-D3BDF8216F61}"/>
                      </a:ext>
                    </a:extLst>
                  </p:cNvPr>
                  <p:cNvSpPr/>
                  <p:nvPr/>
                </p:nvSpPr>
                <p:spPr>
                  <a:xfrm>
                    <a:off x="816514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" name="object 164">
                    <a:extLst>
                      <a:ext uri="{FF2B5EF4-FFF2-40B4-BE49-F238E27FC236}">
                        <a16:creationId xmlns:a16="http://schemas.microsoft.com/office/drawing/2014/main" id="{48C6E9F6-AC9A-4DC3-BC0A-127B70D1FA7F}"/>
                      </a:ext>
                    </a:extLst>
                  </p:cNvPr>
                  <p:cNvSpPr/>
                  <p:nvPr/>
                </p:nvSpPr>
                <p:spPr>
                  <a:xfrm>
                    <a:off x="816514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" name="object 165">
                    <a:extLst>
                      <a:ext uri="{FF2B5EF4-FFF2-40B4-BE49-F238E27FC236}">
                        <a16:creationId xmlns:a16="http://schemas.microsoft.com/office/drawing/2014/main" id="{1D5CB2F4-12AC-4887-880C-66C216DF6B44}"/>
                      </a:ext>
                    </a:extLst>
                  </p:cNvPr>
                  <p:cNvSpPr/>
                  <p:nvPr/>
                </p:nvSpPr>
                <p:spPr>
                  <a:xfrm>
                    <a:off x="82733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" name="object 166">
                    <a:extLst>
                      <a:ext uri="{FF2B5EF4-FFF2-40B4-BE49-F238E27FC236}">
                        <a16:creationId xmlns:a16="http://schemas.microsoft.com/office/drawing/2014/main" id="{185B96EE-3E3A-4CED-B6E5-EBC759C16957}"/>
                      </a:ext>
                    </a:extLst>
                  </p:cNvPr>
                  <p:cNvSpPr/>
                  <p:nvPr/>
                </p:nvSpPr>
                <p:spPr>
                  <a:xfrm>
                    <a:off x="82733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" name="object 167">
                    <a:extLst>
                      <a:ext uri="{FF2B5EF4-FFF2-40B4-BE49-F238E27FC236}">
                        <a16:creationId xmlns:a16="http://schemas.microsoft.com/office/drawing/2014/main" id="{19D58675-EE5C-4F7E-8F62-B2286AD4376E}"/>
                      </a:ext>
                    </a:extLst>
                  </p:cNvPr>
                  <p:cNvSpPr/>
                  <p:nvPr/>
                </p:nvSpPr>
                <p:spPr>
                  <a:xfrm>
                    <a:off x="83823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" name="object 168">
                    <a:extLst>
                      <a:ext uri="{FF2B5EF4-FFF2-40B4-BE49-F238E27FC236}">
                        <a16:creationId xmlns:a16="http://schemas.microsoft.com/office/drawing/2014/main" id="{EBD0FF8A-D07D-46C6-BDEB-3B7832182AC9}"/>
                      </a:ext>
                    </a:extLst>
                  </p:cNvPr>
                  <p:cNvSpPr/>
                  <p:nvPr/>
                </p:nvSpPr>
                <p:spPr>
                  <a:xfrm>
                    <a:off x="83823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" name="object 169">
                    <a:extLst>
                      <a:ext uri="{FF2B5EF4-FFF2-40B4-BE49-F238E27FC236}">
                        <a16:creationId xmlns:a16="http://schemas.microsoft.com/office/drawing/2014/main" id="{CE2A665E-C7C6-429D-8B76-B81A73CD77E0}"/>
                      </a:ext>
                    </a:extLst>
                  </p:cNvPr>
                  <p:cNvSpPr/>
                  <p:nvPr/>
                </p:nvSpPr>
                <p:spPr>
                  <a:xfrm>
                    <a:off x="8491280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" name="object 170">
                    <a:extLst>
                      <a:ext uri="{FF2B5EF4-FFF2-40B4-BE49-F238E27FC236}">
                        <a16:creationId xmlns:a16="http://schemas.microsoft.com/office/drawing/2014/main" id="{6594E62B-84E3-448A-82CD-0EC03DDA7CC4}"/>
                      </a:ext>
                    </a:extLst>
                  </p:cNvPr>
                  <p:cNvSpPr/>
                  <p:nvPr/>
                </p:nvSpPr>
                <p:spPr>
                  <a:xfrm>
                    <a:off x="8491280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" name="object 171">
                    <a:extLst>
                      <a:ext uri="{FF2B5EF4-FFF2-40B4-BE49-F238E27FC236}">
                        <a16:creationId xmlns:a16="http://schemas.microsoft.com/office/drawing/2014/main" id="{B37BE282-7030-47D0-87E1-3FDF596170F6}"/>
                      </a:ext>
                    </a:extLst>
                  </p:cNvPr>
                  <p:cNvSpPr/>
                  <p:nvPr/>
                </p:nvSpPr>
                <p:spPr>
                  <a:xfrm>
                    <a:off x="85994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" name="object 172">
                    <a:extLst>
                      <a:ext uri="{FF2B5EF4-FFF2-40B4-BE49-F238E27FC236}">
                        <a16:creationId xmlns:a16="http://schemas.microsoft.com/office/drawing/2014/main" id="{D8AD33C4-D23A-408D-8D10-406845E20D10}"/>
                      </a:ext>
                    </a:extLst>
                  </p:cNvPr>
                  <p:cNvSpPr/>
                  <p:nvPr/>
                </p:nvSpPr>
                <p:spPr>
                  <a:xfrm>
                    <a:off x="8599472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" name="object 173">
                    <a:extLst>
                      <a:ext uri="{FF2B5EF4-FFF2-40B4-BE49-F238E27FC236}">
                        <a16:creationId xmlns:a16="http://schemas.microsoft.com/office/drawing/2014/main" id="{5E86655F-AF87-4197-B506-3EFF7D6F2A20}"/>
                      </a:ext>
                    </a:extLst>
                  </p:cNvPr>
                  <p:cNvSpPr/>
                  <p:nvPr/>
                </p:nvSpPr>
                <p:spPr>
                  <a:xfrm>
                    <a:off x="8708437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" name="object 174">
                    <a:extLst>
                      <a:ext uri="{FF2B5EF4-FFF2-40B4-BE49-F238E27FC236}">
                        <a16:creationId xmlns:a16="http://schemas.microsoft.com/office/drawing/2014/main" id="{EDD784F5-994F-44F9-8E91-9816059751F3}"/>
                      </a:ext>
                    </a:extLst>
                  </p:cNvPr>
                  <p:cNvSpPr/>
                  <p:nvPr/>
                </p:nvSpPr>
                <p:spPr>
                  <a:xfrm>
                    <a:off x="8708437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" name="object 175">
                    <a:extLst>
                      <a:ext uri="{FF2B5EF4-FFF2-40B4-BE49-F238E27FC236}">
                        <a16:creationId xmlns:a16="http://schemas.microsoft.com/office/drawing/2014/main" id="{DFCEB5CC-A6A1-42D1-9997-5DCA8381660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" name="object 176">
                    <a:extLst>
                      <a:ext uri="{FF2B5EF4-FFF2-40B4-BE49-F238E27FC236}">
                        <a16:creationId xmlns:a16="http://schemas.microsoft.com/office/drawing/2014/main" id="{63AFAEF7-AA11-473C-9107-5CA8887FB974}"/>
                      </a:ext>
                    </a:extLst>
                  </p:cNvPr>
                  <p:cNvSpPr/>
                  <p:nvPr/>
                </p:nvSpPr>
                <p:spPr>
                  <a:xfrm>
                    <a:off x="881665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" name="object 177">
                    <a:extLst>
                      <a:ext uri="{FF2B5EF4-FFF2-40B4-BE49-F238E27FC236}">
                        <a16:creationId xmlns:a16="http://schemas.microsoft.com/office/drawing/2014/main" id="{908BC82F-1056-4D3C-977B-EC58F3685606}"/>
                      </a:ext>
                    </a:extLst>
                  </p:cNvPr>
                  <p:cNvSpPr/>
                  <p:nvPr/>
                </p:nvSpPr>
                <p:spPr>
                  <a:xfrm>
                    <a:off x="8925620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" name="object 178">
                    <a:extLst>
                      <a:ext uri="{FF2B5EF4-FFF2-40B4-BE49-F238E27FC236}">
                        <a16:creationId xmlns:a16="http://schemas.microsoft.com/office/drawing/2014/main" id="{BB37F278-2172-472E-A5AC-A5A4D9811399}"/>
                      </a:ext>
                    </a:extLst>
                  </p:cNvPr>
                  <p:cNvSpPr/>
                  <p:nvPr/>
                </p:nvSpPr>
                <p:spPr>
                  <a:xfrm>
                    <a:off x="8925620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" name="object 179">
                    <a:extLst>
                      <a:ext uri="{FF2B5EF4-FFF2-40B4-BE49-F238E27FC236}">
                        <a16:creationId xmlns:a16="http://schemas.microsoft.com/office/drawing/2014/main" id="{51684B44-475D-4F55-9DFE-6B5D66FDE314}"/>
                      </a:ext>
                    </a:extLst>
                  </p:cNvPr>
                  <p:cNvSpPr/>
                  <p:nvPr/>
                </p:nvSpPr>
                <p:spPr>
                  <a:xfrm>
                    <a:off x="90345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" name="object 180">
                    <a:extLst>
                      <a:ext uri="{FF2B5EF4-FFF2-40B4-BE49-F238E27FC236}">
                        <a16:creationId xmlns:a16="http://schemas.microsoft.com/office/drawing/2014/main" id="{CFD5685C-2CD6-4669-AD83-17B02E4C79E7}"/>
                      </a:ext>
                    </a:extLst>
                  </p:cNvPr>
                  <p:cNvSpPr/>
                  <p:nvPr/>
                </p:nvSpPr>
                <p:spPr>
                  <a:xfrm>
                    <a:off x="9034574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" name="object 181">
                    <a:extLst>
                      <a:ext uri="{FF2B5EF4-FFF2-40B4-BE49-F238E27FC236}">
                        <a16:creationId xmlns:a16="http://schemas.microsoft.com/office/drawing/2014/main" id="{12B1AB1F-613E-4389-843C-FAF68CA3D1EF}"/>
                      </a:ext>
                    </a:extLst>
                  </p:cNvPr>
                  <p:cNvSpPr/>
                  <p:nvPr/>
                </p:nvSpPr>
                <p:spPr>
                  <a:xfrm>
                    <a:off x="91427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" name="object 182">
                    <a:extLst>
                      <a:ext uri="{FF2B5EF4-FFF2-40B4-BE49-F238E27FC236}">
                        <a16:creationId xmlns:a16="http://schemas.microsoft.com/office/drawing/2014/main" id="{8F876317-FD1D-4F44-B7E3-FB89B6E30572}"/>
                      </a:ext>
                    </a:extLst>
                  </p:cNvPr>
                  <p:cNvSpPr/>
                  <p:nvPr/>
                </p:nvSpPr>
                <p:spPr>
                  <a:xfrm>
                    <a:off x="914277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" name="object 183">
                    <a:extLst>
                      <a:ext uri="{FF2B5EF4-FFF2-40B4-BE49-F238E27FC236}">
                        <a16:creationId xmlns:a16="http://schemas.microsoft.com/office/drawing/2014/main" id="{98E5FAA8-EF72-4AE3-913D-4A8F54A48D44}"/>
                      </a:ext>
                    </a:extLst>
                  </p:cNvPr>
                  <p:cNvSpPr/>
                  <p:nvPr/>
                </p:nvSpPr>
                <p:spPr>
                  <a:xfrm>
                    <a:off x="9251756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" name="object 184">
                    <a:extLst>
                      <a:ext uri="{FF2B5EF4-FFF2-40B4-BE49-F238E27FC236}">
                        <a16:creationId xmlns:a16="http://schemas.microsoft.com/office/drawing/2014/main" id="{0EE57CDC-E567-4EFC-B808-71A4735A7A1E}"/>
                      </a:ext>
                    </a:extLst>
                  </p:cNvPr>
                  <p:cNvSpPr/>
                  <p:nvPr/>
                </p:nvSpPr>
                <p:spPr>
                  <a:xfrm>
                    <a:off x="9251756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" name="object 185">
                    <a:extLst>
                      <a:ext uri="{FF2B5EF4-FFF2-40B4-BE49-F238E27FC236}">
                        <a16:creationId xmlns:a16="http://schemas.microsoft.com/office/drawing/2014/main" id="{361F57D5-9513-4FF8-AFF2-63C356A000FD}"/>
                      </a:ext>
                    </a:extLst>
                  </p:cNvPr>
                  <p:cNvSpPr/>
                  <p:nvPr/>
                </p:nvSpPr>
                <p:spPr>
                  <a:xfrm>
                    <a:off x="93599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" name="object 186">
                    <a:extLst>
                      <a:ext uri="{FF2B5EF4-FFF2-40B4-BE49-F238E27FC236}">
                        <a16:creationId xmlns:a16="http://schemas.microsoft.com/office/drawing/2014/main" id="{D87FDFDE-5BD9-46B3-BFE8-E88F8C3658D8}"/>
                      </a:ext>
                    </a:extLst>
                  </p:cNvPr>
                  <p:cNvSpPr/>
                  <p:nvPr/>
                </p:nvSpPr>
                <p:spPr>
                  <a:xfrm>
                    <a:off x="9359948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" name="object 187">
                    <a:extLst>
                      <a:ext uri="{FF2B5EF4-FFF2-40B4-BE49-F238E27FC236}">
                        <a16:creationId xmlns:a16="http://schemas.microsoft.com/office/drawing/2014/main" id="{A6772995-B2FA-45CA-9750-7D253042D101}"/>
                      </a:ext>
                    </a:extLst>
                  </p:cNvPr>
                  <p:cNvSpPr/>
                  <p:nvPr/>
                </p:nvSpPr>
                <p:spPr>
                  <a:xfrm>
                    <a:off x="94689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3" name="object 188">
                    <a:extLst>
                      <a:ext uri="{FF2B5EF4-FFF2-40B4-BE49-F238E27FC236}">
                        <a16:creationId xmlns:a16="http://schemas.microsoft.com/office/drawing/2014/main" id="{FC1CCD71-57B3-4678-B3A0-FFF60EA80281}"/>
                      </a:ext>
                    </a:extLst>
                  </p:cNvPr>
                  <p:cNvSpPr/>
                  <p:nvPr/>
                </p:nvSpPr>
                <p:spPr>
                  <a:xfrm>
                    <a:off x="9468914" y="4450313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4" name="object 189">
                    <a:extLst>
                      <a:ext uri="{FF2B5EF4-FFF2-40B4-BE49-F238E27FC236}">
                        <a16:creationId xmlns:a16="http://schemas.microsoft.com/office/drawing/2014/main" id="{33BE450A-C9A4-48E9-B12C-45D7A4FE9612}"/>
                      </a:ext>
                    </a:extLst>
                  </p:cNvPr>
                  <p:cNvSpPr/>
                  <p:nvPr/>
                </p:nvSpPr>
                <p:spPr>
                  <a:xfrm>
                    <a:off x="957789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" name="object 190">
                    <a:extLst>
                      <a:ext uri="{FF2B5EF4-FFF2-40B4-BE49-F238E27FC236}">
                        <a16:creationId xmlns:a16="http://schemas.microsoft.com/office/drawing/2014/main" id="{6EDBD90F-F4D0-48E0-A2E0-F86D6D281660}"/>
                      </a:ext>
                    </a:extLst>
                  </p:cNvPr>
                  <p:cNvSpPr/>
                  <p:nvPr/>
                </p:nvSpPr>
                <p:spPr>
                  <a:xfrm>
                    <a:off x="9577892" y="4450313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" name="object 191">
                    <a:extLst>
                      <a:ext uri="{FF2B5EF4-FFF2-40B4-BE49-F238E27FC236}">
                        <a16:creationId xmlns:a16="http://schemas.microsoft.com/office/drawing/2014/main" id="{20E4C3F7-8D53-4AA5-8678-E78B9303E1B9}"/>
                      </a:ext>
                    </a:extLst>
                  </p:cNvPr>
                  <p:cNvSpPr/>
                  <p:nvPr/>
                </p:nvSpPr>
                <p:spPr>
                  <a:xfrm>
                    <a:off x="696956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" name="object 192">
                    <a:extLst>
                      <a:ext uri="{FF2B5EF4-FFF2-40B4-BE49-F238E27FC236}">
                        <a16:creationId xmlns:a16="http://schemas.microsoft.com/office/drawing/2014/main" id="{A26F9F4B-B426-4E6E-A693-054B3C8478BE}"/>
                      </a:ext>
                    </a:extLst>
                  </p:cNvPr>
                  <p:cNvSpPr/>
                  <p:nvPr/>
                </p:nvSpPr>
                <p:spPr>
                  <a:xfrm>
                    <a:off x="696956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" name="object 193">
                    <a:extLst>
                      <a:ext uri="{FF2B5EF4-FFF2-40B4-BE49-F238E27FC236}">
                        <a16:creationId xmlns:a16="http://schemas.microsoft.com/office/drawing/2014/main" id="{F6097FB7-220F-4433-A2C7-BFEF4B71457D}"/>
                      </a:ext>
                    </a:extLst>
                  </p:cNvPr>
                  <p:cNvSpPr/>
                  <p:nvPr/>
                </p:nvSpPr>
                <p:spPr>
                  <a:xfrm>
                    <a:off x="707853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" name="object 194">
                    <a:extLst>
                      <a:ext uri="{FF2B5EF4-FFF2-40B4-BE49-F238E27FC236}">
                        <a16:creationId xmlns:a16="http://schemas.microsoft.com/office/drawing/2014/main" id="{F056DA22-8DC4-4E6D-AA5D-565B602BE97B}"/>
                      </a:ext>
                    </a:extLst>
                  </p:cNvPr>
                  <p:cNvSpPr/>
                  <p:nvPr/>
                </p:nvSpPr>
                <p:spPr>
                  <a:xfrm>
                    <a:off x="707853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0" name="object 195">
                    <a:extLst>
                      <a:ext uri="{FF2B5EF4-FFF2-40B4-BE49-F238E27FC236}">
                        <a16:creationId xmlns:a16="http://schemas.microsoft.com/office/drawing/2014/main" id="{3F3B2B6B-F8B3-4C1D-A705-30BF4B44B50E}"/>
                      </a:ext>
                    </a:extLst>
                  </p:cNvPr>
                  <p:cNvSpPr/>
                  <p:nvPr/>
                </p:nvSpPr>
                <p:spPr>
                  <a:xfrm>
                    <a:off x="718673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1" name="object 196">
                    <a:extLst>
                      <a:ext uri="{FF2B5EF4-FFF2-40B4-BE49-F238E27FC236}">
                        <a16:creationId xmlns:a16="http://schemas.microsoft.com/office/drawing/2014/main" id="{1FC474E7-2F09-49B6-B349-7603371076BC}"/>
                      </a:ext>
                    </a:extLst>
                  </p:cNvPr>
                  <p:cNvSpPr/>
                  <p:nvPr/>
                </p:nvSpPr>
                <p:spPr>
                  <a:xfrm>
                    <a:off x="7186736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2" name="object 197">
                    <a:extLst>
                      <a:ext uri="{FF2B5EF4-FFF2-40B4-BE49-F238E27FC236}">
                        <a16:creationId xmlns:a16="http://schemas.microsoft.com/office/drawing/2014/main" id="{36503D7C-016E-418D-8B06-7CD1101BA13E}"/>
                      </a:ext>
                    </a:extLst>
                  </p:cNvPr>
                  <p:cNvSpPr/>
                  <p:nvPr/>
                </p:nvSpPr>
                <p:spPr>
                  <a:xfrm>
                    <a:off x="729570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3" name="object 198">
                    <a:extLst>
                      <a:ext uri="{FF2B5EF4-FFF2-40B4-BE49-F238E27FC236}">
                        <a16:creationId xmlns:a16="http://schemas.microsoft.com/office/drawing/2014/main" id="{6C39533B-83FA-4EC9-9D96-DE4A5DE031B9}"/>
                      </a:ext>
                    </a:extLst>
                  </p:cNvPr>
                  <p:cNvSpPr/>
                  <p:nvPr/>
                </p:nvSpPr>
                <p:spPr>
                  <a:xfrm>
                    <a:off x="729570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4" name="object 199">
                    <a:extLst>
                      <a:ext uri="{FF2B5EF4-FFF2-40B4-BE49-F238E27FC236}">
                        <a16:creationId xmlns:a16="http://schemas.microsoft.com/office/drawing/2014/main" id="{F5331B9C-FE3E-4A88-8E4C-94EDDA12C993}"/>
                      </a:ext>
                    </a:extLst>
                  </p:cNvPr>
                  <p:cNvSpPr/>
                  <p:nvPr/>
                </p:nvSpPr>
                <p:spPr>
                  <a:xfrm>
                    <a:off x="740466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5" name="object 200">
                    <a:extLst>
                      <a:ext uri="{FF2B5EF4-FFF2-40B4-BE49-F238E27FC236}">
                        <a16:creationId xmlns:a16="http://schemas.microsoft.com/office/drawing/2014/main" id="{44DEA9A4-79E0-4D1A-B7D6-1A3C1DA2AA29}"/>
                      </a:ext>
                    </a:extLst>
                  </p:cNvPr>
                  <p:cNvSpPr/>
                  <p:nvPr/>
                </p:nvSpPr>
                <p:spPr>
                  <a:xfrm>
                    <a:off x="740466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6" name="object 201">
                    <a:extLst>
                      <a:ext uri="{FF2B5EF4-FFF2-40B4-BE49-F238E27FC236}">
                        <a16:creationId xmlns:a16="http://schemas.microsoft.com/office/drawing/2014/main" id="{BC85030B-FCD2-4B11-B261-25255DE946DF}"/>
                      </a:ext>
                    </a:extLst>
                  </p:cNvPr>
                  <p:cNvSpPr/>
                  <p:nvPr/>
                </p:nvSpPr>
                <p:spPr>
                  <a:xfrm>
                    <a:off x="75128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7" name="object 202">
                    <a:extLst>
                      <a:ext uri="{FF2B5EF4-FFF2-40B4-BE49-F238E27FC236}">
                        <a16:creationId xmlns:a16="http://schemas.microsoft.com/office/drawing/2014/main" id="{E32AA341-2893-42A1-95A2-75466A03A1C4}"/>
                      </a:ext>
                    </a:extLst>
                  </p:cNvPr>
                  <p:cNvSpPr/>
                  <p:nvPr/>
                </p:nvSpPr>
                <p:spPr>
                  <a:xfrm>
                    <a:off x="75128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8" name="object 203">
                    <a:extLst>
                      <a:ext uri="{FF2B5EF4-FFF2-40B4-BE49-F238E27FC236}">
                        <a16:creationId xmlns:a16="http://schemas.microsoft.com/office/drawing/2014/main" id="{96261C51-5991-4DAA-9C9D-257873EB579F}"/>
                      </a:ext>
                    </a:extLst>
                  </p:cNvPr>
                  <p:cNvSpPr/>
                  <p:nvPr/>
                </p:nvSpPr>
                <p:spPr>
                  <a:xfrm>
                    <a:off x="762183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9" name="object 204">
                    <a:extLst>
                      <a:ext uri="{FF2B5EF4-FFF2-40B4-BE49-F238E27FC236}">
                        <a16:creationId xmlns:a16="http://schemas.microsoft.com/office/drawing/2014/main" id="{29244EFC-90C4-4E51-93A6-D934BFFBCFA4}"/>
                      </a:ext>
                    </a:extLst>
                  </p:cNvPr>
                  <p:cNvSpPr/>
                  <p:nvPr/>
                </p:nvSpPr>
                <p:spPr>
                  <a:xfrm>
                    <a:off x="7621838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0" name="object 205">
                    <a:extLst>
                      <a:ext uri="{FF2B5EF4-FFF2-40B4-BE49-F238E27FC236}">
                        <a16:creationId xmlns:a16="http://schemas.microsoft.com/office/drawing/2014/main" id="{E2C18AEC-90D7-437F-970A-78C5359509D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1" name="object 206">
                    <a:extLst>
                      <a:ext uri="{FF2B5EF4-FFF2-40B4-BE49-F238E27FC236}">
                        <a16:creationId xmlns:a16="http://schemas.microsoft.com/office/drawing/2014/main" id="{212292F0-3FD6-4E48-B2CC-0802F8F02FD1}"/>
                      </a:ext>
                    </a:extLst>
                  </p:cNvPr>
                  <p:cNvSpPr/>
                  <p:nvPr/>
                </p:nvSpPr>
                <p:spPr>
                  <a:xfrm>
                    <a:off x="773004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2" name="object 207">
                    <a:extLst>
                      <a:ext uri="{FF2B5EF4-FFF2-40B4-BE49-F238E27FC236}">
                        <a16:creationId xmlns:a16="http://schemas.microsoft.com/office/drawing/2014/main" id="{79B55FF6-7F2E-427F-A0AA-838BA3725D2B}"/>
                      </a:ext>
                    </a:extLst>
                  </p:cNvPr>
                  <p:cNvSpPr/>
                  <p:nvPr/>
                </p:nvSpPr>
                <p:spPr>
                  <a:xfrm>
                    <a:off x="783900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3" name="object 208">
                    <a:extLst>
                      <a:ext uri="{FF2B5EF4-FFF2-40B4-BE49-F238E27FC236}">
                        <a16:creationId xmlns:a16="http://schemas.microsoft.com/office/drawing/2014/main" id="{305F0909-7937-4F5B-A883-C6AF8EC75D93}"/>
                      </a:ext>
                    </a:extLst>
                  </p:cNvPr>
                  <p:cNvSpPr/>
                  <p:nvPr/>
                </p:nvSpPr>
                <p:spPr>
                  <a:xfrm>
                    <a:off x="783900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4" name="object 209">
                    <a:extLst>
                      <a:ext uri="{FF2B5EF4-FFF2-40B4-BE49-F238E27FC236}">
                        <a16:creationId xmlns:a16="http://schemas.microsoft.com/office/drawing/2014/main" id="{61F68974-2261-4AC2-BC89-EF619F8CD526}"/>
                      </a:ext>
                    </a:extLst>
                  </p:cNvPr>
                  <p:cNvSpPr/>
                  <p:nvPr/>
                </p:nvSpPr>
                <p:spPr>
                  <a:xfrm>
                    <a:off x="79479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5" name="object 210">
                    <a:extLst>
                      <a:ext uri="{FF2B5EF4-FFF2-40B4-BE49-F238E27FC236}">
                        <a16:creationId xmlns:a16="http://schemas.microsoft.com/office/drawing/2014/main" id="{6F529227-2E5B-45F6-9AF7-4CA5AB5CA88D}"/>
                      </a:ext>
                    </a:extLst>
                  </p:cNvPr>
                  <p:cNvSpPr/>
                  <p:nvPr/>
                </p:nvSpPr>
                <p:spPr>
                  <a:xfrm>
                    <a:off x="79479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6" name="object 211">
                    <a:extLst>
                      <a:ext uri="{FF2B5EF4-FFF2-40B4-BE49-F238E27FC236}">
                        <a16:creationId xmlns:a16="http://schemas.microsoft.com/office/drawing/2014/main" id="{CA66DD69-5D59-419A-A4DE-18FD3296F885}"/>
                      </a:ext>
                    </a:extLst>
                  </p:cNvPr>
                  <p:cNvSpPr/>
                  <p:nvPr/>
                </p:nvSpPr>
                <p:spPr>
                  <a:xfrm>
                    <a:off x="80561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7" name="object 212">
                    <a:extLst>
                      <a:ext uri="{FF2B5EF4-FFF2-40B4-BE49-F238E27FC236}">
                        <a16:creationId xmlns:a16="http://schemas.microsoft.com/office/drawing/2014/main" id="{A1F94181-2A50-4076-B1ED-DE2DDAD3CEEE}"/>
                      </a:ext>
                    </a:extLst>
                  </p:cNvPr>
                  <p:cNvSpPr/>
                  <p:nvPr/>
                </p:nvSpPr>
                <p:spPr>
                  <a:xfrm>
                    <a:off x="80561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8" name="object 213">
                    <a:extLst>
                      <a:ext uri="{FF2B5EF4-FFF2-40B4-BE49-F238E27FC236}">
                        <a16:creationId xmlns:a16="http://schemas.microsoft.com/office/drawing/2014/main" id="{ABF85EAD-8B95-4D4A-839F-2C66482BA236}"/>
                      </a:ext>
                    </a:extLst>
                  </p:cNvPr>
                  <p:cNvSpPr/>
                  <p:nvPr/>
                </p:nvSpPr>
                <p:spPr>
                  <a:xfrm>
                    <a:off x="816514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9" name="object 214">
                    <a:extLst>
                      <a:ext uri="{FF2B5EF4-FFF2-40B4-BE49-F238E27FC236}">
                        <a16:creationId xmlns:a16="http://schemas.microsoft.com/office/drawing/2014/main" id="{02E3BC9C-B0F7-4442-B28F-F5615BBC0503}"/>
                      </a:ext>
                    </a:extLst>
                  </p:cNvPr>
                  <p:cNvSpPr/>
                  <p:nvPr/>
                </p:nvSpPr>
                <p:spPr>
                  <a:xfrm>
                    <a:off x="816514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0" name="object 215">
                    <a:extLst>
                      <a:ext uri="{FF2B5EF4-FFF2-40B4-BE49-F238E27FC236}">
                        <a16:creationId xmlns:a16="http://schemas.microsoft.com/office/drawing/2014/main" id="{85EDBCB3-C7BE-47EF-A6AC-685CEF90202B}"/>
                      </a:ext>
                    </a:extLst>
                  </p:cNvPr>
                  <p:cNvSpPr/>
                  <p:nvPr/>
                </p:nvSpPr>
                <p:spPr>
                  <a:xfrm>
                    <a:off x="82733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1" name="object 216">
                    <a:extLst>
                      <a:ext uri="{FF2B5EF4-FFF2-40B4-BE49-F238E27FC236}">
                        <a16:creationId xmlns:a16="http://schemas.microsoft.com/office/drawing/2014/main" id="{B10D0F65-3593-497F-856C-D49460C1C71D}"/>
                      </a:ext>
                    </a:extLst>
                  </p:cNvPr>
                  <p:cNvSpPr/>
                  <p:nvPr/>
                </p:nvSpPr>
                <p:spPr>
                  <a:xfrm>
                    <a:off x="82733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2" name="object 217">
                    <a:extLst>
                      <a:ext uri="{FF2B5EF4-FFF2-40B4-BE49-F238E27FC236}">
                        <a16:creationId xmlns:a16="http://schemas.microsoft.com/office/drawing/2014/main" id="{2B7B0F27-7BF8-4738-B34C-B294E53A58D0}"/>
                      </a:ext>
                    </a:extLst>
                  </p:cNvPr>
                  <p:cNvSpPr/>
                  <p:nvPr/>
                </p:nvSpPr>
                <p:spPr>
                  <a:xfrm>
                    <a:off x="83823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3" name="object 218">
                    <a:extLst>
                      <a:ext uri="{FF2B5EF4-FFF2-40B4-BE49-F238E27FC236}">
                        <a16:creationId xmlns:a16="http://schemas.microsoft.com/office/drawing/2014/main" id="{20BFD680-1716-489C-9751-1C04A27F26DE}"/>
                      </a:ext>
                    </a:extLst>
                  </p:cNvPr>
                  <p:cNvSpPr/>
                  <p:nvPr/>
                </p:nvSpPr>
                <p:spPr>
                  <a:xfrm>
                    <a:off x="83823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4" name="object 219">
                    <a:extLst>
                      <a:ext uri="{FF2B5EF4-FFF2-40B4-BE49-F238E27FC236}">
                        <a16:creationId xmlns:a16="http://schemas.microsoft.com/office/drawing/2014/main" id="{DE7F8B13-0273-4FAC-996B-AAFDC0A340A7}"/>
                      </a:ext>
                    </a:extLst>
                  </p:cNvPr>
                  <p:cNvSpPr/>
                  <p:nvPr/>
                </p:nvSpPr>
                <p:spPr>
                  <a:xfrm>
                    <a:off x="8491280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5" name="object 220">
                    <a:extLst>
                      <a:ext uri="{FF2B5EF4-FFF2-40B4-BE49-F238E27FC236}">
                        <a16:creationId xmlns:a16="http://schemas.microsoft.com/office/drawing/2014/main" id="{4EAFA453-3250-42E3-9946-2F4C5B1AF013}"/>
                      </a:ext>
                    </a:extLst>
                  </p:cNvPr>
                  <p:cNvSpPr/>
                  <p:nvPr/>
                </p:nvSpPr>
                <p:spPr>
                  <a:xfrm>
                    <a:off x="8491280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6" name="object 221">
                    <a:extLst>
                      <a:ext uri="{FF2B5EF4-FFF2-40B4-BE49-F238E27FC236}">
                        <a16:creationId xmlns:a16="http://schemas.microsoft.com/office/drawing/2014/main" id="{E02A3645-1376-4098-A58C-B46E9D803BA0}"/>
                      </a:ext>
                    </a:extLst>
                  </p:cNvPr>
                  <p:cNvSpPr/>
                  <p:nvPr/>
                </p:nvSpPr>
                <p:spPr>
                  <a:xfrm>
                    <a:off x="85994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7" name="object 222">
                    <a:extLst>
                      <a:ext uri="{FF2B5EF4-FFF2-40B4-BE49-F238E27FC236}">
                        <a16:creationId xmlns:a16="http://schemas.microsoft.com/office/drawing/2014/main" id="{2E3C301E-B048-4FA3-8926-26F547BD9A37}"/>
                      </a:ext>
                    </a:extLst>
                  </p:cNvPr>
                  <p:cNvSpPr/>
                  <p:nvPr/>
                </p:nvSpPr>
                <p:spPr>
                  <a:xfrm>
                    <a:off x="8599472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8" name="object 223">
                    <a:extLst>
                      <a:ext uri="{FF2B5EF4-FFF2-40B4-BE49-F238E27FC236}">
                        <a16:creationId xmlns:a16="http://schemas.microsoft.com/office/drawing/2014/main" id="{FC87FBBB-6C3C-4DE4-BBBE-9A12BA8D41CF}"/>
                      </a:ext>
                    </a:extLst>
                  </p:cNvPr>
                  <p:cNvSpPr/>
                  <p:nvPr/>
                </p:nvSpPr>
                <p:spPr>
                  <a:xfrm>
                    <a:off x="8708437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9" name="object 224">
                    <a:extLst>
                      <a:ext uri="{FF2B5EF4-FFF2-40B4-BE49-F238E27FC236}">
                        <a16:creationId xmlns:a16="http://schemas.microsoft.com/office/drawing/2014/main" id="{995A902A-BE14-4A9C-960F-DF3914B4A84B}"/>
                      </a:ext>
                    </a:extLst>
                  </p:cNvPr>
                  <p:cNvSpPr/>
                  <p:nvPr/>
                </p:nvSpPr>
                <p:spPr>
                  <a:xfrm>
                    <a:off x="8708437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0" name="object 225">
                    <a:extLst>
                      <a:ext uri="{FF2B5EF4-FFF2-40B4-BE49-F238E27FC236}">
                        <a16:creationId xmlns:a16="http://schemas.microsoft.com/office/drawing/2014/main" id="{D5667A46-6FA7-4B9C-84D2-43A63CDCC499}"/>
                      </a:ext>
                    </a:extLst>
                  </p:cNvPr>
                  <p:cNvSpPr/>
                  <p:nvPr/>
                </p:nvSpPr>
                <p:spPr>
                  <a:xfrm>
                    <a:off x="881665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1" name="object 226">
                    <a:extLst>
                      <a:ext uri="{FF2B5EF4-FFF2-40B4-BE49-F238E27FC236}">
                        <a16:creationId xmlns:a16="http://schemas.microsoft.com/office/drawing/2014/main" id="{8F9A9800-DC3C-44FE-8641-D6027743D11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2" name="object 227">
                    <a:extLst>
                      <a:ext uri="{FF2B5EF4-FFF2-40B4-BE49-F238E27FC236}">
                        <a16:creationId xmlns:a16="http://schemas.microsoft.com/office/drawing/2014/main" id="{A02B8D49-CB72-4711-B531-F63F88CAFD22}"/>
                      </a:ext>
                    </a:extLst>
                  </p:cNvPr>
                  <p:cNvSpPr/>
                  <p:nvPr/>
                </p:nvSpPr>
                <p:spPr>
                  <a:xfrm>
                    <a:off x="8925620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3" name="object 228">
                    <a:extLst>
                      <a:ext uri="{FF2B5EF4-FFF2-40B4-BE49-F238E27FC236}">
                        <a16:creationId xmlns:a16="http://schemas.microsoft.com/office/drawing/2014/main" id="{600602C8-07CE-452E-BD42-AB0DB0513932}"/>
                      </a:ext>
                    </a:extLst>
                  </p:cNvPr>
                  <p:cNvSpPr/>
                  <p:nvPr/>
                </p:nvSpPr>
                <p:spPr>
                  <a:xfrm>
                    <a:off x="8925620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4" name="object 229">
                    <a:extLst>
                      <a:ext uri="{FF2B5EF4-FFF2-40B4-BE49-F238E27FC236}">
                        <a16:creationId xmlns:a16="http://schemas.microsoft.com/office/drawing/2014/main" id="{8BCAD4E9-3DCF-4DCB-A4D3-675B12169D41}"/>
                      </a:ext>
                    </a:extLst>
                  </p:cNvPr>
                  <p:cNvSpPr/>
                  <p:nvPr/>
                </p:nvSpPr>
                <p:spPr>
                  <a:xfrm>
                    <a:off x="90345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5" name="object 230">
                    <a:extLst>
                      <a:ext uri="{FF2B5EF4-FFF2-40B4-BE49-F238E27FC236}">
                        <a16:creationId xmlns:a16="http://schemas.microsoft.com/office/drawing/2014/main" id="{6206E9A1-EF35-45A3-BA2B-2BCD53DC24EC}"/>
                      </a:ext>
                    </a:extLst>
                  </p:cNvPr>
                  <p:cNvSpPr/>
                  <p:nvPr/>
                </p:nvSpPr>
                <p:spPr>
                  <a:xfrm>
                    <a:off x="9034574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6" name="object 231">
                    <a:extLst>
                      <a:ext uri="{FF2B5EF4-FFF2-40B4-BE49-F238E27FC236}">
                        <a16:creationId xmlns:a16="http://schemas.microsoft.com/office/drawing/2014/main" id="{30EA3111-96AE-422E-A898-A16FA7A26CAF}"/>
                      </a:ext>
                    </a:extLst>
                  </p:cNvPr>
                  <p:cNvSpPr/>
                  <p:nvPr/>
                </p:nvSpPr>
                <p:spPr>
                  <a:xfrm>
                    <a:off x="91427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7" name="object 232">
                    <a:extLst>
                      <a:ext uri="{FF2B5EF4-FFF2-40B4-BE49-F238E27FC236}">
                        <a16:creationId xmlns:a16="http://schemas.microsoft.com/office/drawing/2014/main" id="{B6C786A4-C7D6-4DF6-909B-A70E90E02B6D}"/>
                      </a:ext>
                    </a:extLst>
                  </p:cNvPr>
                  <p:cNvSpPr/>
                  <p:nvPr/>
                </p:nvSpPr>
                <p:spPr>
                  <a:xfrm>
                    <a:off x="914277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8" name="object 233">
                    <a:extLst>
                      <a:ext uri="{FF2B5EF4-FFF2-40B4-BE49-F238E27FC236}">
                        <a16:creationId xmlns:a16="http://schemas.microsoft.com/office/drawing/2014/main" id="{6555D996-9C84-4889-97B5-9404CC69B2A3}"/>
                      </a:ext>
                    </a:extLst>
                  </p:cNvPr>
                  <p:cNvSpPr/>
                  <p:nvPr/>
                </p:nvSpPr>
                <p:spPr>
                  <a:xfrm>
                    <a:off x="9251756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9" name="object 234">
                    <a:extLst>
                      <a:ext uri="{FF2B5EF4-FFF2-40B4-BE49-F238E27FC236}">
                        <a16:creationId xmlns:a16="http://schemas.microsoft.com/office/drawing/2014/main" id="{12B6C280-EBAB-4733-8979-FE9CF8032860}"/>
                      </a:ext>
                    </a:extLst>
                  </p:cNvPr>
                  <p:cNvSpPr/>
                  <p:nvPr/>
                </p:nvSpPr>
                <p:spPr>
                  <a:xfrm>
                    <a:off x="9251756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0" name="object 235">
                    <a:extLst>
                      <a:ext uri="{FF2B5EF4-FFF2-40B4-BE49-F238E27FC236}">
                        <a16:creationId xmlns:a16="http://schemas.microsoft.com/office/drawing/2014/main" id="{319ACF4E-C92B-4818-A70E-8B26E0AF439B}"/>
                      </a:ext>
                    </a:extLst>
                  </p:cNvPr>
                  <p:cNvSpPr/>
                  <p:nvPr/>
                </p:nvSpPr>
                <p:spPr>
                  <a:xfrm>
                    <a:off x="93599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1" name="object 236">
                    <a:extLst>
                      <a:ext uri="{FF2B5EF4-FFF2-40B4-BE49-F238E27FC236}">
                        <a16:creationId xmlns:a16="http://schemas.microsoft.com/office/drawing/2014/main" id="{90D00172-B913-440D-ADCD-8318E10E05C4}"/>
                      </a:ext>
                    </a:extLst>
                  </p:cNvPr>
                  <p:cNvSpPr/>
                  <p:nvPr/>
                </p:nvSpPr>
                <p:spPr>
                  <a:xfrm>
                    <a:off x="9359948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2" name="object 237">
                    <a:extLst>
                      <a:ext uri="{FF2B5EF4-FFF2-40B4-BE49-F238E27FC236}">
                        <a16:creationId xmlns:a16="http://schemas.microsoft.com/office/drawing/2014/main" id="{84FE11AF-A560-460F-BB72-2AEE9F7F8D89}"/>
                      </a:ext>
                    </a:extLst>
                  </p:cNvPr>
                  <p:cNvSpPr/>
                  <p:nvPr/>
                </p:nvSpPr>
                <p:spPr>
                  <a:xfrm>
                    <a:off x="94689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3" name="object 238">
                    <a:extLst>
                      <a:ext uri="{FF2B5EF4-FFF2-40B4-BE49-F238E27FC236}">
                        <a16:creationId xmlns:a16="http://schemas.microsoft.com/office/drawing/2014/main" id="{300DA566-A284-4F9C-9421-E3A2AFA4E38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55851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4" name="object 239">
                    <a:extLst>
                      <a:ext uri="{FF2B5EF4-FFF2-40B4-BE49-F238E27FC236}">
                        <a16:creationId xmlns:a16="http://schemas.microsoft.com/office/drawing/2014/main" id="{B8EFBA69-DDE2-4E92-90EF-9EA0BBB55673}"/>
                      </a:ext>
                    </a:extLst>
                  </p:cNvPr>
                  <p:cNvSpPr/>
                  <p:nvPr/>
                </p:nvSpPr>
                <p:spPr>
                  <a:xfrm>
                    <a:off x="957789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5" name="object 240">
                    <a:extLst>
                      <a:ext uri="{FF2B5EF4-FFF2-40B4-BE49-F238E27FC236}">
                        <a16:creationId xmlns:a16="http://schemas.microsoft.com/office/drawing/2014/main" id="{8561D3A3-020C-446F-B73A-9EEFDA4A50AA}"/>
                      </a:ext>
                    </a:extLst>
                  </p:cNvPr>
                  <p:cNvSpPr/>
                  <p:nvPr/>
                </p:nvSpPr>
                <p:spPr>
                  <a:xfrm>
                    <a:off x="9577892" y="4558517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6" name="object 241">
                    <a:extLst>
                      <a:ext uri="{FF2B5EF4-FFF2-40B4-BE49-F238E27FC236}">
                        <a16:creationId xmlns:a16="http://schemas.microsoft.com/office/drawing/2014/main" id="{833BA091-348B-4C96-B7CB-B9F364E2CFAB}"/>
                      </a:ext>
                    </a:extLst>
                  </p:cNvPr>
                  <p:cNvSpPr/>
                  <p:nvPr/>
                </p:nvSpPr>
                <p:spPr>
                  <a:xfrm>
                    <a:off x="696956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7" name="object 242">
                    <a:extLst>
                      <a:ext uri="{FF2B5EF4-FFF2-40B4-BE49-F238E27FC236}">
                        <a16:creationId xmlns:a16="http://schemas.microsoft.com/office/drawing/2014/main" id="{7BD1E6A0-4271-4460-BBC7-89ED93FF3131}"/>
                      </a:ext>
                    </a:extLst>
                  </p:cNvPr>
                  <p:cNvSpPr/>
                  <p:nvPr/>
                </p:nvSpPr>
                <p:spPr>
                  <a:xfrm>
                    <a:off x="696956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8" name="object 243">
                    <a:extLst>
                      <a:ext uri="{FF2B5EF4-FFF2-40B4-BE49-F238E27FC236}">
                        <a16:creationId xmlns:a16="http://schemas.microsoft.com/office/drawing/2014/main" id="{B00F57A2-79C8-4C2D-A937-90152E137D37}"/>
                      </a:ext>
                    </a:extLst>
                  </p:cNvPr>
                  <p:cNvSpPr/>
                  <p:nvPr/>
                </p:nvSpPr>
                <p:spPr>
                  <a:xfrm>
                    <a:off x="707853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9" name="object 244">
                    <a:extLst>
                      <a:ext uri="{FF2B5EF4-FFF2-40B4-BE49-F238E27FC236}">
                        <a16:creationId xmlns:a16="http://schemas.microsoft.com/office/drawing/2014/main" id="{85E7D4CC-3CBB-4825-BE62-5C450456D9CA}"/>
                      </a:ext>
                    </a:extLst>
                  </p:cNvPr>
                  <p:cNvSpPr/>
                  <p:nvPr/>
                </p:nvSpPr>
                <p:spPr>
                  <a:xfrm>
                    <a:off x="707853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0" name="object 245">
                    <a:extLst>
                      <a:ext uri="{FF2B5EF4-FFF2-40B4-BE49-F238E27FC236}">
                        <a16:creationId xmlns:a16="http://schemas.microsoft.com/office/drawing/2014/main" id="{E0E6E3E3-82CC-47FE-B593-817B9DCCC75A}"/>
                      </a:ext>
                    </a:extLst>
                  </p:cNvPr>
                  <p:cNvSpPr/>
                  <p:nvPr/>
                </p:nvSpPr>
                <p:spPr>
                  <a:xfrm>
                    <a:off x="718673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1" name="object 246">
                    <a:extLst>
                      <a:ext uri="{FF2B5EF4-FFF2-40B4-BE49-F238E27FC236}">
                        <a16:creationId xmlns:a16="http://schemas.microsoft.com/office/drawing/2014/main" id="{870A1D15-1657-4257-8F45-BD4A286CA4AA}"/>
                      </a:ext>
                    </a:extLst>
                  </p:cNvPr>
                  <p:cNvSpPr/>
                  <p:nvPr/>
                </p:nvSpPr>
                <p:spPr>
                  <a:xfrm>
                    <a:off x="7186736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2" name="object 247">
                    <a:extLst>
                      <a:ext uri="{FF2B5EF4-FFF2-40B4-BE49-F238E27FC236}">
                        <a16:creationId xmlns:a16="http://schemas.microsoft.com/office/drawing/2014/main" id="{EE69F2DE-A0DF-41A5-B7B3-651244430C8D}"/>
                      </a:ext>
                    </a:extLst>
                  </p:cNvPr>
                  <p:cNvSpPr/>
                  <p:nvPr/>
                </p:nvSpPr>
                <p:spPr>
                  <a:xfrm>
                    <a:off x="729570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3" name="object 248">
                    <a:extLst>
                      <a:ext uri="{FF2B5EF4-FFF2-40B4-BE49-F238E27FC236}">
                        <a16:creationId xmlns:a16="http://schemas.microsoft.com/office/drawing/2014/main" id="{27E31CFE-8CFE-46AB-B32A-40587C200A08}"/>
                      </a:ext>
                    </a:extLst>
                  </p:cNvPr>
                  <p:cNvSpPr/>
                  <p:nvPr/>
                </p:nvSpPr>
                <p:spPr>
                  <a:xfrm>
                    <a:off x="729570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4" name="object 249">
                    <a:extLst>
                      <a:ext uri="{FF2B5EF4-FFF2-40B4-BE49-F238E27FC236}">
                        <a16:creationId xmlns:a16="http://schemas.microsoft.com/office/drawing/2014/main" id="{A5AAE5B2-8BAD-4FE5-B64F-ADB1C212A142}"/>
                      </a:ext>
                    </a:extLst>
                  </p:cNvPr>
                  <p:cNvSpPr/>
                  <p:nvPr/>
                </p:nvSpPr>
                <p:spPr>
                  <a:xfrm>
                    <a:off x="740466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5" name="object 250">
                    <a:extLst>
                      <a:ext uri="{FF2B5EF4-FFF2-40B4-BE49-F238E27FC236}">
                        <a16:creationId xmlns:a16="http://schemas.microsoft.com/office/drawing/2014/main" id="{BF25ADFB-EE75-4052-B497-743C6A98768E}"/>
                      </a:ext>
                    </a:extLst>
                  </p:cNvPr>
                  <p:cNvSpPr/>
                  <p:nvPr/>
                </p:nvSpPr>
                <p:spPr>
                  <a:xfrm>
                    <a:off x="740466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6" name="object 251">
                    <a:extLst>
                      <a:ext uri="{FF2B5EF4-FFF2-40B4-BE49-F238E27FC236}">
                        <a16:creationId xmlns:a16="http://schemas.microsoft.com/office/drawing/2014/main" id="{07CC1D13-C1B0-4BFF-B9D0-C833F20FF3AC}"/>
                      </a:ext>
                    </a:extLst>
                  </p:cNvPr>
                  <p:cNvSpPr/>
                  <p:nvPr/>
                </p:nvSpPr>
                <p:spPr>
                  <a:xfrm>
                    <a:off x="75128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7" name="object 252">
                    <a:extLst>
                      <a:ext uri="{FF2B5EF4-FFF2-40B4-BE49-F238E27FC236}">
                        <a16:creationId xmlns:a16="http://schemas.microsoft.com/office/drawing/2014/main" id="{8F3C49D5-8B50-455C-BDBA-0EFC392BE4A3}"/>
                      </a:ext>
                    </a:extLst>
                  </p:cNvPr>
                  <p:cNvSpPr/>
                  <p:nvPr/>
                </p:nvSpPr>
                <p:spPr>
                  <a:xfrm>
                    <a:off x="75128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8" name="object 253">
                    <a:extLst>
                      <a:ext uri="{FF2B5EF4-FFF2-40B4-BE49-F238E27FC236}">
                        <a16:creationId xmlns:a16="http://schemas.microsoft.com/office/drawing/2014/main" id="{38E5612E-7287-4C38-B496-5C1ED26AD892}"/>
                      </a:ext>
                    </a:extLst>
                  </p:cNvPr>
                  <p:cNvSpPr/>
                  <p:nvPr/>
                </p:nvSpPr>
                <p:spPr>
                  <a:xfrm>
                    <a:off x="762183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9" name="object 254">
                    <a:extLst>
                      <a:ext uri="{FF2B5EF4-FFF2-40B4-BE49-F238E27FC236}">
                        <a16:creationId xmlns:a16="http://schemas.microsoft.com/office/drawing/2014/main" id="{EFCD16EC-530F-41A3-92EA-EDB43C227DA7}"/>
                      </a:ext>
                    </a:extLst>
                  </p:cNvPr>
                  <p:cNvSpPr/>
                  <p:nvPr/>
                </p:nvSpPr>
                <p:spPr>
                  <a:xfrm>
                    <a:off x="7621838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0" name="object 255">
                    <a:extLst>
                      <a:ext uri="{FF2B5EF4-FFF2-40B4-BE49-F238E27FC236}">
                        <a16:creationId xmlns:a16="http://schemas.microsoft.com/office/drawing/2014/main" id="{A388D701-ABA3-4989-9203-634582CF745E}"/>
                      </a:ext>
                    </a:extLst>
                  </p:cNvPr>
                  <p:cNvSpPr/>
                  <p:nvPr/>
                </p:nvSpPr>
                <p:spPr>
                  <a:xfrm>
                    <a:off x="773004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1" name="object 256">
                    <a:extLst>
                      <a:ext uri="{FF2B5EF4-FFF2-40B4-BE49-F238E27FC236}">
                        <a16:creationId xmlns:a16="http://schemas.microsoft.com/office/drawing/2014/main" id="{778450DD-27D5-44D8-9D08-29FE05CD92D0}"/>
                      </a:ext>
                    </a:extLst>
                  </p:cNvPr>
                  <p:cNvSpPr/>
                  <p:nvPr/>
                </p:nvSpPr>
                <p:spPr>
                  <a:xfrm>
                    <a:off x="773004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2" name="object 257">
                    <a:extLst>
                      <a:ext uri="{FF2B5EF4-FFF2-40B4-BE49-F238E27FC236}">
                        <a16:creationId xmlns:a16="http://schemas.microsoft.com/office/drawing/2014/main" id="{30D68CE0-81F8-4F0C-91E1-A70771373E9B}"/>
                      </a:ext>
                    </a:extLst>
                  </p:cNvPr>
                  <p:cNvSpPr/>
                  <p:nvPr/>
                </p:nvSpPr>
                <p:spPr>
                  <a:xfrm>
                    <a:off x="783900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3" name="object 258">
                    <a:extLst>
                      <a:ext uri="{FF2B5EF4-FFF2-40B4-BE49-F238E27FC236}">
                        <a16:creationId xmlns:a16="http://schemas.microsoft.com/office/drawing/2014/main" id="{9A94F582-3BCE-4676-8BBA-0218BBED414F}"/>
                      </a:ext>
                    </a:extLst>
                  </p:cNvPr>
                  <p:cNvSpPr/>
                  <p:nvPr/>
                </p:nvSpPr>
                <p:spPr>
                  <a:xfrm>
                    <a:off x="783900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4" name="object 259">
                    <a:extLst>
                      <a:ext uri="{FF2B5EF4-FFF2-40B4-BE49-F238E27FC236}">
                        <a16:creationId xmlns:a16="http://schemas.microsoft.com/office/drawing/2014/main" id="{A375532F-89B7-49E8-81A9-F01BEE3A070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5" name="object 260">
                    <a:extLst>
                      <a:ext uri="{FF2B5EF4-FFF2-40B4-BE49-F238E27FC236}">
                        <a16:creationId xmlns:a16="http://schemas.microsoft.com/office/drawing/2014/main" id="{776962DF-0A8D-4CAA-879A-6683B14FB17A}"/>
                      </a:ext>
                    </a:extLst>
                  </p:cNvPr>
                  <p:cNvSpPr/>
                  <p:nvPr/>
                </p:nvSpPr>
                <p:spPr>
                  <a:xfrm>
                    <a:off x="79479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6" name="object 261">
                    <a:extLst>
                      <a:ext uri="{FF2B5EF4-FFF2-40B4-BE49-F238E27FC236}">
                        <a16:creationId xmlns:a16="http://schemas.microsoft.com/office/drawing/2014/main" id="{2B52272B-D2DF-4C2C-AAED-0D59EB201302}"/>
                      </a:ext>
                    </a:extLst>
                  </p:cNvPr>
                  <p:cNvSpPr/>
                  <p:nvPr/>
                </p:nvSpPr>
                <p:spPr>
                  <a:xfrm>
                    <a:off x="80561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7" name="object 262">
                    <a:extLst>
                      <a:ext uri="{FF2B5EF4-FFF2-40B4-BE49-F238E27FC236}">
                        <a16:creationId xmlns:a16="http://schemas.microsoft.com/office/drawing/2014/main" id="{D006F567-B4DA-4A9C-9A82-E7D544D28FA0}"/>
                      </a:ext>
                    </a:extLst>
                  </p:cNvPr>
                  <p:cNvSpPr/>
                  <p:nvPr/>
                </p:nvSpPr>
                <p:spPr>
                  <a:xfrm>
                    <a:off x="80561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8" name="object 263">
                    <a:extLst>
                      <a:ext uri="{FF2B5EF4-FFF2-40B4-BE49-F238E27FC236}">
                        <a16:creationId xmlns:a16="http://schemas.microsoft.com/office/drawing/2014/main" id="{056CBAB5-AE86-435F-9452-21593561A135}"/>
                      </a:ext>
                    </a:extLst>
                  </p:cNvPr>
                  <p:cNvSpPr/>
                  <p:nvPr/>
                </p:nvSpPr>
                <p:spPr>
                  <a:xfrm>
                    <a:off x="816514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9" name="object 264">
                    <a:extLst>
                      <a:ext uri="{FF2B5EF4-FFF2-40B4-BE49-F238E27FC236}">
                        <a16:creationId xmlns:a16="http://schemas.microsoft.com/office/drawing/2014/main" id="{EB8E16B0-CE72-4640-AA42-0B22ED1C324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0" name="object 265">
                    <a:extLst>
                      <a:ext uri="{FF2B5EF4-FFF2-40B4-BE49-F238E27FC236}">
                        <a16:creationId xmlns:a16="http://schemas.microsoft.com/office/drawing/2014/main" id="{4EA8B762-4895-4493-BABA-B6B79BBB6BC4}"/>
                      </a:ext>
                    </a:extLst>
                  </p:cNvPr>
                  <p:cNvSpPr/>
                  <p:nvPr/>
                </p:nvSpPr>
                <p:spPr>
                  <a:xfrm>
                    <a:off x="82733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1" name="object 266">
                    <a:extLst>
                      <a:ext uri="{FF2B5EF4-FFF2-40B4-BE49-F238E27FC236}">
                        <a16:creationId xmlns:a16="http://schemas.microsoft.com/office/drawing/2014/main" id="{76B6BB88-8829-4487-AE06-C53D17F6489B}"/>
                      </a:ext>
                    </a:extLst>
                  </p:cNvPr>
                  <p:cNvSpPr/>
                  <p:nvPr/>
                </p:nvSpPr>
                <p:spPr>
                  <a:xfrm>
                    <a:off x="82733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2" name="object 267">
                    <a:extLst>
                      <a:ext uri="{FF2B5EF4-FFF2-40B4-BE49-F238E27FC236}">
                        <a16:creationId xmlns:a16="http://schemas.microsoft.com/office/drawing/2014/main" id="{DB604327-C8E4-460A-8AD3-19A8041DC816}"/>
                      </a:ext>
                    </a:extLst>
                  </p:cNvPr>
                  <p:cNvSpPr/>
                  <p:nvPr/>
                </p:nvSpPr>
                <p:spPr>
                  <a:xfrm>
                    <a:off x="83823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3" name="object 268">
                    <a:extLst>
                      <a:ext uri="{FF2B5EF4-FFF2-40B4-BE49-F238E27FC236}">
                        <a16:creationId xmlns:a16="http://schemas.microsoft.com/office/drawing/2014/main" id="{4CACA308-5026-464F-AC35-EAF32B5336D7}"/>
                      </a:ext>
                    </a:extLst>
                  </p:cNvPr>
                  <p:cNvSpPr/>
                  <p:nvPr/>
                </p:nvSpPr>
                <p:spPr>
                  <a:xfrm>
                    <a:off x="83823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4" name="object 269">
                    <a:extLst>
                      <a:ext uri="{FF2B5EF4-FFF2-40B4-BE49-F238E27FC236}">
                        <a16:creationId xmlns:a16="http://schemas.microsoft.com/office/drawing/2014/main" id="{DDD316C8-B58F-4541-A634-EFD52F8E9FB1}"/>
                      </a:ext>
                    </a:extLst>
                  </p:cNvPr>
                  <p:cNvSpPr/>
                  <p:nvPr/>
                </p:nvSpPr>
                <p:spPr>
                  <a:xfrm>
                    <a:off x="8491280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5" name="object 270">
                    <a:extLst>
                      <a:ext uri="{FF2B5EF4-FFF2-40B4-BE49-F238E27FC236}">
                        <a16:creationId xmlns:a16="http://schemas.microsoft.com/office/drawing/2014/main" id="{C91F5A2F-586B-4932-BF2C-4EA22FACAE16}"/>
                      </a:ext>
                    </a:extLst>
                  </p:cNvPr>
                  <p:cNvSpPr/>
                  <p:nvPr/>
                </p:nvSpPr>
                <p:spPr>
                  <a:xfrm>
                    <a:off x="8491280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6" name="object 271">
                    <a:extLst>
                      <a:ext uri="{FF2B5EF4-FFF2-40B4-BE49-F238E27FC236}">
                        <a16:creationId xmlns:a16="http://schemas.microsoft.com/office/drawing/2014/main" id="{38771AB4-E405-4966-9C4E-C8920F9E68B7}"/>
                      </a:ext>
                    </a:extLst>
                  </p:cNvPr>
                  <p:cNvSpPr/>
                  <p:nvPr/>
                </p:nvSpPr>
                <p:spPr>
                  <a:xfrm>
                    <a:off x="85994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7" name="object 272">
                    <a:extLst>
                      <a:ext uri="{FF2B5EF4-FFF2-40B4-BE49-F238E27FC236}">
                        <a16:creationId xmlns:a16="http://schemas.microsoft.com/office/drawing/2014/main" id="{D7EBE5DD-08BF-46E0-B912-9EE61C4E7B8B}"/>
                      </a:ext>
                    </a:extLst>
                  </p:cNvPr>
                  <p:cNvSpPr/>
                  <p:nvPr/>
                </p:nvSpPr>
                <p:spPr>
                  <a:xfrm>
                    <a:off x="8599472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8" name="object 273">
                    <a:extLst>
                      <a:ext uri="{FF2B5EF4-FFF2-40B4-BE49-F238E27FC236}">
                        <a16:creationId xmlns:a16="http://schemas.microsoft.com/office/drawing/2014/main" id="{37469588-302F-45BF-B1AE-60DF287A1450}"/>
                      </a:ext>
                    </a:extLst>
                  </p:cNvPr>
                  <p:cNvSpPr/>
                  <p:nvPr/>
                </p:nvSpPr>
                <p:spPr>
                  <a:xfrm>
                    <a:off x="8708437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9" name="object 274">
                    <a:extLst>
                      <a:ext uri="{FF2B5EF4-FFF2-40B4-BE49-F238E27FC236}">
                        <a16:creationId xmlns:a16="http://schemas.microsoft.com/office/drawing/2014/main" id="{0AFFD372-61CE-4100-8F25-5EF686C2B1F1}"/>
                      </a:ext>
                    </a:extLst>
                  </p:cNvPr>
                  <p:cNvSpPr/>
                  <p:nvPr/>
                </p:nvSpPr>
                <p:spPr>
                  <a:xfrm>
                    <a:off x="8708437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0" name="object 275">
                    <a:extLst>
                      <a:ext uri="{FF2B5EF4-FFF2-40B4-BE49-F238E27FC236}">
                        <a16:creationId xmlns:a16="http://schemas.microsoft.com/office/drawing/2014/main" id="{D5515C4E-7348-4779-BC6A-E259D32BD6B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1" name="object 276">
                    <a:extLst>
                      <a:ext uri="{FF2B5EF4-FFF2-40B4-BE49-F238E27FC236}">
                        <a16:creationId xmlns:a16="http://schemas.microsoft.com/office/drawing/2014/main" id="{53148FE8-24DD-4E18-A71F-0FFE1600AC54}"/>
                      </a:ext>
                    </a:extLst>
                  </p:cNvPr>
                  <p:cNvSpPr/>
                  <p:nvPr/>
                </p:nvSpPr>
                <p:spPr>
                  <a:xfrm>
                    <a:off x="881665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2" name="object 277">
                    <a:extLst>
                      <a:ext uri="{FF2B5EF4-FFF2-40B4-BE49-F238E27FC236}">
                        <a16:creationId xmlns:a16="http://schemas.microsoft.com/office/drawing/2014/main" id="{AE11C262-6821-4781-9F5D-888622A390A1}"/>
                      </a:ext>
                    </a:extLst>
                  </p:cNvPr>
                  <p:cNvSpPr/>
                  <p:nvPr/>
                </p:nvSpPr>
                <p:spPr>
                  <a:xfrm>
                    <a:off x="8925620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3" name="object 278">
                    <a:extLst>
                      <a:ext uri="{FF2B5EF4-FFF2-40B4-BE49-F238E27FC236}">
                        <a16:creationId xmlns:a16="http://schemas.microsoft.com/office/drawing/2014/main" id="{407AD29D-2BAB-4190-98BC-44D78476B53D}"/>
                      </a:ext>
                    </a:extLst>
                  </p:cNvPr>
                  <p:cNvSpPr/>
                  <p:nvPr/>
                </p:nvSpPr>
                <p:spPr>
                  <a:xfrm>
                    <a:off x="8925620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4" name="object 279">
                    <a:extLst>
                      <a:ext uri="{FF2B5EF4-FFF2-40B4-BE49-F238E27FC236}">
                        <a16:creationId xmlns:a16="http://schemas.microsoft.com/office/drawing/2014/main" id="{3392BC25-FEE8-431F-AD23-FF6D951AE6D5}"/>
                      </a:ext>
                    </a:extLst>
                  </p:cNvPr>
                  <p:cNvSpPr/>
                  <p:nvPr/>
                </p:nvSpPr>
                <p:spPr>
                  <a:xfrm>
                    <a:off x="90345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5" name="object 280">
                    <a:extLst>
                      <a:ext uri="{FF2B5EF4-FFF2-40B4-BE49-F238E27FC236}">
                        <a16:creationId xmlns:a16="http://schemas.microsoft.com/office/drawing/2014/main" id="{F2A4925F-7FD4-4555-AE7C-17203AAADEFD}"/>
                      </a:ext>
                    </a:extLst>
                  </p:cNvPr>
                  <p:cNvSpPr/>
                  <p:nvPr/>
                </p:nvSpPr>
                <p:spPr>
                  <a:xfrm>
                    <a:off x="9034574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6" name="object 281">
                    <a:extLst>
                      <a:ext uri="{FF2B5EF4-FFF2-40B4-BE49-F238E27FC236}">
                        <a16:creationId xmlns:a16="http://schemas.microsoft.com/office/drawing/2014/main" id="{A470C2C6-1B7C-451C-BF6D-F4C7DC1BC907}"/>
                      </a:ext>
                    </a:extLst>
                  </p:cNvPr>
                  <p:cNvSpPr/>
                  <p:nvPr/>
                </p:nvSpPr>
                <p:spPr>
                  <a:xfrm>
                    <a:off x="91427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7" name="object 282">
                    <a:extLst>
                      <a:ext uri="{FF2B5EF4-FFF2-40B4-BE49-F238E27FC236}">
                        <a16:creationId xmlns:a16="http://schemas.microsoft.com/office/drawing/2014/main" id="{800292B8-EFBC-42A6-842A-39DE0E6ABF9D}"/>
                      </a:ext>
                    </a:extLst>
                  </p:cNvPr>
                  <p:cNvSpPr/>
                  <p:nvPr/>
                </p:nvSpPr>
                <p:spPr>
                  <a:xfrm>
                    <a:off x="914277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8" name="object 283">
                    <a:extLst>
                      <a:ext uri="{FF2B5EF4-FFF2-40B4-BE49-F238E27FC236}">
                        <a16:creationId xmlns:a16="http://schemas.microsoft.com/office/drawing/2014/main" id="{2855F45B-907E-4579-827E-85197EE74BE3}"/>
                      </a:ext>
                    </a:extLst>
                  </p:cNvPr>
                  <p:cNvSpPr/>
                  <p:nvPr/>
                </p:nvSpPr>
                <p:spPr>
                  <a:xfrm>
                    <a:off x="9251756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9" name="object 284">
                    <a:extLst>
                      <a:ext uri="{FF2B5EF4-FFF2-40B4-BE49-F238E27FC236}">
                        <a16:creationId xmlns:a16="http://schemas.microsoft.com/office/drawing/2014/main" id="{1A195021-0394-49AC-8F9E-906936691E98}"/>
                      </a:ext>
                    </a:extLst>
                  </p:cNvPr>
                  <p:cNvSpPr/>
                  <p:nvPr/>
                </p:nvSpPr>
                <p:spPr>
                  <a:xfrm>
                    <a:off x="9251756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0" name="object 285">
                    <a:extLst>
                      <a:ext uri="{FF2B5EF4-FFF2-40B4-BE49-F238E27FC236}">
                        <a16:creationId xmlns:a16="http://schemas.microsoft.com/office/drawing/2014/main" id="{9B334C32-0A8D-473A-AFFF-2E5FC9EA9E44}"/>
                      </a:ext>
                    </a:extLst>
                  </p:cNvPr>
                  <p:cNvSpPr/>
                  <p:nvPr/>
                </p:nvSpPr>
                <p:spPr>
                  <a:xfrm>
                    <a:off x="93599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1" name="object 286">
                    <a:extLst>
                      <a:ext uri="{FF2B5EF4-FFF2-40B4-BE49-F238E27FC236}">
                        <a16:creationId xmlns:a16="http://schemas.microsoft.com/office/drawing/2014/main" id="{E84D5C89-1A49-4CB6-8CB9-3C6DD82B104D}"/>
                      </a:ext>
                    </a:extLst>
                  </p:cNvPr>
                  <p:cNvSpPr/>
                  <p:nvPr/>
                </p:nvSpPr>
                <p:spPr>
                  <a:xfrm>
                    <a:off x="9359948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2" name="object 287">
                    <a:extLst>
                      <a:ext uri="{FF2B5EF4-FFF2-40B4-BE49-F238E27FC236}">
                        <a16:creationId xmlns:a16="http://schemas.microsoft.com/office/drawing/2014/main" id="{2B3C4FE1-8516-4656-95F1-859C5F45B1F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3" name="object 288">
                    <a:extLst>
                      <a:ext uri="{FF2B5EF4-FFF2-40B4-BE49-F238E27FC236}">
                        <a16:creationId xmlns:a16="http://schemas.microsoft.com/office/drawing/2014/main" id="{0EA1B7E8-1F6B-4E45-A0E3-63970EA6AC7C}"/>
                      </a:ext>
                    </a:extLst>
                  </p:cNvPr>
                  <p:cNvSpPr/>
                  <p:nvPr/>
                </p:nvSpPr>
                <p:spPr>
                  <a:xfrm>
                    <a:off x="9468914" y="466748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4" name="object 289">
                    <a:extLst>
                      <a:ext uri="{FF2B5EF4-FFF2-40B4-BE49-F238E27FC236}">
                        <a16:creationId xmlns:a16="http://schemas.microsoft.com/office/drawing/2014/main" id="{CFB1A003-359F-4470-9D0E-37903426BD67}"/>
                      </a:ext>
                    </a:extLst>
                  </p:cNvPr>
                  <p:cNvSpPr/>
                  <p:nvPr/>
                </p:nvSpPr>
                <p:spPr>
                  <a:xfrm>
                    <a:off x="957789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5" name="object 290">
                    <a:extLst>
                      <a:ext uri="{FF2B5EF4-FFF2-40B4-BE49-F238E27FC236}">
                        <a16:creationId xmlns:a16="http://schemas.microsoft.com/office/drawing/2014/main" id="{2914401C-9AA1-493B-B81C-BAF89FBF29D2}"/>
                      </a:ext>
                    </a:extLst>
                  </p:cNvPr>
                  <p:cNvSpPr/>
                  <p:nvPr/>
                </p:nvSpPr>
                <p:spPr>
                  <a:xfrm>
                    <a:off x="9577892" y="466748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6" name="object 291">
                    <a:extLst>
                      <a:ext uri="{FF2B5EF4-FFF2-40B4-BE49-F238E27FC236}">
                        <a16:creationId xmlns:a16="http://schemas.microsoft.com/office/drawing/2014/main" id="{11B76AF6-822A-44E2-A7BB-CB8E770D44DF}"/>
                      </a:ext>
                    </a:extLst>
                  </p:cNvPr>
                  <p:cNvSpPr/>
                  <p:nvPr/>
                </p:nvSpPr>
                <p:spPr>
                  <a:xfrm>
                    <a:off x="696956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7" name="object 292">
                    <a:extLst>
                      <a:ext uri="{FF2B5EF4-FFF2-40B4-BE49-F238E27FC236}">
                        <a16:creationId xmlns:a16="http://schemas.microsoft.com/office/drawing/2014/main" id="{E58A132E-FC9B-40F7-8A41-04271AFD76FF}"/>
                      </a:ext>
                    </a:extLst>
                  </p:cNvPr>
                  <p:cNvSpPr/>
                  <p:nvPr/>
                </p:nvSpPr>
                <p:spPr>
                  <a:xfrm>
                    <a:off x="696956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8" name="object 293">
                    <a:extLst>
                      <a:ext uri="{FF2B5EF4-FFF2-40B4-BE49-F238E27FC236}">
                        <a16:creationId xmlns:a16="http://schemas.microsoft.com/office/drawing/2014/main" id="{0AAD8978-30B8-4003-9A6E-3294D106B6C7}"/>
                      </a:ext>
                    </a:extLst>
                  </p:cNvPr>
                  <p:cNvSpPr/>
                  <p:nvPr/>
                </p:nvSpPr>
                <p:spPr>
                  <a:xfrm>
                    <a:off x="707853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9" name="object 294">
                    <a:extLst>
                      <a:ext uri="{FF2B5EF4-FFF2-40B4-BE49-F238E27FC236}">
                        <a16:creationId xmlns:a16="http://schemas.microsoft.com/office/drawing/2014/main" id="{947FBB9E-3178-4434-AB00-AAD15979D1F9}"/>
                      </a:ext>
                    </a:extLst>
                  </p:cNvPr>
                  <p:cNvSpPr/>
                  <p:nvPr/>
                </p:nvSpPr>
                <p:spPr>
                  <a:xfrm>
                    <a:off x="707853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0" name="object 295">
                    <a:extLst>
                      <a:ext uri="{FF2B5EF4-FFF2-40B4-BE49-F238E27FC236}">
                        <a16:creationId xmlns:a16="http://schemas.microsoft.com/office/drawing/2014/main" id="{B3CEDD3C-0D02-461A-97EE-F7B7FE146276}"/>
                      </a:ext>
                    </a:extLst>
                  </p:cNvPr>
                  <p:cNvSpPr/>
                  <p:nvPr/>
                </p:nvSpPr>
                <p:spPr>
                  <a:xfrm>
                    <a:off x="718673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1" name="object 296">
                    <a:extLst>
                      <a:ext uri="{FF2B5EF4-FFF2-40B4-BE49-F238E27FC236}">
                        <a16:creationId xmlns:a16="http://schemas.microsoft.com/office/drawing/2014/main" id="{CD97878D-344C-401C-B367-C426BB4D8859}"/>
                      </a:ext>
                    </a:extLst>
                  </p:cNvPr>
                  <p:cNvSpPr/>
                  <p:nvPr/>
                </p:nvSpPr>
                <p:spPr>
                  <a:xfrm>
                    <a:off x="7186736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2" name="object 297">
                    <a:extLst>
                      <a:ext uri="{FF2B5EF4-FFF2-40B4-BE49-F238E27FC236}">
                        <a16:creationId xmlns:a16="http://schemas.microsoft.com/office/drawing/2014/main" id="{CDC62AB5-BEAA-4507-B9E4-AAB2A226F6B4}"/>
                      </a:ext>
                    </a:extLst>
                  </p:cNvPr>
                  <p:cNvSpPr/>
                  <p:nvPr/>
                </p:nvSpPr>
                <p:spPr>
                  <a:xfrm>
                    <a:off x="729570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3" name="object 298">
                    <a:extLst>
                      <a:ext uri="{FF2B5EF4-FFF2-40B4-BE49-F238E27FC236}">
                        <a16:creationId xmlns:a16="http://schemas.microsoft.com/office/drawing/2014/main" id="{4C9D6F71-810D-447D-A736-AA37744AB76A}"/>
                      </a:ext>
                    </a:extLst>
                  </p:cNvPr>
                  <p:cNvSpPr/>
                  <p:nvPr/>
                </p:nvSpPr>
                <p:spPr>
                  <a:xfrm>
                    <a:off x="729570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4" name="object 299">
                    <a:extLst>
                      <a:ext uri="{FF2B5EF4-FFF2-40B4-BE49-F238E27FC236}">
                        <a16:creationId xmlns:a16="http://schemas.microsoft.com/office/drawing/2014/main" id="{3FE7E46E-3731-47D5-B24E-14A537951D9C}"/>
                      </a:ext>
                    </a:extLst>
                  </p:cNvPr>
                  <p:cNvSpPr/>
                  <p:nvPr/>
                </p:nvSpPr>
                <p:spPr>
                  <a:xfrm>
                    <a:off x="740466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5" name="object 300">
                    <a:extLst>
                      <a:ext uri="{FF2B5EF4-FFF2-40B4-BE49-F238E27FC236}">
                        <a16:creationId xmlns:a16="http://schemas.microsoft.com/office/drawing/2014/main" id="{351E3EAC-B57C-4A19-BF45-45E37742F2A7}"/>
                      </a:ext>
                    </a:extLst>
                  </p:cNvPr>
                  <p:cNvSpPr/>
                  <p:nvPr/>
                </p:nvSpPr>
                <p:spPr>
                  <a:xfrm>
                    <a:off x="740466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6" name="object 301">
                    <a:extLst>
                      <a:ext uri="{FF2B5EF4-FFF2-40B4-BE49-F238E27FC236}">
                        <a16:creationId xmlns:a16="http://schemas.microsoft.com/office/drawing/2014/main" id="{7F1AD332-1BB9-454E-8D40-C2A3F34A5324}"/>
                      </a:ext>
                    </a:extLst>
                  </p:cNvPr>
                  <p:cNvSpPr/>
                  <p:nvPr/>
                </p:nvSpPr>
                <p:spPr>
                  <a:xfrm>
                    <a:off x="75128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7" name="object 302">
                    <a:extLst>
                      <a:ext uri="{FF2B5EF4-FFF2-40B4-BE49-F238E27FC236}">
                        <a16:creationId xmlns:a16="http://schemas.microsoft.com/office/drawing/2014/main" id="{F0DF50FD-1D99-48E0-8CB7-C25CAF166F79}"/>
                      </a:ext>
                    </a:extLst>
                  </p:cNvPr>
                  <p:cNvSpPr/>
                  <p:nvPr/>
                </p:nvSpPr>
                <p:spPr>
                  <a:xfrm>
                    <a:off x="75128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8" name="object 303">
                    <a:extLst>
                      <a:ext uri="{FF2B5EF4-FFF2-40B4-BE49-F238E27FC236}">
                        <a16:creationId xmlns:a16="http://schemas.microsoft.com/office/drawing/2014/main" id="{0F239636-ADB0-43C1-B09E-69492F182807}"/>
                      </a:ext>
                    </a:extLst>
                  </p:cNvPr>
                  <p:cNvSpPr/>
                  <p:nvPr/>
                </p:nvSpPr>
                <p:spPr>
                  <a:xfrm>
                    <a:off x="762183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9" name="object 304">
                    <a:extLst>
                      <a:ext uri="{FF2B5EF4-FFF2-40B4-BE49-F238E27FC236}">
                        <a16:creationId xmlns:a16="http://schemas.microsoft.com/office/drawing/2014/main" id="{391E6CA4-A307-45FC-8C60-6B66645373E0}"/>
                      </a:ext>
                    </a:extLst>
                  </p:cNvPr>
                  <p:cNvSpPr/>
                  <p:nvPr/>
                </p:nvSpPr>
                <p:spPr>
                  <a:xfrm>
                    <a:off x="7621838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0" name="object 305">
                    <a:extLst>
                      <a:ext uri="{FF2B5EF4-FFF2-40B4-BE49-F238E27FC236}">
                        <a16:creationId xmlns:a16="http://schemas.microsoft.com/office/drawing/2014/main" id="{2CF0BB28-9C43-4440-9806-FC2DC80AC717}"/>
                      </a:ext>
                    </a:extLst>
                  </p:cNvPr>
                  <p:cNvSpPr/>
                  <p:nvPr/>
                </p:nvSpPr>
                <p:spPr>
                  <a:xfrm>
                    <a:off x="773004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1" name="object 306">
                    <a:extLst>
                      <a:ext uri="{FF2B5EF4-FFF2-40B4-BE49-F238E27FC236}">
                        <a16:creationId xmlns:a16="http://schemas.microsoft.com/office/drawing/2014/main" id="{F3FAD9C0-D77B-458A-9E09-89E6577C7B0C}"/>
                      </a:ext>
                    </a:extLst>
                  </p:cNvPr>
                  <p:cNvSpPr/>
                  <p:nvPr/>
                </p:nvSpPr>
                <p:spPr>
                  <a:xfrm>
                    <a:off x="773004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2" name="object 307">
                    <a:extLst>
                      <a:ext uri="{FF2B5EF4-FFF2-40B4-BE49-F238E27FC236}">
                        <a16:creationId xmlns:a16="http://schemas.microsoft.com/office/drawing/2014/main" id="{1A8B91FF-EBB6-4E05-BB1C-1134B22F7005}"/>
                      </a:ext>
                    </a:extLst>
                  </p:cNvPr>
                  <p:cNvSpPr/>
                  <p:nvPr/>
                </p:nvSpPr>
                <p:spPr>
                  <a:xfrm>
                    <a:off x="783900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3" name="object 308">
                    <a:extLst>
                      <a:ext uri="{FF2B5EF4-FFF2-40B4-BE49-F238E27FC236}">
                        <a16:creationId xmlns:a16="http://schemas.microsoft.com/office/drawing/2014/main" id="{1DD71D16-0F11-4977-BDF7-EEA547C9358B}"/>
                      </a:ext>
                    </a:extLst>
                  </p:cNvPr>
                  <p:cNvSpPr/>
                  <p:nvPr/>
                </p:nvSpPr>
                <p:spPr>
                  <a:xfrm>
                    <a:off x="783900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4" name="object 309">
                    <a:extLst>
                      <a:ext uri="{FF2B5EF4-FFF2-40B4-BE49-F238E27FC236}">
                        <a16:creationId xmlns:a16="http://schemas.microsoft.com/office/drawing/2014/main" id="{644D157A-D263-4E00-A368-886BBC9207F3}"/>
                      </a:ext>
                    </a:extLst>
                  </p:cNvPr>
                  <p:cNvSpPr/>
                  <p:nvPr/>
                </p:nvSpPr>
                <p:spPr>
                  <a:xfrm>
                    <a:off x="79479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5" name="object 310">
                    <a:extLst>
                      <a:ext uri="{FF2B5EF4-FFF2-40B4-BE49-F238E27FC236}">
                        <a16:creationId xmlns:a16="http://schemas.microsoft.com/office/drawing/2014/main" id="{E5D87D3D-2186-4B8B-9790-07855A1027C4}"/>
                      </a:ext>
                    </a:extLst>
                  </p:cNvPr>
                  <p:cNvSpPr/>
                  <p:nvPr/>
                </p:nvSpPr>
                <p:spPr>
                  <a:xfrm>
                    <a:off x="79479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6" name="object 311">
                    <a:extLst>
                      <a:ext uri="{FF2B5EF4-FFF2-40B4-BE49-F238E27FC236}">
                        <a16:creationId xmlns:a16="http://schemas.microsoft.com/office/drawing/2014/main" id="{849A5350-87E6-46D0-A5DF-AF56443FB760}"/>
                      </a:ext>
                    </a:extLst>
                  </p:cNvPr>
                  <p:cNvSpPr/>
                  <p:nvPr/>
                </p:nvSpPr>
                <p:spPr>
                  <a:xfrm>
                    <a:off x="80561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7" name="object 312">
                    <a:extLst>
                      <a:ext uri="{FF2B5EF4-FFF2-40B4-BE49-F238E27FC236}">
                        <a16:creationId xmlns:a16="http://schemas.microsoft.com/office/drawing/2014/main" id="{D3DA3E13-65D9-4D28-8B81-1D2156EB1A1F}"/>
                      </a:ext>
                    </a:extLst>
                  </p:cNvPr>
                  <p:cNvSpPr/>
                  <p:nvPr/>
                </p:nvSpPr>
                <p:spPr>
                  <a:xfrm>
                    <a:off x="80561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8" name="object 313">
                    <a:extLst>
                      <a:ext uri="{FF2B5EF4-FFF2-40B4-BE49-F238E27FC236}">
                        <a16:creationId xmlns:a16="http://schemas.microsoft.com/office/drawing/2014/main" id="{F1C16773-ED80-433A-AB45-4769563BF0BA}"/>
                      </a:ext>
                    </a:extLst>
                  </p:cNvPr>
                  <p:cNvSpPr/>
                  <p:nvPr/>
                </p:nvSpPr>
                <p:spPr>
                  <a:xfrm>
                    <a:off x="816514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9" name="object 314">
                    <a:extLst>
                      <a:ext uri="{FF2B5EF4-FFF2-40B4-BE49-F238E27FC236}">
                        <a16:creationId xmlns:a16="http://schemas.microsoft.com/office/drawing/2014/main" id="{95DF3113-EF1D-4405-B020-1FF40892B690}"/>
                      </a:ext>
                    </a:extLst>
                  </p:cNvPr>
                  <p:cNvSpPr/>
                  <p:nvPr/>
                </p:nvSpPr>
                <p:spPr>
                  <a:xfrm>
                    <a:off x="816514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0" name="object 315">
                    <a:extLst>
                      <a:ext uri="{FF2B5EF4-FFF2-40B4-BE49-F238E27FC236}">
                        <a16:creationId xmlns:a16="http://schemas.microsoft.com/office/drawing/2014/main" id="{29ACE8F8-3DD4-4FE9-BE64-84E95FBE9D80}"/>
                      </a:ext>
                    </a:extLst>
                  </p:cNvPr>
                  <p:cNvSpPr/>
                  <p:nvPr/>
                </p:nvSpPr>
                <p:spPr>
                  <a:xfrm>
                    <a:off x="82733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1" name="object 316">
                    <a:extLst>
                      <a:ext uri="{FF2B5EF4-FFF2-40B4-BE49-F238E27FC236}">
                        <a16:creationId xmlns:a16="http://schemas.microsoft.com/office/drawing/2014/main" id="{4EDDB850-CD1D-446E-AB35-C7834A063352}"/>
                      </a:ext>
                    </a:extLst>
                  </p:cNvPr>
                  <p:cNvSpPr/>
                  <p:nvPr/>
                </p:nvSpPr>
                <p:spPr>
                  <a:xfrm>
                    <a:off x="82733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2" name="object 317">
                    <a:extLst>
                      <a:ext uri="{FF2B5EF4-FFF2-40B4-BE49-F238E27FC236}">
                        <a16:creationId xmlns:a16="http://schemas.microsoft.com/office/drawing/2014/main" id="{CA3D016A-AE27-41DA-851C-EAAC56E39553}"/>
                      </a:ext>
                    </a:extLst>
                  </p:cNvPr>
                  <p:cNvSpPr/>
                  <p:nvPr/>
                </p:nvSpPr>
                <p:spPr>
                  <a:xfrm>
                    <a:off x="83823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3" name="object 318">
                    <a:extLst>
                      <a:ext uri="{FF2B5EF4-FFF2-40B4-BE49-F238E27FC236}">
                        <a16:creationId xmlns:a16="http://schemas.microsoft.com/office/drawing/2014/main" id="{802CD670-87EF-44C4-8136-4AD333E732DA}"/>
                      </a:ext>
                    </a:extLst>
                  </p:cNvPr>
                  <p:cNvSpPr/>
                  <p:nvPr/>
                </p:nvSpPr>
                <p:spPr>
                  <a:xfrm>
                    <a:off x="83823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4" name="object 319">
                    <a:extLst>
                      <a:ext uri="{FF2B5EF4-FFF2-40B4-BE49-F238E27FC236}">
                        <a16:creationId xmlns:a16="http://schemas.microsoft.com/office/drawing/2014/main" id="{5C09AEB6-EE68-43AE-8271-C044B304C3CF}"/>
                      </a:ext>
                    </a:extLst>
                  </p:cNvPr>
                  <p:cNvSpPr/>
                  <p:nvPr/>
                </p:nvSpPr>
                <p:spPr>
                  <a:xfrm>
                    <a:off x="8491280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5" name="object 320">
                    <a:extLst>
                      <a:ext uri="{FF2B5EF4-FFF2-40B4-BE49-F238E27FC236}">
                        <a16:creationId xmlns:a16="http://schemas.microsoft.com/office/drawing/2014/main" id="{C8C17091-F5AD-406F-9A4E-8E6AA2986FB8}"/>
                      </a:ext>
                    </a:extLst>
                  </p:cNvPr>
                  <p:cNvSpPr/>
                  <p:nvPr/>
                </p:nvSpPr>
                <p:spPr>
                  <a:xfrm>
                    <a:off x="8491280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6" name="object 321">
                    <a:extLst>
                      <a:ext uri="{FF2B5EF4-FFF2-40B4-BE49-F238E27FC236}">
                        <a16:creationId xmlns:a16="http://schemas.microsoft.com/office/drawing/2014/main" id="{570182F1-D410-46E3-AE5C-25B0EB9B0E04}"/>
                      </a:ext>
                    </a:extLst>
                  </p:cNvPr>
                  <p:cNvSpPr/>
                  <p:nvPr/>
                </p:nvSpPr>
                <p:spPr>
                  <a:xfrm>
                    <a:off x="85994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7" name="object 322">
                    <a:extLst>
                      <a:ext uri="{FF2B5EF4-FFF2-40B4-BE49-F238E27FC236}">
                        <a16:creationId xmlns:a16="http://schemas.microsoft.com/office/drawing/2014/main" id="{C343C924-74EC-4C44-8E30-1BC363723D1F}"/>
                      </a:ext>
                    </a:extLst>
                  </p:cNvPr>
                  <p:cNvSpPr/>
                  <p:nvPr/>
                </p:nvSpPr>
                <p:spPr>
                  <a:xfrm>
                    <a:off x="8599472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8" name="object 323">
                    <a:extLst>
                      <a:ext uri="{FF2B5EF4-FFF2-40B4-BE49-F238E27FC236}">
                        <a16:creationId xmlns:a16="http://schemas.microsoft.com/office/drawing/2014/main" id="{BCFD624F-B04A-405C-91AA-DD42228AB519}"/>
                      </a:ext>
                    </a:extLst>
                  </p:cNvPr>
                  <p:cNvSpPr/>
                  <p:nvPr/>
                </p:nvSpPr>
                <p:spPr>
                  <a:xfrm>
                    <a:off x="8708437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9" name="object 324">
                    <a:extLst>
                      <a:ext uri="{FF2B5EF4-FFF2-40B4-BE49-F238E27FC236}">
                        <a16:creationId xmlns:a16="http://schemas.microsoft.com/office/drawing/2014/main" id="{6AFFB9AF-43C0-4899-AC82-45CB3A055AA8}"/>
                      </a:ext>
                    </a:extLst>
                  </p:cNvPr>
                  <p:cNvSpPr/>
                  <p:nvPr/>
                </p:nvSpPr>
                <p:spPr>
                  <a:xfrm>
                    <a:off x="8708437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0" name="object 325">
                    <a:extLst>
                      <a:ext uri="{FF2B5EF4-FFF2-40B4-BE49-F238E27FC236}">
                        <a16:creationId xmlns:a16="http://schemas.microsoft.com/office/drawing/2014/main" id="{755C9A57-2702-4FF5-AF4A-144AAE5F25E7}"/>
                      </a:ext>
                    </a:extLst>
                  </p:cNvPr>
                  <p:cNvSpPr/>
                  <p:nvPr/>
                </p:nvSpPr>
                <p:spPr>
                  <a:xfrm>
                    <a:off x="881665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1" name="object 326">
                    <a:extLst>
                      <a:ext uri="{FF2B5EF4-FFF2-40B4-BE49-F238E27FC236}">
                        <a16:creationId xmlns:a16="http://schemas.microsoft.com/office/drawing/2014/main" id="{25C83027-A350-438A-9725-38DB7741A328}"/>
                      </a:ext>
                    </a:extLst>
                  </p:cNvPr>
                  <p:cNvSpPr/>
                  <p:nvPr/>
                </p:nvSpPr>
                <p:spPr>
                  <a:xfrm>
                    <a:off x="881665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2" name="object 327">
                    <a:extLst>
                      <a:ext uri="{FF2B5EF4-FFF2-40B4-BE49-F238E27FC236}">
                        <a16:creationId xmlns:a16="http://schemas.microsoft.com/office/drawing/2014/main" id="{477832FF-43E8-4888-B9BA-200707D274C1}"/>
                      </a:ext>
                    </a:extLst>
                  </p:cNvPr>
                  <p:cNvSpPr/>
                  <p:nvPr/>
                </p:nvSpPr>
                <p:spPr>
                  <a:xfrm>
                    <a:off x="8925620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3" name="object 328">
                    <a:extLst>
                      <a:ext uri="{FF2B5EF4-FFF2-40B4-BE49-F238E27FC236}">
                        <a16:creationId xmlns:a16="http://schemas.microsoft.com/office/drawing/2014/main" id="{E5E91CE8-53FF-42E8-8CE6-D4A93CD03207}"/>
                      </a:ext>
                    </a:extLst>
                  </p:cNvPr>
                  <p:cNvSpPr/>
                  <p:nvPr/>
                </p:nvSpPr>
                <p:spPr>
                  <a:xfrm>
                    <a:off x="8925620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4" name="object 329">
                    <a:extLst>
                      <a:ext uri="{FF2B5EF4-FFF2-40B4-BE49-F238E27FC236}">
                        <a16:creationId xmlns:a16="http://schemas.microsoft.com/office/drawing/2014/main" id="{57B333DD-F4DF-4A77-8079-73C141666648}"/>
                      </a:ext>
                    </a:extLst>
                  </p:cNvPr>
                  <p:cNvSpPr/>
                  <p:nvPr/>
                </p:nvSpPr>
                <p:spPr>
                  <a:xfrm>
                    <a:off x="90345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5" name="object 330">
                    <a:extLst>
                      <a:ext uri="{FF2B5EF4-FFF2-40B4-BE49-F238E27FC236}">
                        <a16:creationId xmlns:a16="http://schemas.microsoft.com/office/drawing/2014/main" id="{6AB8D1DE-2043-411F-95DF-91858EFD74EB}"/>
                      </a:ext>
                    </a:extLst>
                  </p:cNvPr>
                  <p:cNvSpPr/>
                  <p:nvPr/>
                </p:nvSpPr>
                <p:spPr>
                  <a:xfrm>
                    <a:off x="9034574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6" name="object 331">
                    <a:extLst>
                      <a:ext uri="{FF2B5EF4-FFF2-40B4-BE49-F238E27FC236}">
                        <a16:creationId xmlns:a16="http://schemas.microsoft.com/office/drawing/2014/main" id="{E1DAB14A-AE2F-4AD2-B87C-A58B00AB2A44}"/>
                      </a:ext>
                    </a:extLst>
                  </p:cNvPr>
                  <p:cNvSpPr/>
                  <p:nvPr/>
                </p:nvSpPr>
                <p:spPr>
                  <a:xfrm>
                    <a:off x="91427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7" name="object 332">
                    <a:extLst>
                      <a:ext uri="{FF2B5EF4-FFF2-40B4-BE49-F238E27FC236}">
                        <a16:creationId xmlns:a16="http://schemas.microsoft.com/office/drawing/2014/main" id="{07CD4D28-5759-4E3B-B916-1F8CFA5E3511}"/>
                      </a:ext>
                    </a:extLst>
                  </p:cNvPr>
                  <p:cNvSpPr/>
                  <p:nvPr/>
                </p:nvSpPr>
                <p:spPr>
                  <a:xfrm>
                    <a:off x="914277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8" name="object 333">
                    <a:extLst>
                      <a:ext uri="{FF2B5EF4-FFF2-40B4-BE49-F238E27FC236}">
                        <a16:creationId xmlns:a16="http://schemas.microsoft.com/office/drawing/2014/main" id="{0521040A-F504-4E3F-885A-90995BDFC7EF}"/>
                      </a:ext>
                    </a:extLst>
                  </p:cNvPr>
                  <p:cNvSpPr/>
                  <p:nvPr/>
                </p:nvSpPr>
                <p:spPr>
                  <a:xfrm>
                    <a:off x="9251756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9" name="object 334">
                    <a:extLst>
                      <a:ext uri="{FF2B5EF4-FFF2-40B4-BE49-F238E27FC236}">
                        <a16:creationId xmlns:a16="http://schemas.microsoft.com/office/drawing/2014/main" id="{F312B672-AB12-4276-97B2-04C4FFD0F2F6}"/>
                      </a:ext>
                    </a:extLst>
                  </p:cNvPr>
                  <p:cNvSpPr/>
                  <p:nvPr/>
                </p:nvSpPr>
                <p:spPr>
                  <a:xfrm>
                    <a:off x="9251756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0" name="object 335">
                    <a:extLst>
                      <a:ext uri="{FF2B5EF4-FFF2-40B4-BE49-F238E27FC236}">
                        <a16:creationId xmlns:a16="http://schemas.microsoft.com/office/drawing/2014/main" id="{9133DD2C-797E-4661-9428-98539A7EAE41}"/>
                      </a:ext>
                    </a:extLst>
                  </p:cNvPr>
                  <p:cNvSpPr/>
                  <p:nvPr/>
                </p:nvSpPr>
                <p:spPr>
                  <a:xfrm>
                    <a:off x="93599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1" name="object 336">
                    <a:extLst>
                      <a:ext uri="{FF2B5EF4-FFF2-40B4-BE49-F238E27FC236}">
                        <a16:creationId xmlns:a16="http://schemas.microsoft.com/office/drawing/2014/main" id="{ED5F65E3-E61F-4FAC-8577-3817FEEC0D9E}"/>
                      </a:ext>
                    </a:extLst>
                  </p:cNvPr>
                  <p:cNvSpPr/>
                  <p:nvPr/>
                </p:nvSpPr>
                <p:spPr>
                  <a:xfrm>
                    <a:off x="9359948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2" name="object 337">
                    <a:extLst>
                      <a:ext uri="{FF2B5EF4-FFF2-40B4-BE49-F238E27FC236}">
                        <a16:creationId xmlns:a16="http://schemas.microsoft.com/office/drawing/2014/main" id="{0E985C05-747D-49FA-A66F-06330EAF5AF0}"/>
                      </a:ext>
                    </a:extLst>
                  </p:cNvPr>
                  <p:cNvSpPr/>
                  <p:nvPr/>
                </p:nvSpPr>
                <p:spPr>
                  <a:xfrm>
                    <a:off x="94689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3" name="object 338">
                    <a:extLst>
                      <a:ext uri="{FF2B5EF4-FFF2-40B4-BE49-F238E27FC236}">
                        <a16:creationId xmlns:a16="http://schemas.microsoft.com/office/drawing/2014/main" id="{59BD3BF5-0405-4D88-B8AF-F0598490D76A}"/>
                      </a:ext>
                    </a:extLst>
                  </p:cNvPr>
                  <p:cNvSpPr/>
                  <p:nvPr/>
                </p:nvSpPr>
                <p:spPr>
                  <a:xfrm>
                    <a:off x="9468914" y="477644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4" name="object 339">
                    <a:extLst>
                      <a:ext uri="{FF2B5EF4-FFF2-40B4-BE49-F238E27FC236}">
                        <a16:creationId xmlns:a16="http://schemas.microsoft.com/office/drawing/2014/main" id="{5F311505-70DA-40DE-991E-11FFF2DFCAE8}"/>
                      </a:ext>
                    </a:extLst>
                  </p:cNvPr>
                  <p:cNvSpPr/>
                  <p:nvPr/>
                </p:nvSpPr>
                <p:spPr>
                  <a:xfrm>
                    <a:off x="957789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5" name="object 340">
                    <a:extLst>
                      <a:ext uri="{FF2B5EF4-FFF2-40B4-BE49-F238E27FC236}">
                        <a16:creationId xmlns:a16="http://schemas.microsoft.com/office/drawing/2014/main" id="{E223E28D-1EF6-4DC0-993D-06ECD6A872BE}"/>
                      </a:ext>
                    </a:extLst>
                  </p:cNvPr>
                  <p:cNvSpPr/>
                  <p:nvPr/>
                </p:nvSpPr>
                <p:spPr>
                  <a:xfrm>
                    <a:off x="9577892" y="4776449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6" name="object 341">
                    <a:extLst>
                      <a:ext uri="{FF2B5EF4-FFF2-40B4-BE49-F238E27FC236}">
                        <a16:creationId xmlns:a16="http://schemas.microsoft.com/office/drawing/2014/main" id="{D521ECEB-9F1C-4A02-94ED-020DC6F956B0}"/>
                      </a:ext>
                    </a:extLst>
                  </p:cNvPr>
                  <p:cNvSpPr/>
                  <p:nvPr/>
                </p:nvSpPr>
                <p:spPr>
                  <a:xfrm>
                    <a:off x="696956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7" name="object 342">
                    <a:extLst>
                      <a:ext uri="{FF2B5EF4-FFF2-40B4-BE49-F238E27FC236}">
                        <a16:creationId xmlns:a16="http://schemas.microsoft.com/office/drawing/2014/main" id="{5699E2E2-40C1-43BF-96E5-71AC59C50F54}"/>
                      </a:ext>
                    </a:extLst>
                  </p:cNvPr>
                  <p:cNvSpPr/>
                  <p:nvPr/>
                </p:nvSpPr>
                <p:spPr>
                  <a:xfrm>
                    <a:off x="696956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8" name="object 343">
                    <a:extLst>
                      <a:ext uri="{FF2B5EF4-FFF2-40B4-BE49-F238E27FC236}">
                        <a16:creationId xmlns:a16="http://schemas.microsoft.com/office/drawing/2014/main" id="{774591B6-1CA0-44DD-BD40-54AA63E7A0F4}"/>
                      </a:ext>
                    </a:extLst>
                  </p:cNvPr>
                  <p:cNvSpPr/>
                  <p:nvPr/>
                </p:nvSpPr>
                <p:spPr>
                  <a:xfrm>
                    <a:off x="707853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9" name="object 344">
                    <a:extLst>
                      <a:ext uri="{FF2B5EF4-FFF2-40B4-BE49-F238E27FC236}">
                        <a16:creationId xmlns:a16="http://schemas.microsoft.com/office/drawing/2014/main" id="{76FEA85E-6E11-439C-B939-58C835F9E1CE}"/>
                      </a:ext>
                    </a:extLst>
                  </p:cNvPr>
                  <p:cNvSpPr/>
                  <p:nvPr/>
                </p:nvSpPr>
                <p:spPr>
                  <a:xfrm>
                    <a:off x="707853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0" name="object 345">
                    <a:extLst>
                      <a:ext uri="{FF2B5EF4-FFF2-40B4-BE49-F238E27FC236}">
                        <a16:creationId xmlns:a16="http://schemas.microsoft.com/office/drawing/2014/main" id="{F60BA4BA-0C30-4BDC-8440-BFB88DE24136}"/>
                      </a:ext>
                    </a:extLst>
                  </p:cNvPr>
                  <p:cNvSpPr/>
                  <p:nvPr/>
                </p:nvSpPr>
                <p:spPr>
                  <a:xfrm>
                    <a:off x="718673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1" name="object 346">
                    <a:extLst>
                      <a:ext uri="{FF2B5EF4-FFF2-40B4-BE49-F238E27FC236}">
                        <a16:creationId xmlns:a16="http://schemas.microsoft.com/office/drawing/2014/main" id="{A7A6C416-38FC-4F16-A322-4B9EED3AF86D}"/>
                      </a:ext>
                    </a:extLst>
                  </p:cNvPr>
                  <p:cNvSpPr/>
                  <p:nvPr/>
                </p:nvSpPr>
                <p:spPr>
                  <a:xfrm>
                    <a:off x="7186736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2" name="object 347">
                    <a:extLst>
                      <a:ext uri="{FF2B5EF4-FFF2-40B4-BE49-F238E27FC236}">
                        <a16:creationId xmlns:a16="http://schemas.microsoft.com/office/drawing/2014/main" id="{C76083A2-C6C4-4912-968E-822319825CD1}"/>
                      </a:ext>
                    </a:extLst>
                  </p:cNvPr>
                  <p:cNvSpPr/>
                  <p:nvPr/>
                </p:nvSpPr>
                <p:spPr>
                  <a:xfrm>
                    <a:off x="729570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3" name="object 348">
                    <a:extLst>
                      <a:ext uri="{FF2B5EF4-FFF2-40B4-BE49-F238E27FC236}">
                        <a16:creationId xmlns:a16="http://schemas.microsoft.com/office/drawing/2014/main" id="{ED761818-2A1F-4C99-BBDF-055596E2A75D}"/>
                      </a:ext>
                    </a:extLst>
                  </p:cNvPr>
                  <p:cNvSpPr/>
                  <p:nvPr/>
                </p:nvSpPr>
                <p:spPr>
                  <a:xfrm>
                    <a:off x="729570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4" name="object 349">
                    <a:extLst>
                      <a:ext uri="{FF2B5EF4-FFF2-40B4-BE49-F238E27FC236}">
                        <a16:creationId xmlns:a16="http://schemas.microsoft.com/office/drawing/2014/main" id="{8AEE10B4-1D03-4AF5-A78D-1807B01873C7}"/>
                      </a:ext>
                    </a:extLst>
                  </p:cNvPr>
                  <p:cNvSpPr/>
                  <p:nvPr/>
                </p:nvSpPr>
                <p:spPr>
                  <a:xfrm>
                    <a:off x="740466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5" name="object 350">
                    <a:extLst>
                      <a:ext uri="{FF2B5EF4-FFF2-40B4-BE49-F238E27FC236}">
                        <a16:creationId xmlns:a16="http://schemas.microsoft.com/office/drawing/2014/main" id="{E1B9A107-CBDD-4CCF-B00C-BE137F691A06}"/>
                      </a:ext>
                    </a:extLst>
                  </p:cNvPr>
                  <p:cNvSpPr/>
                  <p:nvPr/>
                </p:nvSpPr>
                <p:spPr>
                  <a:xfrm>
                    <a:off x="740466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6" name="object 351">
                    <a:extLst>
                      <a:ext uri="{FF2B5EF4-FFF2-40B4-BE49-F238E27FC236}">
                        <a16:creationId xmlns:a16="http://schemas.microsoft.com/office/drawing/2014/main" id="{AF559A3F-98C1-47B7-9CD2-9099AFDD214E}"/>
                      </a:ext>
                    </a:extLst>
                  </p:cNvPr>
                  <p:cNvSpPr/>
                  <p:nvPr/>
                </p:nvSpPr>
                <p:spPr>
                  <a:xfrm>
                    <a:off x="75128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7" name="object 352">
                    <a:extLst>
                      <a:ext uri="{FF2B5EF4-FFF2-40B4-BE49-F238E27FC236}">
                        <a16:creationId xmlns:a16="http://schemas.microsoft.com/office/drawing/2014/main" id="{91614939-25D4-42DE-8F17-EE8156CD35AC}"/>
                      </a:ext>
                    </a:extLst>
                  </p:cNvPr>
                  <p:cNvSpPr/>
                  <p:nvPr/>
                </p:nvSpPr>
                <p:spPr>
                  <a:xfrm>
                    <a:off x="75128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" name="object 353">
                    <a:extLst>
                      <a:ext uri="{FF2B5EF4-FFF2-40B4-BE49-F238E27FC236}">
                        <a16:creationId xmlns:a16="http://schemas.microsoft.com/office/drawing/2014/main" id="{E841AC17-B0B4-402B-8721-9EEF82BC0C56}"/>
                      </a:ext>
                    </a:extLst>
                  </p:cNvPr>
                  <p:cNvSpPr/>
                  <p:nvPr/>
                </p:nvSpPr>
                <p:spPr>
                  <a:xfrm>
                    <a:off x="762183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9" name="object 354">
                    <a:extLst>
                      <a:ext uri="{FF2B5EF4-FFF2-40B4-BE49-F238E27FC236}">
                        <a16:creationId xmlns:a16="http://schemas.microsoft.com/office/drawing/2014/main" id="{39F10053-05CA-4F13-AF00-AD8B07190E03}"/>
                      </a:ext>
                    </a:extLst>
                  </p:cNvPr>
                  <p:cNvSpPr/>
                  <p:nvPr/>
                </p:nvSpPr>
                <p:spPr>
                  <a:xfrm>
                    <a:off x="7621838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" name="object 355">
                    <a:extLst>
                      <a:ext uri="{FF2B5EF4-FFF2-40B4-BE49-F238E27FC236}">
                        <a16:creationId xmlns:a16="http://schemas.microsoft.com/office/drawing/2014/main" id="{57ED543C-B8C4-4229-814A-D4BBEEDFCFAD}"/>
                      </a:ext>
                    </a:extLst>
                  </p:cNvPr>
                  <p:cNvSpPr/>
                  <p:nvPr/>
                </p:nvSpPr>
                <p:spPr>
                  <a:xfrm>
                    <a:off x="773004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1" name="object 356">
                    <a:extLst>
                      <a:ext uri="{FF2B5EF4-FFF2-40B4-BE49-F238E27FC236}">
                        <a16:creationId xmlns:a16="http://schemas.microsoft.com/office/drawing/2014/main" id="{83C6A0AF-9391-4456-B1ED-C5F4167FB027}"/>
                      </a:ext>
                    </a:extLst>
                  </p:cNvPr>
                  <p:cNvSpPr/>
                  <p:nvPr/>
                </p:nvSpPr>
                <p:spPr>
                  <a:xfrm>
                    <a:off x="773004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2" name="object 357">
                    <a:extLst>
                      <a:ext uri="{FF2B5EF4-FFF2-40B4-BE49-F238E27FC236}">
                        <a16:creationId xmlns:a16="http://schemas.microsoft.com/office/drawing/2014/main" id="{23DAC58F-66E0-4559-B8AB-D38769A01588}"/>
                      </a:ext>
                    </a:extLst>
                  </p:cNvPr>
                  <p:cNvSpPr/>
                  <p:nvPr/>
                </p:nvSpPr>
                <p:spPr>
                  <a:xfrm>
                    <a:off x="783900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3" name="object 358">
                    <a:extLst>
                      <a:ext uri="{FF2B5EF4-FFF2-40B4-BE49-F238E27FC236}">
                        <a16:creationId xmlns:a16="http://schemas.microsoft.com/office/drawing/2014/main" id="{2B994AB2-005B-4B3F-9EB3-AF03D1ADA9AB}"/>
                      </a:ext>
                    </a:extLst>
                  </p:cNvPr>
                  <p:cNvSpPr/>
                  <p:nvPr/>
                </p:nvSpPr>
                <p:spPr>
                  <a:xfrm>
                    <a:off x="783900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4" name="object 359">
                    <a:extLst>
                      <a:ext uri="{FF2B5EF4-FFF2-40B4-BE49-F238E27FC236}">
                        <a16:creationId xmlns:a16="http://schemas.microsoft.com/office/drawing/2014/main" id="{32A0D447-70F6-42ED-A2BE-FEBE857B856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5" name="object 360">
                    <a:extLst>
                      <a:ext uri="{FF2B5EF4-FFF2-40B4-BE49-F238E27FC236}">
                        <a16:creationId xmlns:a16="http://schemas.microsoft.com/office/drawing/2014/main" id="{E66A9BC9-E5AB-409D-9323-33F01A09235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6" name="object 361">
                    <a:extLst>
                      <a:ext uri="{FF2B5EF4-FFF2-40B4-BE49-F238E27FC236}">
                        <a16:creationId xmlns:a16="http://schemas.microsoft.com/office/drawing/2014/main" id="{C28B0188-C6F2-4EFE-BEEB-CC09E435EFD3}"/>
                      </a:ext>
                    </a:extLst>
                  </p:cNvPr>
                  <p:cNvSpPr/>
                  <p:nvPr/>
                </p:nvSpPr>
                <p:spPr>
                  <a:xfrm>
                    <a:off x="80561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7" name="object 362">
                    <a:extLst>
                      <a:ext uri="{FF2B5EF4-FFF2-40B4-BE49-F238E27FC236}">
                        <a16:creationId xmlns:a16="http://schemas.microsoft.com/office/drawing/2014/main" id="{3052D616-36F7-45D0-8CB3-9315CEA06C3E}"/>
                      </a:ext>
                    </a:extLst>
                  </p:cNvPr>
                  <p:cNvSpPr/>
                  <p:nvPr/>
                </p:nvSpPr>
                <p:spPr>
                  <a:xfrm>
                    <a:off x="80561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8" name="object 363">
                    <a:extLst>
                      <a:ext uri="{FF2B5EF4-FFF2-40B4-BE49-F238E27FC236}">
                        <a16:creationId xmlns:a16="http://schemas.microsoft.com/office/drawing/2014/main" id="{3F12FDEC-C323-4D90-A97C-6E87E8D9A900}"/>
                      </a:ext>
                    </a:extLst>
                  </p:cNvPr>
                  <p:cNvSpPr/>
                  <p:nvPr/>
                </p:nvSpPr>
                <p:spPr>
                  <a:xfrm>
                    <a:off x="816514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9" name="object 364">
                    <a:extLst>
                      <a:ext uri="{FF2B5EF4-FFF2-40B4-BE49-F238E27FC236}">
                        <a16:creationId xmlns:a16="http://schemas.microsoft.com/office/drawing/2014/main" id="{55DACF43-DD53-4653-A934-2E30EDF2055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0" name="object 365">
                    <a:extLst>
                      <a:ext uri="{FF2B5EF4-FFF2-40B4-BE49-F238E27FC236}">
                        <a16:creationId xmlns:a16="http://schemas.microsoft.com/office/drawing/2014/main" id="{F61618C9-001B-43B3-A2A1-A49A06018762}"/>
                      </a:ext>
                    </a:extLst>
                  </p:cNvPr>
                  <p:cNvSpPr/>
                  <p:nvPr/>
                </p:nvSpPr>
                <p:spPr>
                  <a:xfrm>
                    <a:off x="82733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1" name="object 366">
                    <a:extLst>
                      <a:ext uri="{FF2B5EF4-FFF2-40B4-BE49-F238E27FC236}">
                        <a16:creationId xmlns:a16="http://schemas.microsoft.com/office/drawing/2014/main" id="{2C0201E8-3FC2-4716-9AB9-12157F1FBAF1}"/>
                      </a:ext>
                    </a:extLst>
                  </p:cNvPr>
                  <p:cNvSpPr/>
                  <p:nvPr/>
                </p:nvSpPr>
                <p:spPr>
                  <a:xfrm>
                    <a:off x="82733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2" name="object 367">
                    <a:extLst>
                      <a:ext uri="{FF2B5EF4-FFF2-40B4-BE49-F238E27FC236}">
                        <a16:creationId xmlns:a16="http://schemas.microsoft.com/office/drawing/2014/main" id="{311D0BB1-1E2A-446A-8248-4242DC72FBB7}"/>
                      </a:ext>
                    </a:extLst>
                  </p:cNvPr>
                  <p:cNvSpPr/>
                  <p:nvPr/>
                </p:nvSpPr>
                <p:spPr>
                  <a:xfrm>
                    <a:off x="83823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3" name="object 368">
                    <a:extLst>
                      <a:ext uri="{FF2B5EF4-FFF2-40B4-BE49-F238E27FC236}">
                        <a16:creationId xmlns:a16="http://schemas.microsoft.com/office/drawing/2014/main" id="{1DC0098E-2209-4A75-A02A-2DEA08FC7089}"/>
                      </a:ext>
                    </a:extLst>
                  </p:cNvPr>
                  <p:cNvSpPr/>
                  <p:nvPr/>
                </p:nvSpPr>
                <p:spPr>
                  <a:xfrm>
                    <a:off x="83823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4" name="object 369">
                    <a:extLst>
                      <a:ext uri="{FF2B5EF4-FFF2-40B4-BE49-F238E27FC236}">
                        <a16:creationId xmlns:a16="http://schemas.microsoft.com/office/drawing/2014/main" id="{ECA3524D-F271-4C6B-9A0E-212164758A38}"/>
                      </a:ext>
                    </a:extLst>
                  </p:cNvPr>
                  <p:cNvSpPr/>
                  <p:nvPr/>
                </p:nvSpPr>
                <p:spPr>
                  <a:xfrm>
                    <a:off x="8491280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5" name="object 370">
                    <a:extLst>
                      <a:ext uri="{FF2B5EF4-FFF2-40B4-BE49-F238E27FC236}">
                        <a16:creationId xmlns:a16="http://schemas.microsoft.com/office/drawing/2014/main" id="{2D9DB8F3-4134-41B7-93B7-E8A1E1877ABF}"/>
                      </a:ext>
                    </a:extLst>
                  </p:cNvPr>
                  <p:cNvSpPr/>
                  <p:nvPr/>
                </p:nvSpPr>
                <p:spPr>
                  <a:xfrm>
                    <a:off x="8491280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6" name="object 371">
                    <a:extLst>
                      <a:ext uri="{FF2B5EF4-FFF2-40B4-BE49-F238E27FC236}">
                        <a16:creationId xmlns:a16="http://schemas.microsoft.com/office/drawing/2014/main" id="{6C0E3B01-326A-44D9-BCFE-E340315B67B4}"/>
                      </a:ext>
                    </a:extLst>
                  </p:cNvPr>
                  <p:cNvSpPr/>
                  <p:nvPr/>
                </p:nvSpPr>
                <p:spPr>
                  <a:xfrm>
                    <a:off x="85994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7" name="object 372">
                    <a:extLst>
                      <a:ext uri="{FF2B5EF4-FFF2-40B4-BE49-F238E27FC236}">
                        <a16:creationId xmlns:a16="http://schemas.microsoft.com/office/drawing/2014/main" id="{4A02CA31-CC05-42A1-BF03-B36B67B16732}"/>
                      </a:ext>
                    </a:extLst>
                  </p:cNvPr>
                  <p:cNvSpPr/>
                  <p:nvPr/>
                </p:nvSpPr>
                <p:spPr>
                  <a:xfrm>
                    <a:off x="8599472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8" name="object 373">
                    <a:extLst>
                      <a:ext uri="{FF2B5EF4-FFF2-40B4-BE49-F238E27FC236}">
                        <a16:creationId xmlns:a16="http://schemas.microsoft.com/office/drawing/2014/main" id="{B94EEC00-94FB-4C8B-BCF4-600F4CC339DD}"/>
                      </a:ext>
                    </a:extLst>
                  </p:cNvPr>
                  <p:cNvSpPr/>
                  <p:nvPr/>
                </p:nvSpPr>
                <p:spPr>
                  <a:xfrm>
                    <a:off x="8708437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9" name="object 374">
                    <a:extLst>
                      <a:ext uri="{FF2B5EF4-FFF2-40B4-BE49-F238E27FC236}">
                        <a16:creationId xmlns:a16="http://schemas.microsoft.com/office/drawing/2014/main" id="{627C860C-9C89-4EB5-9DF8-F6C66B262CE3}"/>
                      </a:ext>
                    </a:extLst>
                  </p:cNvPr>
                  <p:cNvSpPr/>
                  <p:nvPr/>
                </p:nvSpPr>
                <p:spPr>
                  <a:xfrm>
                    <a:off x="8708437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0" name="object 375">
                    <a:extLst>
                      <a:ext uri="{FF2B5EF4-FFF2-40B4-BE49-F238E27FC236}">
                        <a16:creationId xmlns:a16="http://schemas.microsoft.com/office/drawing/2014/main" id="{D374C7D1-438B-442D-895C-BC887A42D909}"/>
                      </a:ext>
                    </a:extLst>
                  </p:cNvPr>
                  <p:cNvSpPr/>
                  <p:nvPr/>
                </p:nvSpPr>
                <p:spPr>
                  <a:xfrm>
                    <a:off x="881665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1" name="object 376">
                    <a:extLst>
                      <a:ext uri="{FF2B5EF4-FFF2-40B4-BE49-F238E27FC236}">
                        <a16:creationId xmlns:a16="http://schemas.microsoft.com/office/drawing/2014/main" id="{1A7D2235-DEBB-40BD-8091-3F695C75DB0E}"/>
                      </a:ext>
                    </a:extLst>
                  </p:cNvPr>
                  <p:cNvSpPr/>
                  <p:nvPr/>
                </p:nvSpPr>
                <p:spPr>
                  <a:xfrm>
                    <a:off x="881665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2" name="object 377">
                    <a:extLst>
                      <a:ext uri="{FF2B5EF4-FFF2-40B4-BE49-F238E27FC236}">
                        <a16:creationId xmlns:a16="http://schemas.microsoft.com/office/drawing/2014/main" id="{38436396-DAE8-41B0-B82D-47EA63A54A2C}"/>
                      </a:ext>
                    </a:extLst>
                  </p:cNvPr>
                  <p:cNvSpPr/>
                  <p:nvPr/>
                </p:nvSpPr>
                <p:spPr>
                  <a:xfrm>
                    <a:off x="8925620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3" name="object 378">
                    <a:extLst>
                      <a:ext uri="{FF2B5EF4-FFF2-40B4-BE49-F238E27FC236}">
                        <a16:creationId xmlns:a16="http://schemas.microsoft.com/office/drawing/2014/main" id="{B52DA5C1-3D83-4A88-9253-795D05C9D6B1}"/>
                      </a:ext>
                    </a:extLst>
                  </p:cNvPr>
                  <p:cNvSpPr/>
                  <p:nvPr/>
                </p:nvSpPr>
                <p:spPr>
                  <a:xfrm>
                    <a:off x="8925620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4" name="object 379">
                    <a:extLst>
                      <a:ext uri="{FF2B5EF4-FFF2-40B4-BE49-F238E27FC236}">
                        <a16:creationId xmlns:a16="http://schemas.microsoft.com/office/drawing/2014/main" id="{FA54AFA4-0ECB-4354-BBAB-DC918937A486}"/>
                      </a:ext>
                    </a:extLst>
                  </p:cNvPr>
                  <p:cNvSpPr/>
                  <p:nvPr/>
                </p:nvSpPr>
                <p:spPr>
                  <a:xfrm>
                    <a:off x="90345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5" name="object 380">
                    <a:extLst>
                      <a:ext uri="{FF2B5EF4-FFF2-40B4-BE49-F238E27FC236}">
                        <a16:creationId xmlns:a16="http://schemas.microsoft.com/office/drawing/2014/main" id="{5212CC8A-47C5-468E-9260-325EB29F0C1E}"/>
                      </a:ext>
                    </a:extLst>
                  </p:cNvPr>
                  <p:cNvSpPr/>
                  <p:nvPr/>
                </p:nvSpPr>
                <p:spPr>
                  <a:xfrm>
                    <a:off x="9034574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6" name="object 381">
                    <a:extLst>
                      <a:ext uri="{FF2B5EF4-FFF2-40B4-BE49-F238E27FC236}">
                        <a16:creationId xmlns:a16="http://schemas.microsoft.com/office/drawing/2014/main" id="{4D07AF4D-9007-4B27-B5A7-48F61B9DAFA3}"/>
                      </a:ext>
                    </a:extLst>
                  </p:cNvPr>
                  <p:cNvSpPr/>
                  <p:nvPr/>
                </p:nvSpPr>
                <p:spPr>
                  <a:xfrm>
                    <a:off x="91427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7" name="object 382">
                    <a:extLst>
                      <a:ext uri="{FF2B5EF4-FFF2-40B4-BE49-F238E27FC236}">
                        <a16:creationId xmlns:a16="http://schemas.microsoft.com/office/drawing/2014/main" id="{291233D5-D5B9-423C-BB92-75B5D8113084}"/>
                      </a:ext>
                    </a:extLst>
                  </p:cNvPr>
                  <p:cNvSpPr/>
                  <p:nvPr/>
                </p:nvSpPr>
                <p:spPr>
                  <a:xfrm>
                    <a:off x="914277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8" name="object 383">
                    <a:extLst>
                      <a:ext uri="{FF2B5EF4-FFF2-40B4-BE49-F238E27FC236}">
                        <a16:creationId xmlns:a16="http://schemas.microsoft.com/office/drawing/2014/main" id="{E90C9D86-8ACA-4834-98F0-99ED576B5E12}"/>
                      </a:ext>
                    </a:extLst>
                  </p:cNvPr>
                  <p:cNvSpPr/>
                  <p:nvPr/>
                </p:nvSpPr>
                <p:spPr>
                  <a:xfrm>
                    <a:off x="9251756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9" name="object 384">
                    <a:extLst>
                      <a:ext uri="{FF2B5EF4-FFF2-40B4-BE49-F238E27FC236}">
                        <a16:creationId xmlns:a16="http://schemas.microsoft.com/office/drawing/2014/main" id="{5D594C26-8185-489F-BD15-E73A4904A8F2}"/>
                      </a:ext>
                    </a:extLst>
                  </p:cNvPr>
                  <p:cNvSpPr/>
                  <p:nvPr/>
                </p:nvSpPr>
                <p:spPr>
                  <a:xfrm>
                    <a:off x="9251756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0" name="object 385">
                    <a:extLst>
                      <a:ext uri="{FF2B5EF4-FFF2-40B4-BE49-F238E27FC236}">
                        <a16:creationId xmlns:a16="http://schemas.microsoft.com/office/drawing/2014/main" id="{94A6D580-8F74-4052-95A2-3B91EC135E61}"/>
                      </a:ext>
                    </a:extLst>
                  </p:cNvPr>
                  <p:cNvSpPr/>
                  <p:nvPr/>
                </p:nvSpPr>
                <p:spPr>
                  <a:xfrm>
                    <a:off x="93599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1" name="object 386">
                    <a:extLst>
                      <a:ext uri="{FF2B5EF4-FFF2-40B4-BE49-F238E27FC236}">
                        <a16:creationId xmlns:a16="http://schemas.microsoft.com/office/drawing/2014/main" id="{84A7D9B6-B973-4D63-B4FA-20327EA1B0DF}"/>
                      </a:ext>
                    </a:extLst>
                  </p:cNvPr>
                  <p:cNvSpPr/>
                  <p:nvPr/>
                </p:nvSpPr>
                <p:spPr>
                  <a:xfrm>
                    <a:off x="9359948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2" name="object 387">
                    <a:extLst>
                      <a:ext uri="{FF2B5EF4-FFF2-40B4-BE49-F238E27FC236}">
                        <a16:creationId xmlns:a16="http://schemas.microsoft.com/office/drawing/2014/main" id="{520BFE05-D7B8-4B20-87FF-F6D0A0437107}"/>
                      </a:ext>
                    </a:extLst>
                  </p:cNvPr>
                  <p:cNvSpPr/>
                  <p:nvPr/>
                </p:nvSpPr>
                <p:spPr>
                  <a:xfrm>
                    <a:off x="94689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3" name="object 388">
                    <a:extLst>
                      <a:ext uri="{FF2B5EF4-FFF2-40B4-BE49-F238E27FC236}">
                        <a16:creationId xmlns:a16="http://schemas.microsoft.com/office/drawing/2014/main" id="{6B0E7ED8-DF28-4AF1-B3D3-EB1F0DED9C69}"/>
                      </a:ext>
                    </a:extLst>
                  </p:cNvPr>
                  <p:cNvSpPr/>
                  <p:nvPr/>
                </p:nvSpPr>
                <p:spPr>
                  <a:xfrm>
                    <a:off x="9468914" y="488465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4" name="object 389">
                    <a:extLst>
                      <a:ext uri="{FF2B5EF4-FFF2-40B4-BE49-F238E27FC236}">
                        <a16:creationId xmlns:a16="http://schemas.microsoft.com/office/drawing/2014/main" id="{0FCA7074-4C41-4C36-96E7-08884A1094F2}"/>
                      </a:ext>
                    </a:extLst>
                  </p:cNvPr>
                  <p:cNvSpPr/>
                  <p:nvPr/>
                </p:nvSpPr>
                <p:spPr>
                  <a:xfrm>
                    <a:off x="957789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5" name="object 390">
                    <a:extLst>
                      <a:ext uri="{FF2B5EF4-FFF2-40B4-BE49-F238E27FC236}">
                        <a16:creationId xmlns:a16="http://schemas.microsoft.com/office/drawing/2014/main" id="{F053432F-F007-403F-98B5-B27A4E76CD36}"/>
                      </a:ext>
                    </a:extLst>
                  </p:cNvPr>
                  <p:cNvSpPr/>
                  <p:nvPr/>
                </p:nvSpPr>
                <p:spPr>
                  <a:xfrm>
                    <a:off x="9577892" y="488465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6" name="object 391">
                    <a:extLst>
                      <a:ext uri="{FF2B5EF4-FFF2-40B4-BE49-F238E27FC236}">
                        <a16:creationId xmlns:a16="http://schemas.microsoft.com/office/drawing/2014/main" id="{825867FD-8C15-4304-887F-502D11C10AB2}"/>
                      </a:ext>
                    </a:extLst>
                  </p:cNvPr>
                  <p:cNvSpPr/>
                  <p:nvPr/>
                </p:nvSpPr>
                <p:spPr>
                  <a:xfrm>
                    <a:off x="696956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7" name="object 392">
                    <a:extLst>
                      <a:ext uri="{FF2B5EF4-FFF2-40B4-BE49-F238E27FC236}">
                        <a16:creationId xmlns:a16="http://schemas.microsoft.com/office/drawing/2014/main" id="{4ACEFF56-5D55-457F-B85C-D743879853E7}"/>
                      </a:ext>
                    </a:extLst>
                  </p:cNvPr>
                  <p:cNvSpPr/>
                  <p:nvPr/>
                </p:nvSpPr>
                <p:spPr>
                  <a:xfrm>
                    <a:off x="696956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8" name="object 393">
                    <a:extLst>
                      <a:ext uri="{FF2B5EF4-FFF2-40B4-BE49-F238E27FC236}">
                        <a16:creationId xmlns:a16="http://schemas.microsoft.com/office/drawing/2014/main" id="{9F89D865-395F-4A0C-8F43-5D3934E43992}"/>
                      </a:ext>
                    </a:extLst>
                  </p:cNvPr>
                  <p:cNvSpPr/>
                  <p:nvPr/>
                </p:nvSpPr>
                <p:spPr>
                  <a:xfrm>
                    <a:off x="707853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9" name="object 394">
                    <a:extLst>
                      <a:ext uri="{FF2B5EF4-FFF2-40B4-BE49-F238E27FC236}">
                        <a16:creationId xmlns:a16="http://schemas.microsoft.com/office/drawing/2014/main" id="{3DF7E5CF-B855-4346-B494-56C534338E76}"/>
                      </a:ext>
                    </a:extLst>
                  </p:cNvPr>
                  <p:cNvSpPr/>
                  <p:nvPr/>
                </p:nvSpPr>
                <p:spPr>
                  <a:xfrm>
                    <a:off x="707853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0" name="object 395">
                    <a:extLst>
                      <a:ext uri="{FF2B5EF4-FFF2-40B4-BE49-F238E27FC236}">
                        <a16:creationId xmlns:a16="http://schemas.microsoft.com/office/drawing/2014/main" id="{11352372-D5B2-49FC-9ABC-75AC8AE2C9A0}"/>
                      </a:ext>
                    </a:extLst>
                  </p:cNvPr>
                  <p:cNvSpPr/>
                  <p:nvPr/>
                </p:nvSpPr>
                <p:spPr>
                  <a:xfrm>
                    <a:off x="718673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1" name="object 396">
                    <a:extLst>
                      <a:ext uri="{FF2B5EF4-FFF2-40B4-BE49-F238E27FC236}">
                        <a16:creationId xmlns:a16="http://schemas.microsoft.com/office/drawing/2014/main" id="{223654B4-B3C9-47A2-963A-B9B909DBAB00}"/>
                      </a:ext>
                    </a:extLst>
                  </p:cNvPr>
                  <p:cNvSpPr/>
                  <p:nvPr/>
                </p:nvSpPr>
                <p:spPr>
                  <a:xfrm>
                    <a:off x="7186736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2" name="object 397">
                    <a:extLst>
                      <a:ext uri="{FF2B5EF4-FFF2-40B4-BE49-F238E27FC236}">
                        <a16:creationId xmlns:a16="http://schemas.microsoft.com/office/drawing/2014/main" id="{5FD99FD1-F9C4-4510-8A97-B3A2744099DA}"/>
                      </a:ext>
                    </a:extLst>
                  </p:cNvPr>
                  <p:cNvSpPr/>
                  <p:nvPr/>
                </p:nvSpPr>
                <p:spPr>
                  <a:xfrm>
                    <a:off x="7295702" y="49936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16764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16764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3" name="object 398">
                    <a:extLst>
                      <a:ext uri="{FF2B5EF4-FFF2-40B4-BE49-F238E27FC236}">
                        <a16:creationId xmlns:a16="http://schemas.microsoft.com/office/drawing/2014/main" id="{28F76C54-0F5F-4AD3-9019-04AB3FC205EF}"/>
                      </a:ext>
                    </a:extLst>
                  </p:cNvPr>
                  <p:cNvSpPr/>
                  <p:nvPr/>
                </p:nvSpPr>
                <p:spPr>
                  <a:xfrm>
                    <a:off x="729570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4" name="object 399">
                    <a:extLst>
                      <a:ext uri="{FF2B5EF4-FFF2-40B4-BE49-F238E27FC236}">
                        <a16:creationId xmlns:a16="http://schemas.microsoft.com/office/drawing/2014/main" id="{4D92CE1B-79BB-48C1-A0BA-C4682DDFA86A}"/>
                      </a:ext>
                    </a:extLst>
                  </p:cNvPr>
                  <p:cNvSpPr/>
                  <p:nvPr/>
                </p:nvSpPr>
                <p:spPr>
                  <a:xfrm>
                    <a:off x="7404668" y="4993619"/>
                    <a:ext cx="108585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7145">
                        <a:moveTo>
                          <a:pt x="0" y="16763"/>
                        </a:moveTo>
                        <a:lnTo>
                          <a:pt x="108203" y="16763"/>
                        </a:ln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5" name="object 400">
                    <a:extLst>
                      <a:ext uri="{FF2B5EF4-FFF2-40B4-BE49-F238E27FC236}">
                        <a16:creationId xmlns:a16="http://schemas.microsoft.com/office/drawing/2014/main" id="{71E3D2A4-B0CE-4EB5-B099-88CD243003F4}"/>
                      </a:ext>
                    </a:extLst>
                  </p:cNvPr>
                  <p:cNvSpPr/>
                  <p:nvPr/>
                </p:nvSpPr>
                <p:spPr>
                  <a:xfrm>
                    <a:off x="7404668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6" name="object 401">
                    <a:extLst>
                      <a:ext uri="{FF2B5EF4-FFF2-40B4-BE49-F238E27FC236}">
                        <a16:creationId xmlns:a16="http://schemas.microsoft.com/office/drawing/2014/main" id="{86ADDBC2-A990-434B-8733-A00F07F64F99}"/>
                      </a:ext>
                    </a:extLst>
                  </p:cNvPr>
                  <p:cNvSpPr/>
                  <p:nvPr/>
                </p:nvSpPr>
                <p:spPr>
                  <a:xfrm>
                    <a:off x="7512872" y="4993619"/>
                    <a:ext cx="109220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7145">
                        <a:moveTo>
                          <a:pt x="0" y="16763"/>
                        </a:moveTo>
                        <a:lnTo>
                          <a:pt x="108965" y="16763"/>
                        </a:ln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7" name="object 402">
                    <a:extLst>
                      <a:ext uri="{FF2B5EF4-FFF2-40B4-BE49-F238E27FC236}">
                        <a16:creationId xmlns:a16="http://schemas.microsoft.com/office/drawing/2014/main" id="{8096C3F3-F7B5-45EC-AC16-BA302B9B6614}"/>
                      </a:ext>
                    </a:extLst>
                  </p:cNvPr>
                  <p:cNvSpPr/>
                  <p:nvPr/>
                </p:nvSpPr>
                <p:spPr>
                  <a:xfrm>
                    <a:off x="751287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8" name="object 403">
                    <a:extLst>
                      <a:ext uri="{FF2B5EF4-FFF2-40B4-BE49-F238E27FC236}">
                        <a16:creationId xmlns:a16="http://schemas.microsoft.com/office/drawing/2014/main" id="{14F270BC-96A1-4348-B228-6AE62BF562F8}"/>
                      </a:ext>
                    </a:extLst>
                  </p:cNvPr>
                  <p:cNvSpPr/>
                  <p:nvPr/>
                </p:nvSpPr>
                <p:spPr>
                  <a:xfrm>
                    <a:off x="7621839" y="49936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191" y="0"/>
                        </a:moveTo>
                        <a:lnTo>
                          <a:pt x="0" y="0"/>
                        </a:lnTo>
                        <a:lnTo>
                          <a:pt x="0" y="16764"/>
                        </a:lnTo>
                        <a:lnTo>
                          <a:pt x="0" y="108966"/>
                        </a:lnTo>
                        <a:lnTo>
                          <a:pt x="108191" y="108966"/>
                        </a:lnTo>
                        <a:lnTo>
                          <a:pt x="108191" y="16764"/>
                        </a:lnTo>
                        <a:lnTo>
                          <a:pt x="108191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9" name="object 404">
                    <a:extLst>
                      <a:ext uri="{FF2B5EF4-FFF2-40B4-BE49-F238E27FC236}">
                        <a16:creationId xmlns:a16="http://schemas.microsoft.com/office/drawing/2014/main" id="{7541A1B0-E3F9-452C-BB45-86AA40BD2E83}"/>
                      </a:ext>
                    </a:extLst>
                  </p:cNvPr>
                  <p:cNvSpPr/>
                  <p:nvPr/>
                </p:nvSpPr>
                <p:spPr>
                  <a:xfrm>
                    <a:off x="7621838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0" name="object 405">
                    <a:extLst>
                      <a:ext uri="{FF2B5EF4-FFF2-40B4-BE49-F238E27FC236}">
                        <a16:creationId xmlns:a16="http://schemas.microsoft.com/office/drawing/2014/main" id="{AF1166E5-311E-4F15-92EF-387C8CA6B983}"/>
                      </a:ext>
                    </a:extLst>
                  </p:cNvPr>
                  <p:cNvSpPr/>
                  <p:nvPr/>
                </p:nvSpPr>
                <p:spPr>
                  <a:xfrm>
                    <a:off x="773004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1" name="object 406">
                    <a:extLst>
                      <a:ext uri="{FF2B5EF4-FFF2-40B4-BE49-F238E27FC236}">
                        <a16:creationId xmlns:a16="http://schemas.microsoft.com/office/drawing/2014/main" id="{8F4485E6-E27D-4B50-A8AE-5C83F80344EF}"/>
                      </a:ext>
                    </a:extLst>
                  </p:cNvPr>
                  <p:cNvSpPr/>
                  <p:nvPr/>
                </p:nvSpPr>
                <p:spPr>
                  <a:xfrm>
                    <a:off x="773004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2" name="object 407">
                    <a:extLst>
                      <a:ext uri="{FF2B5EF4-FFF2-40B4-BE49-F238E27FC236}">
                        <a16:creationId xmlns:a16="http://schemas.microsoft.com/office/drawing/2014/main" id="{714B1C75-8F1F-4557-A597-883EDFC7F0EA}"/>
                      </a:ext>
                    </a:extLst>
                  </p:cNvPr>
                  <p:cNvSpPr/>
                  <p:nvPr/>
                </p:nvSpPr>
                <p:spPr>
                  <a:xfrm>
                    <a:off x="783900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3" name="object 408">
                    <a:extLst>
                      <a:ext uri="{FF2B5EF4-FFF2-40B4-BE49-F238E27FC236}">
                        <a16:creationId xmlns:a16="http://schemas.microsoft.com/office/drawing/2014/main" id="{B44F81D3-B733-4B74-91C8-9D36A8C0D9E5}"/>
                      </a:ext>
                    </a:extLst>
                  </p:cNvPr>
                  <p:cNvSpPr/>
                  <p:nvPr/>
                </p:nvSpPr>
                <p:spPr>
                  <a:xfrm>
                    <a:off x="783900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4" name="object 409">
                    <a:extLst>
                      <a:ext uri="{FF2B5EF4-FFF2-40B4-BE49-F238E27FC236}">
                        <a16:creationId xmlns:a16="http://schemas.microsoft.com/office/drawing/2014/main" id="{8432F723-7873-4318-A9CC-4B9C2EE54312}"/>
                      </a:ext>
                    </a:extLst>
                  </p:cNvPr>
                  <p:cNvSpPr/>
                  <p:nvPr/>
                </p:nvSpPr>
                <p:spPr>
                  <a:xfrm>
                    <a:off x="79479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5" name="object 410">
                    <a:extLst>
                      <a:ext uri="{FF2B5EF4-FFF2-40B4-BE49-F238E27FC236}">
                        <a16:creationId xmlns:a16="http://schemas.microsoft.com/office/drawing/2014/main" id="{674A67F7-73D7-499A-AE84-501C5846660B}"/>
                      </a:ext>
                    </a:extLst>
                  </p:cNvPr>
                  <p:cNvSpPr/>
                  <p:nvPr/>
                </p:nvSpPr>
                <p:spPr>
                  <a:xfrm>
                    <a:off x="79479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6" name="object 411">
                    <a:extLst>
                      <a:ext uri="{FF2B5EF4-FFF2-40B4-BE49-F238E27FC236}">
                        <a16:creationId xmlns:a16="http://schemas.microsoft.com/office/drawing/2014/main" id="{B889259B-4048-42E0-9423-C7FE136FDDC4}"/>
                      </a:ext>
                    </a:extLst>
                  </p:cNvPr>
                  <p:cNvSpPr/>
                  <p:nvPr/>
                </p:nvSpPr>
                <p:spPr>
                  <a:xfrm>
                    <a:off x="80561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7" name="object 412">
                    <a:extLst>
                      <a:ext uri="{FF2B5EF4-FFF2-40B4-BE49-F238E27FC236}">
                        <a16:creationId xmlns:a16="http://schemas.microsoft.com/office/drawing/2014/main" id="{C6B00B5C-06BB-46A0-BE25-D1DFF8C7D5AF}"/>
                      </a:ext>
                    </a:extLst>
                  </p:cNvPr>
                  <p:cNvSpPr/>
                  <p:nvPr/>
                </p:nvSpPr>
                <p:spPr>
                  <a:xfrm>
                    <a:off x="80561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8" name="object 413">
                    <a:extLst>
                      <a:ext uri="{FF2B5EF4-FFF2-40B4-BE49-F238E27FC236}">
                        <a16:creationId xmlns:a16="http://schemas.microsoft.com/office/drawing/2014/main" id="{5801FC5A-2D8C-4149-B475-D81EB9C2832E}"/>
                      </a:ext>
                    </a:extLst>
                  </p:cNvPr>
                  <p:cNvSpPr/>
                  <p:nvPr/>
                </p:nvSpPr>
                <p:spPr>
                  <a:xfrm>
                    <a:off x="816514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9" name="object 414">
                    <a:extLst>
                      <a:ext uri="{FF2B5EF4-FFF2-40B4-BE49-F238E27FC236}">
                        <a16:creationId xmlns:a16="http://schemas.microsoft.com/office/drawing/2014/main" id="{DFCCE2CB-0D6F-45AF-8E9D-DE8F08C4B9B3}"/>
                      </a:ext>
                    </a:extLst>
                  </p:cNvPr>
                  <p:cNvSpPr/>
                  <p:nvPr/>
                </p:nvSpPr>
                <p:spPr>
                  <a:xfrm>
                    <a:off x="816514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0" name="object 415">
                    <a:extLst>
                      <a:ext uri="{FF2B5EF4-FFF2-40B4-BE49-F238E27FC236}">
                        <a16:creationId xmlns:a16="http://schemas.microsoft.com/office/drawing/2014/main" id="{647A2F3F-5EFE-44EF-8FA0-4F9121FE73A3}"/>
                      </a:ext>
                    </a:extLst>
                  </p:cNvPr>
                  <p:cNvSpPr/>
                  <p:nvPr/>
                </p:nvSpPr>
                <p:spPr>
                  <a:xfrm>
                    <a:off x="82733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1" name="object 416">
                    <a:extLst>
                      <a:ext uri="{FF2B5EF4-FFF2-40B4-BE49-F238E27FC236}">
                        <a16:creationId xmlns:a16="http://schemas.microsoft.com/office/drawing/2014/main" id="{ABAF29AB-781D-439D-827E-4C4FD8C46EA8}"/>
                      </a:ext>
                    </a:extLst>
                  </p:cNvPr>
                  <p:cNvSpPr/>
                  <p:nvPr/>
                </p:nvSpPr>
                <p:spPr>
                  <a:xfrm>
                    <a:off x="82733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2" name="object 417">
                    <a:extLst>
                      <a:ext uri="{FF2B5EF4-FFF2-40B4-BE49-F238E27FC236}">
                        <a16:creationId xmlns:a16="http://schemas.microsoft.com/office/drawing/2014/main" id="{40661EEF-B92F-4C7E-91FE-92AF5EB5BB64}"/>
                      </a:ext>
                    </a:extLst>
                  </p:cNvPr>
                  <p:cNvSpPr/>
                  <p:nvPr/>
                </p:nvSpPr>
                <p:spPr>
                  <a:xfrm>
                    <a:off x="83823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3" name="object 418">
                    <a:extLst>
                      <a:ext uri="{FF2B5EF4-FFF2-40B4-BE49-F238E27FC236}">
                        <a16:creationId xmlns:a16="http://schemas.microsoft.com/office/drawing/2014/main" id="{62B44C5A-25C2-4D80-933F-190657C0C8C9}"/>
                      </a:ext>
                    </a:extLst>
                  </p:cNvPr>
                  <p:cNvSpPr/>
                  <p:nvPr/>
                </p:nvSpPr>
                <p:spPr>
                  <a:xfrm>
                    <a:off x="83823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4" name="object 419">
                    <a:extLst>
                      <a:ext uri="{FF2B5EF4-FFF2-40B4-BE49-F238E27FC236}">
                        <a16:creationId xmlns:a16="http://schemas.microsoft.com/office/drawing/2014/main" id="{CCEEFE5A-C0F8-47AE-8F1C-5CE354B87A39}"/>
                      </a:ext>
                    </a:extLst>
                  </p:cNvPr>
                  <p:cNvSpPr/>
                  <p:nvPr/>
                </p:nvSpPr>
                <p:spPr>
                  <a:xfrm>
                    <a:off x="8491280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5" name="object 420">
                    <a:extLst>
                      <a:ext uri="{FF2B5EF4-FFF2-40B4-BE49-F238E27FC236}">
                        <a16:creationId xmlns:a16="http://schemas.microsoft.com/office/drawing/2014/main" id="{19EFE60B-AFBA-411E-BC2E-62C52FA77301}"/>
                      </a:ext>
                    </a:extLst>
                  </p:cNvPr>
                  <p:cNvSpPr/>
                  <p:nvPr/>
                </p:nvSpPr>
                <p:spPr>
                  <a:xfrm>
                    <a:off x="8491280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6" name="object 421">
                    <a:extLst>
                      <a:ext uri="{FF2B5EF4-FFF2-40B4-BE49-F238E27FC236}">
                        <a16:creationId xmlns:a16="http://schemas.microsoft.com/office/drawing/2014/main" id="{FD8B50AA-F64E-4F99-A4F7-D9EEDC9E5344}"/>
                      </a:ext>
                    </a:extLst>
                  </p:cNvPr>
                  <p:cNvSpPr/>
                  <p:nvPr/>
                </p:nvSpPr>
                <p:spPr>
                  <a:xfrm>
                    <a:off x="859947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7" name="object 422">
                    <a:extLst>
                      <a:ext uri="{FF2B5EF4-FFF2-40B4-BE49-F238E27FC236}">
                        <a16:creationId xmlns:a16="http://schemas.microsoft.com/office/drawing/2014/main" id="{5330BDBA-B3A7-4881-A0F3-6C4F3F8717A9}"/>
                      </a:ext>
                    </a:extLst>
                  </p:cNvPr>
                  <p:cNvSpPr/>
                  <p:nvPr/>
                </p:nvSpPr>
                <p:spPr>
                  <a:xfrm>
                    <a:off x="8599472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8" name="object 423">
                    <a:extLst>
                      <a:ext uri="{FF2B5EF4-FFF2-40B4-BE49-F238E27FC236}">
                        <a16:creationId xmlns:a16="http://schemas.microsoft.com/office/drawing/2014/main" id="{FAEE4649-6F88-4734-86C0-3E38E974351C}"/>
                      </a:ext>
                    </a:extLst>
                  </p:cNvPr>
                  <p:cNvSpPr/>
                  <p:nvPr/>
                </p:nvSpPr>
                <p:spPr>
                  <a:xfrm>
                    <a:off x="8708437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9" name="object 424">
                    <a:extLst>
                      <a:ext uri="{FF2B5EF4-FFF2-40B4-BE49-F238E27FC236}">
                        <a16:creationId xmlns:a16="http://schemas.microsoft.com/office/drawing/2014/main" id="{9FFFC10B-22EA-4D73-9B01-429F260665BF}"/>
                      </a:ext>
                    </a:extLst>
                  </p:cNvPr>
                  <p:cNvSpPr/>
                  <p:nvPr/>
                </p:nvSpPr>
                <p:spPr>
                  <a:xfrm>
                    <a:off x="8708437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0" name="object 425">
                    <a:extLst>
                      <a:ext uri="{FF2B5EF4-FFF2-40B4-BE49-F238E27FC236}">
                        <a16:creationId xmlns:a16="http://schemas.microsoft.com/office/drawing/2014/main" id="{BF02D66C-5297-4082-8169-0AB418A4F750}"/>
                      </a:ext>
                    </a:extLst>
                  </p:cNvPr>
                  <p:cNvSpPr/>
                  <p:nvPr/>
                </p:nvSpPr>
                <p:spPr>
                  <a:xfrm>
                    <a:off x="881665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1" name="object 426">
                    <a:extLst>
                      <a:ext uri="{FF2B5EF4-FFF2-40B4-BE49-F238E27FC236}">
                        <a16:creationId xmlns:a16="http://schemas.microsoft.com/office/drawing/2014/main" id="{A59A3583-3906-4A6C-8583-C8D580565DBB}"/>
                      </a:ext>
                    </a:extLst>
                  </p:cNvPr>
                  <p:cNvSpPr/>
                  <p:nvPr/>
                </p:nvSpPr>
                <p:spPr>
                  <a:xfrm>
                    <a:off x="881665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2" name="object 427">
                    <a:extLst>
                      <a:ext uri="{FF2B5EF4-FFF2-40B4-BE49-F238E27FC236}">
                        <a16:creationId xmlns:a16="http://schemas.microsoft.com/office/drawing/2014/main" id="{F35A1E43-F37D-435C-9DF9-513B1C163052}"/>
                      </a:ext>
                    </a:extLst>
                  </p:cNvPr>
                  <p:cNvSpPr/>
                  <p:nvPr/>
                </p:nvSpPr>
                <p:spPr>
                  <a:xfrm>
                    <a:off x="8925620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3" name="object 428">
                    <a:extLst>
                      <a:ext uri="{FF2B5EF4-FFF2-40B4-BE49-F238E27FC236}">
                        <a16:creationId xmlns:a16="http://schemas.microsoft.com/office/drawing/2014/main" id="{3D14B08A-BE87-448F-83B0-69BEB1F0F530}"/>
                      </a:ext>
                    </a:extLst>
                  </p:cNvPr>
                  <p:cNvSpPr/>
                  <p:nvPr/>
                </p:nvSpPr>
                <p:spPr>
                  <a:xfrm>
                    <a:off x="8925620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4" name="object 429">
                    <a:extLst>
                      <a:ext uri="{FF2B5EF4-FFF2-40B4-BE49-F238E27FC236}">
                        <a16:creationId xmlns:a16="http://schemas.microsoft.com/office/drawing/2014/main" id="{19039874-E2FA-4592-8EB3-36ACBD9A5CA7}"/>
                      </a:ext>
                    </a:extLst>
                  </p:cNvPr>
                  <p:cNvSpPr/>
                  <p:nvPr/>
                </p:nvSpPr>
                <p:spPr>
                  <a:xfrm>
                    <a:off x="90345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5" name="object 430">
                    <a:extLst>
                      <a:ext uri="{FF2B5EF4-FFF2-40B4-BE49-F238E27FC236}">
                        <a16:creationId xmlns:a16="http://schemas.microsoft.com/office/drawing/2014/main" id="{E027EC95-4931-45D9-9ACE-A4108543A4FE}"/>
                      </a:ext>
                    </a:extLst>
                  </p:cNvPr>
                  <p:cNvSpPr/>
                  <p:nvPr/>
                </p:nvSpPr>
                <p:spPr>
                  <a:xfrm>
                    <a:off x="9034574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6" name="object 431">
                    <a:extLst>
                      <a:ext uri="{FF2B5EF4-FFF2-40B4-BE49-F238E27FC236}">
                        <a16:creationId xmlns:a16="http://schemas.microsoft.com/office/drawing/2014/main" id="{F2CDC3AD-41D5-43D6-A39F-503F5B354361}"/>
                      </a:ext>
                    </a:extLst>
                  </p:cNvPr>
                  <p:cNvSpPr/>
                  <p:nvPr/>
                </p:nvSpPr>
                <p:spPr>
                  <a:xfrm>
                    <a:off x="91427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7" name="object 432">
                    <a:extLst>
                      <a:ext uri="{FF2B5EF4-FFF2-40B4-BE49-F238E27FC236}">
                        <a16:creationId xmlns:a16="http://schemas.microsoft.com/office/drawing/2014/main" id="{E4081BCB-5E2B-439E-AD0E-9CDC23156B1B}"/>
                      </a:ext>
                    </a:extLst>
                  </p:cNvPr>
                  <p:cNvSpPr/>
                  <p:nvPr/>
                </p:nvSpPr>
                <p:spPr>
                  <a:xfrm>
                    <a:off x="914277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8" name="object 433">
                    <a:extLst>
                      <a:ext uri="{FF2B5EF4-FFF2-40B4-BE49-F238E27FC236}">
                        <a16:creationId xmlns:a16="http://schemas.microsoft.com/office/drawing/2014/main" id="{1C46D4FF-24B1-4401-AEF6-9072EB668DFA}"/>
                      </a:ext>
                    </a:extLst>
                  </p:cNvPr>
                  <p:cNvSpPr/>
                  <p:nvPr/>
                </p:nvSpPr>
                <p:spPr>
                  <a:xfrm>
                    <a:off x="9251756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9" name="object 434">
                    <a:extLst>
                      <a:ext uri="{FF2B5EF4-FFF2-40B4-BE49-F238E27FC236}">
                        <a16:creationId xmlns:a16="http://schemas.microsoft.com/office/drawing/2014/main" id="{725A24A3-D9D4-4798-B292-9BC93E5EA393}"/>
                      </a:ext>
                    </a:extLst>
                  </p:cNvPr>
                  <p:cNvSpPr/>
                  <p:nvPr/>
                </p:nvSpPr>
                <p:spPr>
                  <a:xfrm>
                    <a:off x="9251756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0" name="object 435">
                    <a:extLst>
                      <a:ext uri="{FF2B5EF4-FFF2-40B4-BE49-F238E27FC236}">
                        <a16:creationId xmlns:a16="http://schemas.microsoft.com/office/drawing/2014/main" id="{6383CD12-2F1B-4B1A-A247-9EBDF2381993}"/>
                      </a:ext>
                    </a:extLst>
                  </p:cNvPr>
                  <p:cNvSpPr/>
                  <p:nvPr/>
                </p:nvSpPr>
                <p:spPr>
                  <a:xfrm>
                    <a:off x="93599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1" name="object 436">
                    <a:extLst>
                      <a:ext uri="{FF2B5EF4-FFF2-40B4-BE49-F238E27FC236}">
                        <a16:creationId xmlns:a16="http://schemas.microsoft.com/office/drawing/2014/main" id="{7CAC3A03-27EA-403E-B84A-15698ED19C04}"/>
                      </a:ext>
                    </a:extLst>
                  </p:cNvPr>
                  <p:cNvSpPr/>
                  <p:nvPr/>
                </p:nvSpPr>
                <p:spPr>
                  <a:xfrm>
                    <a:off x="9359948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2" name="object 437">
                    <a:extLst>
                      <a:ext uri="{FF2B5EF4-FFF2-40B4-BE49-F238E27FC236}">
                        <a16:creationId xmlns:a16="http://schemas.microsoft.com/office/drawing/2014/main" id="{1EDC7CB0-BB24-40AB-A490-989DD8FBCB40}"/>
                      </a:ext>
                    </a:extLst>
                  </p:cNvPr>
                  <p:cNvSpPr/>
                  <p:nvPr/>
                </p:nvSpPr>
                <p:spPr>
                  <a:xfrm>
                    <a:off x="94689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3" name="object 438">
                    <a:extLst>
                      <a:ext uri="{FF2B5EF4-FFF2-40B4-BE49-F238E27FC236}">
                        <a16:creationId xmlns:a16="http://schemas.microsoft.com/office/drawing/2014/main" id="{55C63E89-FCC3-4663-9F12-304F784DC1AE}"/>
                      </a:ext>
                    </a:extLst>
                  </p:cNvPr>
                  <p:cNvSpPr/>
                  <p:nvPr/>
                </p:nvSpPr>
                <p:spPr>
                  <a:xfrm>
                    <a:off x="9468914" y="499361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4" name="object 439">
                    <a:extLst>
                      <a:ext uri="{FF2B5EF4-FFF2-40B4-BE49-F238E27FC236}">
                        <a16:creationId xmlns:a16="http://schemas.microsoft.com/office/drawing/2014/main" id="{D535B70F-91D1-4905-8426-A407099EB9B3}"/>
                      </a:ext>
                    </a:extLst>
                  </p:cNvPr>
                  <p:cNvSpPr/>
                  <p:nvPr/>
                </p:nvSpPr>
                <p:spPr>
                  <a:xfrm>
                    <a:off x="957789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5" name="object 440">
                    <a:extLst>
                      <a:ext uri="{FF2B5EF4-FFF2-40B4-BE49-F238E27FC236}">
                        <a16:creationId xmlns:a16="http://schemas.microsoft.com/office/drawing/2014/main" id="{4B676ED0-B1EF-4C46-BBAE-2A5B4E1B8DCD}"/>
                      </a:ext>
                    </a:extLst>
                  </p:cNvPr>
                  <p:cNvSpPr/>
                  <p:nvPr/>
                </p:nvSpPr>
                <p:spPr>
                  <a:xfrm>
                    <a:off x="9577892" y="499361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6" name="object 441">
                    <a:extLst>
                      <a:ext uri="{FF2B5EF4-FFF2-40B4-BE49-F238E27FC236}">
                        <a16:creationId xmlns:a16="http://schemas.microsoft.com/office/drawing/2014/main" id="{CCEE0C22-2478-4027-AEAE-64794EE32240}"/>
                      </a:ext>
                    </a:extLst>
                  </p:cNvPr>
                  <p:cNvSpPr/>
                  <p:nvPr/>
                </p:nvSpPr>
                <p:spPr>
                  <a:xfrm>
                    <a:off x="6969566" y="510259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16764"/>
                        </a:ln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16764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7" name="object 442">
                    <a:extLst>
                      <a:ext uri="{FF2B5EF4-FFF2-40B4-BE49-F238E27FC236}">
                        <a16:creationId xmlns:a16="http://schemas.microsoft.com/office/drawing/2014/main" id="{286329D3-BB74-47A3-B282-99FEB570D8D6}"/>
                      </a:ext>
                    </a:extLst>
                  </p:cNvPr>
                  <p:cNvSpPr/>
                  <p:nvPr/>
                </p:nvSpPr>
                <p:spPr>
                  <a:xfrm>
                    <a:off x="6969566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8" name="object 443">
                    <a:extLst>
                      <a:ext uri="{FF2B5EF4-FFF2-40B4-BE49-F238E27FC236}">
                        <a16:creationId xmlns:a16="http://schemas.microsoft.com/office/drawing/2014/main" id="{679E754C-D2FD-4D59-8C3B-D411AC349786}"/>
                      </a:ext>
                    </a:extLst>
                  </p:cNvPr>
                  <p:cNvSpPr/>
                  <p:nvPr/>
                </p:nvSpPr>
                <p:spPr>
                  <a:xfrm>
                    <a:off x="707853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9" name="object 444">
                    <a:extLst>
                      <a:ext uri="{FF2B5EF4-FFF2-40B4-BE49-F238E27FC236}">
                        <a16:creationId xmlns:a16="http://schemas.microsoft.com/office/drawing/2014/main" id="{860A7F1E-67EE-4121-AA84-AC71EDAE9816}"/>
                      </a:ext>
                    </a:extLst>
                  </p:cNvPr>
                  <p:cNvSpPr/>
                  <p:nvPr/>
                </p:nvSpPr>
                <p:spPr>
                  <a:xfrm>
                    <a:off x="707853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0" name="object 445">
                    <a:extLst>
                      <a:ext uri="{FF2B5EF4-FFF2-40B4-BE49-F238E27FC236}">
                        <a16:creationId xmlns:a16="http://schemas.microsoft.com/office/drawing/2014/main" id="{99CCC7C7-A7AF-45BD-A1E3-4A753AE7232F}"/>
                      </a:ext>
                    </a:extLst>
                  </p:cNvPr>
                  <p:cNvSpPr/>
                  <p:nvPr/>
                </p:nvSpPr>
                <p:spPr>
                  <a:xfrm>
                    <a:off x="7186736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1" name="object 446">
                    <a:extLst>
                      <a:ext uri="{FF2B5EF4-FFF2-40B4-BE49-F238E27FC236}">
                        <a16:creationId xmlns:a16="http://schemas.microsoft.com/office/drawing/2014/main" id="{BB0A463E-9371-46A1-A94B-01CEFF861A18}"/>
                      </a:ext>
                    </a:extLst>
                  </p:cNvPr>
                  <p:cNvSpPr/>
                  <p:nvPr/>
                </p:nvSpPr>
                <p:spPr>
                  <a:xfrm>
                    <a:off x="7186736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2" name="object 447">
                    <a:extLst>
                      <a:ext uri="{FF2B5EF4-FFF2-40B4-BE49-F238E27FC236}">
                        <a16:creationId xmlns:a16="http://schemas.microsoft.com/office/drawing/2014/main" id="{FA9232DF-0C9C-41DD-AF29-ADF4F12E2448}"/>
                      </a:ext>
                    </a:extLst>
                  </p:cNvPr>
                  <p:cNvSpPr/>
                  <p:nvPr/>
                </p:nvSpPr>
                <p:spPr>
                  <a:xfrm>
                    <a:off x="7295702" y="510259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91440"/>
                        </a:ln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91440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3" name="object 448">
                    <a:extLst>
                      <a:ext uri="{FF2B5EF4-FFF2-40B4-BE49-F238E27FC236}">
                        <a16:creationId xmlns:a16="http://schemas.microsoft.com/office/drawing/2014/main" id="{6EF0D681-05C3-49FC-AB86-3E331279C4AA}"/>
                      </a:ext>
                    </a:extLst>
                  </p:cNvPr>
                  <p:cNvSpPr/>
                  <p:nvPr/>
                </p:nvSpPr>
                <p:spPr>
                  <a:xfrm>
                    <a:off x="729570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4" name="object 449">
                    <a:extLst>
                      <a:ext uri="{FF2B5EF4-FFF2-40B4-BE49-F238E27FC236}">
                        <a16:creationId xmlns:a16="http://schemas.microsoft.com/office/drawing/2014/main" id="{5AE97080-7153-4C8A-8CEE-35CC6BC25DD1}"/>
                      </a:ext>
                    </a:extLst>
                  </p:cNvPr>
                  <p:cNvSpPr/>
                  <p:nvPr/>
                </p:nvSpPr>
                <p:spPr>
                  <a:xfrm>
                    <a:off x="7404668" y="5194025"/>
                    <a:ext cx="108585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7145">
                        <a:moveTo>
                          <a:pt x="0" y="16763"/>
                        </a:moveTo>
                        <a:lnTo>
                          <a:pt x="108203" y="16763"/>
                        </a:ln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5" name="object 450">
                    <a:extLst>
                      <a:ext uri="{FF2B5EF4-FFF2-40B4-BE49-F238E27FC236}">
                        <a16:creationId xmlns:a16="http://schemas.microsoft.com/office/drawing/2014/main" id="{7C86254C-3E16-4FD4-904D-3411083D15BA}"/>
                      </a:ext>
                    </a:extLst>
                  </p:cNvPr>
                  <p:cNvSpPr/>
                  <p:nvPr/>
                </p:nvSpPr>
                <p:spPr>
                  <a:xfrm>
                    <a:off x="7404668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6" name="object 451">
                    <a:extLst>
                      <a:ext uri="{FF2B5EF4-FFF2-40B4-BE49-F238E27FC236}">
                        <a16:creationId xmlns:a16="http://schemas.microsoft.com/office/drawing/2014/main" id="{DCBB9DB1-A328-4C45-9CD0-9AC7ECF58E81}"/>
                      </a:ext>
                    </a:extLst>
                  </p:cNvPr>
                  <p:cNvSpPr/>
                  <p:nvPr/>
                </p:nvSpPr>
                <p:spPr>
                  <a:xfrm>
                    <a:off x="7512872" y="5194025"/>
                    <a:ext cx="109220" cy="1714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7145">
                        <a:moveTo>
                          <a:pt x="0" y="16763"/>
                        </a:moveTo>
                        <a:lnTo>
                          <a:pt x="108965" y="16763"/>
                        </a:ln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676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7" name="object 452">
                    <a:extLst>
                      <a:ext uri="{FF2B5EF4-FFF2-40B4-BE49-F238E27FC236}">
                        <a16:creationId xmlns:a16="http://schemas.microsoft.com/office/drawing/2014/main" id="{37DF938A-FC88-48F7-9D0C-BDEF4E8532E6}"/>
                      </a:ext>
                    </a:extLst>
                  </p:cNvPr>
                  <p:cNvSpPr/>
                  <p:nvPr/>
                </p:nvSpPr>
                <p:spPr>
                  <a:xfrm>
                    <a:off x="751287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8" name="object 453">
                    <a:extLst>
                      <a:ext uri="{FF2B5EF4-FFF2-40B4-BE49-F238E27FC236}">
                        <a16:creationId xmlns:a16="http://schemas.microsoft.com/office/drawing/2014/main" id="{CF5C0E27-BF1B-472F-82BE-565C65F9FD30}"/>
                      </a:ext>
                    </a:extLst>
                  </p:cNvPr>
                  <p:cNvSpPr/>
                  <p:nvPr/>
                </p:nvSpPr>
                <p:spPr>
                  <a:xfrm>
                    <a:off x="7621839" y="510259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191" y="0"/>
                        </a:moveTo>
                        <a:lnTo>
                          <a:pt x="0" y="0"/>
                        </a:lnTo>
                        <a:lnTo>
                          <a:pt x="0" y="91440"/>
                        </a:lnTo>
                        <a:lnTo>
                          <a:pt x="0" y="108204"/>
                        </a:lnTo>
                        <a:lnTo>
                          <a:pt x="108191" y="108204"/>
                        </a:lnTo>
                        <a:lnTo>
                          <a:pt x="108191" y="91440"/>
                        </a:lnTo>
                        <a:lnTo>
                          <a:pt x="108191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9" name="object 454">
                    <a:extLst>
                      <a:ext uri="{FF2B5EF4-FFF2-40B4-BE49-F238E27FC236}">
                        <a16:creationId xmlns:a16="http://schemas.microsoft.com/office/drawing/2014/main" id="{6BB5AB7E-3EA9-4300-8CD6-A1A4FAC30626}"/>
                      </a:ext>
                    </a:extLst>
                  </p:cNvPr>
                  <p:cNvSpPr/>
                  <p:nvPr/>
                </p:nvSpPr>
                <p:spPr>
                  <a:xfrm>
                    <a:off x="7621838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0" name="object 455">
                    <a:extLst>
                      <a:ext uri="{FF2B5EF4-FFF2-40B4-BE49-F238E27FC236}">
                        <a16:creationId xmlns:a16="http://schemas.microsoft.com/office/drawing/2014/main" id="{FB3F09D9-043E-455E-B19A-5ECBB3DD89E3}"/>
                      </a:ext>
                    </a:extLst>
                  </p:cNvPr>
                  <p:cNvSpPr/>
                  <p:nvPr/>
                </p:nvSpPr>
                <p:spPr>
                  <a:xfrm>
                    <a:off x="773004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1" name="object 456">
                    <a:extLst>
                      <a:ext uri="{FF2B5EF4-FFF2-40B4-BE49-F238E27FC236}">
                        <a16:creationId xmlns:a16="http://schemas.microsoft.com/office/drawing/2014/main" id="{0DC6E9CA-242C-468B-BBE7-3B4F35316881}"/>
                      </a:ext>
                    </a:extLst>
                  </p:cNvPr>
                  <p:cNvSpPr/>
                  <p:nvPr/>
                </p:nvSpPr>
                <p:spPr>
                  <a:xfrm>
                    <a:off x="773004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2" name="object 457">
                    <a:extLst>
                      <a:ext uri="{FF2B5EF4-FFF2-40B4-BE49-F238E27FC236}">
                        <a16:creationId xmlns:a16="http://schemas.microsoft.com/office/drawing/2014/main" id="{3B8662EC-F2F9-428C-8B41-64D8EC81BEE0}"/>
                      </a:ext>
                    </a:extLst>
                  </p:cNvPr>
                  <p:cNvSpPr/>
                  <p:nvPr/>
                </p:nvSpPr>
                <p:spPr>
                  <a:xfrm>
                    <a:off x="783900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3" name="object 458">
                    <a:extLst>
                      <a:ext uri="{FF2B5EF4-FFF2-40B4-BE49-F238E27FC236}">
                        <a16:creationId xmlns:a16="http://schemas.microsoft.com/office/drawing/2014/main" id="{72E10D69-39EE-4040-93D6-67A436B69FD1}"/>
                      </a:ext>
                    </a:extLst>
                  </p:cNvPr>
                  <p:cNvSpPr/>
                  <p:nvPr/>
                </p:nvSpPr>
                <p:spPr>
                  <a:xfrm>
                    <a:off x="783900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4" name="object 459">
                    <a:extLst>
                      <a:ext uri="{FF2B5EF4-FFF2-40B4-BE49-F238E27FC236}">
                        <a16:creationId xmlns:a16="http://schemas.microsoft.com/office/drawing/2014/main" id="{242CE36B-005F-4928-9C8D-56BCDBE2E4EC}"/>
                      </a:ext>
                    </a:extLst>
                  </p:cNvPr>
                  <p:cNvSpPr/>
                  <p:nvPr/>
                </p:nvSpPr>
                <p:spPr>
                  <a:xfrm>
                    <a:off x="79479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5" name="object 460">
                    <a:extLst>
                      <a:ext uri="{FF2B5EF4-FFF2-40B4-BE49-F238E27FC236}">
                        <a16:creationId xmlns:a16="http://schemas.microsoft.com/office/drawing/2014/main" id="{57848201-34A6-4DC8-9D1E-EB53AD6D2F68}"/>
                      </a:ext>
                    </a:extLst>
                  </p:cNvPr>
                  <p:cNvSpPr/>
                  <p:nvPr/>
                </p:nvSpPr>
                <p:spPr>
                  <a:xfrm>
                    <a:off x="79479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6" name="object 461">
                    <a:extLst>
                      <a:ext uri="{FF2B5EF4-FFF2-40B4-BE49-F238E27FC236}">
                        <a16:creationId xmlns:a16="http://schemas.microsoft.com/office/drawing/2014/main" id="{E653C08B-A33E-470E-9C8B-B60868246EE9}"/>
                      </a:ext>
                    </a:extLst>
                  </p:cNvPr>
                  <p:cNvSpPr/>
                  <p:nvPr/>
                </p:nvSpPr>
                <p:spPr>
                  <a:xfrm>
                    <a:off x="80561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7" name="object 462">
                    <a:extLst>
                      <a:ext uri="{FF2B5EF4-FFF2-40B4-BE49-F238E27FC236}">
                        <a16:creationId xmlns:a16="http://schemas.microsoft.com/office/drawing/2014/main" id="{C46FBD5E-AD19-4666-BAFD-A3F2C79BD02C}"/>
                      </a:ext>
                    </a:extLst>
                  </p:cNvPr>
                  <p:cNvSpPr/>
                  <p:nvPr/>
                </p:nvSpPr>
                <p:spPr>
                  <a:xfrm>
                    <a:off x="80561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8" name="object 463">
                    <a:extLst>
                      <a:ext uri="{FF2B5EF4-FFF2-40B4-BE49-F238E27FC236}">
                        <a16:creationId xmlns:a16="http://schemas.microsoft.com/office/drawing/2014/main" id="{9D4B9039-8113-4D05-A513-6A8A002B14AA}"/>
                      </a:ext>
                    </a:extLst>
                  </p:cNvPr>
                  <p:cNvSpPr/>
                  <p:nvPr/>
                </p:nvSpPr>
                <p:spPr>
                  <a:xfrm>
                    <a:off x="816514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9" name="object 464">
                    <a:extLst>
                      <a:ext uri="{FF2B5EF4-FFF2-40B4-BE49-F238E27FC236}">
                        <a16:creationId xmlns:a16="http://schemas.microsoft.com/office/drawing/2014/main" id="{A159534B-DD3E-41B0-A425-E7D16E664B1C}"/>
                      </a:ext>
                    </a:extLst>
                  </p:cNvPr>
                  <p:cNvSpPr/>
                  <p:nvPr/>
                </p:nvSpPr>
                <p:spPr>
                  <a:xfrm>
                    <a:off x="816514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0" name="object 465">
                    <a:extLst>
                      <a:ext uri="{FF2B5EF4-FFF2-40B4-BE49-F238E27FC236}">
                        <a16:creationId xmlns:a16="http://schemas.microsoft.com/office/drawing/2014/main" id="{8A6DE91E-A73D-4663-A78F-B8FBE68E7D14}"/>
                      </a:ext>
                    </a:extLst>
                  </p:cNvPr>
                  <p:cNvSpPr/>
                  <p:nvPr/>
                </p:nvSpPr>
                <p:spPr>
                  <a:xfrm>
                    <a:off x="82733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1" name="object 466">
                    <a:extLst>
                      <a:ext uri="{FF2B5EF4-FFF2-40B4-BE49-F238E27FC236}">
                        <a16:creationId xmlns:a16="http://schemas.microsoft.com/office/drawing/2014/main" id="{339A0DE7-BE06-4771-8DE2-15891315B22C}"/>
                      </a:ext>
                    </a:extLst>
                  </p:cNvPr>
                  <p:cNvSpPr/>
                  <p:nvPr/>
                </p:nvSpPr>
                <p:spPr>
                  <a:xfrm>
                    <a:off x="82733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2" name="object 467">
                    <a:extLst>
                      <a:ext uri="{FF2B5EF4-FFF2-40B4-BE49-F238E27FC236}">
                        <a16:creationId xmlns:a16="http://schemas.microsoft.com/office/drawing/2014/main" id="{71738FC7-6A23-4FC1-8FCB-F7F2A6C74EB8}"/>
                      </a:ext>
                    </a:extLst>
                  </p:cNvPr>
                  <p:cNvSpPr/>
                  <p:nvPr/>
                </p:nvSpPr>
                <p:spPr>
                  <a:xfrm>
                    <a:off x="83823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3" name="object 468">
                    <a:extLst>
                      <a:ext uri="{FF2B5EF4-FFF2-40B4-BE49-F238E27FC236}">
                        <a16:creationId xmlns:a16="http://schemas.microsoft.com/office/drawing/2014/main" id="{E653EA84-A69D-4734-B84F-F3428874A2DA}"/>
                      </a:ext>
                    </a:extLst>
                  </p:cNvPr>
                  <p:cNvSpPr/>
                  <p:nvPr/>
                </p:nvSpPr>
                <p:spPr>
                  <a:xfrm>
                    <a:off x="83823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4" name="object 469">
                    <a:extLst>
                      <a:ext uri="{FF2B5EF4-FFF2-40B4-BE49-F238E27FC236}">
                        <a16:creationId xmlns:a16="http://schemas.microsoft.com/office/drawing/2014/main" id="{44276D87-4F0C-48FC-BAC0-020D125B987F}"/>
                      </a:ext>
                    </a:extLst>
                  </p:cNvPr>
                  <p:cNvSpPr/>
                  <p:nvPr/>
                </p:nvSpPr>
                <p:spPr>
                  <a:xfrm>
                    <a:off x="8491280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5" name="object 470">
                    <a:extLst>
                      <a:ext uri="{FF2B5EF4-FFF2-40B4-BE49-F238E27FC236}">
                        <a16:creationId xmlns:a16="http://schemas.microsoft.com/office/drawing/2014/main" id="{76440D45-A2B2-4DD0-BE2E-20BB2291CF3D}"/>
                      </a:ext>
                    </a:extLst>
                  </p:cNvPr>
                  <p:cNvSpPr/>
                  <p:nvPr/>
                </p:nvSpPr>
                <p:spPr>
                  <a:xfrm>
                    <a:off x="8491280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6" name="object 471">
                    <a:extLst>
                      <a:ext uri="{FF2B5EF4-FFF2-40B4-BE49-F238E27FC236}">
                        <a16:creationId xmlns:a16="http://schemas.microsoft.com/office/drawing/2014/main" id="{99AE2E1E-8159-483F-9C42-024FE14B24B6}"/>
                      </a:ext>
                    </a:extLst>
                  </p:cNvPr>
                  <p:cNvSpPr/>
                  <p:nvPr/>
                </p:nvSpPr>
                <p:spPr>
                  <a:xfrm>
                    <a:off x="859947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7" name="object 472">
                    <a:extLst>
                      <a:ext uri="{FF2B5EF4-FFF2-40B4-BE49-F238E27FC236}">
                        <a16:creationId xmlns:a16="http://schemas.microsoft.com/office/drawing/2014/main" id="{0F1DA021-ADB9-4EC5-A887-B02686C3C821}"/>
                      </a:ext>
                    </a:extLst>
                  </p:cNvPr>
                  <p:cNvSpPr/>
                  <p:nvPr/>
                </p:nvSpPr>
                <p:spPr>
                  <a:xfrm>
                    <a:off x="8599472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8" name="object 473">
                    <a:extLst>
                      <a:ext uri="{FF2B5EF4-FFF2-40B4-BE49-F238E27FC236}">
                        <a16:creationId xmlns:a16="http://schemas.microsoft.com/office/drawing/2014/main" id="{045A1153-CD3E-402C-843E-83CBBE3289C8}"/>
                      </a:ext>
                    </a:extLst>
                  </p:cNvPr>
                  <p:cNvSpPr/>
                  <p:nvPr/>
                </p:nvSpPr>
                <p:spPr>
                  <a:xfrm>
                    <a:off x="8708437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9" name="object 474">
                    <a:extLst>
                      <a:ext uri="{FF2B5EF4-FFF2-40B4-BE49-F238E27FC236}">
                        <a16:creationId xmlns:a16="http://schemas.microsoft.com/office/drawing/2014/main" id="{D2924D2A-0A34-4715-924E-A780F936EA8A}"/>
                      </a:ext>
                    </a:extLst>
                  </p:cNvPr>
                  <p:cNvSpPr/>
                  <p:nvPr/>
                </p:nvSpPr>
                <p:spPr>
                  <a:xfrm>
                    <a:off x="8708437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0" name="object 475">
                    <a:extLst>
                      <a:ext uri="{FF2B5EF4-FFF2-40B4-BE49-F238E27FC236}">
                        <a16:creationId xmlns:a16="http://schemas.microsoft.com/office/drawing/2014/main" id="{EEE9CD8A-38DF-485C-8556-133DB3B624DB}"/>
                      </a:ext>
                    </a:extLst>
                  </p:cNvPr>
                  <p:cNvSpPr/>
                  <p:nvPr/>
                </p:nvSpPr>
                <p:spPr>
                  <a:xfrm>
                    <a:off x="881665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1" name="object 476">
                    <a:extLst>
                      <a:ext uri="{FF2B5EF4-FFF2-40B4-BE49-F238E27FC236}">
                        <a16:creationId xmlns:a16="http://schemas.microsoft.com/office/drawing/2014/main" id="{98C393D4-0674-451A-A6A5-456836C83A99}"/>
                      </a:ext>
                    </a:extLst>
                  </p:cNvPr>
                  <p:cNvSpPr/>
                  <p:nvPr/>
                </p:nvSpPr>
                <p:spPr>
                  <a:xfrm>
                    <a:off x="881665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2" name="object 477">
                    <a:extLst>
                      <a:ext uri="{FF2B5EF4-FFF2-40B4-BE49-F238E27FC236}">
                        <a16:creationId xmlns:a16="http://schemas.microsoft.com/office/drawing/2014/main" id="{B941F410-6446-4208-9DF2-F1892D00E385}"/>
                      </a:ext>
                    </a:extLst>
                  </p:cNvPr>
                  <p:cNvSpPr/>
                  <p:nvPr/>
                </p:nvSpPr>
                <p:spPr>
                  <a:xfrm>
                    <a:off x="8925620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3" name="object 478">
                    <a:extLst>
                      <a:ext uri="{FF2B5EF4-FFF2-40B4-BE49-F238E27FC236}">
                        <a16:creationId xmlns:a16="http://schemas.microsoft.com/office/drawing/2014/main" id="{95153A62-ACBF-4784-95FA-1E9128A568DA}"/>
                      </a:ext>
                    </a:extLst>
                  </p:cNvPr>
                  <p:cNvSpPr/>
                  <p:nvPr/>
                </p:nvSpPr>
                <p:spPr>
                  <a:xfrm>
                    <a:off x="8925620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4" name="object 479">
                    <a:extLst>
                      <a:ext uri="{FF2B5EF4-FFF2-40B4-BE49-F238E27FC236}">
                        <a16:creationId xmlns:a16="http://schemas.microsoft.com/office/drawing/2014/main" id="{10700B27-2086-4C71-AC61-6E74523AE268}"/>
                      </a:ext>
                    </a:extLst>
                  </p:cNvPr>
                  <p:cNvSpPr/>
                  <p:nvPr/>
                </p:nvSpPr>
                <p:spPr>
                  <a:xfrm>
                    <a:off x="90345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5" name="object 480">
                    <a:extLst>
                      <a:ext uri="{FF2B5EF4-FFF2-40B4-BE49-F238E27FC236}">
                        <a16:creationId xmlns:a16="http://schemas.microsoft.com/office/drawing/2014/main" id="{7B0F15C2-06EF-4011-9147-C55379AB2C56}"/>
                      </a:ext>
                    </a:extLst>
                  </p:cNvPr>
                  <p:cNvSpPr/>
                  <p:nvPr/>
                </p:nvSpPr>
                <p:spPr>
                  <a:xfrm>
                    <a:off x="9034574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6" name="object 481">
                    <a:extLst>
                      <a:ext uri="{FF2B5EF4-FFF2-40B4-BE49-F238E27FC236}">
                        <a16:creationId xmlns:a16="http://schemas.microsoft.com/office/drawing/2014/main" id="{CE7EA353-5E59-45A4-88BC-6AA93455E3CF}"/>
                      </a:ext>
                    </a:extLst>
                  </p:cNvPr>
                  <p:cNvSpPr/>
                  <p:nvPr/>
                </p:nvSpPr>
                <p:spPr>
                  <a:xfrm>
                    <a:off x="91427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7" name="object 482">
                    <a:extLst>
                      <a:ext uri="{FF2B5EF4-FFF2-40B4-BE49-F238E27FC236}">
                        <a16:creationId xmlns:a16="http://schemas.microsoft.com/office/drawing/2014/main" id="{4BA489A2-CE24-4FF1-9B51-A91FE4813926}"/>
                      </a:ext>
                    </a:extLst>
                  </p:cNvPr>
                  <p:cNvSpPr/>
                  <p:nvPr/>
                </p:nvSpPr>
                <p:spPr>
                  <a:xfrm>
                    <a:off x="914277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8" name="object 483">
                    <a:extLst>
                      <a:ext uri="{FF2B5EF4-FFF2-40B4-BE49-F238E27FC236}">
                        <a16:creationId xmlns:a16="http://schemas.microsoft.com/office/drawing/2014/main" id="{EB15694E-4761-4401-AD45-F99A55520D34}"/>
                      </a:ext>
                    </a:extLst>
                  </p:cNvPr>
                  <p:cNvSpPr/>
                  <p:nvPr/>
                </p:nvSpPr>
                <p:spPr>
                  <a:xfrm>
                    <a:off x="9251756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9" name="object 484">
                    <a:extLst>
                      <a:ext uri="{FF2B5EF4-FFF2-40B4-BE49-F238E27FC236}">
                        <a16:creationId xmlns:a16="http://schemas.microsoft.com/office/drawing/2014/main" id="{20F7B797-E028-4EBD-8C39-EE0E13DF882F}"/>
                      </a:ext>
                    </a:extLst>
                  </p:cNvPr>
                  <p:cNvSpPr/>
                  <p:nvPr/>
                </p:nvSpPr>
                <p:spPr>
                  <a:xfrm>
                    <a:off x="9251756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0" name="object 485">
                    <a:extLst>
                      <a:ext uri="{FF2B5EF4-FFF2-40B4-BE49-F238E27FC236}">
                        <a16:creationId xmlns:a16="http://schemas.microsoft.com/office/drawing/2014/main" id="{27FA6155-59AD-4A63-8DE6-575F2588D912}"/>
                      </a:ext>
                    </a:extLst>
                  </p:cNvPr>
                  <p:cNvSpPr/>
                  <p:nvPr/>
                </p:nvSpPr>
                <p:spPr>
                  <a:xfrm>
                    <a:off x="93599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1" name="object 486">
                    <a:extLst>
                      <a:ext uri="{FF2B5EF4-FFF2-40B4-BE49-F238E27FC236}">
                        <a16:creationId xmlns:a16="http://schemas.microsoft.com/office/drawing/2014/main" id="{32E220D5-E227-4BDA-BF47-3567E50768F1}"/>
                      </a:ext>
                    </a:extLst>
                  </p:cNvPr>
                  <p:cNvSpPr/>
                  <p:nvPr/>
                </p:nvSpPr>
                <p:spPr>
                  <a:xfrm>
                    <a:off x="9359948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2" name="object 487">
                    <a:extLst>
                      <a:ext uri="{FF2B5EF4-FFF2-40B4-BE49-F238E27FC236}">
                        <a16:creationId xmlns:a16="http://schemas.microsoft.com/office/drawing/2014/main" id="{40D07AC4-EAC0-444F-88B2-8E5E952A3147}"/>
                      </a:ext>
                    </a:extLst>
                  </p:cNvPr>
                  <p:cNvSpPr/>
                  <p:nvPr/>
                </p:nvSpPr>
                <p:spPr>
                  <a:xfrm>
                    <a:off x="94689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3" name="object 488">
                    <a:extLst>
                      <a:ext uri="{FF2B5EF4-FFF2-40B4-BE49-F238E27FC236}">
                        <a16:creationId xmlns:a16="http://schemas.microsoft.com/office/drawing/2014/main" id="{8191F3CF-924B-4901-A6AA-C66FAC197BD5}"/>
                      </a:ext>
                    </a:extLst>
                  </p:cNvPr>
                  <p:cNvSpPr/>
                  <p:nvPr/>
                </p:nvSpPr>
                <p:spPr>
                  <a:xfrm>
                    <a:off x="9468914" y="5102585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4" name="object 489">
                    <a:extLst>
                      <a:ext uri="{FF2B5EF4-FFF2-40B4-BE49-F238E27FC236}">
                        <a16:creationId xmlns:a16="http://schemas.microsoft.com/office/drawing/2014/main" id="{03961577-6697-4858-A27B-45C3190B9280}"/>
                      </a:ext>
                    </a:extLst>
                  </p:cNvPr>
                  <p:cNvSpPr/>
                  <p:nvPr/>
                </p:nvSpPr>
                <p:spPr>
                  <a:xfrm>
                    <a:off x="957789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5" name="object 490">
                    <a:extLst>
                      <a:ext uri="{FF2B5EF4-FFF2-40B4-BE49-F238E27FC236}">
                        <a16:creationId xmlns:a16="http://schemas.microsoft.com/office/drawing/2014/main" id="{396368EA-77B6-473E-94D9-DBBCA13A3B89}"/>
                      </a:ext>
                    </a:extLst>
                  </p:cNvPr>
                  <p:cNvSpPr/>
                  <p:nvPr/>
                </p:nvSpPr>
                <p:spPr>
                  <a:xfrm>
                    <a:off x="9577892" y="5102585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6" name="object 491">
                    <a:extLst>
                      <a:ext uri="{FF2B5EF4-FFF2-40B4-BE49-F238E27FC236}">
                        <a16:creationId xmlns:a16="http://schemas.microsoft.com/office/drawing/2014/main" id="{25B08D40-3F7D-4B30-96B6-BAFCA19DC5A1}"/>
                      </a:ext>
                    </a:extLst>
                  </p:cNvPr>
                  <p:cNvSpPr/>
                  <p:nvPr/>
                </p:nvSpPr>
                <p:spPr>
                  <a:xfrm>
                    <a:off x="6969566" y="521080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92202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92202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7" name="object 492">
                    <a:extLst>
                      <a:ext uri="{FF2B5EF4-FFF2-40B4-BE49-F238E27FC236}">
                        <a16:creationId xmlns:a16="http://schemas.microsoft.com/office/drawing/2014/main" id="{8744BA10-D25E-475D-AE6C-315782B61952}"/>
                      </a:ext>
                    </a:extLst>
                  </p:cNvPr>
                  <p:cNvSpPr/>
                  <p:nvPr/>
                </p:nvSpPr>
                <p:spPr>
                  <a:xfrm>
                    <a:off x="6969566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8" name="object 493">
                    <a:extLst>
                      <a:ext uri="{FF2B5EF4-FFF2-40B4-BE49-F238E27FC236}">
                        <a16:creationId xmlns:a16="http://schemas.microsoft.com/office/drawing/2014/main" id="{27EF29E1-8C93-4A05-8A6A-FB600D4BA00A}"/>
                      </a:ext>
                    </a:extLst>
                  </p:cNvPr>
                  <p:cNvSpPr/>
                  <p:nvPr/>
                </p:nvSpPr>
                <p:spPr>
                  <a:xfrm>
                    <a:off x="707853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9" name="object 494">
                    <a:extLst>
                      <a:ext uri="{FF2B5EF4-FFF2-40B4-BE49-F238E27FC236}">
                        <a16:creationId xmlns:a16="http://schemas.microsoft.com/office/drawing/2014/main" id="{B4214BFE-085D-4C51-8951-607EC30BEF34}"/>
                      </a:ext>
                    </a:extLst>
                  </p:cNvPr>
                  <p:cNvSpPr/>
                  <p:nvPr/>
                </p:nvSpPr>
                <p:spPr>
                  <a:xfrm>
                    <a:off x="707853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0" name="object 495">
                    <a:extLst>
                      <a:ext uri="{FF2B5EF4-FFF2-40B4-BE49-F238E27FC236}">
                        <a16:creationId xmlns:a16="http://schemas.microsoft.com/office/drawing/2014/main" id="{12901847-1ADE-48C8-A634-CDAA881EF1B1}"/>
                      </a:ext>
                    </a:extLst>
                  </p:cNvPr>
                  <p:cNvSpPr/>
                  <p:nvPr/>
                </p:nvSpPr>
                <p:spPr>
                  <a:xfrm>
                    <a:off x="7186736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1" name="object 496">
                    <a:extLst>
                      <a:ext uri="{FF2B5EF4-FFF2-40B4-BE49-F238E27FC236}">
                        <a16:creationId xmlns:a16="http://schemas.microsoft.com/office/drawing/2014/main" id="{646B750D-95B3-4144-9AF8-2A982E012EFE}"/>
                      </a:ext>
                    </a:extLst>
                  </p:cNvPr>
                  <p:cNvSpPr/>
                  <p:nvPr/>
                </p:nvSpPr>
                <p:spPr>
                  <a:xfrm>
                    <a:off x="7186736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2" name="object 497">
                    <a:extLst>
                      <a:ext uri="{FF2B5EF4-FFF2-40B4-BE49-F238E27FC236}">
                        <a16:creationId xmlns:a16="http://schemas.microsoft.com/office/drawing/2014/main" id="{4FCF8A3A-8DE1-4611-9B0C-744CCFFAF8F7}"/>
                      </a:ext>
                    </a:extLst>
                  </p:cNvPr>
                  <p:cNvSpPr/>
                  <p:nvPr/>
                </p:nvSpPr>
                <p:spPr>
                  <a:xfrm>
                    <a:off x="729570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3" name="object 498">
                    <a:extLst>
                      <a:ext uri="{FF2B5EF4-FFF2-40B4-BE49-F238E27FC236}">
                        <a16:creationId xmlns:a16="http://schemas.microsoft.com/office/drawing/2014/main" id="{0284BC90-A4C7-47CF-9ABB-4D62C1EEE5E3}"/>
                      </a:ext>
                    </a:extLst>
                  </p:cNvPr>
                  <p:cNvSpPr/>
                  <p:nvPr/>
                </p:nvSpPr>
                <p:spPr>
                  <a:xfrm>
                    <a:off x="729570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4" name="object 499">
                    <a:extLst>
                      <a:ext uri="{FF2B5EF4-FFF2-40B4-BE49-F238E27FC236}">
                        <a16:creationId xmlns:a16="http://schemas.microsoft.com/office/drawing/2014/main" id="{6054F6C0-65CF-4964-85E1-F97E1CB17603}"/>
                      </a:ext>
                    </a:extLst>
                  </p:cNvPr>
                  <p:cNvSpPr/>
                  <p:nvPr/>
                </p:nvSpPr>
                <p:spPr>
                  <a:xfrm>
                    <a:off x="740466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5" name="object 500">
                    <a:extLst>
                      <a:ext uri="{FF2B5EF4-FFF2-40B4-BE49-F238E27FC236}">
                        <a16:creationId xmlns:a16="http://schemas.microsoft.com/office/drawing/2014/main" id="{7BF991D4-B319-47E5-87B6-569D25136E76}"/>
                      </a:ext>
                    </a:extLst>
                  </p:cNvPr>
                  <p:cNvSpPr/>
                  <p:nvPr/>
                </p:nvSpPr>
                <p:spPr>
                  <a:xfrm>
                    <a:off x="740466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6" name="object 501">
                    <a:extLst>
                      <a:ext uri="{FF2B5EF4-FFF2-40B4-BE49-F238E27FC236}">
                        <a16:creationId xmlns:a16="http://schemas.microsoft.com/office/drawing/2014/main" id="{8A928A4B-8C1F-4060-9978-2638B440A226}"/>
                      </a:ext>
                    </a:extLst>
                  </p:cNvPr>
                  <p:cNvSpPr/>
                  <p:nvPr/>
                </p:nvSpPr>
                <p:spPr>
                  <a:xfrm>
                    <a:off x="75128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7" name="object 502">
                    <a:extLst>
                      <a:ext uri="{FF2B5EF4-FFF2-40B4-BE49-F238E27FC236}">
                        <a16:creationId xmlns:a16="http://schemas.microsoft.com/office/drawing/2014/main" id="{FD05CE41-D0F8-48DE-8BED-C05777123493}"/>
                      </a:ext>
                    </a:extLst>
                  </p:cNvPr>
                  <p:cNvSpPr/>
                  <p:nvPr/>
                </p:nvSpPr>
                <p:spPr>
                  <a:xfrm>
                    <a:off x="75128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8" name="object 503">
                    <a:extLst>
                      <a:ext uri="{FF2B5EF4-FFF2-40B4-BE49-F238E27FC236}">
                        <a16:creationId xmlns:a16="http://schemas.microsoft.com/office/drawing/2014/main" id="{FFB8BC4B-32B6-46E1-A7B7-0CDEDA1F38A4}"/>
                      </a:ext>
                    </a:extLst>
                  </p:cNvPr>
                  <p:cNvSpPr/>
                  <p:nvPr/>
                </p:nvSpPr>
                <p:spPr>
                  <a:xfrm>
                    <a:off x="762183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9" name="object 504">
                    <a:extLst>
                      <a:ext uri="{FF2B5EF4-FFF2-40B4-BE49-F238E27FC236}">
                        <a16:creationId xmlns:a16="http://schemas.microsoft.com/office/drawing/2014/main" id="{DBAA17F9-7421-4BDB-A439-3533BC4BD469}"/>
                      </a:ext>
                    </a:extLst>
                  </p:cNvPr>
                  <p:cNvSpPr/>
                  <p:nvPr/>
                </p:nvSpPr>
                <p:spPr>
                  <a:xfrm>
                    <a:off x="7621838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0" name="object 505">
                    <a:extLst>
                      <a:ext uri="{FF2B5EF4-FFF2-40B4-BE49-F238E27FC236}">
                        <a16:creationId xmlns:a16="http://schemas.microsoft.com/office/drawing/2014/main" id="{EC1C96B8-78DD-4415-851C-B4D9548D10B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1" name="object 506">
                    <a:extLst>
                      <a:ext uri="{FF2B5EF4-FFF2-40B4-BE49-F238E27FC236}">
                        <a16:creationId xmlns:a16="http://schemas.microsoft.com/office/drawing/2014/main" id="{9647CD38-8397-458D-A84C-5E5DA43C6D5B}"/>
                      </a:ext>
                    </a:extLst>
                  </p:cNvPr>
                  <p:cNvSpPr/>
                  <p:nvPr/>
                </p:nvSpPr>
                <p:spPr>
                  <a:xfrm>
                    <a:off x="773004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2" name="object 507">
                    <a:extLst>
                      <a:ext uri="{FF2B5EF4-FFF2-40B4-BE49-F238E27FC236}">
                        <a16:creationId xmlns:a16="http://schemas.microsoft.com/office/drawing/2014/main" id="{7119DB53-7FC3-4944-B5B3-0E8642D38B52}"/>
                      </a:ext>
                    </a:extLst>
                  </p:cNvPr>
                  <p:cNvSpPr/>
                  <p:nvPr/>
                </p:nvSpPr>
                <p:spPr>
                  <a:xfrm>
                    <a:off x="783900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3" name="object 508">
                    <a:extLst>
                      <a:ext uri="{FF2B5EF4-FFF2-40B4-BE49-F238E27FC236}">
                        <a16:creationId xmlns:a16="http://schemas.microsoft.com/office/drawing/2014/main" id="{0EA93C32-720D-4B4F-B876-4785168AF919}"/>
                      </a:ext>
                    </a:extLst>
                  </p:cNvPr>
                  <p:cNvSpPr/>
                  <p:nvPr/>
                </p:nvSpPr>
                <p:spPr>
                  <a:xfrm>
                    <a:off x="783900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4" name="object 509">
                    <a:extLst>
                      <a:ext uri="{FF2B5EF4-FFF2-40B4-BE49-F238E27FC236}">
                        <a16:creationId xmlns:a16="http://schemas.microsoft.com/office/drawing/2014/main" id="{872039BA-F2DC-4CAC-BAC0-AE5998CD01A3}"/>
                      </a:ext>
                    </a:extLst>
                  </p:cNvPr>
                  <p:cNvSpPr/>
                  <p:nvPr/>
                </p:nvSpPr>
                <p:spPr>
                  <a:xfrm>
                    <a:off x="79479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5" name="object 510">
                    <a:extLst>
                      <a:ext uri="{FF2B5EF4-FFF2-40B4-BE49-F238E27FC236}">
                        <a16:creationId xmlns:a16="http://schemas.microsoft.com/office/drawing/2014/main" id="{0E8B7B31-5E31-46A1-AB86-84B7C214AA4B}"/>
                      </a:ext>
                    </a:extLst>
                  </p:cNvPr>
                  <p:cNvSpPr/>
                  <p:nvPr/>
                </p:nvSpPr>
                <p:spPr>
                  <a:xfrm>
                    <a:off x="79479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6" name="object 511">
                    <a:extLst>
                      <a:ext uri="{FF2B5EF4-FFF2-40B4-BE49-F238E27FC236}">
                        <a16:creationId xmlns:a16="http://schemas.microsoft.com/office/drawing/2014/main" id="{6B577117-C099-41C5-86DF-6DDD2872733C}"/>
                      </a:ext>
                    </a:extLst>
                  </p:cNvPr>
                  <p:cNvSpPr/>
                  <p:nvPr/>
                </p:nvSpPr>
                <p:spPr>
                  <a:xfrm>
                    <a:off x="80561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7" name="object 512">
                    <a:extLst>
                      <a:ext uri="{FF2B5EF4-FFF2-40B4-BE49-F238E27FC236}">
                        <a16:creationId xmlns:a16="http://schemas.microsoft.com/office/drawing/2014/main" id="{13965765-E255-4284-8175-1AB1E320EB32}"/>
                      </a:ext>
                    </a:extLst>
                  </p:cNvPr>
                  <p:cNvSpPr/>
                  <p:nvPr/>
                </p:nvSpPr>
                <p:spPr>
                  <a:xfrm>
                    <a:off x="80561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8" name="object 513">
                    <a:extLst>
                      <a:ext uri="{FF2B5EF4-FFF2-40B4-BE49-F238E27FC236}">
                        <a16:creationId xmlns:a16="http://schemas.microsoft.com/office/drawing/2014/main" id="{178487C1-58BD-4EE4-B89E-6109B04A1383}"/>
                      </a:ext>
                    </a:extLst>
                  </p:cNvPr>
                  <p:cNvSpPr/>
                  <p:nvPr/>
                </p:nvSpPr>
                <p:spPr>
                  <a:xfrm>
                    <a:off x="816514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9" name="object 514">
                    <a:extLst>
                      <a:ext uri="{FF2B5EF4-FFF2-40B4-BE49-F238E27FC236}">
                        <a16:creationId xmlns:a16="http://schemas.microsoft.com/office/drawing/2014/main" id="{12479095-9A56-43EB-AFD6-680DAF4B2170}"/>
                      </a:ext>
                    </a:extLst>
                  </p:cNvPr>
                  <p:cNvSpPr/>
                  <p:nvPr/>
                </p:nvSpPr>
                <p:spPr>
                  <a:xfrm>
                    <a:off x="816514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0" name="object 515">
                    <a:extLst>
                      <a:ext uri="{FF2B5EF4-FFF2-40B4-BE49-F238E27FC236}">
                        <a16:creationId xmlns:a16="http://schemas.microsoft.com/office/drawing/2014/main" id="{67F80EFD-10E4-4F9A-A384-273B86BA2BD8}"/>
                      </a:ext>
                    </a:extLst>
                  </p:cNvPr>
                  <p:cNvSpPr/>
                  <p:nvPr/>
                </p:nvSpPr>
                <p:spPr>
                  <a:xfrm>
                    <a:off x="82733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1" name="object 516">
                    <a:extLst>
                      <a:ext uri="{FF2B5EF4-FFF2-40B4-BE49-F238E27FC236}">
                        <a16:creationId xmlns:a16="http://schemas.microsoft.com/office/drawing/2014/main" id="{E0B45FB3-D329-4DB1-9A5B-8D455FF499C5}"/>
                      </a:ext>
                    </a:extLst>
                  </p:cNvPr>
                  <p:cNvSpPr/>
                  <p:nvPr/>
                </p:nvSpPr>
                <p:spPr>
                  <a:xfrm>
                    <a:off x="82733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2" name="object 517">
                    <a:extLst>
                      <a:ext uri="{FF2B5EF4-FFF2-40B4-BE49-F238E27FC236}">
                        <a16:creationId xmlns:a16="http://schemas.microsoft.com/office/drawing/2014/main" id="{C649EE97-47B7-4398-99ED-73AA8606CB84}"/>
                      </a:ext>
                    </a:extLst>
                  </p:cNvPr>
                  <p:cNvSpPr/>
                  <p:nvPr/>
                </p:nvSpPr>
                <p:spPr>
                  <a:xfrm>
                    <a:off x="83823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3" name="object 518">
                    <a:extLst>
                      <a:ext uri="{FF2B5EF4-FFF2-40B4-BE49-F238E27FC236}">
                        <a16:creationId xmlns:a16="http://schemas.microsoft.com/office/drawing/2014/main" id="{596B961C-0AD7-4365-A0F0-62A4E330B5D0}"/>
                      </a:ext>
                    </a:extLst>
                  </p:cNvPr>
                  <p:cNvSpPr/>
                  <p:nvPr/>
                </p:nvSpPr>
                <p:spPr>
                  <a:xfrm>
                    <a:off x="83823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4" name="object 519">
                    <a:extLst>
                      <a:ext uri="{FF2B5EF4-FFF2-40B4-BE49-F238E27FC236}">
                        <a16:creationId xmlns:a16="http://schemas.microsoft.com/office/drawing/2014/main" id="{DD4EA3F0-8D1E-4880-A884-E1229EA2FFB3}"/>
                      </a:ext>
                    </a:extLst>
                  </p:cNvPr>
                  <p:cNvSpPr/>
                  <p:nvPr/>
                </p:nvSpPr>
                <p:spPr>
                  <a:xfrm>
                    <a:off x="8491280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5" name="object 520">
                    <a:extLst>
                      <a:ext uri="{FF2B5EF4-FFF2-40B4-BE49-F238E27FC236}">
                        <a16:creationId xmlns:a16="http://schemas.microsoft.com/office/drawing/2014/main" id="{02AD4AC9-BED9-4009-8CC4-DB9DF7EE264C}"/>
                      </a:ext>
                    </a:extLst>
                  </p:cNvPr>
                  <p:cNvSpPr/>
                  <p:nvPr/>
                </p:nvSpPr>
                <p:spPr>
                  <a:xfrm>
                    <a:off x="8491280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6" name="object 521">
                    <a:extLst>
                      <a:ext uri="{FF2B5EF4-FFF2-40B4-BE49-F238E27FC236}">
                        <a16:creationId xmlns:a16="http://schemas.microsoft.com/office/drawing/2014/main" id="{D1856F0E-A861-443E-B5B0-20C38DC28142}"/>
                      </a:ext>
                    </a:extLst>
                  </p:cNvPr>
                  <p:cNvSpPr/>
                  <p:nvPr/>
                </p:nvSpPr>
                <p:spPr>
                  <a:xfrm>
                    <a:off x="85994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7" name="object 522">
                    <a:extLst>
                      <a:ext uri="{FF2B5EF4-FFF2-40B4-BE49-F238E27FC236}">
                        <a16:creationId xmlns:a16="http://schemas.microsoft.com/office/drawing/2014/main" id="{DADDBE3F-CBCA-4F63-B53C-8F299A95522F}"/>
                      </a:ext>
                    </a:extLst>
                  </p:cNvPr>
                  <p:cNvSpPr/>
                  <p:nvPr/>
                </p:nvSpPr>
                <p:spPr>
                  <a:xfrm>
                    <a:off x="8599472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8" name="object 523">
                    <a:extLst>
                      <a:ext uri="{FF2B5EF4-FFF2-40B4-BE49-F238E27FC236}">
                        <a16:creationId xmlns:a16="http://schemas.microsoft.com/office/drawing/2014/main" id="{8F453CBA-F16E-417E-B7AA-A49E881AB538}"/>
                      </a:ext>
                    </a:extLst>
                  </p:cNvPr>
                  <p:cNvSpPr/>
                  <p:nvPr/>
                </p:nvSpPr>
                <p:spPr>
                  <a:xfrm>
                    <a:off x="8708437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9" name="object 524">
                    <a:extLst>
                      <a:ext uri="{FF2B5EF4-FFF2-40B4-BE49-F238E27FC236}">
                        <a16:creationId xmlns:a16="http://schemas.microsoft.com/office/drawing/2014/main" id="{31C744DF-B806-497A-B714-E59604539C92}"/>
                      </a:ext>
                    </a:extLst>
                  </p:cNvPr>
                  <p:cNvSpPr/>
                  <p:nvPr/>
                </p:nvSpPr>
                <p:spPr>
                  <a:xfrm>
                    <a:off x="8708437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0" name="object 525">
                    <a:extLst>
                      <a:ext uri="{FF2B5EF4-FFF2-40B4-BE49-F238E27FC236}">
                        <a16:creationId xmlns:a16="http://schemas.microsoft.com/office/drawing/2014/main" id="{437E4949-40EB-4765-A683-A69285EF4504}"/>
                      </a:ext>
                    </a:extLst>
                  </p:cNvPr>
                  <p:cNvSpPr/>
                  <p:nvPr/>
                </p:nvSpPr>
                <p:spPr>
                  <a:xfrm>
                    <a:off x="881665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1" name="object 526">
                    <a:extLst>
                      <a:ext uri="{FF2B5EF4-FFF2-40B4-BE49-F238E27FC236}">
                        <a16:creationId xmlns:a16="http://schemas.microsoft.com/office/drawing/2014/main" id="{0415A7B7-7A2D-4BC7-AA45-DBDC2B8BC449}"/>
                      </a:ext>
                    </a:extLst>
                  </p:cNvPr>
                  <p:cNvSpPr/>
                  <p:nvPr/>
                </p:nvSpPr>
                <p:spPr>
                  <a:xfrm>
                    <a:off x="881665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2" name="object 527">
                    <a:extLst>
                      <a:ext uri="{FF2B5EF4-FFF2-40B4-BE49-F238E27FC236}">
                        <a16:creationId xmlns:a16="http://schemas.microsoft.com/office/drawing/2014/main" id="{CCBF4209-20C6-4F9C-A6D5-B322588FD774}"/>
                      </a:ext>
                    </a:extLst>
                  </p:cNvPr>
                  <p:cNvSpPr/>
                  <p:nvPr/>
                </p:nvSpPr>
                <p:spPr>
                  <a:xfrm>
                    <a:off x="8925620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3" name="object 528">
                    <a:extLst>
                      <a:ext uri="{FF2B5EF4-FFF2-40B4-BE49-F238E27FC236}">
                        <a16:creationId xmlns:a16="http://schemas.microsoft.com/office/drawing/2014/main" id="{2C22D797-F382-4E6A-9446-809C071E0AF5}"/>
                      </a:ext>
                    </a:extLst>
                  </p:cNvPr>
                  <p:cNvSpPr/>
                  <p:nvPr/>
                </p:nvSpPr>
                <p:spPr>
                  <a:xfrm>
                    <a:off x="8925620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4" name="object 529">
                    <a:extLst>
                      <a:ext uri="{FF2B5EF4-FFF2-40B4-BE49-F238E27FC236}">
                        <a16:creationId xmlns:a16="http://schemas.microsoft.com/office/drawing/2014/main" id="{321B90C3-943F-47AE-9396-4F5D78BE2418}"/>
                      </a:ext>
                    </a:extLst>
                  </p:cNvPr>
                  <p:cNvSpPr/>
                  <p:nvPr/>
                </p:nvSpPr>
                <p:spPr>
                  <a:xfrm>
                    <a:off x="90345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5" name="object 530">
                    <a:extLst>
                      <a:ext uri="{FF2B5EF4-FFF2-40B4-BE49-F238E27FC236}">
                        <a16:creationId xmlns:a16="http://schemas.microsoft.com/office/drawing/2014/main" id="{AC2BF536-D867-4A15-9A7E-CC5CBD4B3B8A}"/>
                      </a:ext>
                    </a:extLst>
                  </p:cNvPr>
                  <p:cNvSpPr/>
                  <p:nvPr/>
                </p:nvSpPr>
                <p:spPr>
                  <a:xfrm>
                    <a:off x="9034574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6" name="object 531">
                    <a:extLst>
                      <a:ext uri="{FF2B5EF4-FFF2-40B4-BE49-F238E27FC236}">
                        <a16:creationId xmlns:a16="http://schemas.microsoft.com/office/drawing/2014/main" id="{B385DAFC-4E3D-4123-9285-4CB49993EBCD}"/>
                      </a:ext>
                    </a:extLst>
                  </p:cNvPr>
                  <p:cNvSpPr/>
                  <p:nvPr/>
                </p:nvSpPr>
                <p:spPr>
                  <a:xfrm>
                    <a:off x="91427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7" name="object 532">
                    <a:extLst>
                      <a:ext uri="{FF2B5EF4-FFF2-40B4-BE49-F238E27FC236}">
                        <a16:creationId xmlns:a16="http://schemas.microsoft.com/office/drawing/2014/main" id="{139C8A61-6102-4468-8ABE-226129D922F7}"/>
                      </a:ext>
                    </a:extLst>
                  </p:cNvPr>
                  <p:cNvSpPr/>
                  <p:nvPr/>
                </p:nvSpPr>
                <p:spPr>
                  <a:xfrm>
                    <a:off x="914277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8" name="object 533">
                    <a:extLst>
                      <a:ext uri="{FF2B5EF4-FFF2-40B4-BE49-F238E27FC236}">
                        <a16:creationId xmlns:a16="http://schemas.microsoft.com/office/drawing/2014/main" id="{9FE88271-7678-4029-9D05-20E78FA940DA}"/>
                      </a:ext>
                    </a:extLst>
                  </p:cNvPr>
                  <p:cNvSpPr/>
                  <p:nvPr/>
                </p:nvSpPr>
                <p:spPr>
                  <a:xfrm>
                    <a:off x="9251756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9" name="object 534">
                    <a:extLst>
                      <a:ext uri="{FF2B5EF4-FFF2-40B4-BE49-F238E27FC236}">
                        <a16:creationId xmlns:a16="http://schemas.microsoft.com/office/drawing/2014/main" id="{47E6E88B-E399-459C-A9D5-81CBE4F7D5E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0" name="object 535">
                    <a:extLst>
                      <a:ext uri="{FF2B5EF4-FFF2-40B4-BE49-F238E27FC236}">
                        <a16:creationId xmlns:a16="http://schemas.microsoft.com/office/drawing/2014/main" id="{0AB96B44-AB6F-4259-87A1-47E7CBA8CE08}"/>
                      </a:ext>
                    </a:extLst>
                  </p:cNvPr>
                  <p:cNvSpPr/>
                  <p:nvPr/>
                </p:nvSpPr>
                <p:spPr>
                  <a:xfrm>
                    <a:off x="93599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1" name="object 536">
                    <a:extLst>
                      <a:ext uri="{FF2B5EF4-FFF2-40B4-BE49-F238E27FC236}">
                        <a16:creationId xmlns:a16="http://schemas.microsoft.com/office/drawing/2014/main" id="{29D4FB18-6322-4821-A7B1-83BBCBFFD72B}"/>
                      </a:ext>
                    </a:extLst>
                  </p:cNvPr>
                  <p:cNvSpPr/>
                  <p:nvPr/>
                </p:nvSpPr>
                <p:spPr>
                  <a:xfrm>
                    <a:off x="9359948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2" name="object 537">
                    <a:extLst>
                      <a:ext uri="{FF2B5EF4-FFF2-40B4-BE49-F238E27FC236}">
                        <a16:creationId xmlns:a16="http://schemas.microsoft.com/office/drawing/2014/main" id="{841668FE-4760-4448-BB43-54603825C3E1}"/>
                      </a:ext>
                    </a:extLst>
                  </p:cNvPr>
                  <p:cNvSpPr/>
                  <p:nvPr/>
                </p:nvSpPr>
                <p:spPr>
                  <a:xfrm>
                    <a:off x="94689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3" name="object 538">
                    <a:extLst>
                      <a:ext uri="{FF2B5EF4-FFF2-40B4-BE49-F238E27FC236}">
                        <a16:creationId xmlns:a16="http://schemas.microsoft.com/office/drawing/2014/main" id="{8D37C47F-91B2-40A0-AA55-BAB925709294}"/>
                      </a:ext>
                    </a:extLst>
                  </p:cNvPr>
                  <p:cNvSpPr/>
                  <p:nvPr/>
                </p:nvSpPr>
                <p:spPr>
                  <a:xfrm>
                    <a:off x="9468914" y="5210789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4" name="object 539">
                    <a:extLst>
                      <a:ext uri="{FF2B5EF4-FFF2-40B4-BE49-F238E27FC236}">
                        <a16:creationId xmlns:a16="http://schemas.microsoft.com/office/drawing/2014/main" id="{55E483FD-244E-4EDC-AFDB-D0DF20020358}"/>
                      </a:ext>
                    </a:extLst>
                  </p:cNvPr>
                  <p:cNvSpPr/>
                  <p:nvPr/>
                </p:nvSpPr>
                <p:spPr>
                  <a:xfrm>
                    <a:off x="957789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5" name="object 540">
                    <a:extLst>
                      <a:ext uri="{FF2B5EF4-FFF2-40B4-BE49-F238E27FC236}">
                        <a16:creationId xmlns:a16="http://schemas.microsoft.com/office/drawing/2014/main" id="{6C44CDCA-5382-42D6-8E0D-D430363B9AD4}"/>
                      </a:ext>
                    </a:extLst>
                  </p:cNvPr>
                  <p:cNvSpPr/>
                  <p:nvPr/>
                </p:nvSpPr>
                <p:spPr>
                  <a:xfrm>
                    <a:off x="9577892" y="5210789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6" name="object 541">
                    <a:extLst>
                      <a:ext uri="{FF2B5EF4-FFF2-40B4-BE49-F238E27FC236}">
                        <a16:creationId xmlns:a16="http://schemas.microsoft.com/office/drawing/2014/main" id="{64DDB81F-3CAC-4A6B-A82A-D875A9BA3745}"/>
                      </a:ext>
                    </a:extLst>
                  </p:cNvPr>
                  <p:cNvSpPr/>
                  <p:nvPr/>
                </p:nvSpPr>
                <p:spPr>
                  <a:xfrm>
                    <a:off x="696956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7" name="object 542">
                    <a:extLst>
                      <a:ext uri="{FF2B5EF4-FFF2-40B4-BE49-F238E27FC236}">
                        <a16:creationId xmlns:a16="http://schemas.microsoft.com/office/drawing/2014/main" id="{8059B5EB-5D3C-4440-A61A-D3316D6BE05A}"/>
                      </a:ext>
                    </a:extLst>
                  </p:cNvPr>
                  <p:cNvSpPr/>
                  <p:nvPr/>
                </p:nvSpPr>
                <p:spPr>
                  <a:xfrm>
                    <a:off x="696956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8" name="object 543">
                    <a:extLst>
                      <a:ext uri="{FF2B5EF4-FFF2-40B4-BE49-F238E27FC236}">
                        <a16:creationId xmlns:a16="http://schemas.microsoft.com/office/drawing/2014/main" id="{51E8AE9E-DA56-4876-BE74-B07888787E54}"/>
                      </a:ext>
                    </a:extLst>
                  </p:cNvPr>
                  <p:cNvSpPr/>
                  <p:nvPr/>
                </p:nvSpPr>
                <p:spPr>
                  <a:xfrm>
                    <a:off x="707853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9" name="object 544">
                    <a:extLst>
                      <a:ext uri="{FF2B5EF4-FFF2-40B4-BE49-F238E27FC236}">
                        <a16:creationId xmlns:a16="http://schemas.microsoft.com/office/drawing/2014/main" id="{B4BA94C7-8213-4B27-AF1A-FBE8333BFCEE}"/>
                      </a:ext>
                    </a:extLst>
                  </p:cNvPr>
                  <p:cNvSpPr/>
                  <p:nvPr/>
                </p:nvSpPr>
                <p:spPr>
                  <a:xfrm>
                    <a:off x="707853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0" name="object 545">
                    <a:extLst>
                      <a:ext uri="{FF2B5EF4-FFF2-40B4-BE49-F238E27FC236}">
                        <a16:creationId xmlns:a16="http://schemas.microsoft.com/office/drawing/2014/main" id="{7DFAEB75-E716-4DBA-8514-35C95B3B2503}"/>
                      </a:ext>
                    </a:extLst>
                  </p:cNvPr>
                  <p:cNvSpPr/>
                  <p:nvPr/>
                </p:nvSpPr>
                <p:spPr>
                  <a:xfrm>
                    <a:off x="718673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1" name="object 546">
                    <a:extLst>
                      <a:ext uri="{FF2B5EF4-FFF2-40B4-BE49-F238E27FC236}">
                        <a16:creationId xmlns:a16="http://schemas.microsoft.com/office/drawing/2014/main" id="{AEA601D5-5DD4-4FA8-A5B0-F3E0C10F24B1}"/>
                      </a:ext>
                    </a:extLst>
                  </p:cNvPr>
                  <p:cNvSpPr/>
                  <p:nvPr/>
                </p:nvSpPr>
                <p:spPr>
                  <a:xfrm>
                    <a:off x="7186736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2" name="object 547">
                    <a:extLst>
                      <a:ext uri="{FF2B5EF4-FFF2-40B4-BE49-F238E27FC236}">
                        <a16:creationId xmlns:a16="http://schemas.microsoft.com/office/drawing/2014/main" id="{C4E20B57-7105-4AC1-98B8-7E04F0FBFB0F}"/>
                      </a:ext>
                    </a:extLst>
                  </p:cNvPr>
                  <p:cNvSpPr/>
                  <p:nvPr/>
                </p:nvSpPr>
                <p:spPr>
                  <a:xfrm>
                    <a:off x="729570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3" name="object 548">
                    <a:extLst>
                      <a:ext uri="{FF2B5EF4-FFF2-40B4-BE49-F238E27FC236}">
                        <a16:creationId xmlns:a16="http://schemas.microsoft.com/office/drawing/2014/main" id="{A3A8F30F-0FDB-4735-8477-CF31FBBF3BE7}"/>
                      </a:ext>
                    </a:extLst>
                  </p:cNvPr>
                  <p:cNvSpPr/>
                  <p:nvPr/>
                </p:nvSpPr>
                <p:spPr>
                  <a:xfrm>
                    <a:off x="729570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4" name="object 549">
                    <a:extLst>
                      <a:ext uri="{FF2B5EF4-FFF2-40B4-BE49-F238E27FC236}">
                        <a16:creationId xmlns:a16="http://schemas.microsoft.com/office/drawing/2014/main" id="{E4F4CC0B-084B-44C5-A292-95F7C45ACBC9}"/>
                      </a:ext>
                    </a:extLst>
                  </p:cNvPr>
                  <p:cNvSpPr/>
                  <p:nvPr/>
                </p:nvSpPr>
                <p:spPr>
                  <a:xfrm>
                    <a:off x="740466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5" name="object 550">
                    <a:extLst>
                      <a:ext uri="{FF2B5EF4-FFF2-40B4-BE49-F238E27FC236}">
                        <a16:creationId xmlns:a16="http://schemas.microsoft.com/office/drawing/2014/main" id="{D8DD4124-78C9-406A-8AD1-5DED63E40574}"/>
                      </a:ext>
                    </a:extLst>
                  </p:cNvPr>
                  <p:cNvSpPr/>
                  <p:nvPr/>
                </p:nvSpPr>
                <p:spPr>
                  <a:xfrm>
                    <a:off x="740466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6" name="object 551">
                    <a:extLst>
                      <a:ext uri="{FF2B5EF4-FFF2-40B4-BE49-F238E27FC236}">
                        <a16:creationId xmlns:a16="http://schemas.microsoft.com/office/drawing/2014/main" id="{480144D5-70D6-4ACD-9ADF-52896003A2E2}"/>
                      </a:ext>
                    </a:extLst>
                  </p:cNvPr>
                  <p:cNvSpPr/>
                  <p:nvPr/>
                </p:nvSpPr>
                <p:spPr>
                  <a:xfrm>
                    <a:off x="75128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7" name="object 552">
                    <a:extLst>
                      <a:ext uri="{FF2B5EF4-FFF2-40B4-BE49-F238E27FC236}">
                        <a16:creationId xmlns:a16="http://schemas.microsoft.com/office/drawing/2014/main" id="{D8DFD8C8-885B-4D3B-9197-B2BEDFEA85D8}"/>
                      </a:ext>
                    </a:extLst>
                  </p:cNvPr>
                  <p:cNvSpPr/>
                  <p:nvPr/>
                </p:nvSpPr>
                <p:spPr>
                  <a:xfrm>
                    <a:off x="75128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8" name="object 553">
                    <a:extLst>
                      <a:ext uri="{FF2B5EF4-FFF2-40B4-BE49-F238E27FC236}">
                        <a16:creationId xmlns:a16="http://schemas.microsoft.com/office/drawing/2014/main" id="{8D8DFBAB-0370-448E-A044-C8E2A2274D7C}"/>
                      </a:ext>
                    </a:extLst>
                  </p:cNvPr>
                  <p:cNvSpPr/>
                  <p:nvPr/>
                </p:nvSpPr>
                <p:spPr>
                  <a:xfrm>
                    <a:off x="762183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9" name="object 554">
                    <a:extLst>
                      <a:ext uri="{FF2B5EF4-FFF2-40B4-BE49-F238E27FC236}">
                        <a16:creationId xmlns:a16="http://schemas.microsoft.com/office/drawing/2014/main" id="{2C85EF8C-F809-4C9D-B61E-185FB4CE3B18}"/>
                      </a:ext>
                    </a:extLst>
                  </p:cNvPr>
                  <p:cNvSpPr/>
                  <p:nvPr/>
                </p:nvSpPr>
                <p:spPr>
                  <a:xfrm>
                    <a:off x="7621838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0" name="object 555">
                    <a:extLst>
                      <a:ext uri="{FF2B5EF4-FFF2-40B4-BE49-F238E27FC236}">
                        <a16:creationId xmlns:a16="http://schemas.microsoft.com/office/drawing/2014/main" id="{4DE20D44-8F3B-4B51-B134-089F70D92175}"/>
                      </a:ext>
                    </a:extLst>
                  </p:cNvPr>
                  <p:cNvSpPr/>
                  <p:nvPr/>
                </p:nvSpPr>
                <p:spPr>
                  <a:xfrm>
                    <a:off x="773004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1" name="object 556">
                    <a:extLst>
                      <a:ext uri="{FF2B5EF4-FFF2-40B4-BE49-F238E27FC236}">
                        <a16:creationId xmlns:a16="http://schemas.microsoft.com/office/drawing/2014/main" id="{951A8E3D-564E-444B-90D2-A465BD2C8C7A}"/>
                      </a:ext>
                    </a:extLst>
                  </p:cNvPr>
                  <p:cNvSpPr/>
                  <p:nvPr/>
                </p:nvSpPr>
                <p:spPr>
                  <a:xfrm>
                    <a:off x="773004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2" name="object 557">
                    <a:extLst>
                      <a:ext uri="{FF2B5EF4-FFF2-40B4-BE49-F238E27FC236}">
                        <a16:creationId xmlns:a16="http://schemas.microsoft.com/office/drawing/2014/main" id="{4E9D6463-D163-46C3-A5C9-FB4A13B9DAF9}"/>
                      </a:ext>
                    </a:extLst>
                  </p:cNvPr>
                  <p:cNvSpPr/>
                  <p:nvPr/>
                </p:nvSpPr>
                <p:spPr>
                  <a:xfrm>
                    <a:off x="783900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3" name="object 558">
                    <a:extLst>
                      <a:ext uri="{FF2B5EF4-FFF2-40B4-BE49-F238E27FC236}">
                        <a16:creationId xmlns:a16="http://schemas.microsoft.com/office/drawing/2014/main" id="{0ABE085A-8C52-4F52-B5BF-2A8AF01AFA4B}"/>
                      </a:ext>
                    </a:extLst>
                  </p:cNvPr>
                  <p:cNvSpPr/>
                  <p:nvPr/>
                </p:nvSpPr>
                <p:spPr>
                  <a:xfrm>
                    <a:off x="783900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4" name="object 559">
                    <a:extLst>
                      <a:ext uri="{FF2B5EF4-FFF2-40B4-BE49-F238E27FC236}">
                        <a16:creationId xmlns:a16="http://schemas.microsoft.com/office/drawing/2014/main" id="{53FC4817-D43A-4C34-942B-E9A56995CA28}"/>
                      </a:ext>
                    </a:extLst>
                  </p:cNvPr>
                  <p:cNvSpPr/>
                  <p:nvPr/>
                </p:nvSpPr>
                <p:spPr>
                  <a:xfrm>
                    <a:off x="79479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5" name="object 560">
                    <a:extLst>
                      <a:ext uri="{FF2B5EF4-FFF2-40B4-BE49-F238E27FC236}">
                        <a16:creationId xmlns:a16="http://schemas.microsoft.com/office/drawing/2014/main" id="{E7E1AA30-70F2-4A5A-98F5-019CF2586FF3}"/>
                      </a:ext>
                    </a:extLst>
                  </p:cNvPr>
                  <p:cNvSpPr/>
                  <p:nvPr/>
                </p:nvSpPr>
                <p:spPr>
                  <a:xfrm>
                    <a:off x="79479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6" name="object 561">
                    <a:extLst>
                      <a:ext uri="{FF2B5EF4-FFF2-40B4-BE49-F238E27FC236}">
                        <a16:creationId xmlns:a16="http://schemas.microsoft.com/office/drawing/2014/main" id="{F61B5005-26DE-4746-933C-EE4BC7B81B74}"/>
                      </a:ext>
                    </a:extLst>
                  </p:cNvPr>
                  <p:cNvSpPr/>
                  <p:nvPr/>
                </p:nvSpPr>
                <p:spPr>
                  <a:xfrm>
                    <a:off x="80561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7" name="object 562">
                    <a:extLst>
                      <a:ext uri="{FF2B5EF4-FFF2-40B4-BE49-F238E27FC236}">
                        <a16:creationId xmlns:a16="http://schemas.microsoft.com/office/drawing/2014/main" id="{2578287F-7C9F-4095-8959-2DF034EA9073}"/>
                      </a:ext>
                    </a:extLst>
                  </p:cNvPr>
                  <p:cNvSpPr/>
                  <p:nvPr/>
                </p:nvSpPr>
                <p:spPr>
                  <a:xfrm>
                    <a:off x="80561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8" name="object 563">
                    <a:extLst>
                      <a:ext uri="{FF2B5EF4-FFF2-40B4-BE49-F238E27FC236}">
                        <a16:creationId xmlns:a16="http://schemas.microsoft.com/office/drawing/2014/main" id="{A89F4305-303B-4339-ABCC-F414B996AE33}"/>
                      </a:ext>
                    </a:extLst>
                  </p:cNvPr>
                  <p:cNvSpPr/>
                  <p:nvPr/>
                </p:nvSpPr>
                <p:spPr>
                  <a:xfrm>
                    <a:off x="816514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9" name="object 564">
                    <a:extLst>
                      <a:ext uri="{FF2B5EF4-FFF2-40B4-BE49-F238E27FC236}">
                        <a16:creationId xmlns:a16="http://schemas.microsoft.com/office/drawing/2014/main" id="{B086011D-A5B0-4451-9DDA-48D90E84AA3D}"/>
                      </a:ext>
                    </a:extLst>
                  </p:cNvPr>
                  <p:cNvSpPr/>
                  <p:nvPr/>
                </p:nvSpPr>
                <p:spPr>
                  <a:xfrm>
                    <a:off x="816514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0" name="object 565">
                    <a:extLst>
                      <a:ext uri="{FF2B5EF4-FFF2-40B4-BE49-F238E27FC236}">
                        <a16:creationId xmlns:a16="http://schemas.microsoft.com/office/drawing/2014/main" id="{05CE3DD3-1016-408B-8F66-8F2A036977CE}"/>
                      </a:ext>
                    </a:extLst>
                  </p:cNvPr>
                  <p:cNvSpPr/>
                  <p:nvPr/>
                </p:nvSpPr>
                <p:spPr>
                  <a:xfrm>
                    <a:off x="82733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1" name="object 566">
                    <a:extLst>
                      <a:ext uri="{FF2B5EF4-FFF2-40B4-BE49-F238E27FC236}">
                        <a16:creationId xmlns:a16="http://schemas.microsoft.com/office/drawing/2014/main" id="{9238A75A-0AE3-4065-9B80-BEF3D6699937}"/>
                      </a:ext>
                    </a:extLst>
                  </p:cNvPr>
                  <p:cNvSpPr/>
                  <p:nvPr/>
                </p:nvSpPr>
                <p:spPr>
                  <a:xfrm>
                    <a:off x="82733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2" name="object 567">
                    <a:extLst>
                      <a:ext uri="{FF2B5EF4-FFF2-40B4-BE49-F238E27FC236}">
                        <a16:creationId xmlns:a16="http://schemas.microsoft.com/office/drawing/2014/main" id="{F7771BD1-665E-4DEE-9E53-BCA68810D277}"/>
                      </a:ext>
                    </a:extLst>
                  </p:cNvPr>
                  <p:cNvSpPr/>
                  <p:nvPr/>
                </p:nvSpPr>
                <p:spPr>
                  <a:xfrm>
                    <a:off x="83823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3" name="object 568">
                    <a:extLst>
                      <a:ext uri="{FF2B5EF4-FFF2-40B4-BE49-F238E27FC236}">
                        <a16:creationId xmlns:a16="http://schemas.microsoft.com/office/drawing/2014/main" id="{8EB3F758-283A-4690-BE5A-F1DE1246D5E3}"/>
                      </a:ext>
                    </a:extLst>
                  </p:cNvPr>
                  <p:cNvSpPr/>
                  <p:nvPr/>
                </p:nvSpPr>
                <p:spPr>
                  <a:xfrm>
                    <a:off x="83823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4" name="object 569">
                    <a:extLst>
                      <a:ext uri="{FF2B5EF4-FFF2-40B4-BE49-F238E27FC236}">
                        <a16:creationId xmlns:a16="http://schemas.microsoft.com/office/drawing/2014/main" id="{FCEF14BB-0695-4C0C-B19C-6D38E15BDD5B}"/>
                      </a:ext>
                    </a:extLst>
                  </p:cNvPr>
                  <p:cNvSpPr/>
                  <p:nvPr/>
                </p:nvSpPr>
                <p:spPr>
                  <a:xfrm>
                    <a:off x="8491280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5" name="object 570">
                    <a:extLst>
                      <a:ext uri="{FF2B5EF4-FFF2-40B4-BE49-F238E27FC236}">
                        <a16:creationId xmlns:a16="http://schemas.microsoft.com/office/drawing/2014/main" id="{10394A86-8BB3-431D-AB0F-8495A6939BE6}"/>
                      </a:ext>
                    </a:extLst>
                  </p:cNvPr>
                  <p:cNvSpPr/>
                  <p:nvPr/>
                </p:nvSpPr>
                <p:spPr>
                  <a:xfrm>
                    <a:off x="8491280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6" name="object 571">
                    <a:extLst>
                      <a:ext uri="{FF2B5EF4-FFF2-40B4-BE49-F238E27FC236}">
                        <a16:creationId xmlns:a16="http://schemas.microsoft.com/office/drawing/2014/main" id="{2096B973-762F-4F7F-BB74-BDDEA0205BA9}"/>
                      </a:ext>
                    </a:extLst>
                  </p:cNvPr>
                  <p:cNvSpPr/>
                  <p:nvPr/>
                </p:nvSpPr>
                <p:spPr>
                  <a:xfrm>
                    <a:off x="85994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7" name="object 572">
                    <a:extLst>
                      <a:ext uri="{FF2B5EF4-FFF2-40B4-BE49-F238E27FC236}">
                        <a16:creationId xmlns:a16="http://schemas.microsoft.com/office/drawing/2014/main" id="{C9174DD2-E31B-4CEE-9549-43465179A6E5}"/>
                      </a:ext>
                    </a:extLst>
                  </p:cNvPr>
                  <p:cNvSpPr/>
                  <p:nvPr/>
                </p:nvSpPr>
                <p:spPr>
                  <a:xfrm>
                    <a:off x="8599472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8" name="object 573">
                    <a:extLst>
                      <a:ext uri="{FF2B5EF4-FFF2-40B4-BE49-F238E27FC236}">
                        <a16:creationId xmlns:a16="http://schemas.microsoft.com/office/drawing/2014/main" id="{80C2AE02-40AA-4161-A89D-D05559328E72}"/>
                      </a:ext>
                    </a:extLst>
                  </p:cNvPr>
                  <p:cNvSpPr/>
                  <p:nvPr/>
                </p:nvSpPr>
                <p:spPr>
                  <a:xfrm>
                    <a:off x="8708437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9" name="object 574">
                    <a:extLst>
                      <a:ext uri="{FF2B5EF4-FFF2-40B4-BE49-F238E27FC236}">
                        <a16:creationId xmlns:a16="http://schemas.microsoft.com/office/drawing/2014/main" id="{C11B4AF4-A986-4F2F-B724-2860E93E3308}"/>
                      </a:ext>
                    </a:extLst>
                  </p:cNvPr>
                  <p:cNvSpPr/>
                  <p:nvPr/>
                </p:nvSpPr>
                <p:spPr>
                  <a:xfrm>
                    <a:off x="8708437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0" name="object 575">
                    <a:extLst>
                      <a:ext uri="{FF2B5EF4-FFF2-40B4-BE49-F238E27FC236}">
                        <a16:creationId xmlns:a16="http://schemas.microsoft.com/office/drawing/2014/main" id="{1E3D9EA1-961F-4829-B509-A32B5C813947}"/>
                      </a:ext>
                    </a:extLst>
                  </p:cNvPr>
                  <p:cNvSpPr/>
                  <p:nvPr/>
                </p:nvSpPr>
                <p:spPr>
                  <a:xfrm>
                    <a:off x="881665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1" name="object 576">
                    <a:extLst>
                      <a:ext uri="{FF2B5EF4-FFF2-40B4-BE49-F238E27FC236}">
                        <a16:creationId xmlns:a16="http://schemas.microsoft.com/office/drawing/2014/main" id="{86EAF02B-C106-4541-BC17-C94C670B1A9A}"/>
                      </a:ext>
                    </a:extLst>
                  </p:cNvPr>
                  <p:cNvSpPr/>
                  <p:nvPr/>
                </p:nvSpPr>
                <p:spPr>
                  <a:xfrm>
                    <a:off x="881665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2" name="object 577">
                    <a:extLst>
                      <a:ext uri="{FF2B5EF4-FFF2-40B4-BE49-F238E27FC236}">
                        <a16:creationId xmlns:a16="http://schemas.microsoft.com/office/drawing/2014/main" id="{C06CE17B-088A-4FB0-95D9-CE70F388A55F}"/>
                      </a:ext>
                    </a:extLst>
                  </p:cNvPr>
                  <p:cNvSpPr/>
                  <p:nvPr/>
                </p:nvSpPr>
                <p:spPr>
                  <a:xfrm>
                    <a:off x="8925620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3" name="object 578">
                    <a:extLst>
                      <a:ext uri="{FF2B5EF4-FFF2-40B4-BE49-F238E27FC236}">
                        <a16:creationId xmlns:a16="http://schemas.microsoft.com/office/drawing/2014/main" id="{3E89EC99-B31B-4136-8567-D3F7485BEFC9}"/>
                      </a:ext>
                    </a:extLst>
                  </p:cNvPr>
                  <p:cNvSpPr/>
                  <p:nvPr/>
                </p:nvSpPr>
                <p:spPr>
                  <a:xfrm>
                    <a:off x="8925620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4" name="object 579">
                    <a:extLst>
                      <a:ext uri="{FF2B5EF4-FFF2-40B4-BE49-F238E27FC236}">
                        <a16:creationId xmlns:a16="http://schemas.microsoft.com/office/drawing/2014/main" id="{2AFB9F4B-655E-470A-B3EF-1C5AA3323C4E}"/>
                      </a:ext>
                    </a:extLst>
                  </p:cNvPr>
                  <p:cNvSpPr/>
                  <p:nvPr/>
                </p:nvSpPr>
                <p:spPr>
                  <a:xfrm>
                    <a:off x="90345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5" name="object 580">
                    <a:extLst>
                      <a:ext uri="{FF2B5EF4-FFF2-40B4-BE49-F238E27FC236}">
                        <a16:creationId xmlns:a16="http://schemas.microsoft.com/office/drawing/2014/main" id="{671F11BC-7BEF-4DA2-881B-E92327DB2553}"/>
                      </a:ext>
                    </a:extLst>
                  </p:cNvPr>
                  <p:cNvSpPr/>
                  <p:nvPr/>
                </p:nvSpPr>
                <p:spPr>
                  <a:xfrm>
                    <a:off x="9034574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6" name="object 581">
                    <a:extLst>
                      <a:ext uri="{FF2B5EF4-FFF2-40B4-BE49-F238E27FC236}">
                        <a16:creationId xmlns:a16="http://schemas.microsoft.com/office/drawing/2014/main" id="{2D2CE9C6-A529-4E89-B479-1DBBDAA60958}"/>
                      </a:ext>
                    </a:extLst>
                  </p:cNvPr>
                  <p:cNvSpPr/>
                  <p:nvPr/>
                </p:nvSpPr>
                <p:spPr>
                  <a:xfrm>
                    <a:off x="91427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7" name="object 582">
                    <a:extLst>
                      <a:ext uri="{FF2B5EF4-FFF2-40B4-BE49-F238E27FC236}">
                        <a16:creationId xmlns:a16="http://schemas.microsoft.com/office/drawing/2014/main" id="{1BEEF5CF-11E3-45F6-8229-D493723B8772}"/>
                      </a:ext>
                    </a:extLst>
                  </p:cNvPr>
                  <p:cNvSpPr/>
                  <p:nvPr/>
                </p:nvSpPr>
                <p:spPr>
                  <a:xfrm>
                    <a:off x="914277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8" name="object 583">
                    <a:extLst>
                      <a:ext uri="{FF2B5EF4-FFF2-40B4-BE49-F238E27FC236}">
                        <a16:creationId xmlns:a16="http://schemas.microsoft.com/office/drawing/2014/main" id="{C7325A78-35B3-45A5-8662-6512ACFE14A5}"/>
                      </a:ext>
                    </a:extLst>
                  </p:cNvPr>
                  <p:cNvSpPr/>
                  <p:nvPr/>
                </p:nvSpPr>
                <p:spPr>
                  <a:xfrm>
                    <a:off x="9251756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9" name="object 584">
                    <a:extLst>
                      <a:ext uri="{FF2B5EF4-FFF2-40B4-BE49-F238E27FC236}">
                        <a16:creationId xmlns:a16="http://schemas.microsoft.com/office/drawing/2014/main" id="{9E52BB12-6F83-426C-BB5C-054A2B38761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0" name="object 585">
                    <a:extLst>
                      <a:ext uri="{FF2B5EF4-FFF2-40B4-BE49-F238E27FC236}">
                        <a16:creationId xmlns:a16="http://schemas.microsoft.com/office/drawing/2014/main" id="{EFA9ECCC-AB1D-45B1-AF0F-B361D2A24311}"/>
                      </a:ext>
                    </a:extLst>
                  </p:cNvPr>
                  <p:cNvSpPr/>
                  <p:nvPr/>
                </p:nvSpPr>
                <p:spPr>
                  <a:xfrm>
                    <a:off x="93599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1" name="object 586">
                    <a:extLst>
                      <a:ext uri="{FF2B5EF4-FFF2-40B4-BE49-F238E27FC236}">
                        <a16:creationId xmlns:a16="http://schemas.microsoft.com/office/drawing/2014/main" id="{A794839C-3452-4039-BCC3-46484E2C9AB3}"/>
                      </a:ext>
                    </a:extLst>
                  </p:cNvPr>
                  <p:cNvSpPr/>
                  <p:nvPr/>
                </p:nvSpPr>
                <p:spPr>
                  <a:xfrm>
                    <a:off x="9359948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2" name="object 587">
                    <a:extLst>
                      <a:ext uri="{FF2B5EF4-FFF2-40B4-BE49-F238E27FC236}">
                        <a16:creationId xmlns:a16="http://schemas.microsoft.com/office/drawing/2014/main" id="{4ED38D99-7404-4299-99F1-A0FD9822C9B7}"/>
                      </a:ext>
                    </a:extLst>
                  </p:cNvPr>
                  <p:cNvSpPr/>
                  <p:nvPr/>
                </p:nvSpPr>
                <p:spPr>
                  <a:xfrm>
                    <a:off x="94689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3" name="object 588">
                    <a:extLst>
                      <a:ext uri="{FF2B5EF4-FFF2-40B4-BE49-F238E27FC236}">
                        <a16:creationId xmlns:a16="http://schemas.microsoft.com/office/drawing/2014/main" id="{9B50C618-BA16-43AC-9ECB-29FF3BFA7962}"/>
                      </a:ext>
                    </a:extLst>
                  </p:cNvPr>
                  <p:cNvSpPr/>
                  <p:nvPr/>
                </p:nvSpPr>
                <p:spPr>
                  <a:xfrm>
                    <a:off x="9468914" y="531975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4" name="object 589">
                    <a:extLst>
                      <a:ext uri="{FF2B5EF4-FFF2-40B4-BE49-F238E27FC236}">
                        <a16:creationId xmlns:a16="http://schemas.microsoft.com/office/drawing/2014/main" id="{AFF12827-62E6-41A1-BA9D-8286A65B8F56}"/>
                      </a:ext>
                    </a:extLst>
                  </p:cNvPr>
                  <p:cNvSpPr/>
                  <p:nvPr/>
                </p:nvSpPr>
                <p:spPr>
                  <a:xfrm>
                    <a:off x="957789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5" name="object 590">
                    <a:extLst>
                      <a:ext uri="{FF2B5EF4-FFF2-40B4-BE49-F238E27FC236}">
                        <a16:creationId xmlns:a16="http://schemas.microsoft.com/office/drawing/2014/main" id="{E1258B21-B9EA-41BA-826A-E5C8BAFE5994}"/>
                      </a:ext>
                    </a:extLst>
                  </p:cNvPr>
                  <p:cNvSpPr/>
                  <p:nvPr/>
                </p:nvSpPr>
                <p:spPr>
                  <a:xfrm>
                    <a:off x="9577892" y="531975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6" name="object 591">
                    <a:extLst>
                      <a:ext uri="{FF2B5EF4-FFF2-40B4-BE49-F238E27FC236}">
                        <a16:creationId xmlns:a16="http://schemas.microsoft.com/office/drawing/2014/main" id="{EF7EA58D-65D5-4C1E-9CFF-D9A335CD37C1}"/>
                      </a:ext>
                    </a:extLst>
                  </p:cNvPr>
                  <p:cNvSpPr/>
                  <p:nvPr/>
                </p:nvSpPr>
                <p:spPr>
                  <a:xfrm>
                    <a:off x="696956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7" name="object 592">
                    <a:extLst>
                      <a:ext uri="{FF2B5EF4-FFF2-40B4-BE49-F238E27FC236}">
                        <a16:creationId xmlns:a16="http://schemas.microsoft.com/office/drawing/2014/main" id="{F79F2477-B17F-4909-8A54-8635B7CE268E}"/>
                      </a:ext>
                    </a:extLst>
                  </p:cNvPr>
                  <p:cNvSpPr/>
                  <p:nvPr/>
                </p:nvSpPr>
                <p:spPr>
                  <a:xfrm>
                    <a:off x="696956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8" name="object 593">
                    <a:extLst>
                      <a:ext uri="{FF2B5EF4-FFF2-40B4-BE49-F238E27FC236}">
                        <a16:creationId xmlns:a16="http://schemas.microsoft.com/office/drawing/2014/main" id="{284DCE55-B527-41D0-829F-08518BBA18B0}"/>
                      </a:ext>
                    </a:extLst>
                  </p:cNvPr>
                  <p:cNvSpPr/>
                  <p:nvPr/>
                </p:nvSpPr>
                <p:spPr>
                  <a:xfrm>
                    <a:off x="707853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9" name="object 594">
                    <a:extLst>
                      <a:ext uri="{FF2B5EF4-FFF2-40B4-BE49-F238E27FC236}">
                        <a16:creationId xmlns:a16="http://schemas.microsoft.com/office/drawing/2014/main" id="{9A71C95E-2332-4969-A018-5A707F3A584D}"/>
                      </a:ext>
                    </a:extLst>
                  </p:cNvPr>
                  <p:cNvSpPr/>
                  <p:nvPr/>
                </p:nvSpPr>
                <p:spPr>
                  <a:xfrm>
                    <a:off x="707853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0" name="object 595">
                    <a:extLst>
                      <a:ext uri="{FF2B5EF4-FFF2-40B4-BE49-F238E27FC236}">
                        <a16:creationId xmlns:a16="http://schemas.microsoft.com/office/drawing/2014/main" id="{FF4172B9-1560-4691-B323-BCEA7E206057}"/>
                      </a:ext>
                    </a:extLst>
                  </p:cNvPr>
                  <p:cNvSpPr/>
                  <p:nvPr/>
                </p:nvSpPr>
                <p:spPr>
                  <a:xfrm>
                    <a:off x="718673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1" name="object 596">
                    <a:extLst>
                      <a:ext uri="{FF2B5EF4-FFF2-40B4-BE49-F238E27FC236}">
                        <a16:creationId xmlns:a16="http://schemas.microsoft.com/office/drawing/2014/main" id="{76BD8373-387A-444D-8805-217244231952}"/>
                      </a:ext>
                    </a:extLst>
                  </p:cNvPr>
                  <p:cNvSpPr/>
                  <p:nvPr/>
                </p:nvSpPr>
                <p:spPr>
                  <a:xfrm>
                    <a:off x="7186736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2" name="object 597">
                    <a:extLst>
                      <a:ext uri="{FF2B5EF4-FFF2-40B4-BE49-F238E27FC236}">
                        <a16:creationId xmlns:a16="http://schemas.microsoft.com/office/drawing/2014/main" id="{987A3573-9B53-4CB7-B6E5-38EA24F86D2C}"/>
                      </a:ext>
                    </a:extLst>
                  </p:cNvPr>
                  <p:cNvSpPr/>
                  <p:nvPr/>
                </p:nvSpPr>
                <p:spPr>
                  <a:xfrm>
                    <a:off x="729570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3" name="object 598">
                    <a:extLst>
                      <a:ext uri="{FF2B5EF4-FFF2-40B4-BE49-F238E27FC236}">
                        <a16:creationId xmlns:a16="http://schemas.microsoft.com/office/drawing/2014/main" id="{B12756DE-18F0-4E95-9159-79EC0C25FF5D}"/>
                      </a:ext>
                    </a:extLst>
                  </p:cNvPr>
                  <p:cNvSpPr/>
                  <p:nvPr/>
                </p:nvSpPr>
                <p:spPr>
                  <a:xfrm>
                    <a:off x="729570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4" name="object 599">
                    <a:extLst>
                      <a:ext uri="{FF2B5EF4-FFF2-40B4-BE49-F238E27FC236}">
                        <a16:creationId xmlns:a16="http://schemas.microsoft.com/office/drawing/2014/main" id="{4398914C-CCD7-4173-87B7-917B6634564F}"/>
                      </a:ext>
                    </a:extLst>
                  </p:cNvPr>
                  <p:cNvSpPr/>
                  <p:nvPr/>
                </p:nvSpPr>
                <p:spPr>
                  <a:xfrm>
                    <a:off x="740466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5" name="object 600">
                    <a:extLst>
                      <a:ext uri="{FF2B5EF4-FFF2-40B4-BE49-F238E27FC236}">
                        <a16:creationId xmlns:a16="http://schemas.microsoft.com/office/drawing/2014/main" id="{C1A897E6-A6F7-4E7C-BC73-281106C9119A}"/>
                      </a:ext>
                    </a:extLst>
                  </p:cNvPr>
                  <p:cNvSpPr/>
                  <p:nvPr/>
                </p:nvSpPr>
                <p:spPr>
                  <a:xfrm>
                    <a:off x="740466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6" name="object 601">
                    <a:extLst>
                      <a:ext uri="{FF2B5EF4-FFF2-40B4-BE49-F238E27FC236}">
                        <a16:creationId xmlns:a16="http://schemas.microsoft.com/office/drawing/2014/main" id="{814A8B11-C340-4898-B208-9CDF5CA34653}"/>
                      </a:ext>
                    </a:extLst>
                  </p:cNvPr>
                  <p:cNvSpPr/>
                  <p:nvPr/>
                </p:nvSpPr>
                <p:spPr>
                  <a:xfrm>
                    <a:off x="75128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7" name="object 602">
                    <a:extLst>
                      <a:ext uri="{FF2B5EF4-FFF2-40B4-BE49-F238E27FC236}">
                        <a16:creationId xmlns:a16="http://schemas.microsoft.com/office/drawing/2014/main" id="{AE62BD30-9E59-410B-BB06-8BE1AE3FDE37}"/>
                      </a:ext>
                    </a:extLst>
                  </p:cNvPr>
                  <p:cNvSpPr/>
                  <p:nvPr/>
                </p:nvSpPr>
                <p:spPr>
                  <a:xfrm>
                    <a:off x="75128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8" name="object 603">
                    <a:extLst>
                      <a:ext uri="{FF2B5EF4-FFF2-40B4-BE49-F238E27FC236}">
                        <a16:creationId xmlns:a16="http://schemas.microsoft.com/office/drawing/2014/main" id="{368BCE50-175D-44F9-BAAD-F8A6C26CB74F}"/>
                      </a:ext>
                    </a:extLst>
                  </p:cNvPr>
                  <p:cNvSpPr/>
                  <p:nvPr/>
                </p:nvSpPr>
                <p:spPr>
                  <a:xfrm>
                    <a:off x="762183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9" name="object 604">
                    <a:extLst>
                      <a:ext uri="{FF2B5EF4-FFF2-40B4-BE49-F238E27FC236}">
                        <a16:creationId xmlns:a16="http://schemas.microsoft.com/office/drawing/2014/main" id="{28F53881-0504-40C4-82AA-8342AD5BC2B5}"/>
                      </a:ext>
                    </a:extLst>
                  </p:cNvPr>
                  <p:cNvSpPr/>
                  <p:nvPr/>
                </p:nvSpPr>
                <p:spPr>
                  <a:xfrm>
                    <a:off x="7621838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0" name="object 605">
                    <a:extLst>
                      <a:ext uri="{FF2B5EF4-FFF2-40B4-BE49-F238E27FC236}">
                        <a16:creationId xmlns:a16="http://schemas.microsoft.com/office/drawing/2014/main" id="{AEEE2B9C-0529-4062-8FC0-42D59842DD3F}"/>
                      </a:ext>
                    </a:extLst>
                  </p:cNvPr>
                  <p:cNvSpPr/>
                  <p:nvPr/>
                </p:nvSpPr>
                <p:spPr>
                  <a:xfrm>
                    <a:off x="773004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1" name="object 606">
                    <a:extLst>
                      <a:ext uri="{FF2B5EF4-FFF2-40B4-BE49-F238E27FC236}">
                        <a16:creationId xmlns:a16="http://schemas.microsoft.com/office/drawing/2014/main" id="{7BE51C91-A248-4894-A972-3F5CD0FEEAC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2" name="object 607">
                    <a:extLst>
                      <a:ext uri="{FF2B5EF4-FFF2-40B4-BE49-F238E27FC236}">
                        <a16:creationId xmlns:a16="http://schemas.microsoft.com/office/drawing/2014/main" id="{DAD79F62-8B69-4139-B4E0-32024A0BA439}"/>
                      </a:ext>
                    </a:extLst>
                  </p:cNvPr>
                  <p:cNvSpPr/>
                  <p:nvPr/>
                </p:nvSpPr>
                <p:spPr>
                  <a:xfrm>
                    <a:off x="783900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3" name="object 608">
                    <a:extLst>
                      <a:ext uri="{FF2B5EF4-FFF2-40B4-BE49-F238E27FC236}">
                        <a16:creationId xmlns:a16="http://schemas.microsoft.com/office/drawing/2014/main" id="{29F8A13C-EE0A-4151-B2C5-E0EFAA9EEB9A}"/>
                      </a:ext>
                    </a:extLst>
                  </p:cNvPr>
                  <p:cNvSpPr/>
                  <p:nvPr/>
                </p:nvSpPr>
                <p:spPr>
                  <a:xfrm>
                    <a:off x="783900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4" name="object 609">
                    <a:extLst>
                      <a:ext uri="{FF2B5EF4-FFF2-40B4-BE49-F238E27FC236}">
                        <a16:creationId xmlns:a16="http://schemas.microsoft.com/office/drawing/2014/main" id="{2CB9CF2D-73F3-43AC-B476-C8800812890D}"/>
                      </a:ext>
                    </a:extLst>
                  </p:cNvPr>
                  <p:cNvSpPr/>
                  <p:nvPr/>
                </p:nvSpPr>
                <p:spPr>
                  <a:xfrm>
                    <a:off x="79479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5" name="object 610">
                    <a:extLst>
                      <a:ext uri="{FF2B5EF4-FFF2-40B4-BE49-F238E27FC236}">
                        <a16:creationId xmlns:a16="http://schemas.microsoft.com/office/drawing/2014/main" id="{51D44627-542E-47E3-87B9-4B5ABE16FF5C}"/>
                      </a:ext>
                    </a:extLst>
                  </p:cNvPr>
                  <p:cNvSpPr/>
                  <p:nvPr/>
                </p:nvSpPr>
                <p:spPr>
                  <a:xfrm>
                    <a:off x="79479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204" y="108204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6" name="object 611">
                    <a:extLst>
                      <a:ext uri="{FF2B5EF4-FFF2-40B4-BE49-F238E27FC236}">
                        <a16:creationId xmlns:a16="http://schemas.microsoft.com/office/drawing/2014/main" id="{F050DA69-2B54-4931-B046-9E3453A6C45F}"/>
                      </a:ext>
                    </a:extLst>
                  </p:cNvPr>
                  <p:cNvSpPr/>
                  <p:nvPr/>
                </p:nvSpPr>
                <p:spPr>
                  <a:xfrm>
                    <a:off x="80561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7" name="object 612">
                    <a:extLst>
                      <a:ext uri="{FF2B5EF4-FFF2-40B4-BE49-F238E27FC236}">
                        <a16:creationId xmlns:a16="http://schemas.microsoft.com/office/drawing/2014/main" id="{5572A006-7231-4754-97B9-DEF9A08B9817}"/>
                      </a:ext>
                    </a:extLst>
                  </p:cNvPr>
                  <p:cNvSpPr/>
                  <p:nvPr/>
                </p:nvSpPr>
                <p:spPr>
                  <a:xfrm>
                    <a:off x="80561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8" name="object 613">
                    <a:extLst>
                      <a:ext uri="{FF2B5EF4-FFF2-40B4-BE49-F238E27FC236}">
                        <a16:creationId xmlns:a16="http://schemas.microsoft.com/office/drawing/2014/main" id="{C2CAF7E0-89C9-433E-80C0-CEA7B3E2616C}"/>
                      </a:ext>
                    </a:extLst>
                  </p:cNvPr>
                  <p:cNvSpPr/>
                  <p:nvPr/>
                </p:nvSpPr>
                <p:spPr>
                  <a:xfrm>
                    <a:off x="816514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9" name="object 614">
                    <a:extLst>
                      <a:ext uri="{FF2B5EF4-FFF2-40B4-BE49-F238E27FC236}">
                        <a16:creationId xmlns:a16="http://schemas.microsoft.com/office/drawing/2014/main" id="{5B860942-5F9F-47C0-91AC-08673A27BEB4}"/>
                      </a:ext>
                    </a:extLst>
                  </p:cNvPr>
                  <p:cNvSpPr/>
                  <p:nvPr/>
                </p:nvSpPr>
                <p:spPr>
                  <a:xfrm>
                    <a:off x="816514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0" name="object 615">
                    <a:extLst>
                      <a:ext uri="{FF2B5EF4-FFF2-40B4-BE49-F238E27FC236}">
                        <a16:creationId xmlns:a16="http://schemas.microsoft.com/office/drawing/2014/main" id="{EAE4A169-C6AE-49C4-B308-CE5311CE9DED}"/>
                      </a:ext>
                    </a:extLst>
                  </p:cNvPr>
                  <p:cNvSpPr/>
                  <p:nvPr/>
                </p:nvSpPr>
                <p:spPr>
                  <a:xfrm>
                    <a:off x="82733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1" name="object 616">
                    <a:extLst>
                      <a:ext uri="{FF2B5EF4-FFF2-40B4-BE49-F238E27FC236}">
                        <a16:creationId xmlns:a16="http://schemas.microsoft.com/office/drawing/2014/main" id="{B57CA742-E3B6-4984-91A3-200EEDBDBAA9}"/>
                      </a:ext>
                    </a:extLst>
                  </p:cNvPr>
                  <p:cNvSpPr/>
                  <p:nvPr/>
                </p:nvSpPr>
                <p:spPr>
                  <a:xfrm>
                    <a:off x="82733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2" name="object 617">
                    <a:extLst>
                      <a:ext uri="{FF2B5EF4-FFF2-40B4-BE49-F238E27FC236}">
                        <a16:creationId xmlns:a16="http://schemas.microsoft.com/office/drawing/2014/main" id="{421AB187-F458-4FE5-B657-07A206E0DAD1}"/>
                      </a:ext>
                    </a:extLst>
                  </p:cNvPr>
                  <p:cNvSpPr/>
                  <p:nvPr/>
                </p:nvSpPr>
                <p:spPr>
                  <a:xfrm>
                    <a:off x="83823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3" name="object 618">
                    <a:extLst>
                      <a:ext uri="{FF2B5EF4-FFF2-40B4-BE49-F238E27FC236}">
                        <a16:creationId xmlns:a16="http://schemas.microsoft.com/office/drawing/2014/main" id="{B6398FC9-A5AE-41AA-AAB0-FB9D0EFC44D0}"/>
                      </a:ext>
                    </a:extLst>
                  </p:cNvPr>
                  <p:cNvSpPr/>
                  <p:nvPr/>
                </p:nvSpPr>
                <p:spPr>
                  <a:xfrm>
                    <a:off x="83823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4" name="object 619">
                    <a:extLst>
                      <a:ext uri="{FF2B5EF4-FFF2-40B4-BE49-F238E27FC236}">
                        <a16:creationId xmlns:a16="http://schemas.microsoft.com/office/drawing/2014/main" id="{FBC3F025-626C-4DBD-93A5-641D29423EBB}"/>
                      </a:ext>
                    </a:extLst>
                  </p:cNvPr>
                  <p:cNvSpPr/>
                  <p:nvPr/>
                </p:nvSpPr>
                <p:spPr>
                  <a:xfrm>
                    <a:off x="8491280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4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4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5" name="object 620">
                    <a:extLst>
                      <a:ext uri="{FF2B5EF4-FFF2-40B4-BE49-F238E27FC236}">
                        <a16:creationId xmlns:a16="http://schemas.microsoft.com/office/drawing/2014/main" id="{0A9F53EB-9E72-4425-8B5E-413390DDF7EB}"/>
                      </a:ext>
                    </a:extLst>
                  </p:cNvPr>
                  <p:cNvSpPr/>
                  <p:nvPr/>
                </p:nvSpPr>
                <p:spPr>
                  <a:xfrm>
                    <a:off x="8491280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6" name="object 621">
                    <a:extLst>
                      <a:ext uri="{FF2B5EF4-FFF2-40B4-BE49-F238E27FC236}">
                        <a16:creationId xmlns:a16="http://schemas.microsoft.com/office/drawing/2014/main" id="{E47CF6C3-6FA2-4E72-8D14-13545D44DFF0}"/>
                      </a:ext>
                    </a:extLst>
                  </p:cNvPr>
                  <p:cNvSpPr/>
                  <p:nvPr/>
                </p:nvSpPr>
                <p:spPr>
                  <a:xfrm>
                    <a:off x="85994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7" name="object 622">
                    <a:extLst>
                      <a:ext uri="{FF2B5EF4-FFF2-40B4-BE49-F238E27FC236}">
                        <a16:creationId xmlns:a16="http://schemas.microsoft.com/office/drawing/2014/main" id="{8613C5A6-24F0-4E95-8EF5-86406E3CC9A3}"/>
                      </a:ext>
                    </a:extLst>
                  </p:cNvPr>
                  <p:cNvSpPr/>
                  <p:nvPr/>
                </p:nvSpPr>
                <p:spPr>
                  <a:xfrm>
                    <a:off x="8599472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8" name="object 623">
                    <a:extLst>
                      <a:ext uri="{FF2B5EF4-FFF2-40B4-BE49-F238E27FC236}">
                        <a16:creationId xmlns:a16="http://schemas.microsoft.com/office/drawing/2014/main" id="{326010E7-9B22-483A-8DEE-910883A6990F}"/>
                      </a:ext>
                    </a:extLst>
                  </p:cNvPr>
                  <p:cNvSpPr/>
                  <p:nvPr/>
                </p:nvSpPr>
                <p:spPr>
                  <a:xfrm>
                    <a:off x="8708437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9" name="object 624">
                    <a:extLst>
                      <a:ext uri="{FF2B5EF4-FFF2-40B4-BE49-F238E27FC236}">
                        <a16:creationId xmlns:a16="http://schemas.microsoft.com/office/drawing/2014/main" id="{C3DD5AAE-E33B-4E96-8B90-EDA4AD676D79}"/>
                      </a:ext>
                    </a:extLst>
                  </p:cNvPr>
                  <p:cNvSpPr/>
                  <p:nvPr/>
                </p:nvSpPr>
                <p:spPr>
                  <a:xfrm>
                    <a:off x="8708437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0" name="object 625">
                    <a:extLst>
                      <a:ext uri="{FF2B5EF4-FFF2-40B4-BE49-F238E27FC236}">
                        <a16:creationId xmlns:a16="http://schemas.microsoft.com/office/drawing/2014/main" id="{D0B255A9-6741-462C-B60C-7817EBCFA5F1}"/>
                      </a:ext>
                    </a:extLst>
                  </p:cNvPr>
                  <p:cNvSpPr/>
                  <p:nvPr/>
                </p:nvSpPr>
                <p:spPr>
                  <a:xfrm>
                    <a:off x="881665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1" name="object 626">
                    <a:extLst>
                      <a:ext uri="{FF2B5EF4-FFF2-40B4-BE49-F238E27FC236}">
                        <a16:creationId xmlns:a16="http://schemas.microsoft.com/office/drawing/2014/main" id="{2785C938-826A-43AF-A737-846BF74B517C}"/>
                      </a:ext>
                    </a:extLst>
                  </p:cNvPr>
                  <p:cNvSpPr/>
                  <p:nvPr/>
                </p:nvSpPr>
                <p:spPr>
                  <a:xfrm>
                    <a:off x="881665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2" name="object 627">
                    <a:extLst>
                      <a:ext uri="{FF2B5EF4-FFF2-40B4-BE49-F238E27FC236}">
                        <a16:creationId xmlns:a16="http://schemas.microsoft.com/office/drawing/2014/main" id="{11369451-10CD-443E-8F1F-6943F4D8F344}"/>
                      </a:ext>
                    </a:extLst>
                  </p:cNvPr>
                  <p:cNvSpPr/>
                  <p:nvPr/>
                </p:nvSpPr>
                <p:spPr>
                  <a:xfrm>
                    <a:off x="8925620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3" name="object 628">
                    <a:extLst>
                      <a:ext uri="{FF2B5EF4-FFF2-40B4-BE49-F238E27FC236}">
                        <a16:creationId xmlns:a16="http://schemas.microsoft.com/office/drawing/2014/main" id="{9073DC0F-E60D-4926-9A80-5F734E1F97EC}"/>
                      </a:ext>
                    </a:extLst>
                  </p:cNvPr>
                  <p:cNvSpPr/>
                  <p:nvPr/>
                </p:nvSpPr>
                <p:spPr>
                  <a:xfrm>
                    <a:off x="8925620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4" name="object 629">
                    <a:extLst>
                      <a:ext uri="{FF2B5EF4-FFF2-40B4-BE49-F238E27FC236}">
                        <a16:creationId xmlns:a16="http://schemas.microsoft.com/office/drawing/2014/main" id="{D31CBFDD-5D0E-4790-9523-777E86E96546}"/>
                      </a:ext>
                    </a:extLst>
                  </p:cNvPr>
                  <p:cNvSpPr/>
                  <p:nvPr/>
                </p:nvSpPr>
                <p:spPr>
                  <a:xfrm>
                    <a:off x="90345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5" name="object 630">
                    <a:extLst>
                      <a:ext uri="{FF2B5EF4-FFF2-40B4-BE49-F238E27FC236}">
                        <a16:creationId xmlns:a16="http://schemas.microsoft.com/office/drawing/2014/main" id="{192D694C-0C8B-4E95-9248-6FC810A0AAD5}"/>
                      </a:ext>
                    </a:extLst>
                  </p:cNvPr>
                  <p:cNvSpPr/>
                  <p:nvPr/>
                </p:nvSpPr>
                <p:spPr>
                  <a:xfrm>
                    <a:off x="9034574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6" name="object 631">
                    <a:extLst>
                      <a:ext uri="{FF2B5EF4-FFF2-40B4-BE49-F238E27FC236}">
                        <a16:creationId xmlns:a16="http://schemas.microsoft.com/office/drawing/2014/main" id="{0A0A505C-A5AC-4EB6-BA30-F9A5693CF05E}"/>
                      </a:ext>
                    </a:extLst>
                  </p:cNvPr>
                  <p:cNvSpPr/>
                  <p:nvPr/>
                </p:nvSpPr>
                <p:spPr>
                  <a:xfrm>
                    <a:off x="91427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7" name="object 632">
                    <a:extLst>
                      <a:ext uri="{FF2B5EF4-FFF2-40B4-BE49-F238E27FC236}">
                        <a16:creationId xmlns:a16="http://schemas.microsoft.com/office/drawing/2014/main" id="{28660D67-F719-4967-8E4F-D6A2F728A080}"/>
                      </a:ext>
                    </a:extLst>
                  </p:cNvPr>
                  <p:cNvSpPr/>
                  <p:nvPr/>
                </p:nvSpPr>
                <p:spPr>
                  <a:xfrm>
                    <a:off x="914277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8" name="object 633">
                    <a:extLst>
                      <a:ext uri="{FF2B5EF4-FFF2-40B4-BE49-F238E27FC236}">
                        <a16:creationId xmlns:a16="http://schemas.microsoft.com/office/drawing/2014/main" id="{AC62E071-4341-4ED1-8E86-F73035BD253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9" name="object 634">
                    <a:extLst>
                      <a:ext uri="{FF2B5EF4-FFF2-40B4-BE49-F238E27FC236}">
                        <a16:creationId xmlns:a16="http://schemas.microsoft.com/office/drawing/2014/main" id="{9B020F11-74B0-4EA0-A938-B522AFFB2C3C}"/>
                      </a:ext>
                    </a:extLst>
                  </p:cNvPr>
                  <p:cNvSpPr/>
                  <p:nvPr/>
                </p:nvSpPr>
                <p:spPr>
                  <a:xfrm>
                    <a:off x="9251756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0" name="object 635">
                    <a:extLst>
                      <a:ext uri="{FF2B5EF4-FFF2-40B4-BE49-F238E27FC236}">
                        <a16:creationId xmlns:a16="http://schemas.microsoft.com/office/drawing/2014/main" id="{AFFA57F8-DEB2-4F52-86C1-617B740A0684}"/>
                      </a:ext>
                    </a:extLst>
                  </p:cNvPr>
                  <p:cNvSpPr/>
                  <p:nvPr/>
                </p:nvSpPr>
                <p:spPr>
                  <a:xfrm>
                    <a:off x="93599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1" name="object 636">
                    <a:extLst>
                      <a:ext uri="{FF2B5EF4-FFF2-40B4-BE49-F238E27FC236}">
                        <a16:creationId xmlns:a16="http://schemas.microsoft.com/office/drawing/2014/main" id="{E164F1F2-BCDF-4815-9A1D-58A18E54810C}"/>
                      </a:ext>
                    </a:extLst>
                  </p:cNvPr>
                  <p:cNvSpPr/>
                  <p:nvPr/>
                </p:nvSpPr>
                <p:spPr>
                  <a:xfrm>
                    <a:off x="9359948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2" name="object 637">
                    <a:extLst>
                      <a:ext uri="{FF2B5EF4-FFF2-40B4-BE49-F238E27FC236}">
                        <a16:creationId xmlns:a16="http://schemas.microsoft.com/office/drawing/2014/main" id="{364A0759-71F8-46F9-9C60-DC7C2DD51B47}"/>
                      </a:ext>
                    </a:extLst>
                  </p:cNvPr>
                  <p:cNvSpPr/>
                  <p:nvPr/>
                </p:nvSpPr>
                <p:spPr>
                  <a:xfrm>
                    <a:off x="94689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3" name="object 638">
                    <a:extLst>
                      <a:ext uri="{FF2B5EF4-FFF2-40B4-BE49-F238E27FC236}">
                        <a16:creationId xmlns:a16="http://schemas.microsoft.com/office/drawing/2014/main" id="{81C5BDF7-3BEA-4CD4-A02B-8BD9E5DCC14F}"/>
                      </a:ext>
                    </a:extLst>
                  </p:cNvPr>
                  <p:cNvSpPr/>
                  <p:nvPr/>
                </p:nvSpPr>
                <p:spPr>
                  <a:xfrm>
                    <a:off x="9468914" y="542872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4" name="object 639">
                    <a:extLst>
                      <a:ext uri="{FF2B5EF4-FFF2-40B4-BE49-F238E27FC236}">
                        <a16:creationId xmlns:a16="http://schemas.microsoft.com/office/drawing/2014/main" id="{F7BDF714-E555-4ED5-AFD2-EE92154327CB}"/>
                      </a:ext>
                    </a:extLst>
                  </p:cNvPr>
                  <p:cNvSpPr/>
                  <p:nvPr/>
                </p:nvSpPr>
                <p:spPr>
                  <a:xfrm>
                    <a:off x="957789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5" name="object 640">
                    <a:extLst>
                      <a:ext uri="{FF2B5EF4-FFF2-40B4-BE49-F238E27FC236}">
                        <a16:creationId xmlns:a16="http://schemas.microsoft.com/office/drawing/2014/main" id="{E455C6D3-E02B-49E9-A150-1C4EBCA2051F}"/>
                      </a:ext>
                    </a:extLst>
                  </p:cNvPr>
                  <p:cNvSpPr/>
                  <p:nvPr/>
                </p:nvSpPr>
                <p:spPr>
                  <a:xfrm>
                    <a:off x="9577892" y="542872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6" name="object 641">
                    <a:extLst>
                      <a:ext uri="{FF2B5EF4-FFF2-40B4-BE49-F238E27FC236}">
                        <a16:creationId xmlns:a16="http://schemas.microsoft.com/office/drawing/2014/main" id="{E623FD20-2440-4AD8-88CA-7FB487A03629}"/>
                      </a:ext>
                    </a:extLst>
                  </p:cNvPr>
                  <p:cNvSpPr/>
                  <p:nvPr/>
                </p:nvSpPr>
                <p:spPr>
                  <a:xfrm>
                    <a:off x="696956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7" name="object 642">
                    <a:extLst>
                      <a:ext uri="{FF2B5EF4-FFF2-40B4-BE49-F238E27FC236}">
                        <a16:creationId xmlns:a16="http://schemas.microsoft.com/office/drawing/2014/main" id="{DC1B826F-8366-4701-895F-E40149AB41A6}"/>
                      </a:ext>
                    </a:extLst>
                  </p:cNvPr>
                  <p:cNvSpPr/>
                  <p:nvPr/>
                </p:nvSpPr>
                <p:spPr>
                  <a:xfrm>
                    <a:off x="696956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8" name="object 643">
                    <a:extLst>
                      <a:ext uri="{FF2B5EF4-FFF2-40B4-BE49-F238E27FC236}">
                        <a16:creationId xmlns:a16="http://schemas.microsoft.com/office/drawing/2014/main" id="{59DB8F70-1649-45F0-A613-D34BA43B728A}"/>
                      </a:ext>
                    </a:extLst>
                  </p:cNvPr>
                  <p:cNvSpPr/>
                  <p:nvPr/>
                </p:nvSpPr>
                <p:spPr>
                  <a:xfrm>
                    <a:off x="707853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9" name="object 644">
                    <a:extLst>
                      <a:ext uri="{FF2B5EF4-FFF2-40B4-BE49-F238E27FC236}">
                        <a16:creationId xmlns:a16="http://schemas.microsoft.com/office/drawing/2014/main" id="{2BE223D8-1BA8-47E8-B5D2-6F61F0D724DE}"/>
                      </a:ext>
                    </a:extLst>
                  </p:cNvPr>
                  <p:cNvSpPr/>
                  <p:nvPr/>
                </p:nvSpPr>
                <p:spPr>
                  <a:xfrm>
                    <a:off x="707853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0" name="object 645">
                    <a:extLst>
                      <a:ext uri="{FF2B5EF4-FFF2-40B4-BE49-F238E27FC236}">
                        <a16:creationId xmlns:a16="http://schemas.microsoft.com/office/drawing/2014/main" id="{738A0842-5E2E-4681-BCA3-C939E63AA721}"/>
                      </a:ext>
                    </a:extLst>
                  </p:cNvPr>
                  <p:cNvSpPr/>
                  <p:nvPr/>
                </p:nvSpPr>
                <p:spPr>
                  <a:xfrm>
                    <a:off x="718673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1" name="object 646">
                    <a:extLst>
                      <a:ext uri="{FF2B5EF4-FFF2-40B4-BE49-F238E27FC236}">
                        <a16:creationId xmlns:a16="http://schemas.microsoft.com/office/drawing/2014/main" id="{2313FB0D-2A96-4B40-B5A3-5BBD9B82A1CB}"/>
                      </a:ext>
                    </a:extLst>
                  </p:cNvPr>
                  <p:cNvSpPr/>
                  <p:nvPr/>
                </p:nvSpPr>
                <p:spPr>
                  <a:xfrm>
                    <a:off x="7186736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2" name="object 647">
                    <a:extLst>
                      <a:ext uri="{FF2B5EF4-FFF2-40B4-BE49-F238E27FC236}">
                        <a16:creationId xmlns:a16="http://schemas.microsoft.com/office/drawing/2014/main" id="{5ECE74BF-8E94-4A91-A00E-7BF4BA3EE0F0}"/>
                      </a:ext>
                    </a:extLst>
                  </p:cNvPr>
                  <p:cNvSpPr/>
                  <p:nvPr/>
                </p:nvSpPr>
                <p:spPr>
                  <a:xfrm>
                    <a:off x="729570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3" name="object 648">
                    <a:extLst>
                      <a:ext uri="{FF2B5EF4-FFF2-40B4-BE49-F238E27FC236}">
                        <a16:creationId xmlns:a16="http://schemas.microsoft.com/office/drawing/2014/main" id="{EC86B739-6982-41E4-84AA-E53D3E5A97CC}"/>
                      </a:ext>
                    </a:extLst>
                  </p:cNvPr>
                  <p:cNvSpPr/>
                  <p:nvPr/>
                </p:nvSpPr>
                <p:spPr>
                  <a:xfrm>
                    <a:off x="729570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4" name="object 649">
                    <a:extLst>
                      <a:ext uri="{FF2B5EF4-FFF2-40B4-BE49-F238E27FC236}">
                        <a16:creationId xmlns:a16="http://schemas.microsoft.com/office/drawing/2014/main" id="{D2F66D3F-1FC4-4C2A-9760-C4B30483CC82}"/>
                      </a:ext>
                    </a:extLst>
                  </p:cNvPr>
                  <p:cNvSpPr/>
                  <p:nvPr/>
                </p:nvSpPr>
                <p:spPr>
                  <a:xfrm>
                    <a:off x="740466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5" name="object 650">
                    <a:extLst>
                      <a:ext uri="{FF2B5EF4-FFF2-40B4-BE49-F238E27FC236}">
                        <a16:creationId xmlns:a16="http://schemas.microsoft.com/office/drawing/2014/main" id="{F386DF0E-5011-47BF-B288-731B52B8B1BB}"/>
                      </a:ext>
                    </a:extLst>
                  </p:cNvPr>
                  <p:cNvSpPr/>
                  <p:nvPr/>
                </p:nvSpPr>
                <p:spPr>
                  <a:xfrm>
                    <a:off x="740466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6" name="object 651">
                    <a:extLst>
                      <a:ext uri="{FF2B5EF4-FFF2-40B4-BE49-F238E27FC236}">
                        <a16:creationId xmlns:a16="http://schemas.microsoft.com/office/drawing/2014/main" id="{7AB0443C-8BB1-4DFC-9344-A0041A3111A1}"/>
                      </a:ext>
                    </a:extLst>
                  </p:cNvPr>
                  <p:cNvSpPr/>
                  <p:nvPr/>
                </p:nvSpPr>
                <p:spPr>
                  <a:xfrm>
                    <a:off x="75128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7" name="object 652">
                    <a:extLst>
                      <a:ext uri="{FF2B5EF4-FFF2-40B4-BE49-F238E27FC236}">
                        <a16:creationId xmlns:a16="http://schemas.microsoft.com/office/drawing/2014/main" id="{1C038DCF-6566-4EB5-9D67-644C1FA1376A}"/>
                      </a:ext>
                    </a:extLst>
                  </p:cNvPr>
                  <p:cNvSpPr/>
                  <p:nvPr/>
                </p:nvSpPr>
                <p:spPr>
                  <a:xfrm>
                    <a:off x="75128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8" name="object 653">
                    <a:extLst>
                      <a:ext uri="{FF2B5EF4-FFF2-40B4-BE49-F238E27FC236}">
                        <a16:creationId xmlns:a16="http://schemas.microsoft.com/office/drawing/2014/main" id="{CD853718-FCD5-49B6-97CD-5902B7064827}"/>
                      </a:ext>
                    </a:extLst>
                  </p:cNvPr>
                  <p:cNvSpPr/>
                  <p:nvPr/>
                </p:nvSpPr>
                <p:spPr>
                  <a:xfrm>
                    <a:off x="762183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9" name="object 654">
                    <a:extLst>
                      <a:ext uri="{FF2B5EF4-FFF2-40B4-BE49-F238E27FC236}">
                        <a16:creationId xmlns:a16="http://schemas.microsoft.com/office/drawing/2014/main" id="{20FBAFA0-5031-46FC-AA81-DC6AAA72530A}"/>
                      </a:ext>
                    </a:extLst>
                  </p:cNvPr>
                  <p:cNvSpPr/>
                  <p:nvPr/>
                </p:nvSpPr>
                <p:spPr>
                  <a:xfrm>
                    <a:off x="7621838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0" name="object 655">
                    <a:extLst>
                      <a:ext uri="{FF2B5EF4-FFF2-40B4-BE49-F238E27FC236}">
                        <a16:creationId xmlns:a16="http://schemas.microsoft.com/office/drawing/2014/main" id="{6C3B57E6-70BB-4041-8984-C006E15ADC00}"/>
                      </a:ext>
                    </a:extLst>
                  </p:cNvPr>
                  <p:cNvSpPr/>
                  <p:nvPr/>
                </p:nvSpPr>
                <p:spPr>
                  <a:xfrm>
                    <a:off x="773004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1" name="object 656">
                    <a:extLst>
                      <a:ext uri="{FF2B5EF4-FFF2-40B4-BE49-F238E27FC236}">
                        <a16:creationId xmlns:a16="http://schemas.microsoft.com/office/drawing/2014/main" id="{649B8768-F784-4E7F-A4DF-526723ED57CA}"/>
                      </a:ext>
                    </a:extLst>
                  </p:cNvPr>
                  <p:cNvSpPr/>
                  <p:nvPr/>
                </p:nvSpPr>
                <p:spPr>
                  <a:xfrm>
                    <a:off x="773004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2" name="object 657">
                    <a:extLst>
                      <a:ext uri="{FF2B5EF4-FFF2-40B4-BE49-F238E27FC236}">
                        <a16:creationId xmlns:a16="http://schemas.microsoft.com/office/drawing/2014/main" id="{EFBBA5C9-BFAC-46AB-AF25-A8D9712F1961}"/>
                      </a:ext>
                    </a:extLst>
                  </p:cNvPr>
                  <p:cNvSpPr/>
                  <p:nvPr/>
                </p:nvSpPr>
                <p:spPr>
                  <a:xfrm>
                    <a:off x="783900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3" name="object 658">
                    <a:extLst>
                      <a:ext uri="{FF2B5EF4-FFF2-40B4-BE49-F238E27FC236}">
                        <a16:creationId xmlns:a16="http://schemas.microsoft.com/office/drawing/2014/main" id="{C9741661-1860-487F-B6E2-838842B1A9DB}"/>
                      </a:ext>
                    </a:extLst>
                  </p:cNvPr>
                  <p:cNvSpPr/>
                  <p:nvPr/>
                </p:nvSpPr>
                <p:spPr>
                  <a:xfrm>
                    <a:off x="783900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4" name="object 659">
                    <a:extLst>
                      <a:ext uri="{FF2B5EF4-FFF2-40B4-BE49-F238E27FC236}">
                        <a16:creationId xmlns:a16="http://schemas.microsoft.com/office/drawing/2014/main" id="{EE839165-59B3-43DD-AF5F-B23DB2ECB6A8}"/>
                      </a:ext>
                    </a:extLst>
                  </p:cNvPr>
                  <p:cNvSpPr/>
                  <p:nvPr/>
                </p:nvSpPr>
                <p:spPr>
                  <a:xfrm>
                    <a:off x="79479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5" name="object 660">
                    <a:extLst>
                      <a:ext uri="{FF2B5EF4-FFF2-40B4-BE49-F238E27FC236}">
                        <a16:creationId xmlns:a16="http://schemas.microsoft.com/office/drawing/2014/main" id="{8E1D2CD7-3570-481C-A20D-528CBDEE4760}"/>
                      </a:ext>
                    </a:extLst>
                  </p:cNvPr>
                  <p:cNvSpPr/>
                  <p:nvPr/>
                </p:nvSpPr>
                <p:spPr>
                  <a:xfrm>
                    <a:off x="79479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6" name="object 661">
                    <a:extLst>
                      <a:ext uri="{FF2B5EF4-FFF2-40B4-BE49-F238E27FC236}">
                        <a16:creationId xmlns:a16="http://schemas.microsoft.com/office/drawing/2014/main" id="{B3918053-7939-497A-BCDC-E57D47E77ED3}"/>
                      </a:ext>
                    </a:extLst>
                  </p:cNvPr>
                  <p:cNvSpPr/>
                  <p:nvPr/>
                </p:nvSpPr>
                <p:spPr>
                  <a:xfrm>
                    <a:off x="80561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7" name="object 662">
                    <a:extLst>
                      <a:ext uri="{FF2B5EF4-FFF2-40B4-BE49-F238E27FC236}">
                        <a16:creationId xmlns:a16="http://schemas.microsoft.com/office/drawing/2014/main" id="{EC0FD3B7-4AFB-4F3D-A3EE-FC04DED85F45}"/>
                      </a:ext>
                    </a:extLst>
                  </p:cNvPr>
                  <p:cNvSpPr/>
                  <p:nvPr/>
                </p:nvSpPr>
                <p:spPr>
                  <a:xfrm>
                    <a:off x="80561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8" name="object 663">
                    <a:extLst>
                      <a:ext uri="{FF2B5EF4-FFF2-40B4-BE49-F238E27FC236}">
                        <a16:creationId xmlns:a16="http://schemas.microsoft.com/office/drawing/2014/main" id="{958F99A4-393E-48DA-9506-062649B48CC1}"/>
                      </a:ext>
                    </a:extLst>
                  </p:cNvPr>
                  <p:cNvSpPr/>
                  <p:nvPr/>
                </p:nvSpPr>
                <p:spPr>
                  <a:xfrm>
                    <a:off x="816514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9" name="object 664">
                    <a:extLst>
                      <a:ext uri="{FF2B5EF4-FFF2-40B4-BE49-F238E27FC236}">
                        <a16:creationId xmlns:a16="http://schemas.microsoft.com/office/drawing/2014/main" id="{F8103355-2EC0-4A05-9D1D-F4E808FCD658}"/>
                      </a:ext>
                    </a:extLst>
                  </p:cNvPr>
                  <p:cNvSpPr/>
                  <p:nvPr/>
                </p:nvSpPr>
                <p:spPr>
                  <a:xfrm>
                    <a:off x="816514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0" name="object 665">
                    <a:extLst>
                      <a:ext uri="{FF2B5EF4-FFF2-40B4-BE49-F238E27FC236}">
                        <a16:creationId xmlns:a16="http://schemas.microsoft.com/office/drawing/2014/main" id="{00170A68-CB00-4269-8D0A-AE952B6EBEAA}"/>
                      </a:ext>
                    </a:extLst>
                  </p:cNvPr>
                  <p:cNvSpPr/>
                  <p:nvPr/>
                </p:nvSpPr>
                <p:spPr>
                  <a:xfrm>
                    <a:off x="82733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1" name="object 666">
                    <a:extLst>
                      <a:ext uri="{FF2B5EF4-FFF2-40B4-BE49-F238E27FC236}">
                        <a16:creationId xmlns:a16="http://schemas.microsoft.com/office/drawing/2014/main" id="{4D63849F-A482-4EC0-BD03-CD54A96AF43F}"/>
                      </a:ext>
                    </a:extLst>
                  </p:cNvPr>
                  <p:cNvSpPr/>
                  <p:nvPr/>
                </p:nvSpPr>
                <p:spPr>
                  <a:xfrm>
                    <a:off x="82733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2" name="object 667">
                    <a:extLst>
                      <a:ext uri="{FF2B5EF4-FFF2-40B4-BE49-F238E27FC236}">
                        <a16:creationId xmlns:a16="http://schemas.microsoft.com/office/drawing/2014/main" id="{20C8C513-5F3A-4A6F-A26C-E165AF8B2F61}"/>
                      </a:ext>
                    </a:extLst>
                  </p:cNvPr>
                  <p:cNvSpPr/>
                  <p:nvPr/>
                </p:nvSpPr>
                <p:spPr>
                  <a:xfrm>
                    <a:off x="83823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3" name="object 668">
                    <a:extLst>
                      <a:ext uri="{FF2B5EF4-FFF2-40B4-BE49-F238E27FC236}">
                        <a16:creationId xmlns:a16="http://schemas.microsoft.com/office/drawing/2014/main" id="{4DA8BD4E-8F88-4FF1-AA99-D440C76DE10F}"/>
                      </a:ext>
                    </a:extLst>
                  </p:cNvPr>
                  <p:cNvSpPr/>
                  <p:nvPr/>
                </p:nvSpPr>
                <p:spPr>
                  <a:xfrm>
                    <a:off x="83823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4" name="object 669">
                    <a:extLst>
                      <a:ext uri="{FF2B5EF4-FFF2-40B4-BE49-F238E27FC236}">
                        <a16:creationId xmlns:a16="http://schemas.microsoft.com/office/drawing/2014/main" id="{AF786FCC-5958-4A79-AFAD-BCC9E8D9C432}"/>
                      </a:ext>
                    </a:extLst>
                  </p:cNvPr>
                  <p:cNvSpPr/>
                  <p:nvPr/>
                </p:nvSpPr>
                <p:spPr>
                  <a:xfrm>
                    <a:off x="8491280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5" name="object 670">
                    <a:extLst>
                      <a:ext uri="{FF2B5EF4-FFF2-40B4-BE49-F238E27FC236}">
                        <a16:creationId xmlns:a16="http://schemas.microsoft.com/office/drawing/2014/main" id="{48A73585-F8A1-4565-A581-E511AF26CD8D}"/>
                      </a:ext>
                    </a:extLst>
                  </p:cNvPr>
                  <p:cNvSpPr/>
                  <p:nvPr/>
                </p:nvSpPr>
                <p:spPr>
                  <a:xfrm>
                    <a:off x="8491280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6" name="object 671">
                    <a:extLst>
                      <a:ext uri="{FF2B5EF4-FFF2-40B4-BE49-F238E27FC236}">
                        <a16:creationId xmlns:a16="http://schemas.microsoft.com/office/drawing/2014/main" id="{F85B6CC9-B90F-4150-9CF8-205049555511}"/>
                      </a:ext>
                    </a:extLst>
                  </p:cNvPr>
                  <p:cNvSpPr/>
                  <p:nvPr/>
                </p:nvSpPr>
                <p:spPr>
                  <a:xfrm>
                    <a:off x="85994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7" name="object 672">
                    <a:extLst>
                      <a:ext uri="{FF2B5EF4-FFF2-40B4-BE49-F238E27FC236}">
                        <a16:creationId xmlns:a16="http://schemas.microsoft.com/office/drawing/2014/main" id="{F8DE5BDC-1F02-4F71-A55F-C483F387E6F6}"/>
                      </a:ext>
                    </a:extLst>
                  </p:cNvPr>
                  <p:cNvSpPr/>
                  <p:nvPr/>
                </p:nvSpPr>
                <p:spPr>
                  <a:xfrm>
                    <a:off x="8599472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8" name="object 673">
                    <a:extLst>
                      <a:ext uri="{FF2B5EF4-FFF2-40B4-BE49-F238E27FC236}">
                        <a16:creationId xmlns:a16="http://schemas.microsoft.com/office/drawing/2014/main" id="{2A9C6B59-B922-42F4-9A8F-52C61509E007}"/>
                      </a:ext>
                    </a:extLst>
                  </p:cNvPr>
                  <p:cNvSpPr/>
                  <p:nvPr/>
                </p:nvSpPr>
                <p:spPr>
                  <a:xfrm>
                    <a:off x="8708437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9" name="object 674">
                    <a:extLst>
                      <a:ext uri="{FF2B5EF4-FFF2-40B4-BE49-F238E27FC236}">
                        <a16:creationId xmlns:a16="http://schemas.microsoft.com/office/drawing/2014/main" id="{D91ECF58-603B-43C9-B5E4-A69B28FF7FA5}"/>
                      </a:ext>
                    </a:extLst>
                  </p:cNvPr>
                  <p:cNvSpPr/>
                  <p:nvPr/>
                </p:nvSpPr>
                <p:spPr>
                  <a:xfrm>
                    <a:off x="8708437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0" name="object 675">
                    <a:extLst>
                      <a:ext uri="{FF2B5EF4-FFF2-40B4-BE49-F238E27FC236}">
                        <a16:creationId xmlns:a16="http://schemas.microsoft.com/office/drawing/2014/main" id="{C4D7DA48-B751-41FE-BDFB-F24C2A8DBD02}"/>
                      </a:ext>
                    </a:extLst>
                  </p:cNvPr>
                  <p:cNvSpPr/>
                  <p:nvPr/>
                </p:nvSpPr>
                <p:spPr>
                  <a:xfrm>
                    <a:off x="881665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1" name="object 676">
                    <a:extLst>
                      <a:ext uri="{FF2B5EF4-FFF2-40B4-BE49-F238E27FC236}">
                        <a16:creationId xmlns:a16="http://schemas.microsoft.com/office/drawing/2014/main" id="{ABC50AE1-15CF-4A6C-AEDF-D9847E38A9A8}"/>
                      </a:ext>
                    </a:extLst>
                  </p:cNvPr>
                  <p:cNvSpPr/>
                  <p:nvPr/>
                </p:nvSpPr>
                <p:spPr>
                  <a:xfrm>
                    <a:off x="881665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2" name="object 677">
                    <a:extLst>
                      <a:ext uri="{FF2B5EF4-FFF2-40B4-BE49-F238E27FC236}">
                        <a16:creationId xmlns:a16="http://schemas.microsoft.com/office/drawing/2014/main" id="{45114CBE-1E6F-4397-8804-ADF30B631B12}"/>
                      </a:ext>
                    </a:extLst>
                  </p:cNvPr>
                  <p:cNvSpPr/>
                  <p:nvPr/>
                </p:nvSpPr>
                <p:spPr>
                  <a:xfrm>
                    <a:off x="8925620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3" name="object 678">
                    <a:extLst>
                      <a:ext uri="{FF2B5EF4-FFF2-40B4-BE49-F238E27FC236}">
                        <a16:creationId xmlns:a16="http://schemas.microsoft.com/office/drawing/2014/main" id="{E4988A95-A664-4FDA-B73A-F7309C1B5F8B}"/>
                      </a:ext>
                    </a:extLst>
                  </p:cNvPr>
                  <p:cNvSpPr/>
                  <p:nvPr/>
                </p:nvSpPr>
                <p:spPr>
                  <a:xfrm>
                    <a:off x="8925620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4" name="object 679">
                    <a:extLst>
                      <a:ext uri="{FF2B5EF4-FFF2-40B4-BE49-F238E27FC236}">
                        <a16:creationId xmlns:a16="http://schemas.microsoft.com/office/drawing/2014/main" id="{B4ED1B52-47CA-4A88-9204-378E9F2C2307}"/>
                      </a:ext>
                    </a:extLst>
                  </p:cNvPr>
                  <p:cNvSpPr/>
                  <p:nvPr/>
                </p:nvSpPr>
                <p:spPr>
                  <a:xfrm>
                    <a:off x="90345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5" name="object 680">
                    <a:extLst>
                      <a:ext uri="{FF2B5EF4-FFF2-40B4-BE49-F238E27FC236}">
                        <a16:creationId xmlns:a16="http://schemas.microsoft.com/office/drawing/2014/main" id="{88A46F38-6667-48E5-9602-22717F9F494F}"/>
                      </a:ext>
                    </a:extLst>
                  </p:cNvPr>
                  <p:cNvSpPr/>
                  <p:nvPr/>
                </p:nvSpPr>
                <p:spPr>
                  <a:xfrm>
                    <a:off x="9034574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6" name="object 681">
                    <a:extLst>
                      <a:ext uri="{FF2B5EF4-FFF2-40B4-BE49-F238E27FC236}">
                        <a16:creationId xmlns:a16="http://schemas.microsoft.com/office/drawing/2014/main" id="{592BA318-5219-4E4F-BA70-D4A9CA6E4681}"/>
                      </a:ext>
                    </a:extLst>
                  </p:cNvPr>
                  <p:cNvSpPr/>
                  <p:nvPr/>
                </p:nvSpPr>
                <p:spPr>
                  <a:xfrm>
                    <a:off x="91427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7" name="object 682">
                    <a:extLst>
                      <a:ext uri="{FF2B5EF4-FFF2-40B4-BE49-F238E27FC236}">
                        <a16:creationId xmlns:a16="http://schemas.microsoft.com/office/drawing/2014/main" id="{B1684F3D-AF9A-444C-A23F-9AEAFF4FE60F}"/>
                      </a:ext>
                    </a:extLst>
                  </p:cNvPr>
                  <p:cNvSpPr/>
                  <p:nvPr/>
                </p:nvSpPr>
                <p:spPr>
                  <a:xfrm>
                    <a:off x="914277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8" name="object 683">
                    <a:extLst>
                      <a:ext uri="{FF2B5EF4-FFF2-40B4-BE49-F238E27FC236}">
                        <a16:creationId xmlns:a16="http://schemas.microsoft.com/office/drawing/2014/main" id="{4BEBC935-57C1-49B5-8A15-C165297DF1F1}"/>
                      </a:ext>
                    </a:extLst>
                  </p:cNvPr>
                  <p:cNvSpPr/>
                  <p:nvPr/>
                </p:nvSpPr>
                <p:spPr>
                  <a:xfrm>
                    <a:off x="9251756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9" name="object 684">
                    <a:extLst>
                      <a:ext uri="{FF2B5EF4-FFF2-40B4-BE49-F238E27FC236}">
                        <a16:creationId xmlns:a16="http://schemas.microsoft.com/office/drawing/2014/main" id="{59AD3751-7712-4062-A424-793E365C7B4E}"/>
                      </a:ext>
                    </a:extLst>
                  </p:cNvPr>
                  <p:cNvSpPr/>
                  <p:nvPr/>
                </p:nvSpPr>
                <p:spPr>
                  <a:xfrm>
                    <a:off x="9251756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0" name="object 685">
                    <a:extLst>
                      <a:ext uri="{FF2B5EF4-FFF2-40B4-BE49-F238E27FC236}">
                        <a16:creationId xmlns:a16="http://schemas.microsoft.com/office/drawing/2014/main" id="{39619CCF-1BB3-4990-BD36-8D78813E79DE}"/>
                      </a:ext>
                    </a:extLst>
                  </p:cNvPr>
                  <p:cNvSpPr/>
                  <p:nvPr/>
                </p:nvSpPr>
                <p:spPr>
                  <a:xfrm>
                    <a:off x="93599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1" name="object 686">
                    <a:extLst>
                      <a:ext uri="{FF2B5EF4-FFF2-40B4-BE49-F238E27FC236}">
                        <a16:creationId xmlns:a16="http://schemas.microsoft.com/office/drawing/2014/main" id="{12206E50-FC0F-4AFD-9CD8-526937ECC548}"/>
                      </a:ext>
                    </a:extLst>
                  </p:cNvPr>
                  <p:cNvSpPr/>
                  <p:nvPr/>
                </p:nvSpPr>
                <p:spPr>
                  <a:xfrm>
                    <a:off x="9359948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2" name="object 687">
                    <a:extLst>
                      <a:ext uri="{FF2B5EF4-FFF2-40B4-BE49-F238E27FC236}">
                        <a16:creationId xmlns:a16="http://schemas.microsoft.com/office/drawing/2014/main" id="{6FA46547-D5E1-45B2-8AE8-EC5873D45031}"/>
                      </a:ext>
                    </a:extLst>
                  </p:cNvPr>
                  <p:cNvSpPr/>
                  <p:nvPr/>
                </p:nvSpPr>
                <p:spPr>
                  <a:xfrm>
                    <a:off x="94689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3" name="object 688">
                    <a:extLst>
                      <a:ext uri="{FF2B5EF4-FFF2-40B4-BE49-F238E27FC236}">
                        <a16:creationId xmlns:a16="http://schemas.microsoft.com/office/drawing/2014/main" id="{9F1EB53B-AB75-4535-8A94-716A3954C7BC}"/>
                      </a:ext>
                    </a:extLst>
                  </p:cNvPr>
                  <p:cNvSpPr/>
                  <p:nvPr/>
                </p:nvSpPr>
                <p:spPr>
                  <a:xfrm>
                    <a:off x="9468914" y="553692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4" name="object 689">
                    <a:extLst>
                      <a:ext uri="{FF2B5EF4-FFF2-40B4-BE49-F238E27FC236}">
                        <a16:creationId xmlns:a16="http://schemas.microsoft.com/office/drawing/2014/main" id="{AAEFED1A-B665-4C6A-A64E-61E0528D9C09}"/>
                      </a:ext>
                    </a:extLst>
                  </p:cNvPr>
                  <p:cNvSpPr/>
                  <p:nvPr/>
                </p:nvSpPr>
                <p:spPr>
                  <a:xfrm>
                    <a:off x="957789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5" name="object 690">
                    <a:extLst>
                      <a:ext uri="{FF2B5EF4-FFF2-40B4-BE49-F238E27FC236}">
                        <a16:creationId xmlns:a16="http://schemas.microsoft.com/office/drawing/2014/main" id="{F83173FD-9E75-4306-8B6C-FD112B00403B}"/>
                      </a:ext>
                    </a:extLst>
                  </p:cNvPr>
                  <p:cNvSpPr/>
                  <p:nvPr/>
                </p:nvSpPr>
                <p:spPr>
                  <a:xfrm>
                    <a:off x="9577892" y="553692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6" name="object 691">
                    <a:extLst>
                      <a:ext uri="{FF2B5EF4-FFF2-40B4-BE49-F238E27FC236}">
                        <a16:creationId xmlns:a16="http://schemas.microsoft.com/office/drawing/2014/main" id="{E0471ADD-9BE0-4E8E-81E0-C9D68AD687E3}"/>
                      </a:ext>
                    </a:extLst>
                  </p:cNvPr>
                  <p:cNvSpPr/>
                  <p:nvPr/>
                </p:nvSpPr>
                <p:spPr>
                  <a:xfrm>
                    <a:off x="696956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7" name="object 692">
                    <a:extLst>
                      <a:ext uri="{FF2B5EF4-FFF2-40B4-BE49-F238E27FC236}">
                        <a16:creationId xmlns:a16="http://schemas.microsoft.com/office/drawing/2014/main" id="{0813C903-99D2-455E-9490-72B81E6CA4C7}"/>
                      </a:ext>
                    </a:extLst>
                  </p:cNvPr>
                  <p:cNvSpPr/>
                  <p:nvPr/>
                </p:nvSpPr>
                <p:spPr>
                  <a:xfrm>
                    <a:off x="696956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8" name="object 693">
                    <a:extLst>
                      <a:ext uri="{FF2B5EF4-FFF2-40B4-BE49-F238E27FC236}">
                        <a16:creationId xmlns:a16="http://schemas.microsoft.com/office/drawing/2014/main" id="{4C778301-BB67-4E6C-85E9-2090B84A536E}"/>
                      </a:ext>
                    </a:extLst>
                  </p:cNvPr>
                  <p:cNvSpPr/>
                  <p:nvPr/>
                </p:nvSpPr>
                <p:spPr>
                  <a:xfrm>
                    <a:off x="707853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9" name="object 694">
                    <a:extLst>
                      <a:ext uri="{FF2B5EF4-FFF2-40B4-BE49-F238E27FC236}">
                        <a16:creationId xmlns:a16="http://schemas.microsoft.com/office/drawing/2014/main" id="{09D094DD-48C8-4A4F-8EBE-9B23B56F5F47}"/>
                      </a:ext>
                    </a:extLst>
                  </p:cNvPr>
                  <p:cNvSpPr/>
                  <p:nvPr/>
                </p:nvSpPr>
                <p:spPr>
                  <a:xfrm>
                    <a:off x="707853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0" name="object 695">
                    <a:extLst>
                      <a:ext uri="{FF2B5EF4-FFF2-40B4-BE49-F238E27FC236}">
                        <a16:creationId xmlns:a16="http://schemas.microsoft.com/office/drawing/2014/main" id="{A0FD50F1-86B9-4A19-9058-5F57DA3BEE73}"/>
                      </a:ext>
                    </a:extLst>
                  </p:cNvPr>
                  <p:cNvSpPr/>
                  <p:nvPr/>
                </p:nvSpPr>
                <p:spPr>
                  <a:xfrm>
                    <a:off x="718673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1" name="object 696">
                    <a:extLst>
                      <a:ext uri="{FF2B5EF4-FFF2-40B4-BE49-F238E27FC236}">
                        <a16:creationId xmlns:a16="http://schemas.microsoft.com/office/drawing/2014/main" id="{32EE5FB5-E089-4367-AE59-F8E954242C64}"/>
                      </a:ext>
                    </a:extLst>
                  </p:cNvPr>
                  <p:cNvSpPr/>
                  <p:nvPr/>
                </p:nvSpPr>
                <p:spPr>
                  <a:xfrm>
                    <a:off x="7186736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2" name="object 697">
                    <a:extLst>
                      <a:ext uri="{FF2B5EF4-FFF2-40B4-BE49-F238E27FC236}">
                        <a16:creationId xmlns:a16="http://schemas.microsoft.com/office/drawing/2014/main" id="{33CB076C-C0D1-4AAF-AB8B-C06A1F41340B}"/>
                      </a:ext>
                    </a:extLst>
                  </p:cNvPr>
                  <p:cNvSpPr/>
                  <p:nvPr/>
                </p:nvSpPr>
                <p:spPr>
                  <a:xfrm>
                    <a:off x="729570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3" name="object 698">
                    <a:extLst>
                      <a:ext uri="{FF2B5EF4-FFF2-40B4-BE49-F238E27FC236}">
                        <a16:creationId xmlns:a16="http://schemas.microsoft.com/office/drawing/2014/main" id="{97DFA395-E403-44E3-896E-9D73164D5F66}"/>
                      </a:ext>
                    </a:extLst>
                  </p:cNvPr>
                  <p:cNvSpPr/>
                  <p:nvPr/>
                </p:nvSpPr>
                <p:spPr>
                  <a:xfrm>
                    <a:off x="729570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4" name="object 699">
                    <a:extLst>
                      <a:ext uri="{FF2B5EF4-FFF2-40B4-BE49-F238E27FC236}">
                        <a16:creationId xmlns:a16="http://schemas.microsoft.com/office/drawing/2014/main" id="{01FDDB68-AFA2-43CD-A173-CB86694674B9}"/>
                      </a:ext>
                    </a:extLst>
                  </p:cNvPr>
                  <p:cNvSpPr/>
                  <p:nvPr/>
                </p:nvSpPr>
                <p:spPr>
                  <a:xfrm>
                    <a:off x="740466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5" name="object 700">
                    <a:extLst>
                      <a:ext uri="{FF2B5EF4-FFF2-40B4-BE49-F238E27FC236}">
                        <a16:creationId xmlns:a16="http://schemas.microsoft.com/office/drawing/2014/main" id="{E78C4ABA-5140-447B-A5AE-F29B2F893D9D}"/>
                      </a:ext>
                    </a:extLst>
                  </p:cNvPr>
                  <p:cNvSpPr/>
                  <p:nvPr/>
                </p:nvSpPr>
                <p:spPr>
                  <a:xfrm>
                    <a:off x="740466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6" name="object 701">
                    <a:extLst>
                      <a:ext uri="{FF2B5EF4-FFF2-40B4-BE49-F238E27FC236}">
                        <a16:creationId xmlns:a16="http://schemas.microsoft.com/office/drawing/2014/main" id="{1330B870-E3FA-4405-AB9D-5D55E908CC17}"/>
                      </a:ext>
                    </a:extLst>
                  </p:cNvPr>
                  <p:cNvSpPr/>
                  <p:nvPr/>
                </p:nvSpPr>
                <p:spPr>
                  <a:xfrm>
                    <a:off x="75128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7" name="object 702">
                    <a:extLst>
                      <a:ext uri="{FF2B5EF4-FFF2-40B4-BE49-F238E27FC236}">
                        <a16:creationId xmlns:a16="http://schemas.microsoft.com/office/drawing/2014/main" id="{D701D376-8EF8-4D7B-9852-0432308B1203}"/>
                      </a:ext>
                    </a:extLst>
                  </p:cNvPr>
                  <p:cNvSpPr/>
                  <p:nvPr/>
                </p:nvSpPr>
                <p:spPr>
                  <a:xfrm>
                    <a:off x="75128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8" name="object 703">
                    <a:extLst>
                      <a:ext uri="{FF2B5EF4-FFF2-40B4-BE49-F238E27FC236}">
                        <a16:creationId xmlns:a16="http://schemas.microsoft.com/office/drawing/2014/main" id="{16E6BF4A-C1D5-444E-B410-ADE291A0FB69}"/>
                      </a:ext>
                    </a:extLst>
                  </p:cNvPr>
                  <p:cNvSpPr/>
                  <p:nvPr/>
                </p:nvSpPr>
                <p:spPr>
                  <a:xfrm>
                    <a:off x="762183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9" name="object 704">
                    <a:extLst>
                      <a:ext uri="{FF2B5EF4-FFF2-40B4-BE49-F238E27FC236}">
                        <a16:creationId xmlns:a16="http://schemas.microsoft.com/office/drawing/2014/main" id="{67A85AEA-5EC9-4F11-95E2-6EA824D47D50}"/>
                      </a:ext>
                    </a:extLst>
                  </p:cNvPr>
                  <p:cNvSpPr/>
                  <p:nvPr/>
                </p:nvSpPr>
                <p:spPr>
                  <a:xfrm>
                    <a:off x="7621838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0" name="object 705">
                    <a:extLst>
                      <a:ext uri="{FF2B5EF4-FFF2-40B4-BE49-F238E27FC236}">
                        <a16:creationId xmlns:a16="http://schemas.microsoft.com/office/drawing/2014/main" id="{C9B1D379-AE6E-403D-A18F-36C4F672023C}"/>
                      </a:ext>
                    </a:extLst>
                  </p:cNvPr>
                  <p:cNvSpPr/>
                  <p:nvPr/>
                </p:nvSpPr>
                <p:spPr>
                  <a:xfrm>
                    <a:off x="773004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1" name="object 706">
                    <a:extLst>
                      <a:ext uri="{FF2B5EF4-FFF2-40B4-BE49-F238E27FC236}">
                        <a16:creationId xmlns:a16="http://schemas.microsoft.com/office/drawing/2014/main" id="{08B9461F-0E88-4D0B-8DB9-B18F4564EE2F}"/>
                      </a:ext>
                    </a:extLst>
                  </p:cNvPr>
                  <p:cNvSpPr/>
                  <p:nvPr/>
                </p:nvSpPr>
                <p:spPr>
                  <a:xfrm>
                    <a:off x="773004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2" name="object 707">
                    <a:extLst>
                      <a:ext uri="{FF2B5EF4-FFF2-40B4-BE49-F238E27FC236}">
                        <a16:creationId xmlns:a16="http://schemas.microsoft.com/office/drawing/2014/main" id="{32D107FA-2CC6-4567-A522-680F7B7D02F7}"/>
                      </a:ext>
                    </a:extLst>
                  </p:cNvPr>
                  <p:cNvSpPr/>
                  <p:nvPr/>
                </p:nvSpPr>
                <p:spPr>
                  <a:xfrm>
                    <a:off x="783900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3" name="object 708">
                    <a:extLst>
                      <a:ext uri="{FF2B5EF4-FFF2-40B4-BE49-F238E27FC236}">
                        <a16:creationId xmlns:a16="http://schemas.microsoft.com/office/drawing/2014/main" id="{1AAF0CA7-F4C7-4BDB-961B-C9364F839C32}"/>
                      </a:ext>
                    </a:extLst>
                  </p:cNvPr>
                  <p:cNvSpPr/>
                  <p:nvPr/>
                </p:nvSpPr>
                <p:spPr>
                  <a:xfrm>
                    <a:off x="783900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4" name="object 709">
                    <a:extLst>
                      <a:ext uri="{FF2B5EF4-FFF2-40B4-BE49-F238E27FC236}">
                        <a16:creationId xmlns:a16="http://schemas.microsoft.com/office/drawing/2014/main" id="{3258F34E-AE1E-497A-947C-63055127D3B1}"/>
                      </a:ext>
                    </a:extLst>
                  </p:cNvPr>
                  <p:cNvSpPr/>
                  <p:nvPr/>
                </p:nvSpPr>
                <p:spPr>
                  <a:xfrm>
                    <a:off x="79479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5" name="object 710">
                    <a:extLst>
                      <a:ext uri="{FF2B5EF4-FFF2-40B4-BE49-F238E27FC236}">
                        <a16:creationId xmlns:a16="http://schemas.microsoft.com/office/drawing/2014/main" id="{5155D4E6-B34F-44FA-A696-44EB4AA5D51D}"/>
                      </a:ext>
                    </a:extLst>
                  </p:cNvPr>
                  <p:cNvSpPr/>
                  <p:nvPr/>
                </p:nvSpPr>
                <p:spPr>
                  <a:xfrm>
                    <a:off x="79479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6" name="object 711">
                    <a:extLst>
                      <a:ext uri="{FF2B5EF4-FFF2-40B4-BE49-F238E27FC236}">
                        <a16:creationId xmlns:a16="http://schemas.microsoft.com/office/drawing/2014/main" id="{09A88106-F753-4197-826C-97D57F6C1B04}"/>
                      </a:ext>
                    </a:extLst>
                  </p:cNvPr>
                  <p:cNvSpPr/>
                  <p:nvPr/>
                </p:nvSpPr>
                <p:spPr>
                  <a:xfrm>
                    <a:off x="80561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4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7" name="object 712">
                    <a:extLst>
                      <a:ext uri="{FF2B5EF4-FFF2-40B4-BE49-F238E27FC236}">
                        <a16:creationId xmlns:a16="http://schemas.microsoft.com/office/drawing/2014/main" id="{F790C760-7728-479B-B190-26F6DE74204C}"/>
                      </a:ext>
                    </a:extLst>
                  </p:cNvPr>
                  <p:cNvSpPr/>
                  <p:nvPr/>
                </p:nvSpPr>
                <p:spPr>
                  <a:xfrm>
                    <a:off x="80561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8" name="object 713">
                    <a:extLst>
                      <a:ext uri="{FF2B5EF4-FFF2-40B4-BE49-F238E27FC236}">
                        <a16:creationId xmlns:a16="http://schemas.microsoft.com/office/drawing/2014/main" id="{67225CCE-D0A6-4AFB-AE05-2588A9078F4E}"/>
                      </a:ext>
                    </a:extLst>
                  </p:cNvPr>
                  <p:cNvSpPr/>
                  <p:nvPr/>
                </p:nvSpPr>
                <p:spPr>
                  <a:xfrm>
                    <a:off x="816514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9" name="object 714">
                    <a:extLst>
                      <a:ext uri="{FF2B5EF4-FFF2-40B4-BE49-F238E27FC236}">
                        <a16:creationId xmlns:a16="http://schemas.microsoft.com/office/drawing/2014/main" id="{9A9472FF-790F-446B-A2C5-D394B29AE4D1}"/>
                      </a:ext>
                    </a:extLst>
                  </p:cNvPr>
                  <p:cNvSpPr/>
                  <p:nvPr/>
                </p:nvSpPr>
                <p:spPr>
                  <a:xfrm>
                    <a:off x="816514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0" name="object 715">
                    <a:extLst>
                      <a:ext uri="{FF2B5EF4-FFF2-40B4-BE49-F238E27FC236}">
                        <a16:creationId xmlns:a16="http://schemas.microsoft.com/office/drawing/2014/main" id="{FE4F92A1-230A-4609-8451-FB1984BE7860}"/>
                      </a:ext>
                    </a:extLst>
                  </p:cNvPr>
                  <p:cNvSpPr/>
                  <p:nvPr/>
                </p:nvSpPr>
                <p:spPr>
                  <a:xfrm>
                    <a:off x="82733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1" name="object 716">
                    <a:extLst>
                      <a:ext uri="{FF2B5EF4-FFF2-40B4-BE49-F238E27FC236}">
                        <a16:creationId xmlns:a16="http://schemas.microsoft.com/office/drawing/2014/main" id="{FD640DEB-8A71-4876-A494-FE673C511F06}"/>
                      </a:ext>
                    </a:extLst>
                  </p:cNvPr>
                  <p:cNvSpPr/>
                  <p:nvPr/>
                </p:nvSpPr>
                <p:spPr>
                  <a:xfrm>
                    <a:off x="82733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2" name="object 717">
                    <a:extLst>
                      <a:ext uri="{FF2B5EF4-FFF2-40B4-BE49-F238E27FC236}">
                        <a16:creationId xmlns:a16="http://schemas.microsoft.com/office/drawing/2014/main" id="{F272A522-B0BB-43E3-B13C-2DCB41D60584}"/>
                      </a:ext>
                    </a:extLst>
                  </p:cNvPr>
                  <p:cNvSpPr/>
                  <p:nvPr/>
                </p:nvSpPr>
                <p:spPr>
                  <a:xfrm>
                    <a:off x="83823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FBD7BB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3" name="object 718">
                    <a:extLst>
                      <a:ext uri="{FF2B5EF4-FFF2-40B4-BE49-F238E27FC236}">
                        <a16:creationId xmlns:a16="http://schemas.microsoft.com/office/drawing/2014/main" id="{89503D5D-D105-4FFD-8ED8-D8301F4F5519}"/>
                      </a:ext>
                    </a:extLst>
                  </p:cNvPr>
                  <p:cNvSpPr/>
                  <p:nvPr/>
                </p:nvSpPr>
                <p:spPr>
                  <a:xfrm>
                    <a:off x="83823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4" name="object 719">
                    <a:extLst>
                      <a:ext uri="{FF2B5EF4-FFF2-40B4-BE49-F238E27FC236}">
                        <a16:creationId xmlns:a16="http://schemas.microsoft.com/office/drawing/2014/main" id="{A0C1E881-C250-4B6E-8611-1D0E03056416}"/>
                      </a:ext>
                    </a:extLst>
                  </p:cNvPr>
                  <p:cNvSpPr/>
                  <p:nvPr/>
                </p:nvSpPr>
                <p:spPr>
                  <a:xfrm>
                    <a:off x="8491280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5" name="object 720">
                    <a:extLst>
                      <a:ext uri="{FF2B5EF4-FFF2-40B4-BE49-F238E27FC236}">
                        <a16:creationId xmlns:a16="http://schemas.microsoft.com/office/drawing/2014/main" id="{9D6D0D3E-C86A-415D-9070-7160549DF4B8}"/>
                      </a:ext>
                    </a:extLst>
                  </p:cNvPr>
                  <p:cNvSpPr/>
                  <p:nvPr/>
                </p:nvSpPr>
                <p:spPr>
                  <a:xfrm>
                    <a:off x="8491280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6" name="object 721">
                    <a:extLst>
                      <a:ext uri="{FF2B5EF4-FFF2-40B4-BE49-F238E27FC236}">
                        <a16:creationId xmlns:a16="http://schemas.microsoft.com/office/drawing/2014/main" id="{ABEFD4F8-E761-462F-BA39-AFD9AFD3EF3E}"/>
                      </a:ext>
                    </a:extLst>
                  </p:cNvPr>
                  <p:cNvSpPr/>
                  <p:nvPr/>
                </p:nvSpPr>
                <p:spPr>
                  <a:xfrm>
                    <a:off x="85994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7" name="object 722">
                    <a:extLst>
                      <a:ext uri="{FF2B5EF4-FFF2-40B4-BE49-F238E27FC236}">
                        <a16:creationId xmlns:a16="http://schemas.microsoft.com/office/drawing/2014/main" id="{8ACC11E1-B738-499B-BF23-334063C0F92B}"/>
                      </a:ext>
                    </a:extLst>
                  </p:cNvPr>
                  <p:cNvSpPr/>
                  <p:nvPr/>
                </p:nvSpPr>
                <p:spPr>
                  <a:xfrm>
                    <a:off x="8599472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8" name="object 723">
                    <a:extLst>
                      <a:ext uri="{FF2B5EF4-FFF2-40B4-BE49-F238E27FC236}">
                        <a16:creationId xmlns:a16="http://schemas.microsoft.com/office/drawing/2014/main" id="{E9620E41-103A-4285-92AE-DAC051198E7F}"/>
                      </a:ext>
                    </a:extLst>
                  </p:cNvPr>
                  <p:cNvSpPr/>
                  <p:nvPr/>
                </p:nvSpPr>
                <p:spPr>
                  <a:xfrm>
                    <a:off x="8708437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9" name="object 724">
                    <a:extLst>
                      <a:ext uri="{FF2B5EF4-FFF2-40B4-BE49-F238E27FC236}">
                        <a16:creationId xmlns:a16="http://schemas.microsoft.com/office/drawing/2014/main" id="{CD4C0E94-81F7-4521-9939-4A5E47B55F08}"/>
                      </a:ext>
                    </a:extLst>
                  </p:cNvPr>
                  <p:cNvSpPr/>
                  <p:nvPr/>
                </p:nvSpPr>
                <p:spPr>
                  <a:xfrm>
                    <a:off x="8708437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0" name="object 725">
                    <a:extLst>
                      <a:ext uri="{FF2B5EF4-FFF2-40B4-BE49-F238E27FC236}">
                        <a16:creationId xmlns:a16="http://schemas.microsoft.com/office/drawing/2014/main" id="{5860874E-71F8-4BB7-A009-40BC2D5535BE}"/>
                      </a:ext>
                    </a:extLst>
                  </p:cNvPr>
                  <p:cNvSpPr/>
                  <p:nvPr/>
                </p:nvSpPr>
                <p:spPr>
                  <a:xfrm>
                    <a:off x="881665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1" name="object 726">
                    <a:extLst>
                      <a:ext uri="{FF2B5EF4-FFF2-40B4-BE49-F238E27FC236}">
                        <a16:creationId xmlns:a16="http://schemas.microsoft.com/office/drawing/2014/main" id="{76074864-27B8-4D8F-8C5E-9DA4D143F506}"/>
                      </a:ext>
                    </a:extLst>
                  </p:cNvPr>
                  <p:cNvSpPr/>
                  <p:nvPr/>
                </p:nvSpPr>
                <p:spPr>
                  <a:xfrm>
                    <a:off x="881665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2" name="object 727">
                    <a:extLst>
                      <a:ext uri="{FF2B5EF4-FFF2-40B4-BE49-F238E27FC236}">
                        <a16:creationId xmlns:a16="http://schemas.microsoft.com/office/drawing/2014/main" id="{A272E8C0-10AA-4740-86B4-EE7D8D507302}"/>
                      </a:ext>
                    </a:extLst>
                  </p:cNvPr>
                  <p:cNvSpPr/>
                  <p:nvPr/>
                </p:nvSpPr>
                <p:spPr>
                  <a:xfrm>
                    <a:off x="8925620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3" name="object 728">
                    <a:extLst>
                      <a:ext uri="{FF2B5EF4-FFF2-40B4-BE49-F238E27FC236}">
                        <a16:creationId xmlns:a16="http://schemas.microsoft.com/office/drawing/2014/main" id="{C1159335-B4EC-4A93-954F-A6AF5A287DF2}"/>
                      </a:ext>
                    </a:extLst>
                  </p:cNvPr>
                  <p:cNvSpPr/>
                  <p:nvPr/>
                </p:nvSpPr>
                <p:spPr>
                  <a:xfrm>
                    <a:off x="8925620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4" name="object 729">
                    <a:extLst>
                      <a:ext uri="{FF2B5EF4-FFF2-40B4-BE49-F238E27FC236}">
                        <a16:creationId xmlns:a16="http://schemas.microsoft.com/office/drawing/2014/main" id="{D66A3A99-9FE9-4608-B107-4FC55EF29926}"/>
                      </a:ext>
                    </a:extLst>
                  </p:cNvPr>
                  <p:cNvSpPr/>
                  <p:nvPr/>
                </p:nvSpPr>
                <p:spPr>
                  <a:xfrm>
                    <a:off x="90345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5" name="object 730">
                    <a:extLst>
                      <a:ext uri="{FF2B5EF4-FFF2-40B4-BE49-F238E27FC236}">
                        <a16:creationId xmlns:a16="http://schemas.microsoft.com/office/drawing/2014/main" id="{9AF18B09-A17F-4904-94A1-DC6C20CE9BC2}"/>
                      </a:ext>
                    </a:extLst>
                  </p:cNvPr>
                  <p:cNvSpPr/>
                  <p:nvPr/>
                </p:nvSpPr>
                <p:spPr>
                  <a:xfrm>
                    <a:off x="9034574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6" name="object 731">
                    <a:extLst>
                      <a:ext uri="{FF2B5EF4-FFF2-40B4-BE49-F238E27FC236}">
                        <a16:creationId xmlns:a16="http://schemas.microsoft.com/office/drawing/2014/main" id="{85CA596D-72CC-44A9-A7F9-E5220541E49E}"/>
                      </a:ext>
                    </a:extLst>
                  </p:cNvPr>
                  <p:cNvSpPr/>
                  <p:nvPr/>
                </p:nvSpPr>
                <p:spPr>
                  <a:xfrm>
                    <a:off x="91427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7" name="object 732">
                    <a:extLst>
                      <a:ext uri="{FF2B5EF4-FFF2-40B4-BE49-F238E27FC236}">
                        <a16:creationId xmlns:a16="http://schemas.microsoft.com/office/drawing/2014/main" id="{9CBADBF4-958F-4A5F-A886-D43D1963CA8A}"/>
                      </a:ext>
                    </a:extLst>
                  </p:cNvPr>
                  <p:cNvSpPr/>
                  <p:nvPr/>
                </p:nvSpPr>
                <p:spPr>
                  <a:xfrm>
                    <a:off x="914277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8" name="object 733">
                    <a:extLst>
                      <a:ext uri="{FF2B5EF4-FFF2-40B4-BE49-F238E27FC236}">
                        <a16:creationId xmlns:a16="http://schemas.microsoft.com/office/drawing/2014/main" id="{BC5FC93D-B384-4F04-A50F-87EDAE8F90F8}"/>
                      </a:ext>
                    </a:extLst>
                  </p:cNvPr>
                  <p:cNvSpPr/>
                  <p:nvPr/>
                </p:nvSpPr>
                <p:spPr>
                  <a:xfrm>
                    <a:off x="9251756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9" name="object 734">
                    <a:extLst>
                      <a:ext uri="{FF2B5EF4-FFF2-40B4-BE49-F238E27FC236}">
                        <a16:creationId xmlns:a16="http://schemas.microsoft.com/office/drawing/2014/main" id="{E21C546E-9477-4EB9-8185-8BC66402C432}"/>
                      </a:ext>
                    </a:extLst>
                  </p:cNvPr>
                  <p:cNvSpPr/>
                  <p:nvPr/>
                </p:nvSpPr>
                <p:spPr>
                  <a:xfrm>
                    <a:off x="9251756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0" name="object 735">
                    <a:extLst>
                      <a:ext uri="{FF2B5EF4-FFF2-40B4-BE49-F238E27FC236}">
                        <a16:creationId xmlns:a16="http://schemas.microsoft.com/office/drawing/2014/main" id="{D8E64A7C-3030-45B3-A68F-FBA97BA6EDCB}"/>
                      </a:ext>
                    </a:extLst>
                  </p:cNvPr>
                  <p:cNvSpPr/>
                  <p:nvPr/>
                </p:nvSpPr>
                <p:spPr>
                  <a:xfrm>
                    <a:off x="93599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1" name="object 736">
                    <a:extLst>
                      <a:ext uri="{FF2B5EF4-FFF2-40B4-BE49-F238E27FC236}">
                        <a16:creationId xmlns:a16="http://schemas.microsoft.com/office/drawing/2014/main" id="{2CECA021-10DF-4EE0-974C-018809273572}"/>
                      </a:ext>
                    </a:extLst>
                  </p:cNvPr>
                  <p:cNvSpPr/>
                  <p:nvPr/>
                </p:nvSpPr>
                <p:spPr>
                  <a:xfrm>
                    <a:off x="9359948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2" name="object 737">
                    <a:extLst>
                      <a:ext uri="{FF2B5EF4-FFF2-40B4-BE49-F238E27FC236}">
                        <a16:creationId xmlns:a16="http://schemas.microsoft.com/office/drawing/2014/main" id="{94FCACC0-AC61-4E5E-B8B1-8F06F8D030B3}"/>
                      </a:ext>
                    </a:extLst>
                  </p:cNvPr>
                  <p:cNvSpPr/>
                  <p:nvPr/>
                </p:nvSpPr>
                <p:spPr>
                  <a:xfrm>
                    <a:off x="94689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3" name="object 738">
                    <a:extLst>
                      <a:ext uri="{FF2B5EF4-FFF2-40B4-BE49-F238E27FC236}">
                        <a16:creationId xmlns:a16="http://schemas.microsoft.com/office/drawing/2014/main" id="{3E0DAD75-DF05-41B6-B461-0DE2E4A05DBE}"/>
                      </a:ext>
                    </a:extLst>
                  </p:cNvPr>
                  <p:cNvSpPr/>
                  <p:nvPr/>
                </p:nvSpPr>
                <p:spPr>
                  <a:xfrm>
                    <a:off x="9468914" y="5645891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4" name="object 739">
                    <a:extLst>
                      <a:ext uri="{FF2B5EF4-FFF2-40B4-BE49-F238E27FC236}">
                        <a16:creationId xmlns:a16="http://schemas.microsoft.com/office/drawing/2014/main" id="{F72352A0-7B40-4816-8E13-C25A50766F53}"/>
                      </a:ext>
                    </a:extLst>
                  </p:cNvPr>
                  <p:cNvSpPr/>
                  <p:nvPr/>
                </p:nvSpPr>
                <p:spPr>
                  <a:xfrm>
                    <a:off x="957789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5" name="object 740">
                    <a:extLst>
                      <a:ext uri="{FF2B5EF4-FFF2-40B4-BE49-F238E27FC236}">
                        <a16:creationId xmlns:a16="http://schemas.microsoft.com/office/drawing/2014/main" id="{4B3AA252-4D07-453A-9E09-8EFA81BC9845}"/>
                      </a:ext>
                    </a:extLst>
                  </p:cNvPr>
                  <p:cNvSpPr/>
                  <p:nvPr/>
                </p:nvSpPr>
                <p:spPr>
                  <a:xfrm>
                    <a:off x="9577892" y="5645891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6" name="object 741">
                    <a:extLst>
                      <a:ext uri="{FF2B5EF4-FFF2-40B4-BE49-F238E27FC236}">
                        <a16:creationId xmlns:a16="http://schemas.microsoft.com/office/drawing/2014/main" id="{69C66BB0-50EF-46BC-870B-F138F51E6002}"/>
                      </a:ext>
                    </a:extLst>
                  </p:cNvPr>
                  <p:cNvSpPr/>
                  <p:nvPr/>
                </p:nvSpPr>
                <p:spPr>
                  <a:xfrm>
                    <a:off x="696956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7" name="object 742">
                    <a:extLst>
                      <a:ext uri="{FF2B5EF4-FFF2-40B4-BE49-F238E27FC236}">
                        <a16:creationId xmlns:a16="http://schemas.microsoft.com/office/drawing/2014/main" id="{4C143C86-14B0-4E58-B229-B9C4B95F141B}"/>
                      </a:ext>
                    </a:extLst>
                  </p:cNvPr>
                  <p:cNvSpPr/>
                  <p:nvPr/>
                </p:nvSpPr>
                <p:spPr>
                  <a:xfrm>
                    <a:off x="696956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8" name="object 743">
                    <a:extLst>
                      <a:ext uri="{FF2B5EF4-FFF2-40B4-BE49-F238E27FC236}">
                        <a16:creationId xmlns:a16="http://schemas.microsoft.com/office/drawing/2014/main" id="{1B43095D-D71D-4A6F-8376-0473E12FD583}"/>
                      </a:ext>
                    </a:extLst>
                  </p:cNvPr>
                  <p:cNvSpPr/>
                  <p:nvPr/>
                </p:nvSpPr>
                <p:spPr>
                  <a:xfrm>
                    <a:off x="707853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9" name="object 744">
                    <a:extLst>
                      <a:ext uri="{FF2B5EF4-FFF2-40B4-BE49-F238E27FC236}">
                        <a16:creationId xmlns:a16="http://schemas.microsoft.com/office/drawing/2014/main" id="{1917A005-A928-43F2-9B90-649B2B2DE64F}"/>
                      </a:ext>
                    </a:extLst>
                  </p:cNvPr>
                  <p:cNvSpPr/>
                  <p:nvPr/>
                </p:nvSpPr>
                <p:spPr>
                  <a:xfrm>
                    <a:off x="707853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0" name="object 745">
                    <a:extLst>
                      <a:ext uri="{FF2B5EF4-FFF2-40B4-BE49-F238E27FC236}">
                        <a16:creationId xmlns:a16="http://schemas.microsoft.com/office/drawing/2014/main" id="{BFDDA5F6-15E5-4687-BF36-ECF87CD13A2C}"/>
                      </a:ext>
                    </a:extLst>
                  </p:cNvPr>
                  <p:cNvSpPr/>
                  <p:nvPr/>
                </p:nvSpPr>
                <p:spPr>
                  <a:xfrm>
                    <a:off x="718673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1" name="object 746">
                    <a:extLst>
                      <a:ext uri="{FF2B5EF4-FFF2-40B4-BE49-F238E27FC236}">
                        <a16:creationId xmlns:a16="http://schemas.microsoft.com/office/drawing/2014/main" id="{3AA5A264-A62C-4D30-8C34-570F7933F024}"/>
                      </a:ext>
                    </a:extLst>
                  </p:cNvPr>
                  <p:cNvSpPr/>
                  <p:nvPr/>
                </p:nvSpPr>
                <p:spPr>
                  <a:xfrm>
                    <a:off x="7186736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2" name="object 747">
                    <a:extLst>
                      <a:ext uri="{FF2B5EF4-FFF2-40B4-BE49-F238E27FC236}">
                        <a16:creationId xmlns:a16="http://schemas.microsoft.com/office/drawing/2014/main" id="{9A71DAE0-942B-4A52-AB54-43C4742C751B}"/>
                      </a:ext>
                    </a:extLst>
                  </p:cNvPr>
                  <p:cNvSpPr/>
                  <p:nvPr/>
                </p:nvSpPr>
                <p:spPr>
                  <a:xfrm>
                    <a:off x="729570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3" name="object 748">
                    <a:extLst>
                      <a:ext uri="{FF2B5EF4-FFF2-40B4-BE49-F238E27FC236}">
                        <a16:creationId xmlns:a16="http://schemas.microsoft.com/office/drawing/2014/main" id="{07513514-F87E-4E6B-8ACA-48BF5466B897}"/>
                      </a:ext>
                    </a:extLst>
                  </p:cNvPr>
                  <p:cNvSpPr/>
                  <p:nvPr/>
                </p:nvSpPr>
                <p:spPr>
                  <a:xfrm>
                    <a:off x="729570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4" name="object 749">
                    <a:extLst>
                      <a:ext uri="{FF2B5EF4-FFF2-40B4-BE49-F238E27FC236}">
                        <a16:creationId xmlns:a16="http://schemas.microsoft.com/office/drawing/2014/main" id="{A257136F-1249-401D-8897-17F98AF2F2E5}"/>
                      </a:ext>
                    </a:extLst>
                  </p:cNvPr>
                  <p:cNvSpPr/>
                  <p:nvPr/>
                </p:nvSpPr>
                <p:spPr>
                  <a:xfrm>
                    <a:off x="740466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5" name="object 750">
                    <a:extLst>
                      <a:ext uri="{FF2B5EF4-FFF2-40B4-BE49-F238E27FC236}">
                        <a16:creationId xmlns:a16="http://schemas.microsoft.com/office/drawing/2014/main" id="{3D5740C3-6802-4DCC-B4F5-4991A52A6D2D}"/>
                      </a:ext>
                    </a:extLst>
                  </p:cNvPr>
                  <p:cNvSpPr/>
                  <p:nvPr/>
                </p:nvSpPr>
                <p:spPr>
                  <a:xfrm>
                    <a:off x="740466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6" name="object 751">
                    <a:extLst>
                      <a:ext uri="{FF2B5EF4-FFF2-40B4-BE49-F238E27FC236}">
                        <a16:creationId xmlns:a16="http://schemas.microsoft.com/office/drawing/2014/main" id="{7A054104-BD6D-4A5E-BBEA-B82F0074E64E}"/>
                      </a:ext>
                    </a:extLst>
                  </p:cNvPr>
                  <p:cNvSpPr/>
                  <p:nvPr/>
                </p:nvSpPr>
                <p:spPr>
                  <a:xfrm>
                    <a:off x="75128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7" name="object 752">
                    <a:extLst>
                      <a:ext uri="{FF2B5EF4-FFF2-40B4-BE49-F238E27FC236}">
                        <a16:creationId xmlns:a16="http://schemas.microsoft.com/office/drawing/2014/main" id="{A338FE32-6BC1-4E27-A08A-922F7653A636}"/>
                      </a:ext>
                    </a:extLst>
                  </p:cNvPr>
                  <p:cNvSpPr/>
                  <p:nvPr/>
                </p:nvSpPr>
                <p:spPr>
                  <a:xfrm>
                    <a:off x="75128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8" name="object 753">
                    <a:extLst>
                      <a:ext uri="{FF2B5EF4-FFF2-40B4-BE49-F238E27FC236}">
                        <a16:creationId xmlns:a16="http://schemas.microsoft.com/office/drawing/2014/main" id="{F0F44A6A-4901-4B5C-9DA7-B64A761CC6D2}"/>
                      </a:ext>
                    </a:extLst>
                  </p:cNvPr>
                  <p:cNvSpPr/>
                  <p:nvPr/>
                </p:nvSpPr>
                <p:spPr>
                  <a:xfrm>
                    <a:off x="762183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9" name="object 754">
                    <a:extLst>
                      <a:ext uri="{FF2B5EF4-FFF2-40B4-BE49-F238E27FC236}">
                        <a16:creationId xmlns:a16="http://schemas.microsoft.com/office/drawing/2014/main" id="{B3195A3D-9A00-44D0-A64A-E21404145297}"/>
                      </a:ext>
                    </a:extLst>
                  </p:cNvPr>
                  <p:cNvSpPr/>
                  <p:nvPr/>
                </p:nvSpPr>
                <p:spPr>
                  <a:xfrm>
                    <a:off x="7621838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0" name="object 755">
                    <a:extLst>
                      <a:ext uri="{FF2B5EF4-FFF2-40B4-BE49-F238E27FC236}">
                        <a16:creationId xmlns:a16="http://schemas.microsoft.com/office/drawing/2014/main" id="{833189C1-1CC6-478C-9EBB-5319D5DF90ED}"/>
                      </a:ext>
                    </a:extLst>
                  </p:cNvPr>
                  <p:cNvSpPr/>
                  <p:nvPr/>
                </p:nvSpPr>
                <p:spPr>
                  <a:xfrm>
                    <a:off x="773004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1" name="object 756">
                    <a:extLst>
                      <a:ext uri="{FF2B5EF4-FFF2-40B4-BE49-F238E27FC236}">
                        <a16:creationId xmlns:a16="http://schemas.microsoft.com/office/drawing/2014/main" id="{E4E93CF3-1F1F-42BB-87FA-8A1A5CAED5ED}"/>
                      </a:ext>
                    </a:extLst>
                  </p:cNvPr>
                  <p:cNvSpPr/>
                  <p:nvPr/>
                </p:nvSpPr>
                <p:spPr>
                  <a:xfrm>
                    <a:off x="773004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2" name="object 757">
                    <a:extLst>
                      <a:ext uri="{FF2B5EF4-FFF2-40B4-BE49-F238E27FC236}">
                        <a16:creationId xmlns:a16="http://schemas.microsoft.com/office/drawing/2014/main" id="{DC5FE4B8-FEEF-488D-9A5E-E5E8262EAAA6}"/>
                      </a:ext>
                    </a:extLst>
                  </p:cNvPr>
                  <p:cNvSpPr/>
                  <p:nvPr/>
                </p:nvSpPr>
                <p:spPr>
                  <a:xfrm>
                    <a:off x="783900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3" name="object 758">
                    <a:extLst>
                      <a:ext uri="{FF2B5EF4-FFF2-40B4-BE49-F238E27FC236}">
                        <a16:creationId xmlns:a16="http://schemas.microsoft.com/office/drawing/2014/main" id="{1277CC67-6F24-4727-8F54-2ECE8AC7C7EE}"/>
                      </a:ext>
                    </a:extLst>
                  </p:cNvPr>
                  <p:cNvSpPr/>
                  <p:nvPr/>
                </p:nvSpPr>
                <p:spPr>
                  <a:xfrm>
                    <a:off x="783900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4" name="object 759">
                    <a:extLst>
                      <a:ext uri="{FF2B5EF4-FFF2-40B4-BE49-F238E27FC236}">
                        <a16:creationId xmlns:a16="http://schemas.microsoft.com/office/drawing/2014/main" id="{F7C8A43D-4827-4D36-86AE-E836D30FF724}"/>
                      </a:ext>
                    </a:extLst>
                  </p:cNvPr>
                  <p:cNvSpPr/>
                  <p:nvPr/>
                </p:nvSpPr>
                <p:spPr>
                  <a:xfrm>
                    <a:off x="79479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5" name="object 760">
                    <a:extLst>
                      <a:ext uri="{FF2B5EF4-FFF2-40B4-BE49-F238E27FC236}">
                        <a16:creationId xmlns:a16="http://schemas.microsoft.com/office/drawing/2014/main" id="{49C8AAB8-2D3C-4477-B5A8-33A50B2B064F}"/>
                      </a:ext>
                    </a:extLst>
                  </p:cNvPr>
                  <p:cNvSpPr/>
                  <p:nvPr/>
                </p:nvSpPr>
                <p:spPr>
                  <a:xfrm>
                    <a:off x="79479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6" name="object 761">
                    <a:extLst>
                      <a:ext uri="{FF2B5EF4-FFF2-40B4-BE49-F238E27FC236}">
                        <a16:creationId xmlns:a16="http://schemas.microsoft.com/office/drawing/2014/main" id="{06CBB61A-2241-4A66-B88A-D5B6E41D5E52}"/>
                      </a:ext>
                    </a:extLst>
                  </p:cNvPr>
                  <p:cNvSpPr/>
                  <p:nvPr/>
                </p:nvSpPr>
                <p:spPr>
                  <a:xfrm>
                    <a:off x="8056179" y="5754107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52578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52578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7" name="object 762">
                    <a:extLst>
                      <a:ext uri="{FF2B5EF4-FFF2-40B4-BE49-F238E27FC236}">
                        <a16:creationId xmlns:a16="http://schemas.microsoft.com/office/drawing/2014/main" id="{A4558FCB-C5A0-4108-BE57-A1D0E5FFC5C8}"/>
                      </a:ext>
                    </a:extLst>
                  </p:cNvPr>
                  <p:cNvSpPr/>
                  <p:nvPr/>
                </p:nvSpPr>
                <p:spPr>
                  <a:xfrm>
                    <a:off x="805617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8" name="object 763">
                    <a:extLst>
                      <a:ext uri="{FF2B5EF4-FFF2-40B4-BE49-F238E27FC236}">
                        <a16:creationId xmlns:a16="http://schemas.microsoft.com/office/drawing/2014/main" id="{295D3E9F-B22D-4386-948D-D89B2FDB5F42}"/>
                      </a:ext>
                    </a:extLst>
                  </p:cNvPr>
                  <p:cNvSpPr/>
                  <p:nvPr/>
                </p:nvSpPr>
                <p:spPr>
                  <a:xfrm>
                    <a:off x="816514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9" name="object 764">
                    <a:extLst>
                      <a:ext uri="{FF2B5EF4-FFF2-40B4-BE49-F238E27FC236}">
                        <a16:creationId xmlns:a16="http://schemas.microsoft.com/office/drawing/2014/main" id="{58671492-50E8-4601-AED1-22C00129B670}"/>
                      </a:ext>
                    </a:extLst>
                  </p:cNvPr>
                  <p:cNvSpPr/>
                  <p:nvPr/>
                </p:nvSpPr>
                <p:spPr>
                  <a:xfrm>
                    <a:off x="816514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0" name="object 765">
                    <a:extLst>
                      <a:ext uri="{FF2B5EF4-FFF2-40B4-BE49-F238E27FC236}">
                        <a16:creationId xmlns:a16="http://schemas.microsoft.com/office/drawing/2014/main" id="{7F94CD0E-A3F9-488B-BF42-87F5CFD6AD70}"/>
                      </a:ext>
                    </a:extLst>
                  </p:cNvPr>
                  <p:cNvSpPr/>
                  <p:nvPr/>
                </p:nvSpPr>
                <p:spPr>
                  <a:xfrm>
                    <a:off x="82733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1" name="object 766">
                    <a:extLst>
                      <a:ext uri="{FF2B5EF4-FFF2-40B4-BE49-F238E27FC236}">
                        <a16:creationId xmlns:a16="http://schemas.microsoft.com/office/drawing/2014/main" id="{0CC0ED0B-ADA6-46B5-8357-F04341690A9E}"/>
                      </a:ext>
                    </a:extLst>
                  </p:cNvPr>
                  <p:cNvSpPr/>
                  <p:nvPr/>
                </p:nvSpPr>
                <p:spPr>
                  <a:xfrm>
                    <a:off x="82733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2" name="object 767">
                    <a:extLst>
                      <a:ext uri="{FF2B5EF4-FFF2-40B4-BE49-F238E27FC236}">
                        <a16:creationId xmlns:a16="http://schemas.microsoft.com/office/drawing/2014/main" id="{C1A27028-2504-49BB-8237-52687E23C80F}"/>
                      </a:ext>
                    </a:extLst>
                  </p:cNvPr>
                  <p:cNvSpPr/>
                  <p:nvPr/>
                </p:nvSpPr>
                <p:spPr>
                  <a:xfrm>
                    <a:off x="83823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3" name="object 768">
                    <a:extLst>
                      <a:ext uri="{FF2B5EF4-FFF2-40B4-BE49-F238E27FC236}">
                        <a16:creationId xmlns:a16="http://schemas.microsoft.com/office/drawing/2014/main" id="{03ECDF27-6807-4C4F-913B-61D498BE5680}"/>
                      </a:ext>
                    </a:extLst>
                  </p:cNvPr>
                  <p:cNvSpPr/>
                  <p:nvPr/>
                </p:nvSpPr>
                <p:spPr>
                  <a:xfrm>
                    <a:off x="83823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4" name="object 769">
                    <a:extLst>
                      <a:ext uri="{FF2B5EF4-FFF2-40B4-BE49-F238E27FC236}">
                        <a16:creationId xmlns:a16="http://schemas.microsoft.com/office/drawing/2014/main" id="{4D4E1F6A-6939-493D-99E6-65CB599CCED3}"/>
                      </a:ext>
                    </a:extLst>
                  </p:cNvPr>
                  <p:cNvSpPr/>
                  <p:nvPr/>
                </p:nvSpPr>
                <p:spPr>
                  <a:xfrm>
                    <a:off x="8491280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5" name="object 770">
                    <a:extLst>
                      <a:ext uri="{FF2B5EF4-FFF2-40B4-BE49-F238E27FC236}">
                        <a16:creationId xmlns:a16="http://schemas.microsoft.com/office/drawing/2014/main" id="{702B9754-08D8-4AF1-ABEA-C3DC797E4BB9}"/>
                      </a:ext>
                    </a:extLst>
                  </p:cNvPr>
                  <p:cNvSpPr/>
                  <p:nvPr/>
                </p:nvSpPr>
                <p:spPr>
                  <a:xfrm>
                    <a:off x="8491280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6" name="object 771">
                    <a:extLst>
                      <a:ext uri="{FF2B5EF4-FFF2-40B4-BE49-F238E27FC236}">
                        <a16:creationId xmlns:a16="http://schemas.microsoft.com/office/drawing/2014/main" id="{0E467357-8A9F-42CD-B7CB-7F7174625BA2}"/>
                      </a:ext>
                    </a:extLst>
                  </p:cNvPr>
                  <p:cNvSpPr/>
                  <p:nvPr/>
                </p:nvSpPr>
                <p:spPr>
                  <a:xfrm>
                    <a:off x="85994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7" name="object 772">
                    <a:extLst>
                      <a:ext uri="{FF2B5EF4-FFF2-40B4-BE49-F238E27FC236}">
                        <a16:creationId xmlns:a16="http://schemas.microsoft.com/office/drawing/2014/main" id="{3B375D6C-C475-4742-B61A-F52FD7B48F81}"/>
                      </a:ext>
                    </a:extLst>
                  </p:cNvPr>
                  <p:cNvSpPr/>
                  <p:nvPr/>
                </p:nvSpPr>
                <p:spPr>
                  <a:xfrm>
                    <a:off x="8599472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8" name="object 773">
                    <a:extLst>
                      <a:ext uri="{FF2B5EF4-FFF2-40B4-BE49-F238E27FC236}">
                        <a16:creationId xmlns:a16="http://schemas.microsoft.com/office/drawing/2014/main" id="{4335CBB0-AF2F-41E8-8232-4E6389E6FEC7}"/>
                      </a:ext>
                    </a:extLst>
                  </p:cNvPr>
                  <p:cNvSpPr/>
                  <p:nvPr/>
                </p:nvSpPr>
                <p:spPr>
                  <a:xfrm>
                    <a:off x="8708437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9" name="object 774">
                    <a:extLst>
                      <a:ext uri="{FF2B5EF4-FFF2-40B4-BE49-F238E27FC236}">
                        <a16:creationId xmlns:a16="http://schemas.microsoft.com/office/drawing/2014/main" id="{852CD4BE-7A73-47C1-815F-1AF6E22CADE0}"/>
                      </a:ext>
                    </a:extLst>
                  </p:cNvPr>
                  <p:cNvSpPr/>
                  <p:nvPr/>
                </p:nvSpPr>
                <p:spPr>
                  <a:xfrm>
                    <a:off x="8708437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0" name="object 775">
                    <a:extLst>
                      <a:ext uri="{FF2B5EF4-FFF2-40B4-BE49-F238E27FC236}">
                        <a16:creationId xmlns:a16="http://schemas.microsoft.com/office/drawing/2014/main" id="{7B53E61C-BA98-4313-A1DB-BF09B6CAB34E}"/>
                      </a:ext>
                    </a:extLst>
                  </p:cNvPr>
                  <p:cNvSpPr/>
                  <p:nvPr/>
                </p:nvSpPr>
                <p:spPr>
                  <a:xfrm>
                    <a:off x="881665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1" name="object 776">
                    <a:extLst>
                      <a:ext uri="{FF2B5EF4-FFF2-40B4-BE49-F238E27FC236}">
                        <a16:creationId xmlns:a16="http://schemas.microsoft.com/office/drawing/2014/main" id="{5A84E1FB-505E-43E4-9B84-106B1F6B6B27}"/>
                      </a:ext>
                    </a:extLst>
                  </p:cNvPr>
                  <p:cNvSpPr/>
                  <p:nvPr/>
                </p:nvSpPr>
                <p:spPr>
                  <a:xfrm>
                    <a:off x="881665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2" name="object 777">
                    <a:extLst>
                      <a:ext uri="{FF2B5EF4-FFF2-40B4-BE49-F238E27FC236}">
                        <a16:creationId xmlns:a16="http://schemas.microsoft.com/office/drawing/2014/main" id="{CCDB447E-8880-4909-9E4E-E8597BC2A64F}"/>
                      </a:ext>
                    </a:extLst>
                  </p:cNvPr>
                  <p:cNvSpPr/>
                  <p:nvPr/>
                </p:nvSpPr>
                <p:spPr>
                  <a:xfrm>
                    <a:off x="8925620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3" name="object 778">
                    <a:extLst>
                      <a:ext uri="{FF2B5EF4-FFF2-40B4-BE49-F238E27FC236}">
                        <a16:creationId xmlns:a16="http://schemas.microsoft.com/office/drawing/2014/main" id="{F6DAD723-EEA3-47CD-9B03-97DF11FF3E37}"/>
                      </a:ext>
                    </a:extLst>
                  </p:cNvPr>
                  <p:cNvSpPr/>
                  <p:nvPr/>
                </p:nvSpPr>
                <p:spPr>
                  <a:xfrm>
                    <a:off x="8925620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4" name="object 779">
                    <a:extLst>
                      <a:ext uri="{FF2B5EF4-FFF2-40B4-BE49-F238E27FC236}">
                        <a16:creationId xmlns:a16="http://schemas.microsoft.com/office/drawing/2014/main" id="{9D6AE4FA-157C-412C-9AEA-4DD9D4EC3838}"/>
                      </a:ext>
                    </a:extLst>
                  </p:cNvPr>
                  <p:cNvSpPr/>
                  <p:nvPr/>
                </p:nvSpPr>
                <p:spPr>
                  <a:xfrm>
                    <a:off x="90345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5" name="object 780">
                    <a:extLst>
                      <a:ext uri="{FF2B5EF4-FFF2-40B4-BE49-F238E27FC236}">
                        <a16:creationId xmlns:a16="http://schemas.microsoft.com/office/drawing/2014/main" id="{019D4591-EBB9-4E1A-87C4-6643AB5388B7}"/>
                      </a:ext>
                    </a:extLst>
                  </p:cNvPr>
                  <p:cNvSpPr/>
                  <p:nvPr/>
                </p:nvSpPr>
                <p:spPr>
                  <a:xfrm>
                    <a:off x="9034574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6" name="object 781">
                    <a:extLst>
                      <a:ext uri="{FF2B5EF4-FFF2-40B4-BE49-F238E27FC236}">
                        <a16:creationId xmlns:a16="http://schemas.microsoft.com/office/drawing/2014/main" id="{FC862F01-1776-40AD-93ED-015086177368}"/>
                      </a:ext>
                    </a:extLst>
                  </p:cNvPr>
                  <p:cNvSpPr/>
                  <p:nvPr/>
                </p:nvSpPr>
                <p:spPr>
                  <a:xfrm>
                    <a:off x="914277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7" name="object 782">
                    <a:extLst>
                      <a:ext uri="{FF2B5EF4-FFF2-40B4-BE49-F238E27FC236}">
                        <a16:creationId xmlns:a16="http://schemas.microsoft.com/office/drawing/2014/main" id="{A4E74B44-9EF9-4FD4-BD15-39B0637AE52C}"/>
                      </a:ext>
                    </a:extLst>
                  </p:cNvPr>
                  <p:cNvSpPr/>
                  <p:nvPr/>
                </p:nvSpPr>
                <p:spPr>
                  <a:xfrm>
                    <a:off x="914277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8" name="object 783">
                    <a:extLst>
                      <a:ext uri="{FF2B5EF4-FFF2-40B4-BE49-F238E27FC236}">
                        <a16:creationId xmlns:a16="http://schemas.microsoft.com/office/drawing/2014/main" id="{1D1D87F4-4342-432E-9497-E989FED9CEB8}"/>
                      </a:ext>
                    </a:extLst>
                  </p:cNvPr>
                  <p:cNvSpPr/>
                  <p:nvPr/>
                </p:nvSpPr>
                <p:spPr>
                  <a:xfrm>
                    <a:off x="9251756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9" name="object 784">
                    <a:extLst>
                      <a:ext uri="{FF2B5EF4-FFF2-40B4-BE49-F238E27FC236}">
                        <a16:creationId xmlns:a16="http://schemas.microsoft.com/office/drawing/2014/main" id="{E7343352-D453-443B-9707-95581895FE24}"/>
                      </a:ext>
                    </a:extLst>
                  </p:cNvPr>
                  <p:cNvSpPr/>
                  <p:nvPr/>
                </p:nvSpPr>
                <p:spPr>
                  <a:xfrm>
                    <a:off x="9251756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0" name="object 785">
                    <a:extLst>
                      <a:ext uri="{FF2B5EF4-FFF2-40B4-BE49-F238E27FC236}">
                        <a16:creationId xmlns:a16="http://schemas.microsoft.com/office/drawing/2014/main" id="{03DE3BF6-8484-458B-B482-FBF886D78112}"/>
                      </a:ext>
                    </a:extLst>
                  </p:cNvPr>
                  <p:cNvSpPr/>
                  <p:nvPr/>
                </p:nvSpPr>
                <p:spPr>
                  <a:xfrm>
                    <a:off x="93599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1" name="object 786">
                    <a:extLst>
                      <a:ext uri="{FF2B5EF4-FFF2-40B4-BE49-F238E27FC236}">
                        <a16:creationId xmlns:a16="http://schemas.microsoft.com/office/drawing/2014/main" id="{599396AC-5E4F-4F05-8EEB-54738E4309DD}"/>
                      </a:ext>
                    </a:extLst>
                  </p:cNvPr>
                  <p:cNvSpPr/>
                  <p:nvPr/>
                </p:nvSpPr>
                <p:spPr>
                  <a:xfrm>
                    <a:off x="9359948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2" name="object 787">
                    <a:extLst>
                      <a:ext uri="{FF2B5EF4-FFF2-40B4-BE49-F238E27FC236}">
                        <a16:creationId xmlns:a16="http://schemas.microsoft.com/office/drawing/2014/main" id="{4C1438B0-CB21-4271-BC1A-A943BCFFF1AE}"/>
                      </a:ext>
                    </a:extLst>
                  </p:cNvPr>
                  <p:cNvSpPr/>
                  <p:nvPr/>
                </p:nvSpPr>
                <p:spPr>
                  <a:xfrm>
                    <a:off x="94689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3" name="object 788">
                    <a:extLst>
                      <a:ext uri="{FF2B5EF4-FFF2-40B4-BE49-F238E27FC236}">
                        <a16:creationId xmlns:a16="http://schemas.microsoft.com/office/drawing/2014/main" id="{D842F578-7FAA-45E7-8977-4677B0979E4E}"/>
                      </a:ext>
                    </a:extLst>
                  </p:cNvPr>
                  <p:cNvSpPr/>
                  <p:nvPr/>
                </p:nvSpPr>
                <p:spPr>
                  <a:xfrm>
                    <a:off x="9468914" y="5754095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4" name="object 789">
                    <a:extLst>
                      <a:ext uri="{FF2B5EF4-FFF2-40B4-BE49-F238E27FC236}">
                        <a16:creationId xmlns:a16="http://schemas.microsoft.com/office/drawing/2014/main" id="{E9CDF791-39D7-40A5-B926-278B45FC2C85}"/>
                      </a:ext>
                    </a:extLst>
                  </p:cNvPr>
                  <p:cNvSpPr/>
                  <p:nvPr/>
                </p:nvSpPr>
                <p:spPr>
                  <a:xfrm>
                    <a:off x="957789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5" name="object 790">
                    <a:extLst>
                      <a:ext uri="{FF2B5EF4-FFF2-40B4-BE49-F238E27FC236}">
                        <a16:creationId xmlns:a16="http://schemas.microsoft.com/office/drawing/2014/main" id="{1DCBC078-8DE5-4BCF-8AE3-F68C1FB708D8}"/>
                      </a:ext>
                    </a:extLst>
                  </p:cNvPr>
                  <p:cNvSpPr/>
                  <p:nvPr/>
                </p:nvSpPr>
                <p:spPr>
                  <a:xfrm>
                    <a:off x="9577892" y="5754095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6" name="object 791">
                    <a:extLst>
                      <a:ext uri="{FF2B5EF4-FFF2-40B4-BE49-F238E27FC236}">
                        <a16:creationId xmlns:a16="http://schemas.microsoft.com/office/drawing/2014/main" id="{80BDEDB2-58DB-4A88-A17B-37EF2207E413}"/>
                      </a:ext>
                    </a:extLst>
                  </p:cNvPr>
                  <p:cNvSpPr/>
                  <p:nvPr/>
                </p:nvSpPr>
                <p:spPr>
                  <a:xfrm>
                    <a:off x="696956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7" name="object 792">
                    <a:extLst>
                      <a:ext uri="{FF2B5EF4-FFF2-40B4-BE49-F238E27FC236}">
                        <a16:creationId xmlns:a16="http://schemas.microsoft.com/office/drawing/2014/main" id="{5DB9886F-1A18-42E9-893A-E9E0437DD7BE}"/>
                      </a:ext>
                    </a:extLst>
                  </p:cNvPr>
                  <p:cNvSpPr/>
                  <p:nvPr/>
                </p:nvSpPr>
                <p:spPr>
                  <a:xfrm>
                    <a:off x="696956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8" name="object 793">
                    <a:extLst>
                      <a:ext uri="{FF2B5EF4-FFF2-40B4-BE49-F238E27FC236}">
                        <a16:creationId xmlns:a16="http://schemas.microsoft.com/office/drawing/2014/main" id="{1856D001-2E25-4ACB-ACD0-CBE43461FA82}"/>
                      </a:ext>
                    </a:extLst>
                  </p:cNvPr>
                  <p:cNvSpPr/>
                  <p:nvPr/>
                </p:nvSpPr>
                <p:spPr>
                  <a:xfrm>
                    <a:off x="707853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9" name="object 794">
                    <a:extLst>
                      <a:ext uri="{FF2B5EF4-FFF2-40B4-BE49-F238E27FC236}">
                        <a16:creationId xmlns:a16="http://schemas.microsoft.com/office/drawing/2014/main" id="{2A5C1698-EF1D-4B4E-B514-6A346B416F41}"/>
                      </a:ext>
                    </a:extLst>
                  </p:cNvPr>
                  <p:cNvSpPr/>
                  <p:nvPr/>
                </p:nvSpPr>
                <p:spPr>
                  <a:xfrm>
                    <a:off x="707853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0" name="object 795">
                    <a:extLst>
                      <a:ext uri="{FF2B5EF4-FFF2-40B4-BE49-F238E27FC236}">
                        <a16:creationId xmlns:a16="http://schemas.microsoft.com/office/drawing/2014/main" id="{6097D1C4-1985-4342-88FE-21A996875385}"/>
                      </a:ext>
                    </a:extLst>
                  </p:cNvPr>
                  <p:cNvSpPr/>
                  <p:nvPr/>
                </p:nvSpPr>
                <p:spPr>
                  <a:xfrm>
                    <a:off x="718673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1" name="object 796">
                    <a:extLst>
                      <a:ext uri="{FF2B5EF4-FFF2-40B4-BE49-F238E27FC236}">
                        <a16:creationId xmlns:a16="http://schemas.microsoft.com/office/drawing/2014/main" id="{A34B1E3C-8E23-4BAA-BCFE-7D2C9CDDBA3F}"/>
                      </a:ext>
                    </a:extLst>
                  </p:cNvPr>
                  <p:cNvSpPr/>
                  <p:nvPr/>
                </p:nvSpPr>
                <p:spPr>
                  <a:xfrm>
                    <a:off x="7186736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2" name="object 797">
                    <a:extLst>
                      <a:ext uri="{FF2B5EF4-FFF2-40B4-BE49-F238E27FC236}">
                        <a16:creationId xmlns:a16="http://schemas.microsoft.com/office/drawing/2014/main" id="{3B7707C0-5F3F-465A-B63E-463B34CFA54B}"/>
                      </a:ext>
                    </a:extLst>
                  </p:cNvPr>
                  <p:cNvSpPr/>
                  <p:nvPr/>
                </p:nvSpPr>
                <p:spPr>
                  <a:xfrm>
                    <a:off x="729570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3" name="object 798">
                    <a:extLst>
                      <a:ext uri="{FF2B5EF4-FFF2-40B4-BE49-F238E27FC236}">
                        <a16:creationId xmlns:a16="http://schemas.microsoft.com/office/drawing/2014/main" id="{32090588-C64C-482C-91C4-575D911FE690}"/>
                      </a:ext>
                    </a:extLst>
                  </p:cNvPr>
                  <p:cNvSpPr/>
                  <p:nvPr/>
                </p:nvSpPr>
                <p:spPr>
                  <a:xfrm>
                    <a:off x="729570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4" name="object 799">
                    <a:extLst>
                      <a:ext uri="{FF2B5EF4-FFF2-40B4-BE49-F238E27FC236}">
                        <a16:creationId xmlns:a16="http://schemas.microsoft.com/office/drawing/2014/main" id="{46DADADE-E852-4E2A-A48E-BC622A42707E}"/>
                      </a:ext>
                    </a:extLst>
                  </p:cNvPr>
                  <p:cNvSpPr/>
                  <p:nvPr/>
                </p:nvSpPr>
                <p:spPr>
                  <a:xfrm>
                    <a:off x="740466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5" name="object 800">
                    <a:extLst>
                      <a:ext uri="{FF2B5EF4-FFF2-40B4-BE49-F238E27FC236}">
                        <a16:creationId xmlns:a16="http://schemas.microsoft.com/office/drawing/2014/main" id="{8472BBEC-B61C-4294-A1BA-2868DDA2C890}"/>
                      </a:ext>
                    </a:extLst>
                  </p:cNvPr>
                  <p:cNvSpPr/>
                  <p:nvPr/>
                </p:nvSpPr>
                <p:spPr>
                  <a:xfrm>
                    <a:off x="740466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6" name="object 801">
                    <a:extLst>
                      <a:ext uri="{FF2B5EF4-FFF2-40B4-BE49-F238E27FC236}">
                        <a16:creationId xmlns:a16="http://schemas.microsoft.com/office/drawing/2014/main" id="{A03984A0-A8BD-44BE-9FA1-AD79B9FB9A44}"/>
                      </a:ext>
                    </a:extLst>
                  </p:cNvPr>
                  <p:cNvSpPr/>
                  <p:nvPr/>
                </p:nvSpPr>
                <p:spPr>
                  <a:xfrm>
                    <a:off x="75128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7" name="object 802">
                    <a:extLst>
                      <a:ext uri="{FF2B5EF4-FFF2-40B4-BE49-F238E27FC236}">
                        <a16:creationId xmlns:a16="http://schemas.microsoft.com/office/drawing/2014/main" id="{9D81E487-F04E-4065-BFAD-73D9FA2C043C}"/>
                      </a:ext>
                    </a:extLst>
                  </p:cNvPr>
                  <p:cNvSpPr/>
                  <p:nvPr/>
                </p:nvSpPr>
                <p:spPr>
                  <a:xfrm>
                    <a:off x="75128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8" name="object 803">
                    <a:extLst>
                      <a:ext uri="{FF2B5EF4-FFF2-40B4-BE49-F238E27FC236}">
                        <a16:creationId xmlns:a16="http://schemas.microsoft.com/office/drawing/2014/main" id="{FA624118-9FBC-4908-91D8-C481A5251B57}"/>
                      </a:ext>
                    </a:extLst>
                  </p:cNvPr>
                  <p:cNvSpPr/>
                  <p:nvPr/>
                </p:nvSpPr>
                <p:spPr>
                  <a:xfrm>
                    <a:off x="762183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9" name="object 804">
                    <a:extLst>
                      <a:ext uri="{FF2B5EF4-FFF2-40B4-BE49-F238E27FC236}">
                        <a16:creationId xmlns:a16="http://schemas.microsoft.com/office/drawing/2014/main" id="{EC41F85D-A8C0-42E3-BEA5-43B4C4888E99}"/>
                      </a:ext>
                    </a:extLst>
                  </p:cNvPr>
                  <p:cNvSpPr/>
                  <p:nvPr/>
                </p:nvSpPr>
                <p:spPr>
                  <a:xfrm>
                    <a:off x="7621838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0" name="object 805">
                    <a:extLst>
                      <a:ext uri="{FF2B5EF4-FFF2-40B4-BE49-F238E27FC236}">
                        <a16:creationId xmlns:a16="http://schemas.microsoft.com/office/drawing/2014/main" id="{9F222D2F-DE71-4D26-B706-B4C430AFB8AB}"/>
                      </a:ext>
                    </a:extLst>
                  </p:cNvPr>
                  <p:cNvSpPr/>
                  <p:nvPr/>
                </p:nvSpPr>
                <p:spPr>
                  <a:xfrm>
                    <a:off x="773004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1" name="object 806">
                    <a:extLst>
                      <a:ext uri="{FF2B5EF4-FFF2-40B4-BE49-F238E27FC236}">
                        <a16:creationId xmlns:a16="http://schemas.microsoft.com/office/drawing/2014/main" id="{07A4D886-1543-4A96-AFF4-2A3E701E9E8C}"/>
                      </a:ext>
                    </a:extLst>
                  </p:cNvPr>
                  <p:cNvSpPr/>
                  <p:nvPr/>
                </p:nvSpPr>
                <p:spPr>
                  <a:xfrm>
                    <a:off x="773004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2" name="object 807">
                    <a:extLst>
                      <a:ext uri="{FF2B5EF4-FFF2-40B4-BE49-F238E27FC236}">
                        <a16:creationId xmlns:a16="http://schemas.microsoft.com/office/drawing/2014/main" id="{D912557F-C710-4B1D-8609-66E6E4311268}"/>
                      </a:ext>
                    </a:extLst>
                  </p:cNvPr>
                  <p:cNvSpPr/>
                  <p:nvPr/>
                </p:nvSpPr>
                <p:spPr>
                  <a:xfrm>
                    <a:off x="783900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3" name="object 808">
                    <a:extLst>
                      <a:ext uri="{FF2B5EF4-FFF2-40B4-BE49-F238E27FC236}">
                        <a16:creationId xmlns:a16="http://schemas.microsoft.com/office/drawing/2014/main" id="{E5977F19-433A-4183-95BE-7C92C4EAFEF3}"/>
                      </a:ext>
                    </a:extLst>
                  </p:cNvPr>
                  <p:cNvSpPr/>
                  <p:nvPr/>
                </p:nvSpPr>
                <p:spPr>
                  <a:xfrm>
                    <a:off x="783900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4" name="object 809">
                    <a:extLst>
                      <a:ext uri="{FF2B5EF4-FFF2-40B4-BE49-F238E27FC236}">
                        <a16:creationId xmlns:a16="http://schemas.microsoft.com/office/drawing/2014/main" id="{029542A8-2FED-45D3-AA7B-18776F4892D8}"/>
                      </a:ext>
                    </a:extLst>
                  </p:cNvPr>
                  <p:cNvSpPr/>
                  <p:nvPr/>
                </p:nvSpPr>
                <p:spPr>
                  <a:xfrm>
                    <a:off x="79479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5" name="object 810">
                    <a:extLst>
                      <a:ext uri="{FF2B5EF4-FFF2-40B4-BE49-F238E27FC236}">
                        <a16:creationId xmlns:a16="http://schemas.microsoft.com/office/drawing/2014/main" id="{55AA8A71-F1DB-482A-B61B-06A0798E7E9E}"/>
                      </a:ext>
                    </a:extLst>
                  </p:cNvPr>
                  <p:cNvSpPr/>
                  <p:nvPr/>
                </p:nvSpPr>
                <p:spPr>
                  <a:xfrm>
                    <a:off x="79479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6" name="object 811">
                    <a:extLst>
                      <a:ext uri="{FF2B5EF4-FFF2-40B4-BE49-F238E27FC236}">
                        <a16:creationId xmlns:a16="http://schemas.microsoft.com/office/drawing/2014/main" id="{755A5AB4-C22C-4424-81B7-68D9302616F9}"/>
                      </a:ext>
                    </a:extLst>
                  </p:cNvPr>
                  <p:cNvSpPr/>
                  <p:nvPr/>
                </p:nvSpPr>
                <p:spPr>
                  <a:xfrm>
                    <a:off x="8056179" y="586307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8382" y="0"/>
                        </a:move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8382" y="108966"/>
                        </a:lnTo>
                        <a:lnTo>
                          <a:pt x="8382" y="0"/>
                        </a:lnTo>
                        <a:close/>
                      </a:path>
                      <a:path w="109220" h="109220">
                        <a:moveTo>
                          <a:pt x="108966" y="0"/>
                        </a:moveTo>
                        <a:lnTo>
                          <a:pt x="100584" y="0"/>
                        </a:lnTo>
                        <a:lnTo>
                          <a:pt x="100584" y="108966"/>
                        </a:lnTo>
                        <a:lnTo>
                          <a:pt x="108966" y="108966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7" name="object 812">
                    <a:extLst>
                      <a:ext uri="{FF2B5EF4-FFF2-40B4-BE49-F238E27FC236}">
                        <a16:creationId xmlns:a16="http://schemas.microsoft.com/office/drawing/2014/main" id="{39A2FE91-AF5A-4B7F-974B-FE41709CF74D}"/>
                      </a:ext>
                    </a:extLst>
                  </p:cNvPr>
                  <p:cNvSpPr/>
                  <p:nvPr/>
                </p:nvSpPr>
                <p:spPr>
                  <a:xfrm>
                    <a:off x="805617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8" name="object 813">
                    <a:extLst>
                      <a:ext uri="{FF2B5EF4-FFF2-40B4-BE49-F238E27FC236}">
                        <a16:creationId xmlns:a16="http://schemas.microsoft.com/office/drawing/2014/main" id="{8FCA19D7-859C-4BC7-AD3D-DDE18780CD89}"/>
                      </a:ext>
                    </a:extLst>
                  </p:cNvPr>
                  <p:cNvSpPr/>
                  <p:nvPr/>
                </p:nvSpPr>
                <p:spPr>
                  <a:xfrm>
                    <a:off x="816514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9" name="object 814">
                    <a:extLst>
                      <a:ext uri="{FF2B5EF4-FFF2-40B4-BE49-F238E27FC236}">
                        <a16:creationId xmlns:a16="http://schemas.microsoft.com/office/drawing/2014/main" id="{61DBBA51-AD70-4762-9150-DF8A83BD0E45}"/>
                      </a:ext>
                    </a:extLst>
                  </p:cNvPr>
                  <p:cNvSpPr/>
                  <p:nvPr/>
                </p:nvSpPr>
                <p:spPr>
                  <a:xfrm>
                    <a:off x="816514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0" name="object 815">
                    <a:extLst>
                      <a:ext uri="{FF2B5EF4-FFF2-40B4-BE49-F238E27FC236}">
                        <a16:creationId xmlns:a16="http://schemas.microsoft.com/office/drawing/2014/main" id="{CC0930BB-1DA3-41A3-AF83-563D8ACAD99F}"/>
                      </a:ext>
                    </a:extLst>
                  </p:cNvPr>
                  <p:cNvSpPr/>
                  <p:nvPr/>
                </p:nvSpPr>
                <p:spPr>
                  <a:xfrm>
                    <a:off x="82733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1" name="object 816">
                    <a:extLst>
                      <a:ext uri="{FF2B5EF4-FFF2-40B4-BE49-F238E27FC236}">
                        <a16:creationId xmlns:a16="http://schemas.microsoft.com/office/drawing/2014/main" id="{712A62BB-6200-41B7-891C-5BD4D7AF9FD2}"/>
                      </a:ext>
                    </a:extLst>
                  </p:cNvPr>
                  <p:cNvSpPr/>
                  <p:nvPr/>
                </p:nvSpPr>
                <p:spPr>
                  <a:xfrm>
                    <a:off x="82733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2" name="object 817">
                    <a:extLst>
                      <a:ext uri="{FF2B5EF4-FFF2-40B4-BE49-F238E27FC236}">
                        <a16:creationId xmlns:a16="http://schemas.microsoft.com/office/drawing/2014/main" id="{BC2A943B-E02D-486A-AAF3-93197356B887}"/>
                      </a:ext>
                    </a:extLst>
                  </p:cNvPr>
                  <p:cNvSpPr/>
                  <p:nvPr/>
                </p:nvSpPr>
                <p:spPr>
                  <a:xfrm>
                    <a:off x="83823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3" name="object 818">
                    <a:extLst>
                      <a:ext uri="{FF2B5EF4-FFF2-40B4-BE49-F238E27FC236}">
                        <a16:creationId xmlns:a16="http://schemas.microsoft.com/office/drawing/2014/main" id="{4CDEEDEB-366E-484E-B7A2-259E647903A1}"/>
                      </a:ext>
                    </a:extLst>
                  </p:cNvPr>
                  <p:cNvSpPr/>
                  <p:nvPr/>
                </p:nvSpPr>
                <p:spPr>
                  <a:xfrm>
                    <a:off x="83823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4" name="object 819">
                    <a:extLst>
                      <a:ext uri="{FF2B5EF4-FFF2-40B4-BE49-F238E27FC236}">
                        <a16:creationId xmlns:a16="http://schemas.microsoft.com/office/drawing/2014/main" id="{0132F321-D116-4A8F-9C4C-D48789DC88D0}"/>
                      </a:ext>
                    </a:extLst>
                  </p:cNvPr>
                  <p:cNvSpPr/>
                  <p:nvPr/>
                </p:nvSpPr>
                <p:spPr>
                  <a:xfrm>
                    <a:off x="8491280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5" name="object 820">
                    <a:extLst>
                      <a:ext uri="{FF2B5EF4-FFF2-40B4-BE49-F238E27FC236}">
                        <a16:creationId xmlns:a16="http://schemas.microsoft.com/office/drawing/2014/main" id="{F4F2F813-57EB-4B24-B750-54C45B9F47A9}"/>
                      </a:ext>
                    </a:extLst>
                  </p:cNvPr>
                  <p:cNvSpPr/>
                  <p:nvPr/>
                </p:nvSpPr>
                <p:spPr>
                  <a:xfrm>
                    <a:off x="8491280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6" name="object 821">
                    <a:extLst>
                      <a:ext uri="{FF2B5EF4-FFF2-40B4-BE49-F238E27FC236}">
                        <a16:creationId xmlns:a16="http://schemas.microsoft.com/office/drawing/2014/main" id="{E23E2046-15C2-4DDA-A888-57A357E6F1E3}"/>
                      </a:ext>
                    </a:extLst>
                  </p:cNvPr>
                  <p:cNvSpPr/>
                  <p:nvPr/>
                </p:nvSpPr>
                <p:spPr>
                  <a:xfrm>
                    <a:off x="85994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7" name="object 822">
                    <a:extLst>
                      <a:ext uri="{FF2B5EF4-FFF2-40B4-BE49-F238E27FC236}">
                        <a16:creationId xmlns:a16="http://schemas.microsoft.com/office/drawing/2014/main" id="{F7677742-1A79-4CD6-9325-1027B375AA83}"/>
                      </a:ext>
                    </a:extLst>
                  </p:cNvPr>
                  <p:cNvSpPr/>
                  <p:nvPr/>
                </p:nvSpPr>
                <p:spPr>
                  <a:xfrm>
                    <a:off x="8599472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8" name="object 823">
                    <a:extLst>
                      <a:ext uri="{FF2B5EF4-FFF2-40B4-BE49-F238E27FC236}">
                        <a16:creationId xmlns:a16="http://schemas.microsoft.com/office/drawing/2014/main" id="{0CDFBBEC-0EAB-45F6-8507-D201C9CED139}"/>
                      </a:ext>
                    </a:extLst>
                  </p:cNvPr>
                  <p:cNvSpPr/>
                  <p:nvPr/>
                </p:nvSpPr>
                <p:spPr>
                  <a:xfrm>
                    <a:off x="8708437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9" name="object 824">
                    <a:extLst>
                      <a:ext uri="{FF2B5EF4-FFF2-40B4-BE49-F238E27FC236}">
                        <a16:creationId xmlns:a16="http://schemas.microsoft.com/office/drawing/2014/main" id="{EA848925-4203-4678-8B6D-2126A0156EC4}"/>
                      </a:ext>
                    </a:extLst>
                  </p:cNvPr>
                  <p:cNvSpPr/>
                  <p:nvPr/>
                </p:nvSpPr>
                <p:spPr>
                  <a:xfrm>
                    <a:off x="8708437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0" name="object 825">
                    <a:extLst>
                      <a:ext uri="{FF2B5EF4-FFF2-40B4-BE49-F238E27FC236}">
                        <a16:creationId xmlns:a16="http://schemas.microsoft.com/office/drawing/2014/main" id="{FA943264-1123-4361-A999-1B063995D902}"/>
                      </a:ext>
                    </a:extLst>
                  </p:cNvPr>
                  <p:cNvSpPr/>
                  <p:nvPr/>
                </p:nvSpPr>
                <p:spPr>
                  <a:xfrm>
                    <a:off x="881665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1" name="object 826">
                    <a:extLst>
                      <a:ext uri="{FF2B5EF4-FFF2-40B4-BE49-F238E27FC236}">
                        <a16:creationId xmlns:a16="http://schemas.microsoft.com/office/drawing/2014/main" id="{E4513BC0-AACF-45B8-8614-110875304698}"/>
                      </a:ext>
                    </a:extLst>
                  </p:cNvPr>
                  <p:cNvSpPr/>
                  <p:nvPr/>
                </p:nvSpPr>
                <p:spPr>
                  <a:xfrm>
                    <a:off x="881665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2" name="object 827">
                    <a:extLst>
                      <a:ext uri="{FF2B5EF4-FFF2-40B4-BE49-F238E27FC236}">
                        <a16:creationId xmlns:a16="http://schemas.microsoft.com/office/drawing/2014/main" id="{ACFEE56C-D916-4AB7-B354-68F3E2FCA057}"/>
                      </a:ext>
                    </a:extLst>
                  </p:cNvPr>
                  <p:cNvSpPr/>
                  <p:nvPr/>
                </p:nvSpPr>
                <p:spPr>
                  <a:xfrm>
                    <a:off x="8925620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3" name="object 828">
                    <a:extLst>
                      <a:ext uri="{FF2B5EF4-FFF2-40B4-BE49-F238E27FC236}">
                        <a16:creationId xmlns:a16="http://schemas.microsoft.com/office/drawing/2014/main" id="{A58C4C1E-D226-4F18-A219-7DB7F9A4CB9E}"/>
                      </a:ext>
                    </a:extLst>
                  </p:cNvPr>
                  <p:cNvSpPr/>
                  <p:nvPr/>
                </p:nvSpPr>
                <p:spPr>
                  <a:xfrm>
                    <a:off x="8925620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4" name="object 829">
                    <a:extLst>
                      <a:ext uri="{FF2B5EF4-FFF2-40B4-BE49-F238E27FC236}">
                        <a16:creationId xmlns:a16="http://schemas.microsoft.com/office/drawing/2014/main" id="{0FC59524-7464-420B-B221-54FB0793A245}"/>
                      </a:ext>
                    </a:extLst>
                  </p:cNvPr>
                  <p:cNvSpPr/>
                  <p:nvPr/>
                </p:nvSpPr>
                <p:spPr>
                  <a:xfrm>
                    <a:off x="90345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5" name="object 830">
                    <a:extLst>
                      <a:ext uri="{FF2B5EF4-FFF2-40B4-BE49-F238E27FC236}">
                        <a16:creationId xmlns:a16="http://schemas.microsoft.com/office/drawing/2014/main" id="{9D87128C-E811-4720-9EB1-E57DCB836D69}"/>
                      </a:ext>
                    </a:extLst>
                  </p:cNvPr>
                  <p:cNvSpPr/>
                  <p:nvPr/>
                </p:nvSpPr>
                <p:spPr>
                  <a:xfrm>
                    <a:off x="9034574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6" name="object 831">
                    <a:extLst>
                      <a:ext uri="{FF2B5EF4-FFF2-40B4-BE49-F238E27FC236}">
                        <a16:creationId xmlns:a16="http://schemas.microsoft.com/office/drawing/2014/main" id="{6B5AA9A0-3E7C-41FF-8987-FBA93F6AAA82}"/>
                      </a:ext>
                    </a:extLst>
                  </p:cNvPr>
                  <p:cNvSpPr/>
                  <p:nvPr/>
                </p:nvSpPr>
                <p:spPr>
                  <a:xfrm>
                    <a:off x="914277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7" name="object 832">
                    <a:extLst>
                      <a:ext uri="{FF2B5EF4-FFF2-40B4-BE49-F238E27FC236}">
                        <a16:creationId xmlns:a16="http://schemas.microsoft.com/office/drawing/2014/main" id="{67C4953A-545D-4B47-B2DC-801AA6BEC008}"/>
                      </a:ext>
                    </a:extLst>
                  </p:cNvPr>
                  <p:cNvSpPr/>
                  <p:nvPr/>
                </p:nvSpPr>
                <p:spPr>
                  <a:xfrm>
                    <a:off x="914277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8" name="object 833">
                    <a:extLst>
                      <a:ext uri="{FF2B5EF4-FFF2-40B4-BE49-F238E27FC236}">
                        <a16:creationId xmlns:a16="http://schemas.microsoft.com/office/drawing/2014/main" id="{C1C75EE7-7A96-42BF-9CDC-334FDC66CC90}"/>
                      </a:ext>
                    </a:extLst>
                  </p:cNvPr>
                  <p:cNvSpPr/>
                  <p:nvPr/>
                </p:nvSpPr>
                <p:spPr>
                  <a:xfrm>
                    <a:off x="9251756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9" name="object 834">
                    <a:extLst>
                      <a:ext uri="{FF2B5EF4-FFF2-40B4-BE49-F238E27FC236}">
                        <a16:creationId xmlns:a16="http://schemas.microsoft.com/office/drawing/2014/main" id="{CC7BBFB2-CA71-443A-AE0F-A153761D60C0}"/>
                      </a:ext>
                    </a:extLst>
                  </p:cNvPr>
                  <p:cNvSpPr/>
                  <p:nvPr/>
                </p:nvSpPr>
                <p:spPr>
                  <a:xfrm>
                    <a:off x="9251756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0" name="object 835">
                    <a:extLst>
                      <a:ext uri="{FF2B5EF4-FFF2-40B4-BE49-F238E27FC236}">
                        <a16:creationId xmlns:a16="http://schemas.microsoft.com/office/drawing/2014/main" id="{742E5E83-F294-4C3E-8A71-C7A6A0CF5DAA}"/>
                      </a:ext>
                    </a:extLst>
                  </p:cNvPr>
                  <p:cNvSpPr/>
                  <p:nvPr/>
                </p:nvSpPr>
                <p:spPr>
                  <a:xfrm>
                    <a:off x="93599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1" name="object 836">
                    <a:extLst>
                      <a:ext uri="{FF2B5EF4-FFF2-40B4-BE49-F238E27FC236}">
                        <a16:creationId xmlns:a16="http://schemas.microsoft.com/office/drawing/2014/main" id="{5FA69FB9-DF8A-4736-BD99-E4E1F8B9E77E}"/>
                      </a:ext>
                    </a:extLst>
                  </p:cNvPr>
                  <p:cNvSpPr/>
                  <p:nvPr/>
                </p:nvSpPr>
                <p:spPr>
                  <a:xfrm>
                    <a:off x="9359948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2" name="object 837">
                    <a:extLst>
                      <a:ext uri="{FF2B5EF4-FFF2-40B4-BE49-F238E27FC236}">
                        <a16:creationId xmlns:a16="http://schemas.microsoft.com/office/drawing/2014/main" id="{B9BFD015-39B1-4646-B9A8-FD1C156E758B}"/>
                      </a:ext>
                    </a:extLst>
                  </p:cNvPr>
                  <p:cNvSpPr/>
                  <p:nvPr/>
                </p:nvSpPr>
                <p:spPr>
                  <a:xfrm>
                    <a:off x="94689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5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6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3" name="object 838">
                    <a:extLst>
                      <a:ext uri="{FF2B5EF4-FFF2-40B4-BE49-F238E27FC236}">
                        <a16:creationId xmlns:a16="http://schemas.microsoft.com/office/drawing/2014/main" id="{AC8F241B-FB1B-4E78-A1A9-B8D5E24E2E8F}"/>
                      </a:ext>
                    </a:extLst>
                  </p:cNvPr>
                  <p:cNvSpPr/>
                  <p:nvPr/>
                </p:nvSpPr>
                <p:spPr>
                  <a:xfrm>
                    <a:off x="9468914" y="586306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4" name="object 839">
                    <a:extLst>
                      <a:ext uri="{FF2B5EF4-FFF2-40B4-BE49-F238E27FC236}">
                        <a16:creationId xmlns:a16="http://schemas.microsoft.com/office/drawing/2014/main" id="{0DA36792-123F-4B8E-BB33-FA35CDA522B1}"/>
                      </a:ext>
                    </a:extLst>
                  </p:cNvPr>
                  <p:cNvSpPr/>
                  <p:nvPr/>
                </p:nvSpPr>
                <p:spPr>
                  <a:xfrm>
                    <a:off x="957789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5" name="object 840">
                    <a:extLst>
                      <a:ext uri="{FF2B5EF4-FFF2-40B4-BE49-F238E27FC236}">
                        <a16:creationId xmlns:a16="http://schemas.microsoft.com/office/drawing/2014/main" id="{EDAB2DCE-57E1-4148-96F4-E8720466DF3F}"/>
                      </a:ext>
                    </a:extLst>
                  </p:cNvPr>
                  <p:cNvSpPr/>
                  <p:nvPr/>
                </p:nvSpPr>
                <p:spPr>
                  <a:xfrm>
                    <a:off x="9577892" y="586306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6" name="object 841">
                    <a:extLst>
                      <a:ext uri="{FF2B5EF4-FFF2-40B4-BE49-F238E27FC236}">
                        <a16:creationId xmlns:a16="http://schemas.microsoft.com/office/drawing/2014/main" id="{BB5A2F0F-DDA0-4BFF-A66A-3661BD034283}"/>
                      </a:ext>
                    </a:extLst>
                  </p:cNvPr>
                  <p:cNvSpPr/>
                  <p:nvPr/>
                </p:nvSpPr>
                <p:spPr>
                  <a:xfrm>
                    <a:off x="696956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7" name="object 842">
                    <a:extLst>
                      <a:ext uri="{FF2B5EF4-FFF2-40B4-BE49-F238E27FC236}">
                        <a16:creationId xmlns:a16="http://schemas.microsoft.com/office/drawing/2014/main" id="{FFFFC25E-255B-4DBE-BD4C-B84723FE7235}"/>
                      </a:ext>
                    </a:extLst>
                  </p:cNvPr>
                  <p:cNvSpPr/>
                  <p:nvPr/>
                </p:nvSpPr>
                <p:spPr>
                  <a:xfrm>
                    <a:off x="696956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8" name="object 843">
                    <a:extLst>
                      <a:ext uri="{FF2B5EF4-FFF2-40B4-BE49-F238E27FC236}">
                        <a16:creationId xmlns:a16="http://schemas.microsoft.com/office/drawing/2014/main" id="{9BC62F13-2A6E-4FB0-AFA4-F754798D8C31}"/>
                      </a:ext>
                    </a:extLst>
                  </p:cNvPr>
                  <p:cNvSpPr/>
                  <p:nvPr/>
                </p:nvSpPr>
                <p:spPr>
                  <a:xfrm>
                    <a:off x="707853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9" name="object 844">
                    <a:extLst>
                      <a:ext uri="{FF2B5EF4-FFF2-40B4-BE49-F238E27FC236}">
                        <a16:creationId xmlns:a16="http://schemas.microsoft.com/office/drawing/2014/main" id="{481BD4F9-955C-4B07-BA70-C6C14240991A}"/>
                      </a:ext>
                    </a:extLst>
                  </p:cNvPr>
                  <p:cNvSpPr/>
                  <p:nvPr/>
                </p:nvSpPr>
                <p:spPr>
                  <a:xfrm>
                    <a:off x="707853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0" name="object 845">
                    <a:extLst>
                      <a:ext uri="{FF2B5EF4-FFF2-40B4-BE49-F238E27FC236}">
                        <a16:creationId xmlns:a16="http://schemas.microsoft.com/office/drawing/2014/main" id="{613DE3A4-038B-458C-A990-05BF11E1D921}"/>
                      </a:ext>
                    </a:extLst>
                  </p:cNvPr>
                  <p:cNvSpPr/>
                  <p:nvPr/>
                </p:nvSpPr>
                <p:spPr>
                  <a:xfrm>
                    <a:off x="718673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1" name="object 846">
                    <a:extLst>
                      <a:ext uri="{FF2B5EF4-FFF2-40B4-BE49-F238E27FC236}">
                        <a16:creationId xmlns:a16="http://schemas.microsoft.com/office/drawing/2014/main" id="{C51A5162-C270-4CD6-861C-8A70F144129E}"/>
                      </a:ext>
                    </a:extLst>
                  </p:cNvPr>
                  <p:cNvSpPr/>
                  <p:nvPr/>
                </p:nvSpPr>
                <p:spPr>
                  <a:xfrm>
                    <a:off x="7186736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2" name="object 847">
                    <a:extLst>
                      <a:ext uri="{FF2B5EF4-FFF2-40B4-BE49-F238E27FC236}">
                        <a16:creationId xmlns:a16="http://schemas.microsoft.com/office/drawing/2014/main" id="{26A65DF6-D80B-44D2-98F6-269E36C9682D}"/>
                      </a:ext>
                    </a:extLst>
                  </p:cNvPr>
                  <p:cNvSpPr/>
                  <p:nvPr/>
                </p:nvSpPr>
                <p:spPr>
                  <a:xfrm>
                    <a:off x="729570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3" name="object 848">
                    <a:extLst>
                      <a:ext uri="{FF2B5EF4-FFF2-40B4-BE49-F238E27FC236}">
                        <a16:creationId xmlns:a16="http://schemas.microsoft.com/office/drawing/2014/main" id="{21F542C5-3090-4999-8948-183C66CBE02E}"/>
                      </a:ext>
                    </a:extLst>
                  </p:cNvPr>
                  <p:cNvSpPr/>
                  <p:nvPr/>
                </p:nvSpPr>
                <p:spPr>
                  <a:xfrm>
                    <a:off x="729570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4" name="object 849">
                    <a:extLst>
                      <a:ext uri="{FF2B5EF4-FFF2-40B4-BE49-F238E27FC236}">
                        <a16:creationId xmlns:a16="http://schemas.microsoft.com/office/drawing/2014/main" id="{98BE3798-540B-4589-8585-96078AE1F984}"/>
                      </a:ext>
                    </a:extLst>
                  </p:cNvPr>
                  <p:cNvSpPr/>
                  <p:nvPr/>
                </p:nvSpPr>
                <p:spPr>
                  <a:xfrm>
                    <a:off x="740466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5" name="object 850">
                    <a:extLst>
                      <a:ext uri="{FF2B5EF4-FFF2-40B4-BE49-F238E27FC236}">
                        <a16:creationId xmlns:a16="http://schemas.microsoft.com/office/drawing/2014/main" id="{1E4DBF61-6BDF-46AC-9C76-32A1726D19DB}"/>
                      </a:ext>
                    </a:extLst>
                  </p:cNvPr>
                  <p:cNvSpPr/>
                  <p:nvPr/>
                </p:nvSpPr>
                <p:spPr>
                  <a:xfrm>
                    <a:off x="740466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6" name="object 851">
                    <a:extLst>
                      <a:ext uri="{FF2B5EF4-FFF2-40B4-BE49-F238E27FC236}">
                        <a16:creationId xmlns:a16="http://schemas.microsoft.com/office/drawing/2014/main" id="{C7044EF5-32D2-40A2-8744-9E4B7D4FA55B}"/>
                      </a:ext>
                    </a:extLst>
                  </p:cNvPr>
                  <p:cNvSpPr/>
                  <p:nvPr/>
                </p:nvSpPr>
                <p:spPr>
                  <a:xfrm>
                    <a:off x="75128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7" name="object 852">
                    <a:extLst>
                      <a:ext uri="{FF2B5EF4-FFF2-40B4-BE49-F238E27FC236}">
                        <a16:creationId xmlns:a16="http://schemas.microsoft.com/office/drawing/2014/main" id="{A27BE74F-F16E-49B7-91E7-4B24B01A4B88}"/>
                      </a:ext>
                    </a:extLst>
                  </p:cNvPr>
                  <p:cNvSpPr/>
                  <p:nvPr/>
                </p:nvSpPr>
                <p:spPr>
                  <a:xfrm>
                    <a:off x="75128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8" name="object 853">
                    <a:extLst>
                      <a:ext uri="{FF2B5EF4-FFF2-40B4-BE49-F238E27FC236}">
                        <a16:creationId xmlns:a16="http://schemas.microsoft.com/office/drawing/2014/main" id="{62FFFAB0-274E-488A-B88F-51442DDAFD2C}"/>
                      </a:ext>
                    </a:extLst>
                  </p:cNvPr>
                  <p:cNvSpPr/>
                  <p:nvPr/>
                </p:nvSpPr>
                <p:spPr>
                  <a:xfrm>
                    <a:off x="762183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9" name="object 854">
                    <a:extLst>
                      <a:ext uri="{FF2B5EF4-FFF2-40B4-BE49-F238E27FC236}">
                        <a16:creationId xmlns:a16="http://schemas.microsoft.com/office/drawing/2014/main" id="{5E93E64F-FAF8-4E6A-8565-DC130BB8B7B1}"/>
                      </a:ext>
                    </a:extLst>
                  </p:cNvPr>
                  <p:cNvSpPr/>
                  <p:nvPr/>
                </p:nvSpPr>
                <p:spPr>
                  <a:xfrm>
                    <a:off x="7621838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0" name="object 855">
                    <a:extLst>
                      <a:ext uri="{FF2B5EF4-FFF2-40B4-BE49-F238E27FC236}">
                        <a16:creationId xmlns:a16="http://schemas.microsoft.com/office/drawing/2014/main" id="{3135D18F-D25C-4A2A-A5C2-3E57F3044B4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1" name="object 856">
                    <a:extLst>
                      <a:ext uri="{FF2B5EF4-FFF2-40B4-BE49-F238E27FC236}">
                        <a16:creationId xmlns:a16="http://schemas.microsoft.com/office/drawing/2014/main" id="{D7AD51C8-CDB4-4339-915F-22A6A8AD12A4}"/>
                      </a:ext>
                    </a:extLst>
                  </p:cNvPr>
                  <p:cNvSpPr/>
                  <p:nvPr/>
                </p:nvSpPr>
                <p:spPr>
                  <a:xfrm>
                    <a:off x="773004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2" name="object 857">
                    <a:extLst>
                      <a:ext uri="{FF2B5EF4-FFF2-40B4-BE49-F238E27FC236}">
                        <a16:creationId xmlns:a16="http://schemas.microsoft.com/office/drawing/2014/main" id="{D305020D-6DC8-40DC-A995-1171269DBFE4}"/>
                      </a:ext>
                    </a:extLst>
                  </p:cNvPr>
                  <p:cNvSpPr/>
                  <p:nvPr/>
                </p:nvSpPr>
                <p:spPr>
                  <a:xfrm>
                    <a:off x="783900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3" name="object 858">
                    <a:extLst>
                      <a:ext uri="{FF2B5EF4-FFF2-40B4-BE49-F238E27FC236}">
                        <a16:creationId xmlns:a16="http://schemas.microsoft.com/office/drawing/2014/main" id="{714AB34A-7358-499F-A10B-5DFC4B99173E}"/>
                      </a:ext>
                    </a:extLst>
                  </p:cNvPr>
                  <p:cNvSpPr/>
                  <p:nvPr/>
                </p:nvSpPr>
                <p:spPr>
                  <a:xfrm>
                    <a:off x="783900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4" name="object 859">
                    <a:extLst>
                      <a:ext uri="{FF2B5EF4-FFF2-40B4-BE49-F238E27FC236}">
                        <a16:creationId xmlns:a16="http://schemas.microsoft.com/office/drawing/2014/main" id="{BCC541D1-1267-4F25-89F8-3E18B31C6125}"/>
                      </a:ext>
                    </a:extLst>
                  </p:cNvPr>
                  <p:cNvSpPr/>
                  <p:nvPr/>
                </p:nvSpPr>
                <p:spPr>
                  <a:xfrm>
                    <a:off x="79479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5" name="object 860">
                    <a:extLst>
                      <a:ext uri="{FF2B5EF4-FFF2-40B4-BE49-F238E27FC236}">
                        <a16:creationId xmlns:a16="http://schemas.microsoft.com/office/drawing/2014/main" id="{257B351B-4DF9-4690-A3C3-030CFFA60C77}"/>
                      </a:ext>
                    </a:extLst>
                  </p:cNvPr>
                  <p:cNvSpPr/>
                  <p:nvPr/>
                </p:nvSpPr>
                <p:spPr>
                  <a:xfrm>
                    <a:off x="79479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6" name="object 861">
                    <a:extLst>
                      <a:ext uri="{FF2B5EF4-FFF2-40B4-BE49-F238E27FC236}">
                        <a16:creationId xmlns:a16="http://schemas.microsoft.com/office/drawing/2014/main" id="{836BE3A6-1E3D-4394-B96D-1B7FE34FF6BE}"/>
                      </a:ext>
                    </a:extLst>
                  </p:cNvPr>
                  <p:cNvSpPr/>
                  <p:nvPr/>
                </p:nvSpPr>
                <p:spPr>
                  <a:xfrm>
                    <a:off x="8056179" y="5972039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55626"/>
                        </a:lnTo>
                        <a:lnTo>
                          <a:pt x="0" y="108204"/>
                        </a:lnTo>
                        <a:lnTo>
                          <a:pt x="108966" y="108204"/>
                        </a:lnTo>
                        <a:lnTo>
                          <a:pt x="108966" y="55626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7" name="object 862">
                    <a:extLst>
                      <a:ext uri="{FF2B5EF4-FFF2-40B4-BE49-F238E27FC236}">
                        <a16:creationId xmlns:a16="http://schemas.microsoft.com/office/drawing/2014/main" id="{D60A28F0-EC94-48F6-AF9A-0C7B9AFF130A}"/>
                      </a:ext>
                    </a:extLst>
                  </p:cNvPr>
                  <p:cNvSpPr/>
                  <p:nvPr/>
                </p:nvSpPr>
                <p:spPr>
                  <a:xfrm>
                    <a:off x="805617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8" name="object 863">
                    <a:extLst>
                      <a:ext uri="{FF2B5EF4-FFF2-40B4-BE49-F238E27FC236}">
                        <a16:creationId xmlns:a16="http://schemas.microsoft.com/office/drawing/2014/main" id="{F31E7CCE-A716-45DC-AF70-FF0CFAE7B776}"/>
                      </a:ext>
                    </a:extLst>
                  </p:cNvPr>
                  <p:cNvSpPr/>
                  <p:nvPr/>
                </p:nvSpPr>
                <p:spPr>
                  <a:xfrm>
                    <a:off x="816514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9" name="object 864">
                    <a:extLst>
                      <a:ext uri="{FF2B5EF4-FFF2-40B4-BE49-F238E27FC236}">
                        <a16:creationId xmlns:a16="http://schemas.microsoft.com/office/drawing/2014/main" id="{1EFEB947-3F76-4377-9F44-CDEDF46D76D5}"/>
                      </a:ext>
                    </a:extLst>
                  </p:cNvPr>
                  <p:cNvSpPr/>
                  <p:nvPr/>
                </p:nvSpPr>
                <p:spPr>
                  <a:xfrm>
                    <a:off x="816514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0" name="object 865">
                    <a:extLst>
                      <a:ext uri="{FF2B5EF4-FFF2-40B4-BE49-F238E27FC236}">
                        <a16:creationId xmlns:a16="http://schemas.microsoft.com/office/drawing/2014/main" id="{7B85D0EE-4EDE-4872-8D0C-C4ABFAFFEFBF}"/>
                      </a:ext>
                    </a:extLst>
                  </p:cNvPr>
                  <p:cNvSpPr/>
                  <p:nvPr/>
                </p:nvSpPr>
                <p:spPr>
                  <a:xfrm>
                    <a:off x="82733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1" name="object 866">
                    <a:extLst>
                      <a:ext uri="{FF2B5EF4-FFF2-40B4-BE49-F238E27FC236}">
                        <a16:creationId xmlns:a16="http://schemas.microsoft.com/office/drawing/2014/main" id="{D94E3C26-37A0-44EA-B60E-F962A815C383}"/>
                      </a:ext>
                    </a:extLst>
                  </p:cNvPr>
                  <p:cNvSpPr/>
                  <p:nvPr/>
                </p:nvSpPr>
                <p:spPr>
                  <a:xfrm>
                    <a:off x="82733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2" name="object 867">
                    <a:extLst>
                      <a:ext uri="{FF2B5EF4-FFF2-40B4-BE49-F238E27FC236}">
                        <a16:creationId xmlns:a16="http://schemas.microsoft.com/office/drawing/2014/main" id="{4580FD60-52D6-4666-82AE-A10E938B7A04}"/>
                      </a:ext>
                    </a:extLst>
                  </p:cNvPr>
                  <p:cNvSpPr/>
                  <p:nvPr/>
                </p:nvSpPr>
                <p:spPr>
                  <a:xfrm>
                    <a:off x="83823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3" name="object 868">
                    <a:extLst>
                      <a:ext uri="{FF2B5EF4-FFF2-40B4-BE49-F238E27FC236}">
                        <a16:creationId xmlns:a16="http://schemas.microsoft.com/office/drawing/2014/main" id="{090803AF-4456-4521-A2A1-2501C87D7584}"/>
                      </a:ext>
                    </a:extLst>
                  </p:cNvPr>
                  <p:cNvSpPr/>
                  <p:nvPr/>
                </p:nvSpPr>
                <p:spPr>
                  <a:xfrm>
                    <a:off x="83823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4" name="object 869">
                    <a:extLst>
                      <a:ext uri="{FF2B5EF4-FFF2-40B4-BE49-F238E27FC236}">
                        <a16:creationId xmlns:a16="http://schemas.microsoft.com/office/drawing/2014/main" id="{C47057C6-CC6A-4B4C-84B0-78BCFD05FB8F}"/>
                      </a:ext>
                    </a:extLst>
                  </p:cNvPr>
                  <p:cNvSpPr/>
                  <p:nvPr/>
                </p:nvSpPr>
                <p:spPr>
                  <a:xfrm>
                    <a:off x="8491280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5" name="object 870">
                    <a:extLst>
                      <a:ext uri="{FF2B5EF4-FFF2-40B4-BE49-F238E27FC236}">
                        <a16:creationId xmlns:a16="http://schemas.microsoft.com/office/drawing/2014/main" id="{51C37AED-1BFF-431D-9137-59BF204FF37C}"/>
                      </a:ext>
                    </a:extLst>
                  </p:cNvPr>
                  <p:cNvSpPr/>
                  <p:nvPr/>
                </p:nvSpPr>
                <p:spPr>
                  <a:xfrm>
                    <a:off x="8491280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6" name="object 871">
                    <a:extLst>
                      <a:ext uri="{FF2B5EF4-FFF2-40B4-BE49-F238E27FC236}">
                        <a16:creationId xmlns:a16="http://schemas.microsoft.com/office/drawing/2014/main" id="{75618A76-8ADD-4EED-B30F-2FAF505B7020}"/>
                      </a:ext>
                    </a:extLst>
                  </p:cNvPr>
                  <p:cNvSpPr/>
                  <p:nvPr/>
                </p:nvSpPr>
                <p:spPr>
                  <a:xfrm>
                    <a:off x="85994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5" y="108203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5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7" name="object 872">
                    <a:extLst>
                      <a:ext uri="{FF2B5EF4-FFF2-40B4-BE49-F238E27FC236}">
                        <a16:creationId xmlns:a16="http://schemas.microsoft.com/office/drawing/2014/main" id="{FBBAADE9-799A-44CE-AA78-FDCE302F29EF}"/>
                      </a:ext>
                    </a:extLst>
                  </p:cNvPr>
                  <p:cNvSpPr/>
                  <p:nvPr/>
                </p:nvSpPr>
                <p:spPr>
                  <a:xfrm>
                    <a:off x="8599472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8" name="object 873">
                    <a:extLst>
                      <a:ext uri="{FF2B5EF4-FFF2-40B4-BE49-F238E27FC236}">
                        <a16:creationId xmlns:a16="http://schemas.microsoft.com/office/drawing/2014/main" id="{ABBBE8DF-4902-42EF-B7CA-5B9A03A9ACAB}"/>
                      </a:ext>
                    </a:extLst>
                  </p:cNvPr>
                  <p:cNvSpPr/>
                  <p:nvPr/>
                </p:nvSpPr>
                <p:spPr>
                  <a:xfrm>
                    <a:off x="8708437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9" name="object 874">
                    <a:extLst>
                      <a:ext uri="{FF2B5EF4-FFF2-40B4-BE49-F238E27FC236}">
                        <a16:creationId xmlns:a16="http://schemas.microsoft.com/office/drawing/2014/main" id="{95A670C6-EA4F-4285-BA6E-DF236E2162C6}"/>
                      </a:ext>
                    </a:extLst>
                  </p:cNvPr>
                  <p:cNvSpPr/>
                  <p:nvPr/>
                </p:nvSpPr>
                <p:spPr>
                  <a:xfrm>
                    <a:off x="8708437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0" name="object 875">
                    <a:extLst>
                      <a:ext uri="{FF2B5EF4-FFF2-40B4-BE49-F238E27FC236}">
                        <a16:creationId xmlns:a16="http://schemas.microsoft.com/office/drawing/2014/main" id="{7B4A4CF5-3BCC-4BED-AD5F-CC35469C24F5}"/>
                      </a:ext>
                    </a:extLst>
                  </p:cNvPr>
                  <p:cNvSpPr/>
                  <p:nvPr/>
                </p:nvSpPr>
                <p:spPr>
                  <a:xfrm>
                    <a:off x="881665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1" name="object 876">
                    <a:extLst>
                      <a:ext uri="{FF2B5EF4-FFF2-40B4-BE49-F238E27FC236}">
                        <a16:creationId xmlns:a16="http://schemas.microsoft.com/office/drawing/2014/main" id="{745233A2-78F6-4FAF-B0A1-333EA9757BC5}"/>
                      </a:ext>
                    </a:extLst>
                  </p:cNvPr>
                  <p:cNvSpPr/>
                  <p:nvPr/>
                </p:nvSpPr>
                <p:spPr>
                  <a:xfrm>
                    <a:off x="881665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2" name="object 877">
                    <a:extLst>
                      <a:ext uri="{FF2B5EF4-FFF2-40B4-BE49-F238E27FC236}">
                        <a16:creationId xmlns:a16="http://schemas.microsoft.com/office/drawing/2014/main" id="{C545662E-30FC-46FC-A555-0958AF530FC0}"/>
                      </a:ext>
                    </a:extLst>
                  </p:cNvPr>
                  <p:cNvSpPr/>
                  <p:nvPr/>
                </p:nvSpPr>
                <p:spPr>
                  <a:xfrm>
                    <a:off x="8925620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3" name="object 878">
                    <a:extLst>
                      <a:ext uri="{FF2B5EF4-FFF2-40B4-BE49-F238E27FC236}">
                        <a16:creationId xmlns:a16="http://schemas.microsoft.com/office/drawing/2014/main" id="{5E537762-B54F-4999-B039-34E1CF248009}"/>
                      </a:ext>
                    </a:extLst>
                  </p:cNvPr>
                  <p:cNvSpPr/>
                  <p:nvPr/>
                </p:nvSpPr>
                <p:spPr>
                  <a:xfrm>
                    <a:off x="8925620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4" name="object 879">
                    <a:extLst>
                      <a:ext uri="{FF2B5EF4-FFF2-40B4-BE49-F238E27FC236}">
                        <a16:creationId xmlns:a16="http://schemas.microsoft.com/office/drawing/2014/main" id="{5E38E14B-F96E-4015-95EA-30B05E0705EB}"/>
                      </a:ext>
                    </a:extLst>
                  </p:cNvPr>
                  <p:cNvSpPr/>
                  <p:nvPr/>
                </p:nvSpPr>
                <p:spPr>
                  <a:xfrm>
                    <a:off x="90345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5" name="object 880">
                    <a:extLst>
                      <a:ext uri="{FF2B5EF4-FFF2-40B4-BE49-F238E27FC236}">
                        <a16:creationId xmlns:a16="http://schemas.microsoft.com/office/drawing/2014/main" id="{23AC3190-ED85-4988-BE6E-3D7AFF91D36A}"/>
                      </a:ext>
                    </a:extLst>
                  </p:cNvPr>
                  <p:cNvSpPr/>
                  <p:nvPr/>
                </p:nvSpPr>
                <p:spPr>
                  <a:xfrm>
                    <a:off x="9034574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6" name="object 881">
                    <a:extLst>
                      <a:ext uri="{FF2B5EF4-FFF2-40B4-BE49-F238E27FC236}">
                        <a16:creationId xmlns:a16="http://schemas.microsoft.com/office/drawing/2014/main" id="{A7EE13EF-E4F0-4052-A1F6-AEAAEC5CD7BC}"/>
                      </a:ext>
                    </a:extLst>
                  </p:cNvPr>
                  <p:cNvSpPr/>
                  <p:nvPr/>
                </p:nvSpPr>
                <p:spPr>
                  <a:xfrm>
                    <a:off x="914277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7" name="object 882">
                    <a:extLst>
                      <a:ext uri="{FF2B5EF4-FFF2-40B4-BE49-F238E27FC236}">
                        <a16:creationId xmlns:a16="http://schemas.microsoft.com/office/drawing/2014/main" id="{99E733E2-02FF-4FE0-B5CD-B9F0DC2DC4AF}"/>
                      </a:ext>
                    </a:extLst>
                  </p:cNvPr>
                  <p:cNvSpPr/>
                  <p:nvPr/>
                </p:nvSpPr>
                <p:spPr>
                  <a:xfrm>
                    <a:off x="914277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8" name="object 883">
                    <a:extLst>
                      <a:ext uri="{FF2B5EF4-FFF2-40B4-BE49-F238E27FC236}">
                        <a16:creationId xmlns:a16="http://schemas.microsoft.com/office/drawing/2014/main" id="{368749DA-CAC2-4505-9FFC-EF834D6BB451}"/>
                      </a:ext>
                    </a:extLst>
                  </p:cNvPr>
                  <p:cNvSpPr/>
                  <p:nvPr/>
                </p:nvSpPr>
                <p:spPr>
                  <a:xfrm>
                    <a:off x="9251756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9" name="object 884">
                    <a:extLst>
                      <a:ext uri="{FF2B5EF4-FFF2-40B4-BE49-F238E27FC236}">
                        <a16:creationId xmlns:a16="http://schemas.microsoft.com/office/drawing/2014/main" id="{39C947C5-91DA-49D1-81B7-661A11C7B770}"/>
                      </a:ext>
                    </a:extLst>
                  </p:cNvPr>
                  <p:cNvSpPr/>
                  <p:nvPr/>
                </p:nvSpPr>
                <p:spPr>
                  <a:xfrm>
                    <a:off x="9251756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0" name="object 885">
                    <a:extLst>
                      <a:ext uri="{FF2B5EF4-FFF2-40B4-BE49-F238E27FC236}">
                        <a16:creationId xmlns:a16="http://schemas.microsoft.com/office/drawing/2014/main" id="{C98CB7AA-A964-42B3-BEA0-945311F2F3F1}"/>
                      </a:ext>
                    </a:extLst>
                  </p:cNvPr>
                  <p:cNvSpPr/>
                  <p:nvPr/>
                </p:nvSpPr>
                <p:spPr>
                  <a:xfrm>
                    <a:off x="93599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1" name="object 886">
                    <a:extLst>
                      <a:ext uri="{FF2B5EF4-FFF2-40B4-BE49-F238E27FC236}">
                        <a16:creationId xmlns:a16="http://schemas.microsoft.com/office/drawing/2014/main" id="{F100DCF4-4A92-4DF7-A114-4F52C1674C0F}"/>
                      </a:ext>
                    </a:extLst>
                  </p:cNvPr>
                  <p:cNvSpPr/>
                  <p:nvPr/>
                </p:nvSpPr>
                <p:spPr>
                  <a:xfrm>
                    <a:off x="9359948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2" name="object 887">
                    <a:extLst>
                      <a:ext uri="{FF2B5EF4-FFF2-40B4-BE49-F238E27FC236}">
                        <a16:creationId xmlns:a16="http://schemas.microsoft.com/office/drawing/2014/main" id="{957783D2-D429-49D0-98D6-C6D8F4862643}"/>
                      </a:ext>
                    </a:extLst>
                  </p:cNvPr>
                  <p:cNvSpPr/>
                  <p:nvPr/>
                </p:nvSpPr>
                <p:spPr>
                  <a:xfrm>
                    <a:off x="94689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108966" y="108203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966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3" name="object 888">
                    <a:extLst>
                      <a:ext uri="{FF2B5EF4-FFF2-40B4-BE49-F238E27FC236}">
                        <a16:creationId xmlns:a16="http://schemas.microsoft.com/office/drawing/2014/main" id="{AF397BB7-5F4E-4977-A906-71BA8A511795}"/>
                      </a:ext>
                    </a:extLst>
                  </p:cNvPr>
                  <p:cNvSpPr/>
                  <p:nvPr/>
                </p:nvSpPr>
                <p:spPr>
                  <a:xfrm>
                    <a:off x="9468914" y="5972027"/>
                    <a:ext cx="109220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966" y="108203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4" name="object 889">
                    <a:extLst>
                      <a:ext uri="{FF2B5EF4-FFF2-40B4-BE49-F238E27FC236}">
                        <a16:creationId xmlns:a16="http://schemas.microsoft.com/office/drawing/2014/main" id="{601B10B2-8520-4314-9994-27313C4F6688}"/>
                      </a:ext>
                    </a:extLst>
                  </p:cNvPr>
                  <p:cNvSpPr/>
                  <p:nvPr/>
                </p:nvSpPr>
                <p:spPr>
                  <a:xfrm>
                    <a:off x="957789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108203" y="108203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203"/>
                        </a:lnTo>
                        <a:lnTo>
                          <a:pt x="108203" y="108203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5" name="object 890">
                    <a:extLst>
                      <a:ext uri="{FF2B5EF4-FFF2-40B4-BE49-F238E27FC236}">
                        <a16:creationId xmlns:a16="http://schemas.microsoft.com/office/drawing/2014/main" id="{6302F587-CF8B-42B9-8642-2B18468BACC6}"/>
                      </a:ext>
                    </a:extLst>
                  </p:cNvPr>
                  <p:cNvSpPr/>
                  <p:nvPr/>
                </p:nvSpPr>
                <p:spPr>
                  <a:xfrm>
                    <a:off x="9577892" y="5972027"/>
                    <a:ext cx="108585" cy="1085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8585">
                        <a:moveTo>
                          <a:pt x="0" y="0"/>
                        </a:moveTo>
                        <a:lnTo>
                          <a:pt x="0" y="108203"/>
                        </a:lnTo>
                        <a:lnTo>
                          <a:pt x="108204" y="108203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6" name="object 891">
                    <a:extLst>
                      <a:ext uri="{FF2B5EF4-FFF2-40B4-BE49-F238E27FC236}">
                        <a16:creationId xmlns:a16="http://schemas.microsoft.com/office/drawing/2014/main" id="{BE70ACF2-E2B3-40F7-AB6C-10CCAC63A6D3}"/>
                      </a:ext>
                    </a:extLst>
                  </p:cNvPr>
                  <p:cNvSpPr/>
                  <p:nvPr/>
                </p:nvSpPr>
                <p:spPr>
                  <a:xfrm>
                    <a:off x="696956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7" name="object 892">
                    <a:extLst>
                      <a:ext uri="{FF2B5EF4-FFF2-40B4-BE49-F238E27FC236}">
                        <a16:creationId xmlns:a16="http://schemas.microsoft.com/office/drawing/2014/main" id="{065E24B6-4485-40E1-BDEB-DA2A06F3E274}"/>
                      </a:ext>
                    </a:extLst>
                  </p:cNvPr>
                  <p:cNvSpPr/>
                  <p:nvPr/>
                </p:nvSpPr>
                <p:spPr>
                  <a:xfrm>
                    <a:off x="696956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8" name="object 893">
                    <a:extLst>
                      <a:ext uri="{FF2B5EF4-FFF2-40B4-BE49-F238E27FC236}">
                        <a16:creationId xmlns:a16="http://schemas.microsoft.com/office/drawing/2014/main" id="{64CF9C89-1D9D-4776-A53B-06690EFC2C3E}"/>
                      </a:ext>
                    </a:extLst>
                  </p:cNvPr>
                  <p:cNvSpPr/>
                  <p:nvPr/>
                </p:nvSpPr>
                <p:spPr>
                  <a:xfrm>
                    <a:off x="707853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9" name="object 894">
                    <a:extLst>
                      <a:ext uri="{FF2B5EF4-FFF2-40B4-BE49-F238E27FC236}">
                        <a16:creationId xmlns:a16="http://schemas.microsoft.com/office/drawing/2014/main" id="{AC371E13-51FE-46F2-9ECA-401334110A36}"/>
                      </a:ext>
                    </a:extLst>
                  </p:cNvPr>
                  <p:cNvSpPr/>
                  <p:nvPr/>
                </p:nvSpPr>
                <p:spPr>
                  <a:xfrm>
                    <a:off x="707853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0" name="object 895">
                    <a:extLst>
                      <a:ext uri="{FF2B5EF4-FFF2-40B4-BE49-F238E27FC236}">
                        <a16:creationId xmlns:a16="http://schemas.microsoft.com/office/drawing/2014/main" id="{14E54935-1688-474B-9AEA-CB9C64D44817}"/>
                      </a:ext>
                    </a:extLst>
                  </p:cNvPr>
                  <p:cNvSpPr/>
                  <p:nvPr/>
                </p:nvSpPr>
                <p:spPr>
                  <a:xfrm>
                    <a:off x="718673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1" name="object 896">
                    <a:extLst>
                      <a:ext uri="{FF2B5EF4-FFF2-40B4-BE49-F238E27FC236}">
                        <a16:creationId xmlns:a16="http://schemas.microsoft.com/office/drawing/2014/main" id="{D27B3217-DB2A-4FE0-91B9-288AAFE4D1BA}"/>
                      </a:ext>
                    </a:extLst>
                  </p:cNvPr>
                  <p:cNvSpPr/>
                  <p:nvPr/>
                </p:nvSpPr>
                <p:spPr>
                  <a:xfrm>
                    <a:off x="7186736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2" name="object 897">
                    <a:extLst>
                      <a:ext uri="{FF2B5EF4-FFF2-40B4-BE49-F238E27FC236}">
                        <a16:creationId xmlns:a16="http://schemas.microsoft.com/office/drawing/2014/main" id="{EB24164A-4391-4091-A3C7-F587FE382109}"/>
                      </a:ext>
                    </a:extLst>
                  </p:cNvPr>
                  <p:cNvSpPr/>
                  <p:nvPr/>
                </p:nvSpPr>
                <p:spPr>
                  <a:xfrm>
                    <a:off x="729570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3" name="object 898">
                    <a:extLst>
                      <a:ext uri="{FF2B5EF4-FFF2-40B4-BE49-F238E27FC236}">
                        <a16:creationId xmlns:a16="http://schemas.microsoft.com/office/drawing/2014/main" id="{4790089C-7D43-4A94-B747-1935E52B9590}"/>
                      </a:ext>
                    </a:extLst>
                  </p:cNvPr>
                  <p:cNvSpPr/>
                  <p:nvPr/>
                </p:nvSpPr>
                <p:spPr>
                  <a:xfrm>
                    <a:off x="729570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4" name="object 899">
                    <a:extLst>
                      <a:ext uri="{FF2B5EF4-FFF2-40B4-BE49-F238E27FC236}">
                        <a16:creationId xmlns:a16="http://schemas.microsoft.com/office/drawing/2014/main" id="{22C3A8C7-3819-44DE-B463-0E547F63993A}"/>
                      </a:ext>
                    </a:extLst>
                  </p:cNvPr>
                  <p:cNvSpPr/>
                  <p:nvPr/>
                </p:nvSpPr>
                <p:spPr>
                  <a:xfrm>
                    <a:off x="740466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5" name="object 900">
                    <a:extLst>
                      <a:ext uri="{FF2B5EF4-FFF2-40B4-BE49-F238E27FC236}">
                        <a16:creationId xmlns:a16="http://schemas.microsoft.com/office/drawing/2014/main" id="{D8BAD836-7401-48CF-9417-E7C6DF3B72A6}"/>
                      </a:ext>
                    </a:extLst>
                  </p:cNvPr>
                  <p:cNvSpPr/>
                  <p:nvPr/>
                </p:nvSpPr>
                <p:spPr>
                  <a:xfrm>
                    <a:off x="740466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6" name="object 901">
                    <a:extLst>
                      <a:ext uri="{FF2B5EF4-FFF2-40B4-BE49-F238E27FC236}">
                        <a16:creationId xmlns:a16="http://schemas.microsoft.com/office/drawing/2014/main" id="{B7D34258-D84D-412E-A882-D3DA5F6C1156}"/>
                      </a:ext>
                    </a:extLst>
                  </p:cNvPr>
                  <p:cNvSpPr/>
                  <p:nvPr/>
                </p:nvSpPr>
                <p:spPr>
                  <a:xfrm>
                    <a:off x="75128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7" name="object 902">
                    <a:extLst>
                      <a:ext uri="{FF2B5EF4-FFF2-40B4-BE49-F238E27FC236}">
                        <a16:creationId xmlns:a16="http://schemas.microsoft.com/office/drawing/2014/main" id="{2E90382A-5AA8-49B3-91B0-E5418C961EAD}"/>
                      </a:ext>
                    </a:extLst>
                  </p:cNvPr>
                  <p:cNvSpPr/>
                  <p:nvPr/>
                </p:nvSpPr>
                <p:spPr>
                  <a:xfrm>
                    <a:off x="75128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8" name="object 903">
                    <a:extLst>
                      <a:ext uri="{FF2B5EF4-FFF2-40B4-BE49-F238E27FC236}">
                        <a16:creationId xmlns:a16="http://schemas.microsoft.com/office/drawing/2014/main" id="{6B02C4B6-33ED-4474-9CC9-5B1D39E45004}"/>
                      </a:ext>
                    </a:extLst>
                  </p:cNvPr>
                  <p:cNvSpPr/>
                  <p:nvPr/>
                </p:nvSpPr>
                <p:spPr>
                  <a:xfrm>
                    <a:off x="762183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9" name="object 904">
                    <a:extLst>
                      <a:ext uri="{FF2B5EF4-FFF2-40B4-BE49-F238E27FC236}">
                        <a16:creationId xmlns:a16="http://schemas.microsoft.com/office/drawing/2014/main" id="{32095D7C-43FF-415E-BDA4-18F385C148B2}"/>
                      </a:ext>
                    </a:extLst>
                  </p:cNvPr>
                  <p:cNvSpPr/>
                  <p:nvPr/>
                </p:nvSpPr>
                <p:spPr>
                  <a:xfrm>
                    <a:off x="7621838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0" name="object 905">
                    <a:extLst>
                      <a:ext uri="{FF2B5EF4-FFF2-40B4-BE49-F238E27FC236}">
                        <a16:creationId xmlns:a16="http://schemas.microsoft.com/office/drawing/2014/main" id="{DE64B3A6-C257-4906-BEE7-F0FDA10E1D7C}"/>
                      </a:ext>
                    </a:extLst>
                  </p:cNvPr>
                  <p:cNvSpPr/>
                  <p:nvPr/>
                </p:nvSpPr>
                <p:spPr>
                  <a:xfrm>
                    <a:off x="773004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1" name="object 906">
                    <a:extLst>
                      <a:ext uri="{FF2B5EF4-FFF2-40B4-BE49-F238E27FC236}">
                        <a16:creationId xmlns:a16="http://schemas.microsoft.com/office/drawing/2014/main" id="{26BA3854-50FF-4D7F-8BC9-6746E221A007}"/>
                      </a:ext>
                    </a:extLst>
                  </p:cNvPr>
                  <p:cNvSpPr/>
                  <p:nvPr/>
                </p:nvSpPr>
                <p:spPr>
                  <a:xfrm>
                    <a:off x="773004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2" name="object 907">
                    <a:extLst>
                      <a:ext uri="{FF2B5EF4-FFF2-40B4-BE49-F238E27FC236}">
                        <a16:creationId xmlns:a16="http://schemas.microsoft.com/office/drawing/2014/main" id="{41BE9AAD-35F9-4D61-9C83-A897F427A23B}"/>
                      </a:ext>
                    </a:extLst>
                  </p:cNvPr>
                  <p:cNvSpPr/>
                  <p:nvPr/>
                </p:nvSpPr>
                <p:spPr>
                  <a:xfrm>
                    <a:off x="783900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5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965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3" name="object 908">
                    <a:extLst>
                      <a:ext uri="{FF2B5EF4-FFF2-40B4-BE49-F238E27FC236}">
                        <a16:creationId xmlns:a16="http://schemas.microsoft.com/office/drawing/2014/main" id="{6B0315AD-58D8-43EB-818D-75A7A1259354}"/>
                      </a:ext>
                    </a:extLst>
                  </p:cNvPr>
                  <p:cNvSpPr/>
                  <p:nvPr/>
                </p:nvSpPr>
                <p:spPr>
                  <a:xfrm>
                    <a:off x="783900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4" name="object 909">
                    <a:extLst>
                      <a:ext uri="{FF2B5EF4-FFF2-40B4-BE49-F238E27FC236}">
                        <a16:creationId xmlns:a16="http://schemas.microsoft.com/office/drawing/2014/main" id="{100F05E8-62CE-455B-B94A-51F7BBD6B23F}"/>
                      </a:ext>
                    </a:extLst>
                  </p:cNvPr>
                  <p:cNvSpPr/>
                  <p:nvPr/>
                </p:nvSpPr>
                <p:spPr>
                  <a:xfrm>
                    <a:off x="79479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5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5"/>
                        </a:lnTo>
                        <a:lnTo>
                          <a:pt x="108203" y="108965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5" name="object 910">
                    <a:extLst>
                      <a:ext uri="{FF2B5EF4-FFF2-40B4-BE49-F238E27FC236}">
                        <a16:creationId xmlns:a16="http://schemas.microsoft.com/office/drawing/2014/main" id="{A84CECCD-1F9A-453F-B9A4-2E97423BEB65}"/>
                      </a:ext>
                    </a:extLst>
                  </p:cNvPr>
                  <p:cNvSpPr/>
                  <p:nvPr/>
                </p:nvSpPr>
                <p:spPr>
                  <a:xfrm>
                    <a:off x="79479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6" name="object 911">
                    <a:extLst>
                      <a:ext uri="{FF2B5EF4-FFF2-40B4-BE49-F238E27FC236}">
                        <a16:creationId xmlns:a16="http://schemas.microsoft.com/office/drawing/2014/main" id="{AEF51CDD-3C62-48B0-8D88-EE520368F2F7}"/>
                      </a:ext>
                    </a:extLst>
                  </p:cNvPr>
                  <p:cNvSpPr/>
                  <p:nvPr/>
                </p:nvSpPr>
                <p:spPr>
                  <a:xfrm>
                    <a:off x="80561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6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7" name="object 912">
                    <a:extLst>
                      <a:ext uri="{FF2B5EF4-FFF2-40B4-BE49-F238E27FC236}">
                        <a16:creationId xmlns:a16="http://schemas.microsoft.com/office/drawing/2014/main" id="{5A5D6B2C-A5A2-4B08-B9A6-D6CB70CED9EE}"/>
                      </a:ext>
                    </a:extLst>
                  </p:cNvPr>
                  <p:cNvSpPr/>
                  <p:nvPr/>
                </p:nvSpPr>
                <p:spPr>
                  <a:xfrm>
                    <a:off x="80561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8" name="object 913">
                    <a:extLst>
                      <a:ext uri="{FF2B5EF4-FFF2-40B4-BE49-F238E27FC236}">
                        <a16:creationId xmlns:a16="http://schemas.microsoft.com/office/drawing/2014/main" id="{24421456-ADB0-4D37-95B5-20C60567720F}"/>
                      </a:ext>
                    </a:extLst>
                  </p:cNvPr>
                  <p:cNvSpPr/>
                  <p:nvPr/>
                </p:nvSpPr>
                <p:spPr>
                  <a:xfrm>
                    <a:off x="8165145" y="6080243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4" y="0"/>
                        </a:moveTo>
                        <a:lnTo>
                          <a:pt x="0" y="0"/>
                        </a:lnTo>
                        <a:lnTo>
                          <a:pt x="0" y="100584"/>
                        </a:lnTo>
                        <a:lnTo>
                          <a:pt x="0" y="108966"/>
                        </a:lnTo>
                        <a:lnTo>
                          <a:pt x="108204" y="108966"/>
                        </a:lnTo>
                        <a:lnTo>
                          <a:pt x="108204" y="100584"/>
                        </a:lnTo>
                        <a:lnTo>
                          <a:pt x="108204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9" name="object 914">
                    <a:extLst>
                      <a:ext uri="{FF2B5EF4-FFF2-40B4-BE49-F238E27FC236}">
                        <a16:creationId xmlns:a16="http://schemas.microsoft.com/office/drawing/2014/main" id="{3A71995E-BC0F-4F20-BC19-D17524389B02}"/>
                      </a:ext>
                    </a:extLst>
                  </p:cNvPr>
                  <p:cNvSpPr/>
                  <p:nvPr/>
                </p:nvSpPr>
                <p:spPr>
                  <a:xfrm>
                    <a:off x="816514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0" name="object 915">
                    <a:extLst>
                      <a:ext uri="{FF2B5EF4-FFF2-40B4-BE49-F238E27FC236}">
                        <a16:creationId xmlns:a16="http://schemas.microsoft.com/office/drawing/2014/main" id="{C7A42B6E-D4A1-4BE4-84F0-6C8F50B19122}"/>
                      </a:ext>
                    </a:extLst>
                  </p:cNvPr>
                  <p:cNvSpPr/>
                  <p:nvPr/>
                </p:nvSpPr>
                <p:spPr>
                  <a:xfrm>
                    <a:off x="8273348" y="6080231"/>
                    <a:ext cx="109220" cy="1009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0965">
                        <a:moveTo>
                          <a:pt x="0" y="100584"/>
                        </a:moveTo>
                        <a:lnTo>
                          <a:pt x="108965" y="100584"/>
                        </a:ln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0584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1" name="object 916">
                    <a:extLst>
                      <a:ext uri="{FF2B5EF4-FFF2-40B4-BE49-F238E27FC236}">
                        <a16:creationId xmlns:a16="http://schemas.microsoft.com/office/drawing/2014/main" id="{E06F2435-015F-472E-BCD3-660DC81318D2}"/>
                      </a:ext>
                    </a:extLst>
                  </p:cNvPr>
                  <p:cNvSpPr/>
                  <p:nvPr/>
                </p:nvSpPr>
                <p:spPr>
                  <a:xfrm>
                    <a:off x="827334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2" name="object 917">
                    <a:extLst>
                      <a:ext uri="{FF2B5EF4-FFF2-40B4-BE49-F238E27FC236}">
                        <a16:creationId xmlns:a16="http://schemas.microsoft.com/office/drawing/2014/main" id="{61756DA3-873C-4D65-AA80-F24EF0C36B10}"/>
                      </a:ext>
                    </a:extLst>
                  </p:cNvPr>
                  <p:cNvSpPr/>
                  <p:nvPr/>
                </p:nvSpPr>
                <p:spPr>
                  <a:xfrm>
                    <a:off x="8382315" y="6080243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0"/>
                        </a:moveTo>
                        <a:lnTo>
                          <a:pt x="0" y="0"/>
                        </a:lnTo>
                        <a:lnTo>
                          <a:pt x="0" y="100584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lnTo>
                          <a:pt x="108966" y="100584"/>
                        </a:lnTo>
                        <a:lnTo>
                          <a:pt x="108966" y="0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3" name="object 918">
                    <a:extLst>
                      <a:ext uri="{FF2B5EF4-FFF2-40B4-BE49-F238E27FC236}">
                        <a16:creationId xmlns:a16="http://schemas.microsoft.com/office/drawing/2014/main" id="{DB60D7A4-DBD3-4CFF-9925-B81CCB3693B3}"/>
                      </a:ext>
                    </a:extLst>
                  </p:cNvPr>
                  <p:cNvSpPr/>
                  <p:nvPr/>
                </p:nvSpPr>
                <p:spPr>
                  <a:xfrm>
                    <a:off x="838231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4" name="object 919">
                    <a:extLst>
                      <a:ext uri="{FF2B5EF4-FFF2-40B4-BE49-F238E27FC236}">
                        <a16:creationId xmlns:a16="http://schemas.microsoft.com/office/drawing/2014/main" id="{B3BC5CBF-4F17-4BA0-9379-E137EC9745E8}"/>
                      </a:ext>
                    </a:extLst>
                  </p:cNvPr>
                  <p:cNvSpPr/>
                  <p:nvPr/>
                </p:nvSpPr>
                <p:spPr>
                  <a:xfrm>
                    <a:off x="8491280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5" name="object 920">
                    <a:extLst>
                      <a:ext uri="{FF2B5EF4-FFF2-40B4-BE49-F238E27FC236}">
                        <a16:creationId xmlns:a16="http://schemas.microsoft.com/office/drawing/2014/main" id="{6CD8E226-5470-43EC-A258-16122ABA76EC}"/>
                      </a:ext>
                    </a:extLst>
                  </p:cNvPr>
                  <p:cNvSpPr/>
                  <p:nvPr/>
                </p:nvSpPr>
                <p:spPr>
                  <a:xfrm>
                    <a:off x="8491280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5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6" name="object 921">
                    <a:extLst>
                      <a:ext uri="{FF2B5EF4-FFF2-40B4-BE49-F238E27FC236}">
                        <a16:creationId xmlns:a16="http://schemas.microsoft.com/office/drawing/2014/main" id="{5500C8C7-C702-48BD-ABBC-56ABBD4CF4CE}"/>
                      </a:ext>
                    </a:extLst>
                  </p:cNvPr>
                  <p:cNvSpPr/>
                  <p:nvPr/>
                </p:nvSpPr>
                <p:spPr>
                  <a:xfrm>
                    <a:off x="85994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5" y="108966"/>
                        </a:moveTo>
                        <a:lnTo>
                          <a:pt x="108965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5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7" name="object 922">
                    <a:extLst>
                      <a:ext uri="{FF2B5EF4-FFF2-40B4-BE49-F238E27FC236}">
                        <a16:creationId xmlns:a16="http://schemas.microsoft.com/office/drawing/2014/main" id="{6DF56063-4041-4275-9910-E56ADADC77E9}"/>
                      </a:ext>
                    </a:extLst>
                  </p:cNvPr>
                  <p:cNvSpPr/>
                  <p:nvPr/>
                </p:nvSpPr>
                <p:spPr>
                  <a:xfrm>
                    <a:off x="8599472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8" name="object 923">
                    <a:extLst>
                      <a:ext uri="{FF2B5EF4-FFF2-40B4-BE49-F238E27FC236}">
                        <a16:creationId xmlns:a16="http://schemas.microsoft.com/office/drawing/2014/main" id="{133E9A2E-8F8B-47A3-8143-0AD4073B2681}"/>
                      </a:ext>
                    </a:extLst>
                  </p:cNvPr>
                  <p:cNvSpPr/>
                  <p:nvPr/>
                </p:nvSpPr>
                <p:spPr>
                  <a:xfrm>
                    <a:off x="8708437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9" name="object 924">
                    <a:extLst>
                      <a:ext uri="{FF2B5EF4-FFF2-40B4-BE49-F238E27FC236}">
                        <a16:creationId xmlns:a16="http://schemas.microsoft.com/office/drawing/2014/main" id="{A2691456-0961-4045-A3A4-25F6409CA5B5}"/>
                      </a:ext>
                    </a:extLst>
                  </p:cNvPr>
                  <p:cNvSpPr/>
                  <p:nvPr/>
                </p:nvSpPr>
                <p:spPr>
                  <a:xfrm>
                    <a:off x="8708437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0" name="object 925">
                    <a:extLst>
                      <a:ext uri="{FF2B5EF4-FFF2-40B4-BE49-F238E27FC236}">
                        <a16:creationId xmlns:a16="http://schemas.microsoft.com/office/drawing/2014/main" id="{8F1DF035-4FCD-4313-A53A-1AD248CCA2F0}"/>
                      </a:ext>
                    </a:extLst>
                  </p:cNvPr>
                  <p:cNvSpPr/>
                  <p:nvPr/>
                </p:nvSpPr>
                <p:spPr>
                  <a:xfrm>
                    <a:off x="881665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1" name="object 926">
                    <a:extLst>
                      <a:ext uri="{FF2B5EF4-FFF2-40B4-BE49-F238E27FC236}">
                        <a16:creationId xmlns:a16="http://schemas.microsoft.com/office/drawing/2014/main" id="{1533BBD0-0060-44FE-89BE-E88D16CA822A}"/>
                      </a:ext>
                    </a:extLst>
                  </p:cNvPr>
                  <p:cNvSpPr/>
                  <p:nvPr/>
                </p:nvSpPr>
                <p:spPr>
                  <a:xfrm>
                    <a:off x="881665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2" name="object 927">
                    <a:extLst>
                      <a:ext uri="{FF2B5EF4-FFF2-40B4-BE49-F238E27FC236}">
                        <a16:creationId xmlns:a16="http://schemas.microsoft.com/office/drawing/2014/main" id="{F49ECEB3-1269-4DF4-A58C-2A1CFBBF85B3}"/>
                      </a:ext>
                    </a:extLst>
                  </p:cNvPr>
                  <p:cNvSpPr/>
                  <p:nvPr/>
                </p:nvSpPr>
                <p:spPr>
                  <a:xfrm>
                    <a:off x="8925620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3" name="object 928">
                    <a:extLst>
                      <a:ext uri="{FF2B5EF4-FFF2-40B4-BE49-F238E27FC236}">
                        <a16:creationId xmlns:a16="http://schemas.microsoft.com/office/drawing/2014/main" id="{6D7FA86B-F781-4D57-80EA-C17067015518}"/>
                      </a:ext>
                    </a:extLst>
                  </p:cNvPr>
                  <p:cNvSpPr/>
                  <p:nvPr/>
                </p:nvSpPr>
                <p:spPr>
                  <a:xfrm>
                    <a:off x="8925620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4" name="object 929">
                    <a:extLst>
                      <a:ext uri="{FF2B5EF4-FFF2-40B4-BE49-F238E27FC236}">
                        <a16:creationId xmlns:a16="http://schemas.microsoft.com/office/drawing/2014/main" id="{D23420F5-EDC7-4764-97DC-6E673C8BBEAA}"/>
                      </a:ext>
                    </a:extLst>
                  </p:cNvPr>
                  <p:cNvSpPr/>
                  <p:nvPr/>
                </p:nvSpPr>
                <p:spPr>
                  <a:xfrm>
                    <a:off x="90345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5" name="object 930">
                    <a:extLst>
                      <a:ext uri="{FF2B5EF4-FFF2-40B4-BE49-F238E27FC236}">
                        <a16:creationId xmlns:a16="http://schemas.microsoft.com/office/drawing/2014/main" id="{54A98AE5-8576-4D72-88FF-5567CFB22A0D}"/>
                      </a:ext>
                    </a:extLst>
                  </p:cNvPr>
                  <p:cNvSpPr/>
                  <p:nvPr/>
                </p:nvSpPr>
                <p:spPr>
                  <a:xfrm>
                    <a:off x="9034574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6" name="object 931">
                    <a:extLst>
                      <a:ext uri="{FF2B5EF4-FFF2-40B4-BE49-F238E27FC236}">
                        <a16:creationId xmlns:a16="http://schemas.microsoft.com/office/drawing/2014/main" id="{C4870AB7-EC09-4423-BCE6-FA7B61AE3FC0}"/>
                      </a:ext>
                    </a:extLst>
                  </p:cNvPr>
                  <p:cNvSpPr/>
                  <p:nvPr/>
                </p:nvSpPr>
                <p:spPr>
                  <a:xfrm>
                    <a:off x="91427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7" name="object 932">
                    <a:extLst>
                      <a:ext uri="{FF2B5EF4-FFF2-40B4-BE49-F238E27FC236}">
                        <a16:creationId xmlns:a16="http://schemas.microsoft.com/office/drawing/2014/main" id="{46F97535-6DE8-41C3-831A-52D50AFF9262}"/>
                      </a:ext>
                    </a:extLst>
                  </p:cNvPr>
                  <p:cNvSpPr/>
                  <p:nvPr/>
                </p:nvSpPr>
                <p:spPr>
                  <a:xfrm>
                    <a:off x="914277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8" name="object 933">
                    <a:extLst>
                      <a:ext uri="{FF2B5EF4-FFF2-40B4-BE49-F238E27FC236}">
                        <a16:creationId xmlns:a16="http://schemas.microsoft.com/office/drawing/2014/main" id="{994B59B3-CBC8-41CC-AF17-9403A56E601D}"/>
                      </a:ext>
                    </a:extLst>
                  </p:cNvPr>
                  <p:cNvSpPr/>
                  <p:nvPr/>
                </p:nvSpPr>
                <p:spPr>
                  <a:xfrm>
                    <a:off x="9251756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9" name="object 934">
                    <a:extLst>
                      <a:ext uri="{FF2B5EF4-FFF2-40B4-BE49-F238E27FC236}">
                        <a16:creationId xmlns:a16="http://schemas.microsoft.com/office/drawing/2014/main" id="{77265642-7B83-451F-9C2E-859E576AEDF9}"/>
                      </a:ext>
                    </a:extLst>
                  </p:cNvPr>
                  <p:cNvSpPr/>
                  <p:nvPr/>
                </p:nvSpPr>
                <p:spPr>
                  <a:xfrm>
                    <a:off x="9251756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0" name="object 935">
                    <a:extLst>
                      <a:ext uri="{FF2B5EF4-FFF2-40B4-BE49-F238E27FC236}">
                        <a16:creationId xmlns:a16="http://schemas.microsoft.com/office/drawing/2014/main" id="{27733B57-CC0F-42B6-81F1-AD63A5F8380D}"/>
                      </a:ext>
                    </a:extLst>
                  </p:cNvPr>
                  <p:cNvSpPr/>
                  <p:nvPr/>
                </p:nvSpPr>
                <p:spPr>
                  <a:xfrm>
                    <a:off x="935994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1" name="object 936">
                    <a:extLst>
                      <a:ext uri="{FF2B5EF4-FFF2-40B4-BE49-F238E27FC236}">
                        <a16:creationId xmlns:a16="http://schemas.microsoft.com/office/drawing/2014/main" id="{C4F89B99-4F6C-445D-A684-71774635C476}"/>
                      </a:ext>
                    </a:extLst>
                  </p:cNvPr>
                  <p:cNvSpPr/>
                  <p:nvPr/>
                </p:nvSpPr>
                <p:spPr>
                  <a:xfrm>
                    <a:off x="9359948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2" name="object 937">
                    <a:extLst>
                      <a:ext uri="{FF2B5EF4-FFF2-40B4-BE49-F238E27FC236}">
                        <a16:creationId xmlns:a16="http://schemas.microsoft.com/office/drawing/2014/main" id="{18CB0D4D-912B-4498-91FE-5E5685FB1305}"/>
                      </a:ext>
                    </a:extLst>
                  </p:cNvPr>
                  <p:cNvSpPr/>
                  <p:nvPr/>
                </p:nvSpPr>
                <p:spPr>
                  <a:xfrm>
                    <a:off x="946891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108966" y="108966"/>
                        </a:moveTo>
                        <a:lnTo>
                          <a:pt x="108966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966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3" name="object 938">
                    <a:extLst>
                      <a:ext uri="{FF2B5EF4-FFF2-40B4-BE49-F238E27FC236}">
                        <a16:creationId xmlns:a16="http://schemas.microsoft.com/office/drawing/2014/main" id="{ECAC10C6-D1C8-4AB2-B4B1-0633716BBCBD}"/>
                      </a:ext>
                    </a:extLst>
                  </p:cNvPr>
                  <p:cNvSpPr/>
                  <p:nvPr/>
                </p:nvSpPr>
                <p:spPr>
                  <a:xfrm>
                    <a:off x="9468914" y="6080231"/>
                    <a:ext cx="109220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20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966" y="108965"/>
                        </a:lnTo>
                        <a:lnTo>
                          <a:pt x="108966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4" name="object 939">
                    <a:extLst>
                      <a:ext uri="{FF2B5EF4-FFF2-40B4-BE49-F238E27FC236}">
                        <a16:creationId xmlns:a16="http://schemas.microsoft.com/office/drawing/2014/main" id="{663F95BD-CDE3-4D8E-81B2-8F20880FCA12}"/>
                      </a:ext>
                    </a:extLst>
                  </p:cNvPr>
                  <p:cNvSpPr/>
                  <p:nvPr/>
                </p:nvSpPr>
                <p:spPr>
                  <a:xfrm>
                    <a:off x="957789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108203" y="108966"/>
                        </a:moveTo>
                        <a:lnTo>
                          <a:pt x="108203" y="0"/>
                        </a:lnTo>
                        <a:lnTo>
                          <a:pt x="0" y="0"/>
                        </a:lnTo>
                        <a:lnTo>
                          <a:pt x="0" y="108966"/>
                        </a:lnTo>
                        <a:lnTo>
                          <a:pt x="108203" y="108966"/>
                        </a:lnTo>
                        <a:close/>
                      </a:path>
                    </a:pathLst>
                  </a:custGeom>
                  <a:solidFill>
                    <a:srgbClr val="D8D8D8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5" name="object 940">
                    <a:extLst>
                      <a:ext uri="{FF2B5EF4-FFF2-40B4-BE49-F238E27FC236}">
                        <a16:creationId xmlns:a16="http://schemas.microsoft.com/office/drawing/2014/main" id="{ED82395F-7285-464C-BF15-3FDF987AF824}"/>
                      </a:ext>
                    </a:extLst>
                  </p:cNvPr>
                  <p:cNvSpPr/>
                  <p:nvPr/>
                </p:nvSpPr>
                <p:spPr>
                  <a:xfrm>
                    <a:off x="9577892" y="6080231"/>
                    <a:ext cx="108585" cy="1092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584" h="109220">
                        <a:moveTo>
                          <a:pt x="0" y="0"/>
                        </a:moveTo>
                        <a:lnTo>
                          <a:pt x="0" y="108965"/>
                        </a:lnTo>
                        <a:lnTo>
                          <a:pt x="108204" y="108965"/>
                        </a:lnTo>
                        <a:lnTo>
                          <a:pt x="1082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7670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6" name="object 941">
                    <a:extLst>
                      <a:ext uri="{FF2B5EF4-FFF2-40B4-BE49-F238E27FC236}">
                        <a16:creationId xmlns:a16="http://schemas.microsoft.com/office/drawing/2014/main" id="{B390B446-6CFF-4648-905A-9E17ABA5458B}"/>
                      </a:ext>
                    </a:extLst>
                  </p:cNvPr>
                  <p:cNvSpPr/>
                  <p:nvPr/>
                </p:nvSpPr>
                <p:spPr>
                  <a:xfrm>
                    <a:off x="7478582" y="3823949"/>
                    <a:ext cx="3022600" cy="171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2600" h="171450">
                        <a:moveTo>
                          <a:pt x="0" y="154685"/>
                        </a:moveTo>
                        <a:lnTo>
                          <a:pt x="307848" y="0"/>
                        </a:lnTo>
                      </a:path>
                      <a:path w="3022600" h="171450">
                        <a:moveTo>
                          <a:pt x="2682989" y="171449"/>
                        </a:moveTo>
                        <a:lnTo>
                          <a:pt x="3022092" y="1523"/>
                        </a:lnTo>
                      </a:path>
                    </a:pathLst>
                  </a:custGeom>
                  <a:ln w="7670">
                    <a:solidFill>
                      <a:srgbClr val="000000"/>
                    </a:solidFill>
                    <a:prstDash val="sysDash"/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7" name="object 942">
                    <a:extLst>
                      <a:ext uri="{FF2B5EF4-FFF2-40B4-BE49-F238E27FC236}">
                        <a16:creationId xmlns:a16="http://schemas.microsoft.com/office/drawing/2014/main" id="{BF6E7FD3-ACAF-4759-80AC-779EC3790BC2}"/>
                      </a:ext>
                    </a:extLst>
                  </p:cNvPr>
                  <p:cNvSpPr/>
                  <p:nvPr/>
                </p:nvSpPr>
                <p:spPr>
                  <a:xfrm>
                    <a:off x="9686096" y="5754095"/>
                    <a:ext cx="869950" cy="4356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9950" h="435609">
                        <a:moveTo>
                          <a:pt x="0" y="435101"/>
                        </a:moveTo>
                        <a:lnTo>
                          <a:pt x="869441" y="0"/>
                        </a:lnTo>
                      </a:path>
                    </a:pathLst>
                  </a:custGeom>
                  <a:ln w="11506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8" name="object 943">
                    <a:extLst>
                      <a:ext uri="{FF2B5EF4-FFF2-40B4-BE49-F238E27FC236}">
                        <a16:creationId xmlns:a16="http://schemas.microsoft.com/office/drawing/2014/main" id="{4341C6C4-E5DC-45C8-ACF3-AF2DD0646633}"/>
                      </a:ext>
                    </a:extLst>
                  </p:cNvPr>
                  <p:cNvSpPr/>
                  <p:nvPr/>
                </p:nvSpPr>
                <p:spPr>
                  <a:xfrm>
                    <a:off x="9686096" y="6148049"/>
                    <a:ext cx="41275" cy="552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75" h="55245">
                        <a:moveTo>
                          <a:pt x="13716" y="0"/>
                        </a:moveTo>
                        <a:lnTo>
                          <a:pt x="0" y="41148"/>
                        </a:lnTo>
                        <a:lnTo>
                          <a:pt x="41148" y="54864"/>
                        </a:lnTo>
                      </a:path>
                    </a:pathLst>
                  </a:custGeom>
                  <a:ln w="11506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9" name="object 944">
                    <a:extLst>
                      <a:ext uri="{FF2B5EF4-FFF2-40B4-BE49-F238E27FC236}">
                        <a16:creationId xmlns:a16="http://schemas.microsoft.com/office/drawing/2014/main" id="{03672C22-CDDE-47BB-8D8A-81F12A92EE18}"/>
                      </a:ext>
                    </a:extLst>
                  </p:cNvPr>
                  <p:cNvSpPr/>
                  <p:nvPr/>
                </p:nvSpPr>
                <p:spPr>
                  <a:xfrm>
                    <a:off x="10514390" y="5740379"/>
                    <a:ext cx="41275" cy="558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275" h="55879">
                        <a:moveTo>
                          <a:pt x="27431" y="55625"/>
                        </a:moveTo>
                        <a:lnTo>
                          <a:pt x="41147" y="13715"/>
                        </a:lnTo>
                        <a:lnTo>
                          <a:pt x="0" y="0"/>
                        </a:lnTo>
                      </a:path>
                    </a:pathLst>
                  </a:custGeom>
                  <a:ln w="11506">
                    <a:solidFill>
                      <a:srgbClr val="0070C0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0" name="object 945">
                    <a:extLst>
                      <a:ext uri="{FF2B5EF4-FFF2-40B4-BE49-F238E27FC236}">
                        <a16:creationId xmlns:a16="http://schemas.microsoft.com/office/drawing/2014/main" id="{4F3E8533-A6FF-4E27-A9A3-144593A09446}"/>
                      </a:ext>
                    </a:extLst>
                  </p:cNvPr>
                  <p:cNvSpPr/>
                  <p:nvPr/>
                </p:nvSpPr>
                <p:spPr>
                  <a:xfrm>
                    <a:off x="9948224" y="5811245"/>
                    <a:ext cx="345440" cy="3213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5440" h="321309">
                        <a:moveTo>
                          <a:pt x="345186" y="197357"/>
                        </a:moveTo>
                        <a:lnTo>
                          <a:pt x="246888" y="0"/>
                        </a:lnTo>
                        <a:lnTo>
                          <a:pt x="0" y="123443"/>
                        </a:lnTo>
                        <a:lnTo>
                          <a:pt x="98298" y="320801"/>
                        </a:lnTo>
                        <a:lnTo>
                          <a:pt x="345186" y="19735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1" name="object 946">
                    <a:extLst>
                      <a:ext uri="{FF2B5EF4-FFF2-40B4-BE49-F238E27FC236}">
                        <a16:creationId xmlns:a16="http://schemas.microsoft.com/office/drawing/2014/main" id="{1DF4A11D-FA9B-4E40-B7DF-7068A1558ED8}"/>
                      </a:ext>
                    </a:extLst>
                  </p:cNvPr>
                  <p:cNvSpPr/>
                  <p:nvPr/>
                </p:nvSpPr>
                <p:spPr>
                  <a:xfrm>
                    <a:off x="10000028" y="5866556"/>
                    <a:ext cx="254635" cy="2101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4634" h="210185">
                        <a:moveTo>
                          <a:pt x="39623" y="88706"/>
                        </a:moveTo>
                        <a:lnTo>
                          <a:pt x="38861" y="71942"/>
                        </a:lnTo>
                        <a:lnTo>
                          <a:pt x="0" y="90992"/>
                        </a:lnTo>
                        <a:lnTo>
                          <a:pt x="0" y="143570"/>
                        </a:lnTo>
                        <a:lnTo>
                          <a:pt x="6857" y="140846"/>
                        </a:lnTo>
                        <a:lnTo>
                          <a:pt x="6857" y="104708"/>
                        </a:lnTo>
                        <a:lnTo>
                          <a:pt x="39623" y="88706"/>
                        </a:lnTo>
                        <a:close/>
                      </a:path>
                      <a:path w="254634" h="210185">
                        <a:moveTo>
                          <a:pt x="76961" y="165668"/>
                        </a:moveTo>
                        <a:lnTo>
                          <a:pt x="76961" y="160334"/>
                        </a:lnTo>
                        <a:lnTo>
                          <a:pt x="76199" y="154238"/>
                        </a:lnTo>
                        <a:lnTo>
                          <a:pt x="48767" y="122234"/>
                        </a:lnTo>
                        <a:lnTo>
                          <a:pt x="27431" y="119026"/>
                        </a:lnTo>
                        <a:lnTo>
                          <a:pt x="18014" y="119984"/>
                        </a:lnTo>
                        <a:lnTo>
                          <a:pt x="6857" y="122996"/>
                        </a:lnTo>
                        <a:lnTo>
                          <a:pt x="6857" y="140846"/>
                        </a:lnTo>
                        <a:lnTo>
                          <a:pt x="7584" y="140558"/>
                        </a:lnTo>
                        <a:lnTo>
                          <a:pt x="14382" y="138331"/>
                        </a:lnTo>
                        <a:lnTo>
                          <a:pt x="20466" y="136819"/>
                        </a:lnTo>
                        <a:lnTo>
                          <a:pt x="25145" y="136072"/>
                        </a:lnTo>
                        <a:lnTo>
                          <a:pt x="35051" y="135950"/>
                        </a:lnTo>
                        <a:lnTo>
                          <a:pt x="43433" y="136712"/>
                        </a:lnTo>
                        <a:lnTo>
                          <a:pt x="70103" y="169478"/>
                        </a:lnTo>
                        <a:lnTo>
                          <a:pt x="70103" y="185861"/>
                        </a:lnTo>
                        <a:lnTo>
                          <a:pt x="72389" y="182432"/>
                        </a:lnTo>
                        <a:lnTo>
                          <a:pt x="73913" y="177098"/>
                        </a:lnTo>
                        <a:lnTo>
                          <a:pt x="76199" y="171764"/>
                        </a:lnTo>
                        <a:lnTo>
                          <a:pt x="76961" y="165668"/>
                        </a:lnTo>
                        <a:close/>
                      </a:path>
                      <a:path w="254634" h="210185">
                        <a:moveTo>
                          <a:pt x="70103" y="185861"/>
                        </a:moveTo>
                        <a:lnTo>
                          <a:pt x="70103" y="169478"/>
                        </a:lnTo>
                        <a:lnTo>
                          <a:pt x="67817" y="177098"/>
                        </a:lnTo>
                        <a:lnTo>
                          <a:pt x="64769" y="183956"/>
                        </a:lnTo>
                        <a:lnTo>
                          <a:pt x="60959" y="189290"/>
                        </a:lnTo>
                        <a:lnTo>
                          <a:pt x="54863" y="192338"/>
                        </a:lnTo>
                        <a:lnTo>
                          <a:pt x="50291" y="193862"/>
                        </a:lnTo>
                        <a:lnTo>
                          <a:pt x="45719" y="194624"/>
                        </a:lnTo>
                        <a:lnTo>
                          <a:pt x="40385" y="193862"/>
                        </a:lnTo>
                        <a:lnTo>
                          <a:pt x="36575" y="193862"/>
                        </a:lnTo>
                        <a:lnTo>
                          <a:pt x="34289" y="193100"/>
                        </a:lnTo>
                        <a:lnTo>
                          <a:pt x="33527" y="193100"/>
                        </a:lnTo>
                        <a:lnTo>
                          <a:pt x="32003" y="193862"/>
                        </a:lnTo>
                        <a:lnTo>
                          <a:pt x="30479" y="193862"/>
                        </a:lnTo>
                        <a:lnTo>
                          <a:pt x="27431" y="195386"/>
                        </a:lnTo>
                        <a:lnTo>
                          <a:pt x="25907" y="196910"/>
                        </a:lnTo>
                        <a:lnTo>
                          <a:pt x="25145" y="198434"/>
                        </a:lnTo>
                        <a:lnTo>
                          <a:pt x="25145" y="202244"/>
                        </a:lnTo>
                        <a:lnTo>
                          <a:pt x="25907" y="203768"/>
                        </a:lnTo>
                        <a:lnTo>
                          <a:pt x="26669" y="206054"/>
                        </a:lnTo>
                        <a:lnTo>
                          <a:pt x="29717" y="208340"/>
                        </a:lnTo>
                        <a:lnTo>
                          <a:pt x="33527" y="209102"/>
                        </a:lnTo>
                        <a:lnTo>
                          <a:pt x="38099" y="209864"/>
                        </a:lnTo>
                        <a:lnTo>
                          <a:pt x="43433" y="208340"/>
                        </a:lnTo>
                        <a:lnTo>
                          <a:pt x="49529" y="205292"/>
                        </a:lnTo>
                        <a:lnTo>
                          <a:pt x="56387" y="201482"/>
                        </a:lnTo>
                        <a:lnTo>
                          <a:pt x="61721" y="196910"/>
                        </a:lnTo>
                        <a:lnTo>
                          <a:pt x="66293" y="190814"/>
                        </a:lnTo>
                        <a:lnTo>
                          <a:pt x="69341" y="187004"/>
                        </a:lnTo>
                        <a:lnTo>
                          <a:pt x="70103" y="185861"/>
                        </a:lnTo>
                        <a:close/>
                      </a:path>
                      <a:path w="254634" h="210185">
                        <a:moveTo>
                          <a:pt x="166877" y="144332"/>
                        </a:moveTo>
                        <a:lnTo>
                          <a:pt x="165353" y="141284"/>
                        </a:lnTo>
                        <a:lnTo>
                          <a:pt x="160019" y="143570"/>
                        </a:lnTo>
                        <a:lnTo>
                          <a:pt x="156971" y="144332"/>
                        </a:lnTo>
                        <a:lnTo>
                          <a:pt x="150875" y="144332"/>
                        </a:lnTo>
                        <a:lnTo>
                          <a:pt x="149351" y="142808"/>
                        </a:lnTo>
                        <a:lnTo>
                          <a:pt x="148589" y="141284"/>
                        </a:lnTo>
                        <a:lnTo>
                          <a:pt x="146303" y="137474"/>
                        </a:lnTo>
                        <a:lnTo>
                          <a:pt x="97535" y="39938"/>
                        </a:lnTo>
                        <a:lnTo>
                          <a:pt x="94487" y="40700"/>
                        </a:lnTo>
                        <a:lnTo>
                          <a:pt x="74675" y="67370"/>
                        </a:lnTo>
                        <a:lnTo>
                          <a:pt x="76961" y="68894"/>
                        </a:lnTo>
                        <a:lnTo>
                          <a:pt x="82295" y="63560"/>
                        </a:lnTo>
                        <a:lnTo>
                          <a:pt x="86867" y="61274"/>
                        </a:lnTo>
                        <a:lnTo>
                          <a:pt x="88391" y="62036"/>
                        </a:lnTo>
                        <a:lnTo>
                          <a:pt x="89915" y="62036"/>
                        </a:lnTo>
                        <a:lnTo>
                          <a:pt x="92201" y="64322"/>
                        </a:lnTo>
                        <a:lnTo>
                          <a:pt x="130301" y="138236"/>
                        </a:lnTo>
                        <a:lnTo>
                          <a:pt x="134873" y="148904"/>
                        </a:lnTo>
                        <a:lnTo>
                          <a:pt x="134873" y="160334"/>
                        </a:lnTo>
                        <a:lnTo>
                          <a:pt x="166877" y="144332"/>
                        </a:lnTo>
                        <a:close/>
                      </a:path>
                      <a:path w="254634" h="210185">
                        <a:moveTo>
                          <a:pt x="134873" y="160334"/>
                        </a:moveTo>
                        <a:lnTo>
                          <a:pt x="134873" y="153476"/>
                        </a:lnTo>
                        <a:lnTo>
                          <a:pt x="133349" y="155000"/>
                        </a:lnTo>
                        <a:lnTo>
                          <a:pt x="132587" y="156524"/>
                        </a:lnTo>
                        <a:lnTo>
                          <a:pt x="129539" y="158810"/>
                        </a:lnTo>
                        <a:lnTo>
                          <a:pt x="124205" y="161858"/>
                        </a:lnTo>
                        <a:lnTo>
                          <a:pt x="125729" y="164906"/>
                        </a:lnTo>
                        <a:lnTo>
                          <a:pt x="134873" y="160334"/>
                        </a:lnTo>
                        <a:close/>
                      </a:path>
                      <a:path w="254634" h="210185">
                        <a:moveTo>
                          <a:pt x="218693" y="35366"/>
                        </a:moveTo>
                        <a:lnTo>
                          <a:pt x="218693" y="28508"/>
                        </a:lnTo>
                        <a:lnTo>
                          <a:pt x="217169" y="22412"/>
                        </a:lnTo>
                        <a:lnTo>
                          <a:pt x="214121" y="17078"/>
                        </a:lnTo>
                        <a:lnTo>
                          <a:pt x="210311" y="9458"/>
                        </a:lnTo>
                        <a:lnTo>
                          <a:pt x="204215" y="4124"/>
                        </a:lnTo>
                        <a:lnTo>
                          <a:pt x="195071" y="1076"/>
                        </a:lnTo>
                        <a:lnTo>
                          <a:pt x="188975" y="0"/>
                        </a:lnTo>
                        <a:lnTo>
                          <a:pt x="182117" y="28"/>
                        </a:lnTo>
                        <a:lnTo>
                          <a:pt x="150697" y="28532"/>
                        </a:lnTo>
                        <a:lnTo>
                          <a:pt x="150209" y="35366"/>
                        </a:lnTo>
                        <a:lnTo>
                          <a:pt x="151006" y="42772"/>
                        </a:lnTo>
                        <a:lnTo>
                          <a:pt x="153161" y="50606"/>
                        </a:lnTo>
                        <a:lnTo>
                          <a:pt x="155447" y="49463"/>
                        </a:lnTo>
                        <a:lnTo>
                          <a:pt x="155447" y="41462"/>
                        </a:lnTo>
                        <a:lnTo>
                          <a:pt x="156209" y="35366"/>
                        </a:lnTo>
                        <a:lnTo>
                          <a:pt x="158495" y="30032"/>
                        </a:lnTo>
                        <a:lnTo>
                          <a:pt x="161543" y="24698"/>
                        </a:lnTo>
                        <a:lnTo>
                          <a:pt x="165353" y="20888"/>
                        </a:lnTo>
                        <a:lnTo>
                          <a:pt x="170687" y="18602"/>
                        </a:lnTo>
                        <a:lnTo>
                          <a:pt x="176783" y="15554"/>
                        </a:lnTo>
                        <a:lnTo>
                          <a:pt x="182879" y="14792"/>
                        </a:lnTo>
                        <a:lnTo>
                          <a:pt x="188975" y="17078"/>
                        </a:lnTo>
                        <a:lnTo>
                          <a:pt x="195833" y="19364"/>
                        </a:lnTo>
                        <a:lnTo>
                          <a:pt x="208395" y="89369"/>
                        </a:lnTo>
                        <a:lnTo>
                          <a:pt x="209097" y="87134"/>
                        </a:lnTo>
                        <a:lnTo>
                          <a:pt x="213359" y="72704"/>
                        </a:lnTo>
                        <a:lnTo>
                          <a:pt x="215800" y="62262"/>
                        </a:lnTo>
                        <a:lnTo>
                          <a:pt x="217455" y="52606"/>
                        </a:lnTo>
                        <a:lnTo>
                          <a:pt x="218396" y="43665"/>
                        </a:lnTo>
                        <a:lnTo>
                          <a:pt x="218693" y="35366"/>
                        </a:lnTo>
                        <a:close/>
                      </a:path>
                      <a:path w="254634" h="210185">
                        <a:moveTo>
                          <a:pt x="156209" y="49082"/>
                        </a:moveTo>
                        <a:lnTo>
                          <a:pt x="155447" y="41462"/>
                        </a:lnTo>
                        <a:lnTo>
                          <a:pt x="155447" y="49463"/>
                        </a:lnTo>
                        <a:lnTo>
                          <a:pt x="156209" y="49082"/>
                        </a:lnTo>
                        <a:close/>
                      </a:path>
                      <a:path w="254634" h="210185">
                        <a:moveTo>
                          <a:pt x="208395" y="89369"/>
                        </a:moveTo>
                        <a:lnTo>
                          <a:pt x="208395" y="56523"/>
                        </a:lnTo>
                        <a:lnTo>
                          <a:pt x="207263" y="67370"/>
                        </a:lnTo>
                        <a:lnTo>
                          <a:pt x="204835" y="79371"/>
                        </a:lnTo>
                        <a:lnTo>
                          <a:pt x="200977" y="93659"/>
                        </a:lnTo>
                        <a:lnTo>
                          <a:pt x="195691" y="110232"/>
                        </a:lnTo>
                        <a:lnTo>
                          <a:pt x="188975" y="129092"/>
                        </a:lnTo>
                        <a:lnTo>
                          <a:pt x="190499" y="132140"/>
                        </a:lnTo>
                        <a:lnTo>
                          <a:pt x="201167" y="126806"/>
                        </a:lnTo>
                        <a:lnTo>
                          <a:pt x="201167" y="111566"/>
                        </a:lnTo>
                        <a:lnTo>
                          <a:pt x="205549" y="98421"/>
                        </a:lnTo>
                        <a:lnTo>
                          <a:pt x="208395" y="89369"/>
                        </a:lnTo>
                        <a:close/>
                      </a:path>
                      <a:path w="254634" h="210185">
                        <a:moveTo>
                          <a:pt x="254507" y="100136"/>
                        </a:moveTo>
                        <a:lnTo>
                          <a:pt x="251459" y="74990"/>
                        </a:lnTo>
                        <a:lnTo>
                          <a:pt x="248411" y="76514"/>
                        </a:lnTo>
                        <a:lnTo>
                          <a:pt x="248411" y="79562"/>
                        </a:lnTo>
                        <a:lnTo>
                          <a:pt x="247649" y="82610"/>
                        </a:lnTo>
                        <a:lnTo>
                          <a:pt x="246887" y="84896"/>
                        </a:lnTo>
                        <a:lnTo>
                          <a:pt x="245363" y="87182"/>
                        </a:lnTo>
                        <a:lnTo>
                          <a:pt x="243839" y="88706"/>
                        </a:lnTo>
                        <a:lnTo>
                          <a:pt x="241553" y="90230"/>
                        </a:lnTo>
                        <a:lnTo>
                          <a:pt x="239267" y="92516"/>
                        </a:lnTo>
                        <a:lnTo>
                          <a:pt x="235457" y="94802"/>
                        </a:lnTo>
                        <a:lnTo>
                          <a:pt x="229361" y="97088"/>
                        </a:lnTo>
                        <a:lnTo>
                          <a:pt x="201167" y="111566"/>
                        </a:lnTo>
                        <a:lnTo>
                          <a:pt x="201167" y="126806"/>
                        </a:lnTo>
                        <a:lnTo>
                          <a:pt x="254507" y="100136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</p:spPr>
                <p:txBody>
                  <a:bodyPr wrap="square" lIns="0" tIns="0" rIns="0" bIns="0" rtlCol="0"/>
                  <a:lstStyle/>
                  <a:p>
                    <a:endParaRPr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942" name="Straight Arrow Connector 941">
                    <a:extLst>
                      <a:ext uri="{FF2B5EF4-FFF2-40B4-BE49-F238E27FC236}">
                        <a16:creationId xmlns:a16="http://schemas.microsoft.com/office/drawing/2014/main" id="{5D27F2E3-6908-4B10-B8EE-678BBA1B5A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82063" y="5374365"/>
                    <a:ext cx="0" cy="81438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3" name="Straight Arrow Connector 942">
                    <a:extLst>
                      <a:ext uri="{FF2B5EF4-FFF2-40B4-BE49-F238E27FC236}">
                        <a16:creationId xmlns:a16="http://schemas.microsoft.com/office/drawing/2014/main" id="{1E4024FF-0CD7-4847-ADAB-D15D0D528F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870834" y="4257115"/>
                    <a:ext cx="0" cy="75364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4" name="object 13">
                    <a:extLst>
                      <a:ext uri="{FF2B5EF4-FFF2-40B4-BE49-F238E27FC236}">
                        <a16:creationId xmlns:a16="http://schemas.microsoft.com/office/drawing/2014/main" id="{4436DD14-4F4E-4989-B0BA-EFB8435F7559}"/>
                      </a:ext>
                    </a:extLst>
                  </p:cNvPr>
                  <p:cNvSpPr txBox="1"/>
                  <p:nvPr/>
                </p:nvSpPr>
                <p:spPr>
                  <a:xfrm>
                    <a:off x="6719337" y="5020389"/>
                    <a:ext cx="368300" cy="299720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lang="en-US" altLang="zh-CN" sz="1800" dirty="0">
                        <a:cs typeface="+mn-ea"/>
                        <a:sym typeface="+mn-lt"/>
                      </a:rPr>
                      <a:t>18</a:t>
                    </a:r>
                    <a:endParaRPr sz="1800" dirty="0">
                      <a:cs typeface="+mn-ea"/>
                      <a:sym typeface="+mn-lt"/>
                    </a:endParaRPr>
                  </a:p>
                </p:txBody>
              </p:sp>
              <p:cxnSp>
                <p:nvCxnSpPr>
                  <p:cNvPr id="945" name="Straight Arrow Connector 944">
                    <a:extLst>
                      <a:ext uri="{FF2B5EF4-FFF2-40B4-BE49-F238E27FC236}">
                        <a16:creationId xmlns:a16="http://schemas.microsoft.com/office/drawing/2014/main" id="{4B28C5F4-71D2-4B73-B9D1-A84D1DC40F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545001" y="6312569"/>
                    <a:ext cx="1114171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6" name="Straight Arrow Connector 945">
                    <a:extLst>
                      <a:ext uri="{FF2B5EF4-FFF2-40B4-BE49-F238E27FC236}">
                        <a16:creationId xmlns:a16="http://schemas.microsoft.com/office/drawing/2014/main" id="{FE48BB9B-45D6-4A83-9074-2CFB9464BA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6953692" y="6312569"/>
                    <a:ext cx="1211452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7" name="object 13">
                    <a:extLst>
                      <a:ext uri="{FF2B5EF4-FFF2-40B4-BE49-F238E27FC236}">
                        <a16:creationId xmlns:a16="http://schemas.microsoft.com/office/drawing/2014/main" id="{FF51C982-9BE2-4051-B79F-F909FB7662DD}"/>
                      </a:ext>
                    </a:extLst>
                  </p:cNvPr>
                  <p:cNvSpPr txBox="1"/>
                  <p:nvPr/>
                </p:nvSpPr>
                <p:spPr>
                  <a:xfrm>
                    <a:off x="8267561" y="6166524"/>
                    <a:ext cx="368300" cy="299720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lang="en-US" altLang="zh-CN" sz="1800" dirty="0">
                        <a:cs typeface="+mn-ea"/>
                        <a:sym typeface="+mn-lt"/>
                      </a:rPr>
                      <a:t>25</a:t>
                    </a:r>
                    <a:endParaRPr sz="1800" dirty="0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7ADA159-54E1-4471-A7A0-3DAE3EFA18AE}"/>
                    </a:ext>
                  </a:extLst>
                </p:cNvPr>
                <p:cNvSpPr/>
                <p:nvPr/>
              </p:nvSpPr>
              <p:spPr>
                <a:xfrm>
                  <a:off x="7093819" y="4148488"/>
                  <a:ext cx="770021" cy="1318661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80013E5-92B6-446E-A8C6-4C586880E6C2}"/>
                    </a:ext>
                  </a:extLst>
                </p:cNvPr>
                <p:cNvSpPr/>
                <p:nvPr/>
              </p:nvSpPr>
              <p:spPr>
                <a:xfrm>
                  <a:off x="6785613" y="3748378"/>
                  <a:ext cx="77777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2000" b="1" dirty="0">
                      <a:solidFill>
                        <a:srgbClr val="FF0000"/>
                      </a:solidFill>
                      <a:cs typeface="+mn-ea"/>
                      <a:sym typeface="+mn-lt"/>
                    </a:rPr>
                    <a:t>(7, 2)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D5401258-5C8B-4A1D-A438-CC65EA7F4FC7}"/>
                    </a:ext>
                  </a:extLst>
                </p:cNvPr>
                <p:cNvSpPr/>
                <p:nvPr/>
              </p:nvSpPr>
              <p:spPr>
                <a:xfrm>
                  <a:off x="7783157" y="5267094"/>
                  <a:ext cx="103425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8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2000" b="1" dirty="0">
                      <a:solidFill>
                        <a:srgbClr val="FF0000"/>
                      </a:solidFill>
                      <a:cs typeface="+mn-ea"/>
                      <a:sym typeface="+mn-lt"/>
                    </a:rPr>
                    <a:t>(13, 13)</a:t>
                  </a:r>
                </a:p>
              </p:txBody>
            </p:sp>
          </p:grpSp>
          <p:grpSp>
            <p:nvGrpSpPr>
              <p:cNvPr id="15" name="object 1527">
                <a:extLst>
                  <a:ext uri="{FF2B5EF4-FFF2-40B4-BE49-F238E27FC236}">
                    <a16:creationId xmlns:a16="http://schemas.microsoft.com/office/drawing/2014/main" id="{578B54E5-8892-4E11-8A4C-2C3C780E93BE}"/>
                  </a:ext>
                </a:extLst>
              </p:cNvPr>
              <p:cNvGrpSpPr/>
              <p:nvPr/>
            </p:nvGrpSpPr>
            <p:grpSpPr>
              <a:xfrm>
                <a:off x="2562032" y="4167738"/>
                <a:ext cx="753745" cy="1299558"/>
                <a:chOff x="2724797" y="4753354"/>
                <a:chExt cx="753745" cy="1299558"/>
              </a:xfrm>
            </p:grpSpPr>
            <p:sp>
              <p:nvSpPr>
                <p:cNvPr id="16" name="object 1529">
                  <a:extLst>
                    <a:ext uri="{FF2B5EF4-FFF2-40B4-BE49-F238E27FC236}">
                      <a16:creationId xmlns:a16="http://schemas.microsoft.com/office/drawing/2014/main" id="{56209D04-47AF-4D06-A668-C94CD082DE71}"/>
                    </a:ext>
                  </a:extLst>
                </p:cNvPr>
                <p:cNvSpPr/>
                <p:nvPr/>
              </p:nvSpPr>
              <p:spPr>
                <a:xfrm>
                  <a:off x="2940443" y="5620912"/>
                  <a:ext cx="214884" cy="432000"/>
                </a:xfrm>
                <a:prstGeom prst="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object 1530">
                  <a:extLst>
                    <a:ext uri="{FF2B5EF4-FFF2-40B4-BE49-F238E27FC236}">
                      <a16:creationId xmlns:a16="http://schemas.microsoft.com/office/drawing/2014/main" id="{B898453A-83FE-4A7A-B076-976AABA5CD03}"/>
                    </a:ext>
                  </a:extLst>
                </p:cNvPr>
                <p:cNvSpPr/>
                <p:nvPr/>
              </p:nvSpPr>
              <p:spPr>
                <a:xfrm>
                  <a:off x="2724797" y="5191954"/>
                  <a:ext cx="215645" cy="432000"/>
                </a:xfrm>
                <a:prstGeom prst="rect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object 1531">
                  <a:extLst>
                    <a:ext uri="{FF2B5EF4-FFF2-40B4-BE49-F238E27FC236}">
                      <a16:creationId xmlns:a16="http://schemas.microsoft.com/office/drawing/2014/main" id="{7C3DDBD0-6497-4200-9425-5FF1FB1A8097}"/>
                    </a:ext>
                  </a:extLst>
                </p:cNvPr>
                <p:cNvSpPr/>
                <p:nvPr/>
              </p:nvSpPr>
              <p:spPr>
                <a:xfrm>
                  <a:off x="3155327" y="5191954"/>
                  <a:ext cx="323088" cy="432000"/>
                </a:xfrm>
                <a:prstGeom prst="rect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object 1532">
                  <a:extLst>
                    <a:ext uri="{FF2B5EF4-FFF2-40B4-BE49-F238E27FC236}">
                      <a16:creationId xmlns:a16="http://schemas.microsoft.com/office/drawing/2014/main" id="{529ABFA0-BAA7-4388-B8A6-73CCDD2FC281}"/>
                    </a:ext>
                  </a:extLst>
                </p:cNvPr>
                <p:cNvSpPr/>
                <p:nvPr/>
              </p:nvSpPr>
              <p:spPr>
                <a:xfrm>
                  <a:off x="2724797" y="4753354"/>
                  <a:ext cx="753618" cy="432000"/>
                </a:xfrm>
                <a:prstGeom prst="rect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object 1533">
                  <a:extLst>
                    <a:ext uri="{FF2B5EF4-FFF2-40B4-BE49-F238E27FC236}">
                      <a16:creationId xmlns:a16="http://schemas.microsoft.com/office/drawing/2014/main" id="{97BE3FC9-8889-421E-8195-059DEFE60568}"/>
                    </a:ext>
                  </a:extLst>
                </p:cNvPr>
                <p:cNvSpPr/>
                <p:nvPr/>
              </p:nvSpPr>
              <p:spPr>
                <a:xfrm>
                  <a:off x="2724797" y="4753355"/>
                  <a:ext cx="753745" cy="129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745" h="1292860">
                      <a:moveTo>
                        <a:pt x="0" y="0"/>
                      </a:moveTo>
                      <a:lnTo>
                        <a:pt x="0" y="1292352"/>
                      </a:lnTo>
                      <a:lnTo>
                        <a:pt x="753618" y="1292352"/>
                      </a:lnTo>
                      <a:lnTo>
                        <a:pt x="75361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17094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object 1534">
                  <a:extLst>
                    <a:ext uri="{FF2B5EF4-FFF2-40B4-BE49-F238E27FC236}">
                      <a16:creationId xmlns:a16="http://schemas.microsoft.com/office/drawing/2014/main" id="{F8BA6B1D-3D23-41A3-B864-74DB07389939}"/>
                    </a:ext>
                  </a:extLst>
                </p:cNvPr>
                <p:cNvSpPr/>
                <p:nvPr/>
              </p:nvSpPr>
              <p:spPr>
                <a:xfrm>
                  <a:off x="3155327" y="5620912"/>
                  <a:ext cx="323088" cy="432000"/>
                </a:xfrm>
                <a:prstGeom prst="rect">
                  <a:avLst/>
                </a:prstGeom>
                <a:blipFill>
                  <a:blip r:embed="rId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object 1535">
                  <a:extLst>
                    <a:ext uri="{FF2B5EF4-FFF2-40B4-BE49-F238E27FC236}">
                      <a16:creationId xmlns:a16="http://schemas.microsoft.com/office/drawing/2014/main" id="{746D624E-C328-4D78-A738-E5BB15C3F03E}"/>
                    </a:ext>
                  </a:extLst>
                </p:cNvPr>
                <p:cNvSpPr/>
                <p:nvPr/>
              </p:nvSpPr>
              <p:spPr>
                <a:xfrm>
                  <a:off x="2724797" y="5620912"/>
                  <a:ext cx="215645" cy="432000"/>
                </a:xfrm>
                <a:prstGeom prst="rect">
                  <a:avLst/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object 1536">
                  <a:extLst>
                    <a:ext uri="{FF2B5EF4-FFF2-40B4-BE49-F238E27FC236}">
                      <a16:creationId xmlns:a16="http://schemas.microsoft.com/office/drawing/2014/main" id="{7096A7B8-5AFF-4DC2-AF7E-40C705FCAB9F}"/>
                    </a:ext>
                  </a:extLst>
                </p:cNvPr>
                <p:cNvSpPr/>
                <p:nvPr/>
              </p:nvSpPr>
              <p:spPr>
                <a:xfrm>
                  <a:off x="2940443" y="5191954"/>
                  <a:ext cx="214884" cy="432000"/>
                </a:xfrm>
                <a:prstGeom prst="rect">
                  <a:avLst/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9B964C6-3C82-4B98-AC68-58284AE06015}"/>
                </a:ext>
              </a:extLst>
            </p:cNvPr>
            <p:cNvGrpSpPr/>
            <p:nvPr/>
          </p:nvGrpSpPr>
          <p:grpSpPr>
            <a:xfrm>
              <a:off x="4190598" y="4059103"/>
              <a:ext cx="1159010" cy="1574485"/>
              <a:chOff x="2339515" y="3975233"/>
              <a:chExt cx="1159010" cy="1574485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51DEE1D6-F7CF-4EBA-83E4-9F2F759FB766}"/>
                  </a:ext>
                </a:extLst>
              </p:cNvPr>
              <p:cNvCxnSpPr>
                <a:cxnSpLocks/>
                <a:stCxn id="10" idx="2"/>
              </p:cNvCxnSpPr>
              <p:nvPr/>
            </p:nvCxnSpPr>
            <p:spPr>
              <a:xfrm>
                <a:off x="2523665" y="4816192"/>
                <a:ext cx="0" cy="477702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8048E10-9F46-4A86-8814-0725E8A5F183}"/>
                  </a:ext>
                </a:extLst>
              </p:cNvPr>
              <p:cNvCxnSpPr>
                <a:cxnSpLocks/>
                <a:stCxn id="10" idx="0"/>
              </p:cNvCxnSpPr>
              <p:nvPr/>
            </p:nvCxnSpPr>
            <p:spPr>
              <a:xfrm flipV="1">
                <a:off x="2523665" y="3975233"/>
                <a:ext cx="0" cy="54123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41977AE7-3B55-4945-99A6-3FAE4A9F7679}"/>
                  </a:ext>
                </a:extLst>
              </p:cNvPr>
              <p:cNvSpPr txBox="1"/>
              <p:nvPr/>
            </p:nvSpPr>
            <p:spPr>
              <a:xfrm>
                <a:off x="2339515" y="4516472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12</a:t>
                </a:r>
                <a:endParaRPr sz="1800" dirty="0">
                  <a:cs typeface="+mn-ea"/>
                  <a:sym typeface="+mn-lt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E0D139A-35A7-4AE3-8523-2CA00FB75D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5589" y="5405668"/>
                <a:ext cx="30293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FAD5783-F34D-484C-B135-6362D4D5B2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07816" y="5405668"/>
                <a:ext cx="25273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8EAC6FC3-D968-4353-8AF5-754EC9BD37DA}"/>
                  </a:ext>
                </a:extLst>
              </p:cNvPr>
              <p:cNvSpPr txBox="1"/>
              <p:nvPr/>
            </p:nvSpPr>
            <p:spPr>
              <a:xfrm>
                <a:off x="2892423" y="5249998"/>
                <a:ext cx="368300" cy="299720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altLang="zh-CN" sz="1800" dirty="0">
                    <a:cs typeface="+mn-ea"/>
                    <a:sym typeface="+mn-lt"/>
                  </a:rPr>
                  <a:t>7</a:t>
                </a:r>
                <a:endParaRPr sz="1800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48" name="Group 947">
            <a:extLst>
              <a:ext uri="{FF2B5EF4-FFF2-40B4-BE49-F238E27FC236}">
                <a16:creationId xmlns:a16="http://schemas.microsoft.com/office/drawing/2014/main" id="{D77E65E1-451D-486D-9899-2EAD5A63AF9F}"/>
              </a:ext>
            </a:extLst>
          </p:cNvPr>
          <p:cNvGrpSpPr/>
          <p:nvPr/>
        </p:nvGrpSpPr>
        <p:grpSpPr>
          <a:xfrm>
            <a:off x="7239366" y="3407134"/>
            <a:ext cx="2629989" cy="2032516"/>
            <a:chOff x="6317434" y="3475483"/>
            <a:chExt cx="2629989" cy="2032516"/>
          </a:xfrm>
        </p:grpSpPr>
        <p:sp>
          <p:nvSpPr>
            <p:cNvPr id="949" name="object 5598">
              <a:extLst>
                <a:ext uri="{FF2B5EF4-FFF2-40B4-BE49-F238E27FC236}">
                  <a16:creationId xmlns:a16="http://schemas.microsoft.com/office/drawing/2014/main" id="{B8DDEAF9-CC5B-495A-BFDD-9DD4D9A9C9CC}"/>
                </a:ext>
              </a:extLst>
            </p:cNvPr>
            <p:cNvSpPr/>
            <p:nvPr/>
          </p:nvSpPr>
          <p:spPr>
            <a:xfrm>
              <a:off x="7195820" y="4788409"/>
              <a:ext cx="233679" cy="128905"/>
            </a:xfrm>
            <a:custGeom>
              <a:avLst/>
              <a:gdLst/>
              <a:ahLst/>
              <a:cxnLst/>
              <a:rect l="l" t="t" r="r" b="b"/>
              <a:pathLst>
                <a:path w="233679" h="128904">
                  <a:moveTo>
                    <a:pt x="0" y="128777"/>
                  </a:moveTo>
                  <a:lnTo>
                    <a:pt x="233172" y="128777"/>
                  </a:lnTo>
                  <a:lnTo>
                    <a:pt x="233172" y="0"/>
                  </a:lnTo>
                  <a:lnTo>
                    <a:pt x="0" y="0"/>
                  </a:lnTo>
                  <a:lnTo>
                    <a:pt x="0" y="128777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0" name="object 5599">
              <a:extLst>
                <a:ext uri="{FF2B5EF4-FFF2-40B4-BE49-F238E27FC236}">
                  <a16:creationId xmlns:a16="http://schemas.microsoft.com/office/drawing/2014/main" id="{07F7885F-DC90-473E-A230-B638574834A8}"/>
                </a:ext>
              </a:extLst>
            </p:cNvPr>
            <p:cNvSpPr/>
            <p:nvPr/>
          </p:nvSpPr>
          <p:spPr>
            <a:xfrm>
              <a:off x="7732268" y="3475483"/>
              <a:ext cx="1207770" cy="1209040"/>
            </a:xfrm>
            <a:custGeom>
              <a:avLst/>
              <a:gdLst/>
              <a:ahLst/>
              <a:cxnLst/>
              <a:rect l="l" t="t" r="r" b="b"/>
              <a:pathLst>
                <a:path w="1207770" h="1209039">
                  <a:moveTo>
                    <a:pt x="1207770" y="1208531"/>
                  </a:moveTo>
                  <a:lnTo>
                    <a:pt x="1207770" y="0"/>
                  </a:lnTo>
                  <a:lnTo>
                    <a:pt x="0" y="0"/>
                  </a:lnTo>
                  <a:lnTo>
                    <a:pt x="0" y="1208531"/>
                  </a:lnTo>
                  <a:lnTo>
                    <a:pt x="1207770" y="1208531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1" name="object 5600">
              <a:extLst>
                <a:ext uri="{FF2B5EF4-FFF2-40B4-BE49-F238E27FC236}">
                  <a16:creationId xmlns:a16="http://schemas.microsoft.com/office/drawing/2014/main" id="{2C02097C-F8DD-40A7-88F1-9162290AEB6A}"/>
                </a:ext>
              </a:extLst>
            </p:cNvPr>
            <p:cNvSpPr/>
            <p:nvPr/>
          </p:nvSpPr>
          <p:spPr>
            <a:xfrm>
              <a:off x="7195821" y="3709430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1207770" y="0"/>
                  </a:moveTo>
                  <a:lnTo>
                    <a:pt x="0" y="0"/>
                  </a:lnTo>
                  <a:lnTo>
                    <a:pt x="0" y="1078992"/>
                  </a:lnTo>
                  <a:lnTo>
                    <a:pt x="635495" y="1078992"/>
                  </a:lnTo>
                  <a:lnTo>
                    <a:pt x="635495" y="1207770"/>
                  </a:lnTo>
                  <a:lnTo>
                    <a:pt x="1207770" y="1207770"/>
                  </a:lnTo>
                  <a:lnTo>
                    <a:pt x="1207770" y="1078992"/>
                  </a:lnTo>
                  <a:lnTo>
                    <a:pt x="12077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2" name="object 5601">
              <a:extLst>
                <a:ext uri="{FF2B5EF4-FFF2-40B4-BE49-F238E27FC236}">
                  <a16:creationId xmlns:a16="http://schemas.microsoft.com/office/drawing/2014/main" id="{05600E06-E497-4E59-804C-2C8F7A7FA016}"/>
                </a:ext>
              </a:extLst>
            </p:cNvPr>
            <p:cNvSpPr/>
            <p:nvPr/>
          </p:nvSpPr>
          <p:spPr>
            <a:xfrm>
              <a:off x="7195820" y="3709417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0" y="0"/>
                  </a:moveTo>
                  <a:lnTo>
                    <a:pt x="0" y="1207770"/>
                  </a:lnTo>
                  <a:lnTo>
                    <a:pt x="1207770" y="1207770"/>
                  </a:lnTo>
                  <a:lnTo>
                    <a:pt x="1207770" y="0"/>
                  </a:lnTo>
                  <a:lnTo>
                    <a:pt x="0" y="0"/>
                  </a:lnTo>
                  <a:close/>
                </a:path>
              </a:pathLst>
            </a:custGeom>
            <a:ln w="94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3" name="object 5602">
              <a:extLst>
                <a:ext uri="{FF2B5EF4-FFF2-40B4-BE49-F238E27FC236}">
                  <a16:creationId xmlns:a16="http://schemas.microsoft.com/office/drawing/2014/main" id="{FB14242D-8D23-4532-81C7-5C305B0B448E}"/>
                </a:ext>
              </a:extLst>
            </p:cNvPr>
            <p:cNvSpPr/>
            <p:nvPr/>
          </p:nvSpPr>
          <p:spPr>
            <a:xfrm>
              <a:off x="6926822" y="3843542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1207770" y="0"/>
                  </a:moveTo>
                  <a:lnTo>
                    <a:pt x="0" y="0"/>
                  </a:lnTo>
                  <a:lnTo>
                    <a:pt x="0" y="944880"/>
                  </a:lnTo>
                  <a:lnTo>
                    <a:pt x="0" y="1207770"/>
                  </a:lnTo>
                  <a:lnTo>
                    <a:pt x="99060" y="1207770"/>
                  </a:lnTo>
                  <a:lnTo>
                    <a:pt x="99060" y="944880"/>
                  </a:lnTo>
                  <a:lnTo>
                    <a:pt x="904494" y="944880"/>
                  </a:lnTo>
                  <a:lnTo>
                    <a:pt x="904494" y="1207770"/>
                  </a:lnTo>
                  <a:lnTo>
                    <a:pt x="1207770" y="1207770"/>
                  </a:lnTo>
                  <a:lnTo>
                    <a:pt x="1207770" y="944880"/>
                  </a:lnTo>
                  <a:lnTo>
                    <a:pt x="120777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4" name="object 5603">
              <a:extLst>
                <a:ext uri="{FF2B5EF4-FFF2-40B4-BE49-F238E27FC236}">
                  <a16:creationId xmlns:a16="http://schemas.microsoft.com/office/drawing/2014/main" id="{F455A547-050E-4E87-B073-8ABF2E27FB19}"/>
                </a:ext>
              </a:extLst>
            </p:cNvPr>
            <p:cNvSpPr/>
            <p:nvPr/>
          </p:nvSpPr>
          <p:spPr>
            <a:xfrm>
              <a:off x="6926822" y="3843529"/>
              <a:ext cx="1207770" cy="1207770"/>
            </a:xfrm>
            <a:custGeom>
              <a:avLst/>
              <a:gdLst/>
              <a:ahLst/>
              <a:cxnLst/>
              <a:rect l="l" t="t" r="r" b="b"/>
              <a:pathLst>
                <a:path w="1207770" h="1207770">
                  <a:moveTo>
                    <a:pt x="0" y="0"/>
                  </a:moveTo>
                  <a:lnTo>
                    <a:pt x="0" y="1207769"/>
                  </a:lnTo>
                  <a:lnTo>
                    <a:pt x="1207770" y="1207769"/>
                  </a:lnTo>
                  <a:lnTo>
                    <a:pt x="1207770" y="0"/>
                  </a:lnTo>
                  <a:lnTo>
                    <a:pt x="0" y="0"/>
                  </a:lnTo>
                  <a:close/>
                </a:path>
              </a:pathLst>
            </a:custGeom>
            <a:ln w="94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5" name="object 5604">
              <a:extLst>
                <a:ext uri="{FF2B5EF4-FFF2-40B4-BE49-F238E27FC236}">
                  <a16:creationId xmlns:a16="http://schemas.microsoft.com/office/drawing/2014/main" id="{983C166A-B7C1-45CB-BB94-18BC9DE3DB23}"/>
                </a:ext>
              </a:extLst>
            </p:cNvPr>
            <p:cNvSpPr/>
            <p:nvPr/>
          </p:nvSpPr>
          <p:spPr>
            <a:xfrm>
              <a:off x="7227811" y="3488437"/>
              <a:ext cx="1655445" cy="220979"/>
            </a:xfrm>
            <a:custGeom>
              <a:avLst/>
              <a:gdLst/>
              <a:ahLst/>
              <a:cxnLst/>
              <a:rect l="l" t="t" r="r" b="b"/>
              <a:pathLst>
                <a:path w="1655445" h="220979">
                  <a:moveTo>
                    <a:pt x="0" y="189737"/>
                  </a:moveTo>
                  <a:lnTo>
                    <a:pt x="381000" y="0"/>
                  </a:lnTo>
                </a:path>
                <a:path w="1655445" h="220979">
                  <a:moveTo>
                    <a:pt x="1236726" y="220979"/>
                  </a:moveTo>
                  <a:lnTo>
                    <a:pt x="1655064" y="11429"/>
                  </a:lnTo>
                </a:path>
              </a:pathLst>
            </a:custGeom>
            <a:ln w="947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6" name="object 5605">
              <a:extLst>
                <a:ext uri="{FF2B5EF4-FFF2-40B4-BE49-F238E27FC236}">
                  <a16:creationId xmlns:a16="http://schemas.microsoft.com/office/drawing/2014/main" id="{1A07BECA-F236-4308-A878-4FEF6E698477}"/>
                </a:ext>
              </a:extLst>
            </p:cNvPr>
            <p:cNvSpPr/>
            <p:nvPr/>
          </p:nvSpPr>
          <p:spPr>
            <a:xfrm>
              <a:off x="6658610" y="5320285"/>
              <a:ext cx="1207770" cy="0"/>
            </a:xfrm>
            <a:custGeom>
              <a:avLst/>
              <a:gdLst/>
              <a:ahLst/>
              <a:cxnLst/>
              <a:rect l="l" t="t" r="r" b="b"/>
              <a:pathLst>
                <a:path w="1207770">
                  <a:moveTo>
                    <a:pt x="0" y="0"/>
                  </a:moveTo>
                  <a:lnTo>
                    <a:pt x="547103" y="0"/>
                  </a:lnTo>
                </a:path>
                <a:path w="1207770">
                  <a:moveTo>
                    <a:pt x="660641" y="0"/>
                  </a:moveTo>
                  <a:lnTo>
                    <a:pt x="1207769" y="0"/>
                  </a:lnTo>
                </a:path>
              </a:pathLst>
            </a:custGeom>
            <a:ln w="141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7" name="object 5606">
              <a:extLst>
                <a:ext uri="{FF2B5EF4-FFF2-40B4-BE49-F238E27FC236}">
                  <a16:creationId xmlns:a16="http://schemas.microsoft.com/office/drawing/2014/main" id="{E8F65482-1CEC-45E6-8209-BFB232F37E5E}"/>
                </a:ext>
              </a:extLst>
            </p:cNvPr>
            <p:cNvSpPr/>
            <p:nvPr/>
          </p:nvSpPr>
          <p:spPr>
            <a:xfrm>
              <a:off x="6658610" y="5282185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</a:path>
              </a:pathLst>
            </a:custGeom>
            <a:ln w="141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58" name="object 5607">
              <a:extLst>
                <a:ext uri="{FF2B5EF4-FFF2-40B4-BE49-F238E27FC236}">
                  <a16:creationId xmlns:a16="http://schemas.microsoft.com/office/drawing/2014/main" id="{61F78039-378C-4406-9304-833FE86BDCBB}"/>
                </a:ext>
              </a:extLst>
            </p:cNvPr>
            <p:cNvSpPr/>
            <p:nvPr/>
          </p:nvSpPr>
          <p:spPr>
            <a:xfrm>
              <a:off x="7828280" y="5282185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0" y="76200"/>
                  </a:moveTo>
                  <a:lnTo>
                    <a:pt x="38100" y="38100"/>
                  </a:lnTo>
                  <a:lnTo>
                    <a:pt x="0" y="0"/>
                  </a:lnTo>
                </a:path>
              </a:pathLst>
            </a:custGeom>
            <a:ln w="1419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grpSp>
          <p:nvGrpSpPr>
            <p:cNvPr id="959" name="Group 958">
              <a:extLst>
                <a:ext uri="{FF2B5EF4-FFF2-40B4-BE49-F238E27FC236}">
                  <a16:creationId xmlns:a16="http://schemas.microsoft.com/office/drawing/2014/main" id="{2EF00294-8B5E-4B05-AF99-74FB5BC8DC7A}"/>
                </a:ext>
              </a:extLst>
            </p:cNvPr>
            <p:cNvGrpSpPr/>
            <p:nvPr/>
          </p:nvGrpSpPr>
          <p:grpSpPr>
            <a:xfrm>
              <a:off x="6317434" y="3967862"/>
              <a:ext cx="2629989" cy="1540137"/>
              <a:chOff x="6317434" y="3967862"/>
              <a:chExt cx="2629989" cy="1540137"/>
            </a:xfrm>
          </p:grpSpPr>
          <p:grpSp>
            <p:nvGrpSpPr>
              <p:cNvPr id="960" name="object 5615">
                <a:extLst>
                  <a:ext uri="{FF2B5EF4-FFF2-40B4-BE49-F238E27FC236}">
                    <a16:creationId xmlns:a16="http://schemas.microsoft.com/office/drawing/2014/main" id="{9F4AC8B7-E8F2-4D58-A54F-17BE61BEFBFC}"/>
                  </a:ext>
                </a:extLst>
              </p:cNvPr>
              <p:cNvGrpSpPr/>
              <p:nvPr/>
            </p:nvGrpSpPr>
            <p:grpSpPr>
              <a:xfrm>
                <a:off x="6609353" y="3968770"/>
                <a:ext cx="2338070" cy="1241425"/>
                <a:chOff x="6105302" y="4848116"/>
                <a:chExt cx="2338070" cy="1241425"/>
              </a:xfrm>
            </p:grpSpPr>
            <p:sp>
              <p:nvSpPr>
                <p:cNvPr id="968" name="object 5616">
                  <a:extLst>
                    <a:ext uri="{FF2B5EF4-FFF2-40B4-BE49-F238E27FC236}">
                      <a16:creationId xmlns:a16="http://schemas.microsoft.com/office/drawing/2014/main" id="{D80E35FD-CF26-4F80-B168-03E969C2081B}"/>
                    </a:ext>
                  </a:extLst>
                </p:cNvPr>
                <p:cNvSpPr/>
                <p:nvPr/>
              </p:nvSpPr>
              <p:spPr>
                <a:xfrm>
                  <a:off x="7362329" y="5528309"/>
                  <a:ext cx="1073785" cy="5372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784" h="537210">
                      <a:moveTo>
                        <a:pt x="0" y="537210"/>
                      </a:moveTo>
                      <a:lnTo>
                        <a:pt x="1073658" y="0"/>
                      </a:lnTo>
                    </a:path>
                  </a:pathLst>
                </a:custGeom>
                <a:ln w="14198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9" name="object 5617">
                  <a:extLst>
                    <a:ext uri="{FF2B5EF4-FFF2-40B4-BE49-F238E27FC236}">
                      <a16:creationId xmlns:a16="http://schemas.microsoft.com/office/drawing/2014/main" id="{A8C3AF3E-F1DF-4CD8-8D80-FB20D064F359}"/>
                    </a:ext>
                  </a:extLst>
                </p:cNvPr>
                <p:cNvSpPr/>
                <p:nvPr/>
              </p:nvSpPr>
              <p:spPr>
                <a:xfrm>
                  <a:off x="7362329" y="6014465"/>
                  <a:ext cx="51435" cy="67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4" h="67945">
                      <a:moveTo>
                        <a:pt x="16764" y="0"/>
                      </a:moveTo>
                      <a:lnTo>
                        <a:pt x="0" y="51053"/>
                      </a:lnTo>
                      <a:lnTo>
                        <a:pt x="51054" y="67818"/>
                      </a:lnTo>
                    </a:path>
                  </a:pathLst>
                </a:custGeom>
                <a:ln w="14198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0" name="object 5618">
                  <a:extLst>
                    <a:ext uri="{FF2B5EF4-FFF2-40B4-BE49-F238E27FC236}">
                      <a16:creationId xmlns:a16="http://schemas.microsoft.com/office/drawing/2014/main" id="{0FBB4D32-6995-4AAC-9F7C-DB00D55F865F}"/>
                    </a:ext>
                  </a:extLst>
                </p:cNvPr>
                <p:cNvSpPr/>
                <p:nvPr/>
              </p:nvSpPr>
              <p:spPr>
                <a:xfrm>
                  <a:off x="8384933" y="5510783"/>
                  <a:ext cx="51435" cy="685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4" h="68579">
                      <a:moveTo>
                        <a:pt x="34290" y="68579"/>
                      </a:moveTo>
                      <a:lnTo>
                        <a:pt x="51054" y="17525"/>
                      </a:lnTo>
                      <a:lnTo>
                        <a:pt x="0" y="0"/>
                      </a:lnTo>
                    </a:path>
                  </a:pathLst>
                </a:custGeom>
                <a:ln w="14198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1" name="object 5619">
                  <a:extLst>
                    <a:ext uri="{FF2B5EF4-FFF2-40B4-BE49-F238E27FC236}">
                      <a16:creationId xmlns:a16="http://schemas.microsoft.com/office/drawing/2014/main" id="{05BD8D66-4618-45B8-BB11-F558F13665DE}"/>
                    </a:ext>
                  </a:extLst>
                </p:cNvPr>
                <p:cNvSpPr/>
                <p:nvPr/>
              </p:nvSpPr>
              <p:spPr>
                <a:xfrm>
                  <a:off x="7685405" y="5598413"/>
                  <a:ext cx="42799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990" h="396239">
                      <a:moveTo>
                        <a:pt x="427481" y="243839"/>
                      </a:moveTo>
                      <a:lnTo>
                        <a:pt x="305561" y="0"/>
                      </a:lnTo>
                      <a:lnTo>
                        <a:pt x="0" y="152399"/>
                      </a:lnTo>
                      <a:lnTo>
                        <a:pt x="122681" y="396239"/>
                      </a:lnTo>
                      <a:lnTo>
                        <a:pt x="427481" y="2438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2" name="object 5620">
                  <a:extLst>
                    <a:ext uri="{FF2B5EF4-FFF2-40B4-BE49-F238E27FC236}">
                      <a16:creationId xmlns:a16="http://schemas.microsoft.com/office/drawing/2014/main" id="{57E8296A-4660-483A-BBFA-2EB0394EC96C}"/>
                    </a:ext>
                  </a:extLst>
                </p:cNvPr>
                <p:cNvSpPr/>
                <p:nvPr/>
              </p:nvSpPr>
              <p:spPr>
                <a:xfrm>
                  <a:off x="7750187" y="5666612"/>
                  <a:ext cx="314325" cy="259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259079">
                      <a:moveTo>
                        <a:pt x="48767" y="109347"/>
                      </a:moveTo>
                      <a:lnTo>
                        <a:pt x="48005" y="88773"/>
                      </a:lnTo>
                      <a:lnTo>
                        <a:pt x="0" y="112395"/>
                      </a:lnTo>
                      <a:lnTo>
                        <a:pt x="0" y="177927"/>
                      </a:lnTo>
                      <a:lnTo>
                        <a:pt x="8381" y="174305"/>
                      </a:lnTo>
                      <a:lnTo>
                        <a:pt x="8381" y="129921"/>
                      </a:lnTo>
                      <a:lnTo>
                        <a:pt x="48767" y="109347"/>
                      </a:lnTo>
                      <a:close/>
                    </a:path>
                    <a:path w="314325" h="259079">
                      <a:moveTo>
                        <a:pt x="94487" y="205359"/>
                      </a:moveTo>
                      <a:lnTo>
                        <a:pt x="94487" y="190119"/>
                      </a:lnTo>
                      <a:lnTo>
                        <a:pt x="92201" y="183261"/>
                      </a:lnTo>
                      <a:lnTo>
                        <a:pt x="60197" y="150495"/>
                      </a:lnTo>
                      <a:lnTo>
                        <a:pt x="35432" y="146970"/>
                      </a:lnTo>
                      <a:lnTo>
                        <a:pt x="22264" y="148459"/>
                      </a:lnTo>
                      <a:lnTo>
                        <a:pt x="8381" y="152019"/>
                      </a:lnTo>
                      <a:lnTo>
                        <a:pt x="8381" y="174305"/>
                      </a:lnTo>
                      <a:lnTo>
                        <a:pt x="9286" y="173914"/>
                      </a:lnTo>
                      <a:lnTo>
                        <a:pt x="17716" y="170973"/>
                      </a:lnTo>
                      <a:lnTo>
                        <a:pt x="25288" y="169033"/>
                      </a:lnTo>
                      <a:lnTo>
                        <a:pt x="31241" y="168135"/>
                      </a:lnTo>
                      <a:lnTo>
                        <a:pt x="41147" y="168126"/>
                      </a:lnTo>
                      <a:lnTo>
                        <a:pt x="48029" y="169075"/>
                      </a:lnTo>
                      <a:lnTo>
                        <a:pt x="81533" y="192405"/>
                      </a:lnTo>
                      <a:lnTo>
                        <a:pt x="84867" y="231949"/>
                      </a:lnTo>
                      <a:lnTo>
                        <a:pt x="86105" y="230505"/>
                      </a:lnTo>
                      <a:lnTo>
                        <a:pt x="89153" y="225171"/>
                      </a:lnTo>
                      <a:lnTo>
                        <a:pt x="91439" y="218313"/>
                      </a:lnTo>
                      <a:lnTo>
                        <a:pt x="93725" y="212217"/>
                      </a:lnTo>
                      <a:lnTo>
                        <a:pt x="94487" y="205359"/>
                      </a:lnTo>
                      <a:close/>
                    </a:path>
                    <a:path w="314325" h="259079">
                      <a:moveTo>
                        <a:pt x="84867" y="231949"/>
                      </a:moveTo>
                      <a:lnTo>
                        <a:pt x="84867" y="205359"/>
                      </a:lnTo>
                      <a:lnTo>
                        <a:pt x="84641" y="211907"/>
                      </a:lnTo>
                      <a:lnTo>
                        <a:pt x="83057" y="218313"/>
                      </a:lnTo>
                      <a:lnTo>
                        <a:pt x="80009" y="227457"/>
                      </a:lnTo>
                      <a:lnTo>
                        <a:pt x="74675" y="233553"/>
                      </a:lnTo>
                      <a:lnTo>
                        <a:pt x="66960" y="237417"/>
                      </a:lnTo>
                      <a:lnTo>
                        <a:pt x="61721" y="240411"/>
                      </a:lnTo>
                      <a:lnTo>
                        <a:pt x="56387" y="241173"/>
                      </a:lnTo>
                      <a:lnTo>
                        <a:pt x="49529" y="239649"/>
                      </a:lnTo>
                      <a:lnTo>
                        <a:pt x="44957" y="238887"/>
                      </a:lnTo>
                      <a:lnTo>
                        <a:pt x="30479" y="248031"/>
                      </a:lnTo>
                      <a:lnTo>
                        <a:pt x="30479" y="249555"/>
                      </a:lnTo>
                      <a:lnTo>
                        <a:pt x="46481" y="258699"/>
                      </a:lnTo>
                      <a:lnTo>
                        <a:pt x="53339" y="257175"/>
                      </a:lnTo>
                      <a:lnTo>
                        <a:pt x="81533" y="235839"/>
                      </a:lnTo>
                      <a:lnTo>
                        <a:pt x="84867" y="231949"/>
                      </a:lnTo>
                      <a:close/>
                    </a:path>
                    <a:path w="314325" h="259079">
                      <a:moveTo>
                        <a:pt x="205739" y="177927"/>
                      </a:moveTo>
                      <a:lnTo>
                        <a:pt x="203453" y="174117"/>
                      </a:lnTo>
                      <a:lnTo>
                        <a:pt x="197357" y="177165"/>
                      </a:lnTo>
                      <a:lnTo>
                        <a:pt x="193547" y="178689"/>
                      </a:lnTo>
                      <a:lnTo>
                        <a:pt x="188213" y="178689"/>
                      </a:lnTo>
                      <a:lnTo>
                        <a:pt x="185927" y="177927"/>
                      </a:lnTo>
                      <a:lnTo>
                        <a:pt x="182879" y="174879"/>
                      </a:lnTo>
                      <a:lnTo>
                        <a:pt x="119633" y="49149"/>
                      </a:lnTo>
                      <a:lnTo>
                        <a:pt x="116585" y="50673"/>
                      </a:lnTo>
                      <a:lnTo>
                        <a:pt x="92201" y="83439"/>
                      </a:lnTo>
                      <a:lnTo>
                        <a:pt x="94487" y="85725"/>
                      </a:lnTo>
                      <a:lnTo>
                        <a:pt x="98297" y="81153"/>
                      </a:lnTo>
                      <a:lnTo>
                        <a:pt x="101345" y="78867"/>
                      </a:lnTo>
                      <a:lnTo>
                        <a:pt x="103631" y="77343"/>
                      </a:lnTo>
                      <a:lnTo>
                        <a:pt x="105155" y="76581"/>
                      </a:lnTo>
                      <a:lnTo>
                        <a:pt x="108965" y="76581"/>
                      </a:lnTo>
                      <a:lnTo>
                        <a:pt x="112013" y="78105"/>
                      </a:lnTo>
                      <a:lnTo>
                        <a:pt x="113537" y="79629"/>
                      </a:lnTo>
                      <a:lnTo>
                        <a:pt x="115823" y="82677"/>
                      </a:lnTo>
                      <a:lnTo>
                        <a:pt x="118871" y="88773"/>
                      </a:lnTo>
                      <a:lnTo>
                        <a:pt x="124205" y="98679"/>
                      </a:lnTo>
                      <a:lnTo>
                        <a:pt x="160019" y="171069"/>
                      </a:lnTo>
                      <a:lnTo>
                        <a:pt x="164591" y="179451"/>
                      </a:lnTo>
                      <a:lnTo>
                        <a:pt x="166115" y="184023"/>
                      </a:lnTo>
                      <a:lnTo>
                        <a:pt x="166115" y="186309"/>
                      </a:lnTo>
                      <a:lnTo>
                        <a:pt x="166877" y="187833"/>
                      </a:lnTo>
                      <a:lnTo>
                        <a:pt x="166877" y="197067"/>
                      </a:lnTo>
                      <a:lnTo>
                        <a:pt x="205739" y="177927"/>
                      </a:lnTo>
                      <a:close/>
                    </a:path>
                    <a:path w="314325" h="259079">
                      <a:moveTo>
                        <a:pt x="166877" y="197067"/>
                      </a:moveTo>
                      <a:lnTo>
                        <a:pt x="166877" y="187833"/>
                      </a:lnTo>
                      <a:lnTo>
                        <a:pt x="166115" y="190119"/>
                      </a:lnTo>
                      <a:lnTo>
                        <a:pt x="164591" y="191643"/>
                      </a:lnTo>
                      <a:lnTo>
                        <a:pt x="163067" y="193929"/>
                      </a:lnTo>
                      <a:lnTo>
                        <a:pt x="159257" y="196215"/>
                      </a:lnTo>
                      <a:lnTo>
                        <a:pt x="153161" y="200025"/>
                      </a:lnTo>
                      <a:lnTo>
                        <a:pt x="154685" y="203073"/>
                      </a:lnTo>
                      <a:lnTo>
                        <a:pt x="166877" y="197067"/>
                      </a:lnTo>
                      <a:close/>
                    </a:path>
                    <a:path w="314325" h="259079">
                      <a:moveTo>
                        <a:pt x="269747" y="54066"/>
                      </a:moveTo>
                      <a:lnTo>
                        <a:pt x="269747" y="35433"/>
                      </a:lnTo>
                      <a:lnTo>
                        <a:pt x="267461" y="27813"/>
                      </a:lnTo>
                      <a:lnTo>
                        <a:pt x="233171" y="116"/>
                      </a:lnTo>
                      <a:lnTo>
                        <a:pt x="224694" y="0"/>
                      </a:lnTo>
                      <a:lnTo>
                        <a:pt x="216467" y="1690"/>
                      </a:lnTo>
                      <a:lnTo>
                        <a:pt x="187451" y="27813"/>
                      </a:lnTo>
                      <a:lnTo>
                        <a:pt x="185070" y="43815"/>
                      </a:lnTo>
                      <a:lnTo>
                        <a:pt x="186273" y="52673"/>
                      </a:lnTo>
                      <a:lnTo>
                        <a:pt x="188975" y="62103"/>
                      </a:lnTo>
                      <a:lnTo>
                        <a:pt x="191261" y="61188"/>
                      </a:lnTo>
                      <a:lnTo>
                        <a:pt x="191261" y="51435"/>
                      </a:lnTo>
                      <a:lnTo>
                        <a:pt x="192023" y="43815"/>
                      </a:lnTo>
                      <a:lnTo>
                        <a:pt x="195833" y="37719"/>
                      </a:lnTo>
                      <a:lnTo>
                        <a:pt x="198881" y="30861"/>
                      </a:lnTo>
                      <a:lnTo>
                        <a:pt x="204215" y="26289"/>
                      </a:lnTo>
                      <a:lnTo>
                        <a:pt x="210311" y="22479"/>
                      </a:lnTo>
                      <a:lnTo>
                        <a:pt x="217931" y="19431"/>
                      </a:lnTo>
                      <a:lnTo>
                        <a:pt x="225551" y="18669"/>
                      </a:lnTo>
                      <a:lnTo>
                        <a:pt x="233171" y="21717"/>
                      </a:lnTo>
                      <a:lnTo>
                        <a:pt x="241553" y="24765"/>
                      </a:lnTo>
                      <a:lnTo>
                        <a:pt x="257472" y="69663"/>
                      </a:lnTo>
                      <a:lnTo>
                        <a:pt x="257472" y="108435"/>
                      </a:lnTo>
                      <a:lnTo>
                        <a:pt x="266318" y="77140"/>
                      </a:lnTo>
                      <a:lnTo>
                        <a:pt x="268604" y="65246"/>
                      </a:lnTo>
                      <a:lnTo>
                        <a:pt x="269747" y="54066"/>
                      </a:lnTo>
                      <a:close/>
                    </a:path>
                    <a:path w="314325" h="259079">
                      <a:moveTo>
                        <a:pt x="192785" y="60579"/>
                      </a:moveTo>
                      <a:lnTo>
                        <a:pt x="191261" y="51435"/>
                      </a:lnTo>
                      <a:lnTo>
                        <a:pt x="191261" y="61188"/>
                      </a:lnTo>
                      <a:lnTo>
                        <a:pt x="192785" y="60579"/>
                      </a:lnTo>
                      <a:close/>
                    </a:path>
                    <a:path w="314325" h="259079">
                      <a:moveTo>
                        <a:pt x="257472" y="108435"/>
                      </a:moveTo>
                      <a:lnTo>
                        <a:pt x="257472" y="69663"/>
                      </a:lnTo>
                      <a:lnTo>
                        <a:pt x="256031" y="82677"/>
                      </a:lnTo>
                      <a:lnTo>
                        <a:pt x="252888" y="97809"/>
                      </a:lnTo>
                      <a:lnTo>
                        <a:pt x="248030" y="115728"/>
                      </a:lnTo>
                      <a:lnTo>
                        <a:pt x="241458" y="136362"/>
                      </a:lnTo>
                      <a:lnTo>
                        <a:pt x="233171" y="159639"/>
                      </a:lnTo>
                      <a:lnTo>
                        <a:pt x="234695" y="163449"/>
                      </a:lnTo>
                      <a:lnTo>
                        <a:pt x="248411" y="156591"/>
                      </a:lnTo>
                      <a:lnTo>
                        <a:pt x="248411" y="137541"/>
                      </a:lnTo>
                      <a:lnTo>
                        <a:pt x="250567" y="131540"/>
                      </a:lnTo>
                      <a:lnTo>
                        <a:pt x="253650" y="121539"/>
                      </a:lnTo>
                      <a:lnTo>
                        <a:pt x="257472" y="108435"/>
                      </a:lnTo>
                      <a:close/>
                    </a:path>
                    <a:path w="314325" h="259079">
                      <a:moveTo>
                        <a:pt x="313943" y="123825"/>
                      </a:moveTo>
                      <a:lnTo>
                        <a:pt x="310895" y="93345"/>
                      </a:lnTo>
                      <a:lnTo>
                        <a:pt x="307085" y="94869"/>
                      </a:lnTo>
                      <a:lnTo>
                        <a:pt x="305561" y="102489"/>
                      </a:lnTo>
                      <a:lnTo>
                        <a:pt x="304037" y="104775"/>
                      </a:lnTo>
                      <a:lnTo>
                        <a:pt x="283463" y="120015"/>
                      </a:lnTo>
                      <a:lnTo>
                        <a:pt x="248411" y="137541"/>
                      </a:lnTo>
                      <a:lnTo>
                        <a:pt x="248411" y="156591"/>
                      </a:lnTo>
                      <a:lnTo>
                        <a:pt x="313943" y="12382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3" name="object 5621">
                  <a:extLst>
                    <a:ext uri="{FF2B5EF4-FFF2-40B4-BE49-F238E27FC236}">
                      <a16:creationId xmlns:a16="http://schemas.microsoft.com/office/drawing/2014/main" id="{03AA1079-E721-4991-A356-063FD33D0494}"/>
                    </a:ext>
                  </a:extLst>
                </p:cNvPr>
                <p:cNvSpPr/>
                <p:nvPr/>
              </p:nvSpPr>
              <p:spPr>
                <a:xfrm>
                  <a:off x="6119507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4" name="object 5622">
                  <a:extLst>
                    <a:ext uri="{FF2B5EF4-FFF2-40B4-BE49-F238E27FC236}">
                      <a16:creationId xmlns:a16="http://schemas.microsoft.com/office/drawing/2014/main" id="{9B2EDA6C-6810-41B9-A29E-56C9A49A9746}"/>
                    </a:ext>
                  </a:extLst>
                </p:cNvPr>
                <p:cNvSpPr/>
                <p:nvPr/>
              </p:nvSpPr>
              <p:spPr>
                <a:xfrm>
                  <a:off x="6119507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5" name="object 5623">
                  <a:extLst>
                    <a:ext uri="{FF2B5EF4-FFF2-40B4-BE49-F238E27FC236}">
                      <a16:creationId xmlns:a16="http://schemas.microsoft.com/office/drawing/2014/main" id="{242E72B7-EF88-46D2-B0BE-852231348B47}"/>
                    </a:ext>
                  </a:extLst>
                </p:cNvPr>
                <p:cNvSpPr/>
                <p:nvPr/>
              </p:nvSpPr>
              <p:spPr>
                <a:xfrm>
                  <a:off x="6521843" y="4862321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403098" y="403098"/>
                      </a:moveTo>
                      <a:lnTo>
                        <a:pt x="403098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3098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6" name="object 5624">
                  <a:extLst>
                    <a:ext uri="{FF2B5EF4-FFF2-40B4-BE49-F238E27FC236}">
                      <a16:creationId xmlns:a16="http://schemas.microsoft.com/office/drawing/2014/main" id="{073B90AC-5B8C-49C8-9A04-6E29B0397F38}"/>
                    </a:ext>
                  </a:extLst>
                </p:cNvPr>
                <p:cNvSpPr/>
                <p:nvPr/>
              </p:nvSpPr>
              <p:spPr>
                <a:xfrm>
                  <a:off x="6521843" y="4862321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3098" y="403098"/>
                      </a:lnTo>
                      <a:lnTo>
                        <a:pt x="4030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7" name="object 5625">
                  <a:extLst>
                    <a:ext uri="{FF2B5EF4-FFF2-40B4-BE49-F238E27FC236}">
                      <a16:creationId xmlns:a16="http://schemas.microsoft.com/office/drawing/2014/main" id="{70B3D47B-3ECE-475A-A7E7-52C7649B566C}"/>
                    </a:ext>
                  </a:extLst>
                </p:cNvPr>
                <p:cNvSpPr/>
                <p:nvPr/>
              </p:nvSpPr>
              <p:spPr>
                <a:xfrm>
                  <a:off x="6924941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8" name="object 5626">
                  <a:extLst>
                    <a:ext uri="{FF2B5EF4-FFF2-40B4-BE49-F238E27FC236}">
                      <a16:creationId xmlns:a16="http://schemas.microsoft.com/office/drawing/2014/main" id="{27E8FA7C-76AE-436D-A015-ED9BAC6C571F}"/>
                    </a:ext>
                  </a:extLst>
                </p:cNvPr>
                <p:cNvSpPr/>
                <p:nvPr/>
              </p:nvSpPr>
              <p:spPr>
                <a:xfrm>
                  <a:off x="6924941" y="4862321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79" name="object 5627">
                  <a:extLst>
                    <a:ext uri="{FF2B5EF4-FFF2-40B4-BE49-F238E27FC236}">
                      <a16:creationId xmlns:a16="http://schemas.microsoft.com/office/drawing/2014/main" id="{79A6887B-7A99-4EB6-9280-000E9929477D}"/>
                    </a:ext>
                  </a:extLst>
                </p:cNvPr>
                <p:cNvSpPr/>
                <p:nvPr/>
              </p:nvSpPr>
              <p:spPr>
                <a:xfrm>
                  <a:off x="6521843" y="5265419"/>
                  <a:ext cx="403225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2589">
                      <a:moveTo>
                        <a:pt x="403098" y="402336"/>
                      </a:moveTo>
                      <a:lnTo>
                        <a:pt x="403098" y="0"/>
                      </a:lnTo>
                      <a:lnTo>
                        <a:pt x="0" y="0"/>
                      </a:lnTo>
                      <a:lnTo>
                        <a:pt x="0" y="402336"/>
                      </a:lnTo>
                      <a:lnTo>
                        <a:pt x="403098" y="40233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0" name="object 5628">
                  <a:extLst>
                    <a:ext uri="{FF2B5EF4-FFF2-40B4-BE49-F238E27FC236}">
                      <a16:creationId xmlns:a16="http://schemas.microsoft.com/office/drawing/2014/main" id="{7B7593D3-489E-41A1-BD4E-82AB64D2EDDD}"/>
                    </a:ext>
                  </a:extLst>
                </p:cNvPr>
                <p:cNvSpPr/>
                <p:nvPr/>
              </p:nvSpPr>
              <p:spPr>
                <a:xfrm>
                  <a:off x="6521843" y="5265419"/>
                  <a:ext cx="403225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2589">
                      <a:moveTo>
                        <a:pt x="0" y="0"/>
                      </a:moveTo>
                      <a:lnTo>
                        <a:pt x="0" y="402336"/>
                      </a:lnTo>
                      <a:lnTo>
                        <a:pt x="403098" y="402336"/>
                      </a:lnTo>
                      <a:lnTo>
                        <a:pt x="4030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1" name="object 5629">
                  <a:extLst>
                    <a:ext uri="{FF2B5EF4-FFF2-40B4-BE49-F238E27FC236}">
                      <a16:creationId xmlns:a16="http://schemas.microsoft.com/office/drawing/2014/main" id="{C9733546-618A-4F6B-900A-F02534992848}"/>
                    </a:ext>
                  </a:extLst>
                </p:cNvPr>
                <p:cNvSpPr/>
                <p:nvPr/>
              </p:nvSpPr>
              <p:spPr>
                <a:xfrm>
                  <a:off x="6924941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402335" y="402336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2336"/>
                      </a:lnTo>
                      <a:lnTo>
                        <a:pt x="402335" y="40233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2" name="object 5630">
                  <a:extLst>
                    <a:ext uri="{FF2B5EF4-FFF2-40B4-BE49-F238E27FC236}">
                      <a16:creationId xmlns:a16="http://schemas.microsoft.com/office/drawing/2014/main" id="{3C76D18A-AD27-4BC0-ACCB-D25BE14D1F57}"/>
                    </a:ext>
                  </a:extLst>
                </p:cNvPr>
                <p:cNvSpPr/>
                <p:nvPr/>
              </p:nvSpPr>
              <p:spPr>
                <a:xfrm>
                  <a:off x="6924941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0" y="0"/>
                      </a:moveTo>
                      <a:lnTo>
                        <a:pt x="0" y="402336"/>
                      </a:lnTo>
                      <a:lnTo>
                        <a:pt x="402336" y="402336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3" name="object 5631">
                  <a:extLst>
                    <a:ext uri="{FF2B5EF4-FFF2-40B4-BE49-F238E27FC236}">
                      <a16:creationId xmlns:a16="http://schemas.microsoft.com/office/drawing/2014/main" id="{63D16973-4DC5-40ED-80CF-3B91B8FD6584}"/>
                    </a:ext>
                  </a:extLst>
                </p:cNvPr>
                <p:cNvSpPr/>
                <p:nvPr/>
              </p:nvSpPr>
              <p:spPr>
                <a:xfrm>
                  <a:off x="6119507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4" name="object 5632">
                  <a:extLst>
                    <a:ext uri="{FF2B5EF4-FFF2-40B4-BE49-F238E27FC236}">
                      <a16:creationId xmlns:a16="http://schemas.microsoft.com/office/drawing/2014/main" id="{DBFFAE74-75C2-4D57-8513-95FCCEDBF153}"/>
                    </a:ext>
                  </a:extLst>
                </p:cNvPr>
                <p:cNvSpPr/>
                <p:nvPr/>
              </p:nvSpPr>
              <p:spPr>
                <a:xfrm>
                  <a:off x="6119507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5" name="object 5633">
                  <a:extLst>
                    <a:ext uri="{FF2B5EF4-FFF2-40B4-BE49-F238E27FC236}">
                      <a16:creationId xmlns:a16="http://schemas.microsoft.com/office/drawing/2014/main" id="{01201A56-74DB-4CBC-B063-7EFB2C1C556B}"/>
                    </a:ext>
                  </a:extLst>
                </p:cNvPr>
                <p:cNvSpPr/>
                <p:nvPr/>
              </p:nvSpPr>
              <p:spPr>
                <a:xfrm>
                  <a:off x="6521843" y="5667755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403098" y="403098"/>
                      </a:moveTo>
                      <a:lnTo>
                        <a:pt x="403098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3098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6" name="object 5634">
                  <a:extLst>
                    <a:ext uri="{FF2B5EF4-FFF2-40B4-BE49-F238E27FC236}">
                      <a16:creationId xmlns:a16="http://schemas.microsoft.com/office/drawing/2014/main" id="{9D20D97B-033A-47F9-8E27-3A824956376B}"/>
                    </a:ext>
                  </a:extLst>
                </p:cNvPr>
                <p:cNvSpPr/>
                <p:nvPr/>
              </p:nvSpPr>
              <p:spPr>
                <a:xfrm>
                  <a:off x="6521843" y="5667755"/>
                  <a:ext cx="403225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225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3098" y="403098"/>
                      </a:lnTo>
                      <a:lnTo>
                        <a:pt x="40309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7" name="object 5635">
                  <a:extLst>
                    <a:ext uri="{FF2B5EF4-FFF2-40B4-BE49-F238E27FC236}">
                      <a16:creationId xmlns:a16="http://schemas.microsoft.com/office/drawing/2014/main" id="{897BC492-A7BB-4AF7-81CF-0967BA62AE48}"/>
                    </a:ext>
                  </a:extLst>
                </p:cNvPr>
                <p:cNvSpPr/>
                <p:nvPr/>
              </p:nvSpPr>
              <p:spPr>
                <a:xfrm>
                  <a:off x="6924941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402335" y="403098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3098"/>
                      </a:lnTo>
                      <a:lnTo>
                        <a:pt x="402335" y="403098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8" name="object 5636">
                  <a:extLst>
                    <a:ext uri="{FF2B5EF4-FFF2-40B4-BE49-F238E27FC236}">
                      <a16:creationId xmlns:a16="http://schemas.microsoft.com/office/drawing/2014/main" id="{94DFEF31-9039-4A60-8D65-0E85FA585C10}"/>
                    </a:ext>
                  </a:extLst>
                </p:cNvPr>
                <p:cNvSpPr/>
                <p:nvPr/>
              </p:nvSpPr>
              <p:spPr>
                <a:xfrm>
                  <a:off x="6924941" y="5667755"/>
                  <a:ext cx="402590" cy="40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3225">
                      <a:moveTo>
                        <a:pt x="0" y="0"/>
                      </a:moveTo>
                      <a:lnTo>
                        <a:pt x="0" y="403098"/>
                      </a:lnTo>
                      <a:lnTo>
                        <a:pt x="402336" y="403098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89" name="object 5637">
                  <a:extLst>
                    <a:ext uri="{FF2B5EF4-FFF2-40B4-BE49-F238E27FC236}">
                      <a16:creationId xmlns:a16="http://schemas.microsoft.com/office/drawing/2014/main" id="{4C969F43-0030-493B-BCC5-C2B935EEAA87}"/>
                    </a:ext>
                  </a:extLst>
                </p:cNvPr>
                <p:cNvSpPr/>
                <p:nvPr/>
              </p:nvSpPr>
              <p:spPr>
                <a:xfrm>
                  <a:off x="6119507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402335" y="402336"/>
                      </a:moveTo>
                      <a:lnTo>
                        <a:pt x="402335" y="0"/>
                      </a:lnTo>
                      <a:lnTo>
                        <a:pt x="0" y="0"/>
                      </a:lnTo>
                      <a:lnTo>
                        <a:pt x="0" y="402336"/>
                      </a:lnTo>
                      <a:lnTo>
                        <a:pt x="402335" y="402336"/>
                      </a:lnTo>
                      <a:close/>
                    </a:path>
                  </a:pathLst>
                </a:custGeom>
                <a:solidFill>
                  <a:srgbClr val="F2F2F2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0" name="object 5638">
                  <a:extLst>
                    <a:ext uri="{FF2B5EF4-FFF2-40B4-BE49-F238E27FC236}">
                      <a16:creationId xmlns:a16="http://schemas.microsoft.com/office/drawing/2014/main" id="{C980024A-1CD9-4B34-ABFD-EC0E8E86F45A}"/>
                    </a:ext>
                  </a:extLst>
                </p:cNvPr>
                <p:cNvSpPr/>
                <p:nvPr/>
              </p:nvSpPr>
              <p:spPr>
                <a:xfrm>
                  <a:off x="6119507" y="5265419"/>
                  <a:ext cx="402590" cy="402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590" h="402589">
                      <a:moveTo>
                        <a:pt x="0" y="0"/>
                      </a:moveTo>
                      <a:lnTo>
                        <a:pt x="0" y="402336"/>
                      </a:lnTo>
                      <a:lnTo>
                        <a:pt x="402336" y="402336"/>
                      </a:lnTo>
                      <a:lnTo>
                        <a:pt x="40233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28409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1" name="object 5639">
                  <a:extLst>
                    <a:ext uri="{FF2B5EF4-FFF2-40B4-BE49-F238E27FC236}">
                      <a16:creationId xmlns:a16="http://schemas.microsoft.com/office/drawing/2014/main" id="{A0A59501-8A17-4F5A-A79A-73FCBBEC7939}"/>
                    </a:ext>
                  </a:extLst>
                </p:cNvPr>
                <p:cNvSpPr/>
                <p:nvPr/>
              </p:nvSpPr>
              <p:spPr>
                <a:xfrm>
                  <a:off x="6253607" y="4996433"/>
                  <a:ext cx="134112" cy="134874"/>
                </a:xfrm>
                <a:prstGeom prst="rect">
                  <a:avLst/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2" name="object 5640">
                  <a:extLst>
                    <a:ext uri="{FF2B5EF4-FFF2-40B4-BE49-F238E27FC236}">
                      <a16:creationId xmlns:a16="http://schemas.microsoft.com/office/drawing/2014/main" id="{C2620A92-7DA4-426F-A4C1-9695D421622E}"/>
                    </a:ext>
                  </a:extLst>
                </p:cNvPr>
                <p:cNvSpPr/>
                <p:nvPr/>
              </p:nvSpPr>
              <p:spPr>
                <a:xfrm>
                  <a:off x="6253607" y="5418581"/>
                  <a:ext cx="134112" cy="134112"/>
                </a:xfrm>
                <a:prstGeom prst="rect">
                  <a:avLst/>
                </a:prstGeom>
                <a:blipFill>
                  <a:blip r:embed="rId1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3" name="object 5641">
                  <a:extLst>
                    <a:ext uri="{FF2B5EF4-FFF2-40B4-BE49-F238E27FC236}">
                      <a16:creationId xmlns:a16="http://schemas.microsoft.com/office/drawing/2014/main" id="{9538D766-57D8-43ED-ACBE-A326C1B701E5}"/>
                    </a:ext>
                  </a:extLst>
                </p:cNvPr>
                <p:cNvSpPr/>
                <p:nvPr/>
              </p:nvSpPr>
              <p:spPr>
                <a:xfrm>
                  <a:off x="6655955" y="4996433"/>
                  <a:ext cx="134111" cy="134874"/>
                </a:xfrm>
                <a:prstGeom prst="rect">
                  <a:avLst/>
                </a:prstGeom>
                <a:blipFill>
                  <a:blip r:embed="rId13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4" name="object 5642">
                  <a:extLst>
                    <a:ext uri="{FF2B5EF4-FFF2-40B4-BE49-F238E27FC236}">
                      <a16:creationId xmlns:a16="http://schemas.microsoft.com/office/drawing/2014/main" id="{51E8823A-F903-4331-AE11-6DB94A303C8A}"/>
                    </a:ext>
                  </a:extLst>
                </p:cNvPr>
                <p:cNvSpPr/>
                <p:nvPr/>
              </p:nvSpPr>
              <p:spPr>
                <a:xfrm>
                  <a:off x="6655955" y="5418581"/>
                  <a:ext cx="134111" cy="134112"/>
                </a:xfrm>
                <a:prstGeom prst="rect">
                  <a:avLst/>
                </a:prstGeom>
                <a:blipFill>
                  <a:blip r:embed="rId1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5" name="object 5643">
                  <a:extLst>
                    <a:ext uri="{FF2B5EF4-FFF2-40B4-BE49-F238E27FC236}">
                      <a16:creationId xmlns:a16="http://schemas.microsoft.com/office/drawing/2014/main" id="{0FA8E4AD-38CC-410C-9150-24A5B3FB3663}"/>
                    </a:ext>
                  </a:extLst>
                </p:cNvPr>
                <p:cNvSpPr/>
                <p:nvPr/>
              </p:nvSpPr>
              <p:spPr>
                <a:xfrm>
                  <a:off x="6253607" y="5801867"/>
                  <a:ext cx="134112" cy="134874"/>
                </a:xfrm>
                <a:prstGeom prst="rect">
                  <a:avLst/>
                </a:prstGeom>
                <a:blipFill>
                  <a:blip r:embed="rId1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6" name="object 5644">
                  <a:extLst>
                    <a:ext uri="{FF2B5EF4-FFF2-40B4-BE49-F238E27FC236}">
                      <a16:creationId xmlns:a16="http://schemas.microsoft.com/office/drawing/2014/main" id="{3088E913-D5E7-4E48-95A9-1709059B9922}"/>
                    </a:ext>
                  </a:extLst>
                </p:cNvPr>
                <p:cNvSpPr/>
                <p:nvPr/>
              </p:nvSpPr>
              <p:spPr>
                <a:xfrm>
                  <a:off x="6655955" y="5801867"/>
                  <a:ext cx="134111" cy="134874"/>
                </a:xfrm>
                <a:prstGeom prst="rect">
                  <a:avLst/>
                </a:prstGeom>
                <a:blipFill>
                  <a:blip r:embed="rId1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7" name="object 5645">
                  <a:extLst>
                    <a:ext uri="{FF2B5EF4-FFF2-40B4-BE49-F238E27FC236}">
                      <a16:creationId xmlns:a16="http://schemas.microsoft.com/office/drawing/2014/main" id="{A2C80DAA-C1FE-4E73-8F09-9116DA806CC7}"/>
                    </a:ext>
                  </a:extLst>
                </p:cNvPr>
                <p:cNvSpPr/>
                <p:nvPr/>
              </p:nvSpPr>
              <p:spPr>
                <a:xfrm>
                  <a:off x="7078103" y="4996433"/>
                  <a:ext cx="134111" cy="134874"/>
                </a:xfrm>
                <a:prstGeom prst="rect">
                  <a:avLst/>
                </a:prstGeom>
                <a:blipFill>
                  <a:blip r:embed="rId1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8" name="object 5646">
                  <a:extLst>
                    <a:ext uri="{FF2B5EF4-FFF2-40B4-BE49-F238E27FC236}">
                      <a16:creationId xmlns:a16="http://schemas.microsoft.com/office/drawing/2014/main" id="{104F994F-ACC3-404F-8BAB-FEBB7A04F35C}"/>
                    </a:ext>
                  </a:extLst>
                </p:cNvPr>
                <p:cNvSpPr/>
                <p:nvPr/>
              </p:nvSpPr>
              <p:spPr>
                <a:xfrm>
                  <a:off x="7078103" y="5418581"/>
                  <a:ext cx="134111" cy="134112"/>
                </a:xfrm>
                <a:prstGeom prst="rect">
                  <a:avLst/>
                </a:prstGeom>
                <a:blipFill>
                  <a:blip r:embed="rId18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99" name="object 5647">
                  <a:extLst>
                    <a:ext uri="{FF2B5EF4-FFF2-40B4-BE49-F238E27FC236}">
                      <a16:creationId xmlns:a16="http://schemas.microsoft.com/office/drawing/2014/main" id="{8B7330CA-65B3-4FFB-A72F-7AD91A09AD8A}"/>
                    </a:ext>
                  </a:extLst>
                </p:cNvPr>
                <p:cNvSpPr/>
                <p:nvPr/>
              </p:nvSpPr>
              <p:spPr>
                <a:xfrm>
                  <a:off x="7078103" y="5801867"/>
                  <a:ext cx="134111" cy="134874"/>
                </a:xfrm>
                <a:prstGeom prst="rect">
                  <a:avLst/>
                </a:prstGeom>
                <a:blipFill>
                  <a:blip r:embed="rId19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961" name="object 5609">
                <a:extLst>
                  <a:ext uri="{FF2B5EF4-FFF2-40B4-BE49-F238E27FC236}">
                    <a16:creationId xmlns:a16="http://schemas.microsoft.com/office/drawing/2014/main" id="{D5D3A90C-A001-4D0B-AD31-F03F15EDA812}"/>
                  </a:ext>
                </a:extLst>
              </p:cNvPr>
              <p:cNvGrpSpPr/>
              <p:nvPr/>
            </p:nvGrpSpPr>
            <p:grpSpPr>
              <a:xfrm>
                <a:off x="6322199" y="3967862"/>
                <a:ext cx="235585" cy="1223645"/>
                <a:chOff x="5884049" y="4849685"/>
                <a:chExt cx="235585" cy="1223645"/>
              </a:xfrm>
            </p:grpSpPr>
            <p:sp>
              <p:nvSpPr>
                <p:cNvPr id="964" name="object 5610">
                  <a:extLst>
                    <a:ext uri="{FF2B5EF4-FFF2-40B4-BE49-F238E27FC236}">
                      <a16:creationId xmlns:a16="http://schemas.microsoft.com/office/drawing/2014/main" id="{981E75B6-5B97-49B4-A959-6939C35F0A77}"/>
                    </a:ext>
                  </a:extLst>
                </p:cNvPr>
                <p:cNvSpPr/>
                <p:nvPr/>
              </p:nvSpPr>
              <p:spPr>
                <a:xfrm>
                  <a:off x="6020447" y="4856987"/>
                  <a:ext cx="0" cy="1209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1209039">
                      <a:moveTo>
                        <a:pt x="0" y="660654"/>
                      </a:moveTo>
                      <a:lnTo>
                        <a:pt x="0" y="1208532"/>
                      </a:lnTo>
                    </a:path>
                    <a:path h="1209039">
                      <a:moveTo>
                        <a:pt x="0" y="0"/>
                      </a:moveTo>
                      <a:lnTo>
                        <a:pt x="0" y="547115"/>
                      </a:lnTo>
                    </a:path>
                  </a:pathLst>
                </a:custGeom>
                <a:ln w="1421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5" name="object 5611">
                  <a:extLst>
                    <a:ext uri="{FF2B5EF4-FFF2-40B4-BE49-F238E27FC236}">
                      <a16:creationId xmlns:a16="http://schemas.microsoft.com/office/drawing/2014/main" id="{B5302DC1-90C1-4871-9C99-9F5A10A00F8B}"/>
                    </a:ext>
                  </a:extLst>
                </p:cNvPr>
                <p:cNvSpPr/>
                <p:nvPr/>
              </p:nvSpPr>
              <p:spPr>
                <a:xfrm>
                  <a:off x="5982347" y="4856987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76200" y="38100"/>
                      </a:moveTo>
                      <a:lnTo>
                        <a:pt x="38100" y="0"/>
                      </a:lnTo>
                      <a:lnTo>
                        <a:pt x="0" y="38100"/>
                      </a:lnTo>
                    </a:path>
                  </a:pathLst>
                </a:custGeom>
                <a:ln w="1421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6" name="object 5612">
                  <a:extLst>
                    <a:ext uri="{FF2B5EF4-FFF2-40B4-BE49-F238E27FC236}">
                      <a16:creationId xmlns:a16="http://schemas.microsoft.com/office/drawing/2014/main" id="{1A09F01D-5390-4BA3-8D38-0FF0D458C008}"/>
                    </a:ext>
                  </a:extLst>
                </p:cNvPr>
                <p:cNvSpPr/>
                <p:nvPr/>
              </p:nvSpPr>
              <p:spPr>
                <a:xfrm>
                  <a:off x="5982347" y="6027419"/>
                  <a:ext cx="762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38100">
                      <a:moveTo>
                        <a:pt x="0" y="0"/>
                      </a:moveTo>
                      <a:lnTo>
                        <a:pt x="38100" y="38100"/>
                      </a:lnTo>
                      <a:lnTo>
                        <a:pt x="76200" y="0"/>
                      </a:lnTo>
                    </a:path>
                  </a:pathLst>
                </a:custGeom>
                <a:ln w="1421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967" name="object 5613">
                  <a:extLst>
                    <a:ext uri="{FF2B5EF4-FFF2-40B4-BE49-F238E27FC236}">
                      <a16:creationId xmlns:a16="http://schemas.microsoft.com/office/drawing/2014/main" id="{315BCCB1-5F87-4143-A78D-2B8F0178D63A}"/>
                    </a:ext>
                  </a:extLst>
                </p:cNvPr>
                <p:cNvSpPr/>
                <p:nvPr/>
              </p:nvSpPr>
              <p:spPr>
                <a:xfrm>
                  <a:off x="5884049" y="5404103"/>
                  <a:ext cx="235585" cy="113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585" h="113664">
                      <a:moveTo>
                        <a:pt x="0" y="113538"/>
                      </a:moveTo>
                      <a:lnTo>
                        <a:pt x="235458" y="113538"/>
                      </a:lnTo>
                      <a:lnTo>
                        <a:pt x="235458" y="0"/>
                      </a:lnTo>
                      <a:lnTo>
                        <a:pt x="0" y="0"/>
                      </a:lnTo>
                      <a:lnTo>
                        <a:pt x="0" y="11353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62" name="Rectangle 961">
                <a:extLst>
                  <a:ext uri="{FF2B5EF4-FFF2-40B4-BE49-F238E27FC236}">
                    <a16:creationId xmlns:a16="http://schemas.microsoft.com/office/drawing/2014/main" id="{BA12A903-1C3C-4E95-ABBE-385033C09AEF}"/>
                  </a:ext>
                </a:extLst>
              </p:cNvPr>
              <p:cNvSpPr/>
              <p:nvPr/>
            </p:nvSpPr>
            <p:spPr>
              <a:xfrm>
                <a:off x="7127059" y="5138667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cs typeface="+mn-ea"/>
                    <a:sym typeface="+mn-lt"/>
                  </a:rPr>
                  <a:t>3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963" name="Rectangle 962">
                <a:extLst>
                  <a:ext uri="{FF2B5EF4-FFF2-40B4-BE49-F238E27FC236}">
                    <a16:creationId xmlns:a16="http://schemas.microsoft.com/office/drawing/2014/main" id="{46893F41-6DE2-46A3-A287-06265953867C}"/>
                  </a:ext>
                </a:extLst>
              </p:cNvPr>
              <p:cNvSpPr/>
              <p:nvPr/>
            </p:nvSpPr>
            <p:spPr>
              <a:xfrm>
                <a:off x="6317434" y="4377859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cs typeface="+mn-ea"/>
                    <a:sym typeface="+mn-lt"/>
                  </a:rPr>
                  <a:t>3</a:t>
                </a:r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1000" name="Straight Arrow Connector 999">
            <a:extLst>
              <a:ext uri="{FF2B5EF4-FFF2-40B4-BE49-F238E27FC236}">
                <a16:creationId xmlns:a16="http://schemas.microsoft.com/office/drawing/2014/main" id="{82D54A58-8063-429D-AD52-38047A92B56D}"/>
              </a:ext>
            </a:extLst>
          </p:cNvPr>
          <p:cNvCxnSpPr/>
          <p:nvPr/>
        </p:nvCxnSpPr>
        <p:spPr>
          <a:xfrm flipV="1">
            <a:off x="5828142" y="4470886"/>
            <a:ext cx="1143000" cy="66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2D0F63B4-295C-4DB2-9A19-37C6E8B0B960}"/>
              </a:ext>
            </a:extLst>
          </p:cNvPr>
          <p:cNvSpPr/>
          <p:nvPr/>
        </p:nvSpPr>
        <p:spPr>
          <a:xfrm>
            <a:off x="5660778" y="3992902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cs typeface="+mn-ea"/>
                <a:sym typeface="+mn-lt"/>
              </a:rPr>
              <a:t>max pooling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8189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9207-51B2-4B3D-844F-672AFE4C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训练 </a:t>
            </a:r>
            <a:r>
              <a:rPr lang="en-US" altLang="zh-CN" b="1" dirty="0"/>
              <a:t>(Training)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7AF3C-1E23-4437-8404-AEDF3C127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多任务损失函数 </a:t>
            </a:r>
            <a:r>
              <a:rPr lang="en-US" altLang="zh-CN" dirty="0"/>
              <a:t>(Multi-task loss)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0DA764-E850-41BA-B86B-933C05432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46" y="2529729"/>
            <a:ext cx="8807508" cy="883204"/>
          </a:xfrm>
          <a:prstGeom prst="rect">
            <a:avLst/>
          </a:prstGeom>
        </p:spPr>
      </p:pic>
      <p:grpSp>
        <p:nvGrpSpPr>
          <p:cNvPr id="5" name="组合 8">
            <a:extLst>
              <a:ext uri="{FF2B5EF4-FFF2-40B4-BE49-F238E27FC236}">
                <a16:creationId xmlns:a16="http://schemas.microsoft.com/office/drawing/2014/main" id="{AF18DFC8-B454-4D41-BE84-374631EAC357}"/>
              </a:ext>
            </a:extLst>
          </p:cNvPr>
          <p:cNvGrpSpPr/>
          <p:nvPr/>
        </p:nvGrpSpPr>
        <p:grpSpPr>
          <a:xfrm>
            <a:off x="1773936" y="4773168"/>
            <a:ext cx="3630168" cy="704088"/>
            <a:chOff x="1773936" y="4773168"/>
            <a:chExt cx="3630168" cy="704088"/>
          </a:xfrm>
        </p:grpSpPr>
        <p:pic>
          <p:nvPicPr>
            <p:cNvPr id="6" name="图片 6">
              <a:extLst>
                <a:ext uri="{FF2B5EF4-FFF2-40B4-BE49-F238E27FC236}">
                  <a16:creationId xmlns:a16="http://schemas.microsoft.com/office/drawing/2014/main" id="{D9126687-4080-4782-8F75-004B0DF78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6252" y="4874513"/>
              <a:ext cx="3168396" cy="505596"/>
            </a:xfrm>
            <a:prstGeom prst="rect">
              <a:avLst/>
            </a:prstGeom>
          </p:spPr>
        </p:pic>
        <p:sp>
          <p:nvSpPr>
            <p:cNvPr id="7" name="矩形 7">
              <a:extLst>
                <a:ext uri="{FF2B5EF4-FFF2-40B4-BE49-F238E27FC236}">
                  <a16:creationId xmlns:a16="http://schemas.microsoft.com/office/drawing/2014/main" id="{8F38BFFD-3DE0-45E2-A002-3146017F90A1}"/>
                </a:ext>
              </a:extLst>
            </p:cNvPr>
            <p:cNvSpPr/>
            <p:nvPr/>
          </p:nvSpPr>
          <p:spPr>
            <a:xfrm>
              <a:off x="1773936" y="4773168"/>
              <a:ext cx="3630168" cy="704088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" name="直接箭头连接符 10">
            <a:extLst>
              <a:ext uri="{FF2B5EF4-FFF2-40B4-BE49-F238E27FC236}">
                <a16:creationId xmlns:a16="http://schemas.microsoft.com/office/drawing/2014/main" id="{AE9481CE-DF85-4D7F-95E2-33B2410B98B6}"/>
              </a:ext>
            </a:extLst>
          </p:cNvPr>
          <p:cNvCxnSpPr/>
          <p:nvPr/>
        </p:nvCxnSpPr>
        <p:spPr>
          <a:xfrm flipH="1">
            <a:off x="3493008" y="3246120"/>
            <a:ext cx="1801368" cy="142646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2">
            <a:extLst>
              <a:ext uri="{FF2B5EF4-FFF2-40B4-BE49-F238E27FC236}">
                <a16:creationId xmlns:a16="http://schemas.microsoft.com/office/drawing/2014/main" id="{B01826FE-8F09-48F8-8067-90E34B69A109}"/>
              </a:ext>
            </a:extLst>
          </p:cNvPr>
          <p:cNvGrpSpPr/>
          <p:nvPr/>
        </p:nvGrpSpPr>
        <p:grpSpPr>
          <a:xfrm>
            <a:off x="6845808" y="4292301"/>
            <a:ext cx="4723250" cy="1905560"/>
            <a:chOff x="6845808" y="4292301"/>
            <a:chExt cx="4723250" cy="1905560"/>
          </a:xfrm>
        </p:grpSpPr>
        <p:pic>
          <p:nvPicPr>
            <p:cNvPr id="10" name="图片 4">
              <a:extLst>
                <a:ext uri="{FF2B5EF4-FFF2-40B4-BE49-F238E27FC236}">
                  <a16:creationId xmlns:a16="http://schemas.microsoft.com/office/drawing/2014/main" id="{644AC42C-ED90-44BF-B11B-91301AA6D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45808" y="4390621"/>
              <a:ext cx="4723250" cy="695277"/>
            </a:xfrm>
            <a:prstGeom prst="rect">
              <a:avLst/>
            </a:prstGeom>
          </p:spPr>
        </p:pic>
        <p:pic>
          <p:nvPicPr>
            <p:cNvPr id="11" name="图片 5">
              <a:extLst>
                <a:ext uri="{FF2B5EF4-FFF2-40B4-BE49-F238E27FC236}">
                  <a16:creationId xmlns:a16="http://schemas.microsoft.com/office/drawing/2014/main" id="{7334C10A-5D9D-42F9-BCDE-EDF399EB4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13350" y="5245081"/>
              <a:ext cx="4140450" cy="817752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5FC3F33-FE83-4872-9CA0-0220BC1BDA21}"/>
                </a:ext>
              </a:extLst>
            </p:cNvPr>
            <p:cNvSpPr/>
            <p:nvPr/>
          </p:nvSpPr>
          <p:spPr>
            <a:xfrm>
              <a:off x="6845808" y="4292301"/>
              <a:ext cx="4723250" cy="1905560"/>
            </a:xfrm>
            <a:prstGeom prst="rect">
              <a:avLst/>
            </a:prstGeom>
            <a:noFill/>
            <a:ln w="412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箭头连接符 13">
            <a:extLst>
              <a:ext uri="{FF2B5EF4-FFF2-40B4-BE49-F238E27FC236}">
                <a16:creationId xmlns:a16="http://schemas.microsoft.com/office/drawing/2014/main" id="{79D934ED-143F-4604-BA8A-56E271AE1924}"/>
              </a:ext>
            </a:extLst>
          </p:cNvPr>
          <p:cNvCxnSpPr/>
          <p:nvPr/>
        </p:nvCxnSpPr>
        <p:spPr>
          <a:xfrm>
            <a:off x="8928848" y="3249351"/>
            <a:ext cx="278585" cy="99379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1450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A977-AB58-4818-AE42-F0862F6C5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Fast R-CNN Results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E7707-E740-4EFC-A646-17C0666DE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8979" y="1834092"/>
            <a:ext cx="4121021" cy="435133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更少的训练与测试推理时间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End-to-end training</a:t>
            </a:r>
            <a:r>
              <a:rPr lang="zh-CN" altLang="en-US" dirty="0"/>
              <a:t>可以提升性能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Region proposal</a:t>
            </a:r>
            <a:r>
              <a:rPr lang="zh-CN" altLang="en-US" dirty="0"/>
              <a:t>步骤成为性能的瓶颈</a:t>
            </a:r>
          </a:p>
        </p:txBody>
      </p:sp>
      <p:grpSp>
        <p:nvGrpSpPr>
          <p:cNvPr id="4" name="组合 7">
            <a:extLst>
              <a:ext uri="{FF2B5EF4-FFF2-40B4-BE49-F238E27FC236}">
                <a16:creationId xmlns:a16="http://schemas.microsoft.com/office/drawing/2014/main" id="{F2B7005C-8D11-4492-8950-258F6DF4B143}"/>
              </a:ext>
            </a:extLst>
          </p:cNvPr>
          <p:cNvGrpSpPr/>
          <p:nvPr/>
        </p:nvGrpSpPr>
        <p:grpSpPr>
          <a:xfrm>
            <a:off x="441649" y="4281730"/>
            <a:ext cx="6579108" cy="2139696"/>
            <a:chOff x="4000500" y="4067886"/>
            <a:chExt cx="7587343" cy="279011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C7FA8CA-3F35-4CD1-8AB7-D9F9601B6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00500" y="4067886"/>
              <a:ext cx="7587343" cy="2790114"/>
            </a:xfrm>
            <a:prstGeom prst="rect">
              <a:avLst/>
            </a:prstGeom>
          </p:spPr>
        </p:pic>
        <p:sp>
          <p:nvSpPr>
            <p:cNvPr id="6" name="矩形 6">
              <a:extLst>
                <a:ext uri="{FF2B5EF4-FFF2-40B4-BE49-F238E27FC236}">
                  <a16:creationId xmlns:a16="http://schemas.microsoft.com/office/drawing/2014/main" id="{8508503C-9E3E-4F0F-B5A4-8098933578CB}"/>
                </a:ext>
              </a:extLst>
            </p:cNvPr>
            <p:cNvSpPr/>
            <p:nvPr/>
          </p:nvSpPr>
          <p:spPr>
            <a:xfrm>
              <a:off x="4136571" y="5540829"/>
              <a:ext cx="7358743" cy="77288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组合 9">
            <a:extLst>
              <a:ext uri="{FF2B5EF4-FFF2-40B4-BE49-F238E27FC236}">
                <a16:creationId xmlns:a16="http://schemas.microsoft.com/office/drawing/2014/main" id="{6AA60304-3F90-40E6-983F-9E263BFDB8AF}"/>
              </a:ext>
            </a:extLst>
          </p:cNvPr>
          <p:cNvGrpSpPr/>
          <p:nvPr/>
        </p:nvGrpSpPr>
        <p:grpSpPr>
          <a:xfrm>
            <a:off x="895628" y="1825625"/>
            <a:ext cx="5708904" cy="2251398"/>
            <a:chOff x="1044702" y="1694567"/>
            <a:chExt cx="5708904" cy="2251398"/>
          </a:xfrm>
        </p:grpSpPr>
        <p:pic>
          <p:nvPicPr>
            <p:cNvPr id="8" name="图片 5">
              <a:extLst>
                <a:ext uri="{FF2B5EF4-FFF2-40B4-BE49-F238E27FC236}">
                  <a16:creationId xmlns:a16="http://schemas.microsoft.com/office/drawing/2014/main" id="{23733D07-B546-48E8-8F2E-5A16F63C0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4702" y="1694567"/>
              <a:ext cx="5708904" cy="2251398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144688B-AB64-408B-A79A-55B4651F2C35}"/>
                </a:ext>
              </a:extLst>
            </p:cNvPr>
            <p:cNvSpPr/>
            <p:nvPr/>
          </p:nvSpPr>
          <p:spPr>
            <a:xfrm>
              <a:off x="1044702" y="3346704"/>
              <a:ext cx="5621274" cy="35661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10">
            <a:extLst>
              <a:ext uri="{FF2B5EF4-FFF2-40B4-BE49-F238E27FC236}">
                <a16:creationId xmlns:a16="http://schemas.microsoft.com/office/drawing/2014/main" id="{099B048E-8A63-4653-9FF3-CE094A3A175A}"/>
              </a:ext>
            </a:extLst>
          </p:cNvPr>
          <p:cNvSpPr txBox="1"/>
          <p:nvPr/>
        </p:nvSpPr>
        <p:spPr>
          <a:xfrm>
            <a:off x="10276091" y="6596390"/>
            <a:ext cx="19159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accent6"/>
                </a:solidFill>
              </a:rPr>
              <a:t>Slide credit: CS231n course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396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3A4B-5D7A-402A-9F46-40141471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小结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C713E-B267-4424-B328-E2DB58C36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所有的</a:t>
            </a:r>
            <a:r>
              <a:rPr lang="en-US" altLang="zh-CN" dirty="0">
                <a:cs typeface="+mn-ea"/>
                <a:sym typeface="+mn-lt"/>
              </a:rPr>
              <a:t>Region Proposal</a:t>
            </a:r>
            <a:r>
              <a:rPr lang="zh-CN" altLang="en-US" dirty="0">
                <a:cs typeface="+mn-ea"/>
                <a:sym typeface="+mn-lt"/>
              </a:rPr>
              <a:t>共享</a:t>
            </a:r>
            <a:r>
              <a:rPr lang="en-US" altLang="zh-CN" dirty="0">
                <a:cs typeface="+mn-ea"/>
                <a:sym typeface="+mn-lt"/>
              </a:rPr>
              <a:t>CNN</a:t>
            </a:r>
            <a:r>
              <a:rPr lang="zh-CN" altLang="en-US" dirty="0">
                <a:cs typeface="+mn-ea"/>
                <a:sym typeface="+mn-lt"/>
              </a:rPr>
              <a:t>特征、并且参数可以训练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D6325B0-F9D3-4336-A49A-7BB62B06570D}"/>
              </a:ext>
            </a:extLst>
          </p:cNvPr>
          <p:cNvGrpSpPr/>
          <p:nvPr/>
        </p:nvGrpSpPr>
        <p:grpSpPr>
          <a:xfrm>
            <a:off x="1861318" y="2531624"/>
            <a:ext cx="8542389" cy="3388119"/>
            <a:chOff x="1674523" y="2923781"/>
            <a:chExt cx="8542389" cy="3388119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69A2D9B-EE9C-4B5D-A733-9C82B9B9C0BB}"/>
                </a:ext>
              </a:extLst>
            </p:cNvPr>
            <p:cNvSpPr/>
            <p:nvPr/>
          </p:nvSpPr>
          <p:spPr>
            <a:xfrm>
              <a:off x="2878455" y="2968391"/>
              <a:ext cx="1372361" cy="98526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5004D489-384E-4C97-933A-4B7A4B0D02AB}"/>
                </a:ext>
              </a:extLst>
            </p:cNvPr>
            <p:cNvSpPr/>
            <p:nvPr/>
          </p:nvSpPr>
          <p:spPr>
            <a:xfrm>
              <a:off x="4446651" y="3580276"/>
              <a:ext cx="771525" cy="338455"/>
            </a:xfrm>
            <a:custGeom>
              <a:avLst/>
              <a:gdLst/>
              <a:ahLst/>
              <a:cxnLst/>
              <a:rect l="l" t="t" r="r" b="b"/>
              <a:pathLst>
                <a:path w="771525" h="338454">
                  <a:moveTo>
                    <a:pt x="771144" y="169164"/>
                  </a:moveTo>
                  <a:lnTo>
                    <a:pt x="601980" y="0"/>
                  </a:lnTo>
                  <a:lnTo>
                    <a:pt x="601980" y="84582"/>
                  </a:lnTo>
                  <a:lnTo>
                    <a:pt x="0" y="84582"/>
                  </a:lnTo>
                  <a:lnTo>
                    <a:pt x="0" y="253746"/>
                  </a:lnTo>
                  <a:lnTo>
                    <a:pt x="601980" y="253746"/>
                  </a:lnTo>
                  <a:lnTo>
                    <a:pt x="601980" y="338328"/>
                  </a:lnTo>
                  <a:lnTo>
                    <a:pt x="771144" y="16916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3F48D023-60F8-44EA-857D-CED7F8A30993}"/>
                </a:ext>
              </a:extLst>
            </p:cNvPr>
            <p:cNvSpPr/>
            <p:nvPr/>
          </p:nvSpPr>
          <p:spPr>
            <a:xfrm>
              <a:off x="5372481" y="2980582"/>
              <a:ext cx="1447038" cy="10439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409E52-00BE-4980-AC17-7DCAB7E35DA6}"/>
                </a:ext>
              </a:extLst>
            </p:cNvPr>
            <p:cNvSpPr/>
            <p:nvPr/>
          </p:nvSpPr>
          <p:spPr>
            <a:xfrm>
              <a:off x="4250437" y="2923781"/>
              <a:ext cx="112242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cs typeface="+mn-ea"/>
                  <a:sym typeface="+mn-lt"/>
                </a:rPr>
                <a:t>Selective</a:t>
              </a:r>
            </a:p>
            <a:p>
              <a:pPr algn="ctr"/>
              <a:r>
                <a:rPr lang="en-US" altLang="zh-CN" sz="2000" dirty="0">
                  <a:cs typeface="+mn-ea"/>
                  <a:sym typeface="+mn-lt"/>
                </a:rPr>
                <a:t>search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5F16BA-0FB2-475E-8F85-8F716CBB766F}"/>
                </a:ext>
              </a:extLst>
            </p:cNvPr>
            <p:cNvGrpSpPr/>
            <p:nvPr/>
          </p:nvGrpSpPr>
          <p:grpSpPr>
            <a:xfrm>
              <a:off x="3377005" y="4082271"/>
              <a:ext cx="794004" cy="2229629"/>
              <a:chOff x="3167633" y="4082271"/>
              <a:chExt cx="794004" cy="2229629"/>
            </a:xfrm>
          </p:grpSpPr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ADDF86BE-18B7-43BC-A75C-4FFD49B68341}"/>
                  </a:ext>
                </a:extLst>
              </p:cNvPr>
              <p:cNvSpPr/>
              <p:nvPr/>
            </p:nvSpPr>
            <p:spPr>
              <a:xfrm>
                <a:off x="3167633" y="4756659"/>
                <a:ext cx="794004" cy="1555241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" name="object 11">
                <a:extLst>
                  <a:ext uri="{FF2B5EF4-FFF2-40B4-BE49-F238E27FC236}">
                    <a16:creationId xmlns:a16="http://schemas.microsoft.com/office/drawing/2014/main" id="{CD949BB8-ED3C-4BAB-9F54-288B5E61AE06}"/>
                  </a:ext>
                </a:extLst>
              </p:cNvPr>
              <p:cNvSpPr/>
              <p:nvPr/>
            </p:nvSpPr>
            <p:spPr>
              <a:xfrm>
                <a:off x="3316094" y="4082271"/>
                <a:ext cx="338455" cy="888854"/>
              </a:xfrm>
              <a:custGeom>
                <a:avLst/>
                <a:gdLst/>
                <a:ahLst/>
                <a:cxnLst/>
                <a:rect l="l" t="t" r="r" b="b"/>
                <a:pathLst>
                  <a:path w="338454" h="515620">
                    <a:moveTo>
                      <a:pt x="338328" y="345948"/>
                    </a:moveTo>
                    <a:lnTo>
                      <a:pt x="253746" y="345948"/>
                    </a:lnTo>
                    <a:lnTo>
                      <a:pt x="253746" y="0"/>
                    </a:lnTo>
                    <a:lnTo>
                      <a:pt x="84582" y="0"/>
                    </a:lnTo>
                    <a:lnTo>
                      <a:pt x="84582" y="345948"/>
                    </a:lnTo>
                    <a:lnTo>
                      <a:pt x="0" y="345948"/>
                    </a:lnTo>
                    <a:lnTo>
                      <a:pt x="169164" y="515112"/>
                    </a:lnTo>
                    <a:lnTo>
                      <a:pt x="338328" y="345948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0" name="object 13">
              <a:extLst>
                <a:ext uri="{FF2B5EF4-FFF2-40B4-BE49-F238E27FC236}">
                  <a16:creationId xmlns:a16="http://schemas.microsoft.com/office/drawing/2014/main" id="{F889F151-02AE-48FD-BE30-5BC2FBB978B4}"/>
                </a:ext>
              </a:extLst>
            </p:cNvPr>
            <p:cNvSpPr txBox="1"/>
            <p:nvPr/>
          </p:nvSpPr>
          <p:spPr>
            <a:xfrm>
              <a:off x="1674523" y="4122744"/>
              <a:ext cx="1641571" cy="628377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8575" marR="5080" indent="-16510"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spc="-5" dirty="0">
                  <a:cs typeface="+mn-ea"/>
                  <a:sym typeface="+mn-lt"/>
                </a:rPr>
                <a:t>CNN</a:t>
              </a:r>
              <a:r>
                <a:rPr sz="2000" spc="-90" dirty="0">
                  <a:cs typeface="+mn-ea"/>
                  <a:sym typeface="+mn-lt"/>
                </a:rPr>
                <a:t> </a:t>
              </a:r>
              <a:r>
                <a:rPr sz="2000" spc="-5" dirty="0">
                  <a:cs typeface="+mn-ea"/>
                  <a:sym typeface="+mn-lt"/>
                </a:rPr>
                <a:t>feature  computation</a:t>
              </a:r>
              <a:endParaRPr sz="2000" dirty="0">
                <a:cs typeface="+mn-ea"/>
                <a:sym typeface="+mn-lt"/>
              </a:endParaRPr>
            </a:p>
          </p:txBody>
        </p:sp>
        <p:sp>
          <p:nvSpPr>
            <p:cNvPr id="11" name="object 14">
              <a:extLst>
                <a:ext uri="{FF2B5EF4-FFF2-40B4-BE49-F238E27FC236}">
                  <a16:creationId xmlns:a16="http://schemas.microsoft.com/office/drawing/2014/main" id="{1A59DAE4-757D-49B7-A4AB-D072F87F5153}"/>
                </a:ext>
              </a:extLst>
            </p:cNvPr>
            <p:cNvSpPr/>
            <p:nvPr/>
          </p:nvSpPr>
          <p:spPr>
            <a:xfrm>
              <a:off x="5191851" y="5080074"/>
              <a:ext cx="1276979" cy="60333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2" name="object 8">
              <a:extLst>
                <a:ext uri="{FF2B5EF4-FFF2-40B4-BE49-F238E27FC236}">
                  <a16:creationId xmlns:a16="http://schemas.microsoft.com/office/drawing/2014/main" id="{93DABAC5-1CFC-4493-BB1B-17A869EA5348}"/>
                </a:ext>
              </a:extLst>
            </p:cNvPr>
            <p:cNvSpPr/>
            <p:nvPr/>
          </p:nvSpPr>
          <p:spPr>
            <a:xfrm>
              <a:off x="4250437" y="5266857"/>
              <a:ext cx="771525" cy="338455"/>
            </a:xfrm>
            <a:custGeom>
              <a:avLst/>
              <a:gdLst/>
              <a:ahLst/>
              <a:cxnLst/>
              <a:rect l="l" t="t" r="r" b="b"/>
              <a:pathLst>
                <a:path w="771525" h="338454">
                  <a:moveTo>
                    <a:pt x="771144" y="169164"/>
                  </a:moveTo>
                  <a:lnTo>
                    <a:pt x="601980" y="0"/>
                  </a:lnTo>
                  <a:lnTo>
                    <a:pt x="601980" y="84582"/>
                  </a:lnTo>
                  <a:lnTo>
                    <a:pt x="0" y="84582"/>
                  </a:lnTo>
                  <a:lnTo>
                    <a:pt x="0" y="253746"/>
                  </a:lnTo>
                  <a:lnTo>
                    <a:pt x="601980" y="253746"/>
                  </a:lnTo>
                  <a:lnTo>
                    <a:pt x="601980" y="338328"/>
                  </a:lnTo>
                  <a:lnTo>
                    <a:pt x="771144" y="16916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8812AA5-0DE0-4E37-8120-59AEAA06854C}"/>
                </a:ext>
              </a:extLst>
            </p:cNvPr>
            <p:cNvSpPr/>
            <p:nvPr/>
          </p:nvSpPr>
          <p:spPr>
            <a:xfrm>
              <a:off x="4131969" y="4610362"/>
              <a:ext cx="966932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cs typeface="+mn-ea"/>
                  <a:sym typeface="+mn-lt"/>
                </a:rPr>
                <a:t>ROI</a:t>
              </a:r>
            </a:p>
            <a:p>
              <a:pPr algn="ctr"/>
              <a:r>
                <a:rPr lang="en-US" altLang="zh-CN" sz="2000" dirty="0">
                  <a:cs typeface="+mn-ea"/>
                  <a:sym typeface="+mn-lt"/>
                </a:rPr>
                <a:t>pooling</a:t>
              </a:r>
            </a:p>
          </p:txBody>
        </p:sp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B410114E-B54A-40F0-8CAD-E0100D81C947}"/>
                </a:ext>
              </a:extLst>
            </p:cNvPr>
            <p:cNvSpPr/>
            <p:nvPr/>
          </p:nvSpPr>
          <p:spPr>
            <a:xfrm>
              <a:off x="6890666" y="5212514"/>
              <a:ext cx="771525" cy="338455"/>
            </a:xfrm>
            <a:custGeom>
              <a:avLst/>
              <a:gdLst/>
              <a:ahLst/>
              <a:cxnLst/>
              <a:rect l="l" t="t" r="r" b="b"/>
              <a:pathLst>
                <a:path w="771525" h="338454">
                  <a:moveTo>
                    <a:pt x="771144" y="169164"/>
                  </a:moveTo>
                  <a:lnTo>
                    <a:pt x="601980" y="0"/>
                  </a:lnTo>
                  <a:lnTo>
                    <a:pt x="601980" y="84582"/>
                  </a:lnTo>
                  <a:lnTo>
                    <a:pt x="0" y="84582"/>
                  </a:lnTo>
                  <a:lnTo>
                    <a:pt x="0" y="253746"/>
                  </a:lnTo>
                  <a:lnTo>
                    <a:pt x="601980" y="253746"/>
                  </a:lnTo>
                  <a:lnTo>
                    <a:pt x="601980" y="338328"/>
                  </a:lnTo>
                  <a:lnTo>
                    <a:pt x="771144" y="16916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11315B2-897E-4BF2-9BE9-EC610EADFB89}"/>
                </a:ext>
              </a:extLst>
            </p:cNvPr>
            <p:cNvSpPr/>
            <p:nvPr/>
          </p:nvSpPr>
          <p:spPr>
            <a:xfrm>
              <a:off x="6439531" y="4617182"/>
              <a:ext cx="1590500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dirty="0">
                  <a:cs typeface="+mn-ea"/>
                  <a:sym typeface="+mn-lt"/>
                </a:rPr>
                <a:t>Classification</a:t>
              </a:r>
            </a:p>
            <a:p>
              <a:pPr algn="ctr"/>
              <a:r>
                <a:rPr lang="en-US" altLang="zh-CN" sz="2000" dirty="0">
                  <a:cs typeface="+mn-ea"/>
                  <a:sym typeface="+mn-lt"/>
                </a:rPr>
                <a:t>network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AA2AF41-70DC-4A28-A0E8-BEFC93DC2A90}"/>
                    </a:ext>
                  </a:extLst>
                </p:cNvPr>
                <p:cNvSpPr/>
                <p:nvPr/>
              </p:nvSpPr>
              <p:spPr>
                <a:xfrm>
                  <a:off x="8030031" y="3991171"/>
                  <a:ext cx="2186881" cy="19030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sz="20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𝐁𝐚𝐜𝐤𝐠𝐫𝐨𝐮𝐧𝐝</m:t>
                                </m:r>
                                <m:r>
                                  <a:rPr lang="en-US" altLang="zh-CN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en-US" altLang="zh-CN" sz="20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𝐂𝐚𝐭</m:t>
                                </m:r>
                              </m:e>
                              <m:e>
                                <m:r>
                                  <a:rPr lang="en-US" altLang="zh-CN" sz="20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𝐂𝐚𝐭</m:t>
                                </m:r>
                              </m:e>
                              <m:e>
                                <m:r>
                                  <a:rPr lang="en-US" altLang="zh-CN" sz="2000" b="1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𝐃𝐮𝐜𝐤</m:t>
                                </m:r>
                              </m:e>
                              <m:e>
                                <m:r>
                                  <a:rPr lang="en-US" altLang="zh-CN" sz="2000" b="1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𝐃𝐨𝐠</m:t>
                                </m:r>
                              </m:e>
                              <m:e>
                                <m:r>
                                  <a:rPr lang="en-US" altLang="zh-CN" sz="20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𝐁𝐚𝐜𝐤𝐠𝐫𝐨𝐮𝐧𝐝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000" b="1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AA2AF41-70DC-4A28-A0E8-BEFC93DC2A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0031" y="3991171"/>
                  <a:ext cx="2186881" cy="190308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object 30">
            <a:extLst>
              <a:ext uri="{FF2B5EF4-FFF2-40B4-BE49-F238E27FC236}">
                <a16:creationId xmlns:a16="http://schemas.microsoft.com/office/drawing/2014/main" id="{2922D439-94C4-44B3-AF35-42C21768972C}"/>
              </a:ext>
            </a:extLst>
          </p:cNvPr>
          <p:cNvSpPr txBox="1"/>
          <p:nvPr/>
        </p:nvSpPr>
        <p:spPr>
          <a:xfrm>
            <a:off x="2711518" y="6025110"/>
            <a:ext cx="68419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5" dirty="0">
                <a:solidFill>
                  <a:schemeClr val="accent1"/>
                </a:solidFill>
                <a:cs typeface="+mn-ea"/>
                <a:sym typeface="+mn-lt"/>
              </a:rPr>
              <a:t>S</a:t>
            </a:r>
            <a:r>
              <a:rPr sz="2400" b="1" spc="-5" dirty="0">
                <a:solidFill>
                  <a:schemeClr val="accent1"/>
                </a:solidFill>
                <a:cs typeface="+mn-ea"/>
                <a:sym typeface="+mn-lt"/>
              </a:rPr>
              <a:t>elective search</a:t>
            </a:r>
            <a:r>
              <a:rPr lang="zh-CN" altLang="en-US" sz="2400" b="1" spc="-5" dirty="0">
                <a:solidFill>
                  <a:schemeClr val="accent1"/>
                </a:solidFill>
                <a:cs typeface="+mn-ea"/>
                <a:sym typeface="+mn-lt"/>
              </a:rPr>
              <a:t>成为性能瓶颈</a:t>
            </a:r>
            <a:endParaRPr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3829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1EEF-2675-478E-9F72-F19655D1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提纲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6906B-F8E8-47B1-A7B9-6CBD81DF5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3600" b="1" dirty="0">
                <a:cs typeface="+mn-ea"/>
                <a:sym typeface="+mn-lt"/>
              </a:rPr>
              <a:t>目标检测定义</a:t>
            </a:r>
            <a:endParaRPr lang="en-US" altLang="zh-CN" sz="3600" b="1" dirty="0"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00B0F0"/>
                </a:solidFill>
                <a:cs typeface="+mn-ea"/>
                <a:sym typeface="+mn-lt"/>
              </a:rPr>
              <a:t>R-CNN</a:t>
            </a:r>
            <a:r>
              <a:rPr lang="zh-CN" altLang="en-US" sz="3600" b="1" dirty="0">
                <a:solidFill>
                  <a:srgbClr val="00B0F0"/>
                </a:solidFill>
                <a:cs typeface="+mn-ea"/>
                <a:sym typeface="+mn-lt"/>
              </a:rPr>
              <a:t>系列算法</a:t>
            </a:r>
            <a:endParaRPr lang="en-US" altLang="zh-CN" sz="3600" b="1" dirty="0">
              <a:solidFill>
                <a:srgbClr val="00B0F0"/>
              </a:solidFill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cs typeface="+mn-ea"/>
                <a:sym typeface="+mn-lt"/>
              </a:rPr>
              <a:t>R-CNN</a:t>
            </a: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cs typeface="+mn-ea"/>
                <a:sym typeface="+mn-lt"/>
              </a:rPr>
              <a:t>Fast R-CNN</a:t>
            </a:r>
          </a:p>
          <a:p>
            <a:pPr lvl="1">
              <a:lnSpc>
                <a:spcPct val="120000"/>
              </a:lnSpc>
            </a:pPr>
            <a:r>
              <a:rPr lang="en-US" altLang="zh-CN" sz="3200" dirty="0">
                <a:solidFill>
                  <a:srgbClr val="00B0F0"/>
                </a:solidFill>
                <a:cs typeface="+mn-ea"/>
                <a:sym typeface="+mn-lt"/>
              </a:rPr>
              <a:t>Faster R-CNN</a:t>
            </a:r>
            <a:endParaRPr lang="zh-CN" altLang="en-US" sz="3200" dirty="0">
              <a:solidFill>
                <a:srgbClr val="00B0F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0657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E369-C446-4FC9-8085-600A56B0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Faster R-CNN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D3575C-2534-437C-ADD2-688ADECEF66F}"/>
              </a:ext>
            </a:extLst>
          </p:cNvPr>
          <p:cNvSpPr/>
          <p:nvPr/>
        </p:nvSpPr>
        <p:spPr>
          <a:xfrm>
            <a:off x="411079" y="6311900"/>
            <a:ext cx="113698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Ren et al.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Faster R-CNN: Towards Real-Time Object Detection with Region Proposal Networks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NeurIPS 2015</a:t>
            </a:r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" name="图片 6">
            <a:extLst>
              <a:ext uri="{FF2B5EF4-FFF2-40B4-BE49-F238E27FC236}">
                <a16:creationId xmlns:a16="http://schemas.microsoft.com/office/drawing/2014/main" id="{AF5CFE38-8790-4DA1-A01E-9144B7C1C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315" y="2206547"/>
            <a:ext cx="5431673" cy="3471083"/>
          </a:xfrm>
          <a:prstGeom prst="rect">
            <a:avLst/>
          </a:prstGeom>
        </p:spPr>
      </p:pic>
      <p:pic>
        <p:nvPicPr>
          <p:cNvPr id="6" name="图片 4">
            <a:extLst>
              <a:ext uri="{FF2B5EF4-FFF2-40B4-BE49-F238E27FC236}">
                <a16:creationId xmlns:a16="http://schemas.microsoft.com/office/drawing/2014/main" id="{C689DE29-AE18-48A8-87EE-B99B3161B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475" y="1618326"/>
            <a:ext cx="3910544" cy="44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B9C77-93A1-4364-B0C5-056D0E66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Region Proposal Networks (RPN)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D902B-F531-4BE2-A47F-2DAA10D333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b="1" dirty="0">
                    <a:cs typeface="+mn-ea"/>
                    <a:sym typeface="+mn-lt"/>
                  </a:rPr>
                  <a:t>Anchors: </a:t>
                </a:r>
                <a:r>
                  <a:rPr lang="en-US" altLang="zh-CN" dirty="0">
                    <a:cs typeface="+mn-ea"/>
                    <a:sym typeface="+mn-lt"/>
                  </a:rPr>
                  <a:t>proposal parameterization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作为参数化</a:t>
                </a:r>
                <a:r>
                  <a:rPr lang="en-US" altLang="zh-CN" dirty="0">
                    <a:cs typeface="+mn-ea"/>
                    <a:sym typeface="+mn-lt"/>
                  </a:rPr>
                  <a:t>Proposal</a:t>
                </a:r>
                <a:r>
                  <a:rPr lang="zh-CN" altLang="en-US" dirty="0">
                    <a:cs typeface="+mn-ea"/>
                    <a:sym typeface="+mn-lt"/>
                  </a:rPr>
                  <a:t>的参照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每一个</a:t>
                </a:r>
                <a:r>
                  <a:rPr lang="en-US" altLang="zh-CN" dirty="0">
                    <a:cs typeface="+mn-ea"/>
                    <a:sym typeface="+mn-lt"/>
                  </a:rPr>
                  <a:t>Proposal</a:t>
                </a:r>
                <a:r>
                  <a:rPr lang="zh-CN" altLang="en-US" dirty="0">
                    <a:cs typeface="+mn-ea"/>
                    <a:sym typeface="+mn-lt"/>
                  </a:rPr>
                  <a:t>相对于</a:t>
                </a:r>
                <a:r>
                  <a:rPr lang="en-US" altLang="zh-CN" dirty="0">
                    <a:cs typeface="+mn-ea"/>
                    <a:sym typeface="+mn-lt"/>
                  </a:rPr>
                  <a:t>Anchor</a:t>
                </a:r>
                <a:r>
                  <a:rPr lang="zh-CN" altLang="en-US" dirty="0">
                    <a:cs typeface="+mn-ea"/>
                    <a:sym typeface="+mn-lt"/>
                  </a:rPr>
                  <a:t>可以参数化为</a:t>
                </a:r>
                <a:r>
                  <a:rPr lang="en-US" altLang="zh-CN" dirty="0">
                    <a:cs typeface="+mn-ea"/>
                    <a:sym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𝑦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𝑤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𝑑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h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)</m:t>
                    </m:r>
                  </m:oMath>
                </a14:m>
                <a:endParaRPr lang="zh-CN" altLang="en-US" dirty="0">
                  <a:cs typeface="+mn-ea"/>
                  <a:sym typeface="+mn-lt"/>
                </a:endParaRPr>
              </a:p>
              <a:p>
                <a:pPr lvl="1"/>
                <a:endParaRPr lang="zh-CN" altLang="en-US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D902B-F531-4BE2-A47F-2DAA10D33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2D96133-A993-4F2A-8EA9-BE334CC4EC89}"/>
              </a:ext>
            </a:extLst>
          </p:cNvPr>
          <p:cNvGrpSpPr/>
          <p:nvPr/>
        </p:nvGrpSpPr>
        <p:grpSpPr>
          <a:xfrm>
            <a:off x="2136740" y="3637220"/>
            <a:ext cx="7918520" cy="2855655"/>
            <a:chOff x="1826085" y="3637220"/>
            <a:chExt cx="7918520" cy="285565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ED9DD5E-1AFD-4C76-BABA-CC00ADFAB773}"/>
                </a:ext>
              </a:extLst>
            </p:cNvPr>
            <p:cNvGrpSpPr/>
            <p:nvPr/>
          </p:nvGrpSpPr>
          <p:grpSpPr>
            <a:xfrm>
              <a:off x="1826085" y="3637220"/>
              <a:ext cx="7918520" cy="2855655"/>
              <a:chOff x="1343485" y="3486408"/>
              <a:chExt cx="7918520" cy="2855655"/>
            </a:xfrm>
          </p:grpSpPr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8F66BA12-AB3B-4EFD-A289-D13CFF8C0A1D}"/>
                  </a:ext>
                </a:extLst>
              </p:cNvPr>
              <p:cNvSpPr/>
              <p:nvPr/>
            </p:nvSpPr>
            <p:spPr>
              <a:xfrm>
                <a:off x="2295621" y="3593676"/>
                <a:ext cx="3084576" cy="2361438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9" name="object 18">
                <a:extLst>
                  <a:ext uri="{FF2B5EF4-FFF2-40B4-BE49-F238E27FC236}">
                    <a16:creationId xmlns:a16="http://schemas.microsoft.com/office/drawing/2014/main" id="{DEB41257-9F14-4B9B-9FC1-A3A186057875}"/>
                  </a:ext>
                </a:extLst>
              </p:cNvPr>
              <p:cNvSpPr txBox="1"/>
              <p:nvPr/>
            </p:nvSpPr>
            <p:spPr>
              <a:xfrm>
                <a:off x="1343485" y="5551109"/>
                <a:ext cx="1074600" cy="32060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000" b="1" dirty="0">
                    <a:solidFill>
                      <a:srgbClr val="FF0000"/>
                    </a:solidFill>
                    <a:cs typeface="+mn-ea"/>
                    <a:sym typeface="+mn-lt"/>
                  </a:rPr>
                  <a:t>p</a:t>
                </a:r>
                <a:r>
                  <a:rPr sz="2000" b="1" spc="-35" dirty="0">
                    <a:solidFill>
                      <a:srgbClr val="FF0000"/>
                    </a:solidFill>
                    <a:cs typeface="+mn-ea"/>
                    <a:sym typeface="+mn-lt"/>
                  </a:rPr>
                  <a:t>r</a:t>
                </a:r>
                <a:r>
                  <a:rPr sz="2000" b="1" dirty="0">
                    <a:solidFill>
                      <a:srgbClr val="FF0000"/>
                    </a:solidFill>
                    <a:cs typeface="+mn-ea"/>
                    <a:sym typeface="+mn-lt"/>
                  </a:rPr>
                  <a:t>oposal</a:t>
                </a:r>
                <a:endParaRPr sz="2000" dirty="0">
                  <a:cs typeface="+mn-ea"/>
                  <a:sym typeface="+mn-lt"/>
                </a:endParaRPr>
              </a:p>
            </p:txBody>
          </p:sp>
          <p:sp>
            <p:nvSpPr>
              <p:cNvPr id="10" name="object 25">
                <a:extLst>
                  <a:ext uri="{FF2B5EF4-FFF2-40B4-BE49-F238E27FC236}">
                    <a16:creationId xmlns:a16="http://schemas.microsoft.com/office/drawing/2014/main" id="{80D53BA0-52CA-45F2-8F20-C9CB893A056B}"/>
                  </a:ext>
                </a:extLst>
              </p:cNvPr>
              <p:cNvSpPr txBox="1"/>
              <p:nvPr/>
            </p:nvSpPr>
            <p:spPr>
              <a:xfrm>
                <a:off x="3016982" y="6011863"/>
                <a:ext cx="1874520" cy="33020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2000" b="1" spc="-10" dirty="0">
                    <a:solidFill>
                      <a:srgbClr val="00B050"/>
                    </a:solidFill>
                    <a:cs typeface="+mn-ea"/>
                    <a:sym typeface="+mn-lt"/>
                  </a:rPr>
                  <a:t>relative</a:t>
                </a:r>
                <a:r>
                  <a:rPr sz="2000" b="1" spc="-45" dirty="0">
                    <a:solidFill>
                      <a:srgbClr val="00B050"/>
                    </a:solidFill>
                    <a:cs typeface="+mn-ea"/>
                    <a:sym typeface="+mn-lt"/>
                  </a:rPr>
                  <a:t> </a:t>
                </a:r>
                <a:r>
                  <a:rPr sz="2000" b="1" spc="-5" dirty="0">
                    <a:solidFill>
                      <a:srgbClr val="00B050"/>
                    </a:solidFill>
                    <a:cs typeface="+mn-ea"/>
                    <a:sym typeface="+mn-lt"/>
                  </a:rPr>
                  <a:t>encoding</a:t>
                </a:r>
                <a:endParaRPr sz="2000" dirty="0">
                  <a:solidFill>
                    <a:srgbClr val="00B05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" name="object 22">
                <a:extLst>
                  <a:ext uri="{FF2B5EF4-FFF2-40B4-BE49-F238E27FC236}">
                    <a16:creationId xmlns:a16="http://schemas.microsoft.com/office/drawing/2014/main" id="{5A2425F2-863C-4553-AACB-B3CFD7EFAB62}"/>
                  </a:ext>
                </a:extLst>
              </p:cNvPr>
              <p:cNvSpPr txBox="1"/>
              <p:nvPr/>
            </p:nvSpPr>
            <p:spPr>
              <a:xfrm>
                <a:off x="5459208" y="5695951"/>
                <a:ext cx="876092" cy="32060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000" b="1" dirty="0">
                    <a:cs typeface="+mn-ea"/>
                    <a:sym typeface="+mn-lt"/>
                  </a:rPr>
                  <a:t>anchor</a:t>
                </a:r>
                <a:endParaRPr sz="2000" dirty="0">
                  <a:cs typeface="+mn-ea"/>
                  <a:sym typeface="+mn-lt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F30D1C6-CFF4-4D9A-AEE6-26A7156F12F6}"/>
                      </a:ext>
                    </a:extLst>
                  </p:cNvPr>
                  <p:cNvSpPr txBox="1"/>
                  <p:nvPr/>
                </p:nvSpPr>
                <p:spPr>
                  <a:xfrm>
                    <a:off x="6744072" y="3486408"/>
                    <a:ext cx="2517933" cy="95923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"/>
                              <m:ctrlPr>
                                <a:rPr lang="en-US" altLang="zh-CN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40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=(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𝑥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)/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𝑎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=(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𝑦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)/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𝑎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zh-CN" altLang="en-US" sz="2400" dirty="0">
                      <a:solidFill>
                        <a:srgbClr val="00B050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EF30D1C6-CFF4-4D9A-AEE6-26A7156F12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4072" y="3486408"/>
                    <a:ext cx="2517933" cy="9592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C18BF54-F102-475B-9F06-562775638380}"/>
                      </a:ext>
                    </a:extLst>
                  </p:cNvPr>
                  <p:cNvSpPr txBox="1"/>
                  <p:nvPr/>
                </p:nvSpPr>
                <p:spPr>
                  <a:xfrm>
                    <a:off x="3739326" y="3690426"/>
                    <a:ext cx="60087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𝑥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𝑦</m:t>
                          </m:r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rgbClr val="FF0000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C18BF54-F102-475B-9F06-5627756383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39326" y="3690426"/>
                    <a:ext cx="600870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265" r="-14286" b="-347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0F0BC02E-A0B6-453C-9737-9B4C0753AF38}"/>
                      </a:ext>
                    </a:extLst>
                  </p:cNvPr>
                  <p:cNvSpPr txBox="1"/>
                  <p:nvPr/>
                </p:nvSpPr>
                <p:spPr>
                  <a:xfrm>
                    <a:off x="4253562" y="4171724"/>
                    <a:ext cx="80631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0F0BC02E-A0B6-453C-9737-9B4C0753AF3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53562" y="4171724"/>
                    <a:ext cx="806310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333" r="-9091" b="-3478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33151CB-98C7-4B24-B112-EBD80F3F7E6A}"/>
                      </a:ext>
                    </a:extLst>
                  </p:cNvPr>
                  <p:cNvSpPr txBox="1"/>
                  <p:nvPr/>
                </p:nvSpPr>
                <p:spPr>
                  <a:xfrm>
                    <a:off x="6811805" y="4576991"/>
                    <a:ext cx="1765868" cy="82381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"/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=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𝑤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𝑎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=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h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𝑎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zh-CN" altLang="en-US" sz="2400" dirty="0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33151CB-98C7-4B24-B112-EBD80F3F7E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11805" y="4576991"/>
                    <a:ext cx="1765868" cy="82381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BB6A238-0936-4920-B7BC-94C7B9688701}"/>
                  </a:ext>
                </a:extLst>
              </p:cNvPr>
              <p:cNvCxnSpPr/>
              <p:nvPr/>
            </p:nvCxnSpPr>
            <p:spPr>
              <a:xfrm flipH="1">
                <a:off x="3242733" y="4001294"/>
                <a:ext cx="595176" cy="680773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30A1314A-F577-44E1-B317-D8A0031086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00484" y="4448723"/>
                <a:ext cx="610981" cy="546904"/>
              </a:xfrm>
              <a:prstGeom prst="straightConnector1">
                <a:avLst/>
              </a:prstGeom>
              <a:ln w="1270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Connector: Curved 17">
                <a:extLst>
                  <a:ext uri="{FF2B5EF4-FFF2-40B4-BE49-F238E27FC236}">
                    <a16:creationId xmlns:a16="http://schemas.microsoft.com/office/drawing/2014/main" id="{8D206DD3-119D-4695-82D5-CDC6B8A7D358}"/>
                  </a:ext>
                </a:extLst>
              </p:cNvPr>
              <p:cNvCxnSpPr>
                <a:cxnSpLocks/>
                <a:stCxn id="12" idx="1"/>
              </p:cNvCxnSpPr>
              <p:nvPr/>
            </p:nvCxnSpPr>
            <p:spPr>
              <a:xfrm rot="10800000" flipV="1">
                <a:off x="3420544" y="3966026"/>
                <a:ext cx="3323529" cy="930955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prstDash val="sysDash"/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BB789C8-720B-45BE-9419-ACA1C44A1AD9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4692228" y="5655422"/>
              <a:ext cx="1249580" cy="35164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8DCD6B7-9613-498E-9EC0-70011007C8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9210" y="5469467"/>
              <a:ext cx="561410" cy="23245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4339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20E-709E-4287-BFFB-7AC9A2B25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RPN Architecture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588F-EB83-4DF5-91A9-48CE8AFC9F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3200" b="1" dirty="0">
                    <a:cs typeface="+mn-ea"/>
                    <a:sym typeface="+mn-lt"/>
                  </a:rPr>
                  <a:t>Anchors: proposal generation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800" dirty="0">
                    <a:cs typeface="+mn-ea"/>
                    <a:sym typeface="+mn-lt"/>
                  </a:rPr>
                  <a:t>Conv</a:t>
                </a:r>
                <a:r>
                  <a:rPr lang="zh-CN" altLang="en-US" sz="2800" dirty="0">
                    <a:cs typeface="+mn-ea"/>
                    <a:sym typeface="+mn-lt"/>
                  </a:rPr>
                  <a:t>特征图上的每一个位置采用</a:t>
                </a:r>
                <a:r>
                  <a:rPr lang="en-US" altLang="zh-CN" sz="2800" dirty="0">
                    <a:cs typeface="+mn-ea"/>
                    <a:sym typeface="+mn-lt"/>
                  </a:rPr>
                  <a:t>9</a:t>
                </a:r>
                <a:r>
                  <a:rPr lang="zh-CN" altLang="en-US" sz="2800" dirty="0">
                    <a:cs typeface="+mn-ea"/>
                    <a:sym typeface="+mn-lt"/>
                  </a:rPr>
                  <a:t>个</a:t>
                </a:r>
                <a:r>
                  <a:rPr lang="en-US" altLang="zh-CN" sz="2800" dirty="0">
                    <a:cs typeface="+mn-ea"/>
                    <a:sym typeface="+mn-lt"/>
                  </a:rPr>
                  <a:t>Anchors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zh-CN" sz="2400" dirty="0">
                    <a:cs typeface="+mn-ea"/>
                    <a:sym typeface="+mn-lt"/>
                  </a:rPr>
                  <a:t>3 </a:t>
                </a:r>
                <a:r>
                  <a:rPr lang="zh-CN" altLang="en-US" sz="2400" dirty="0">
                    <a:cs typeface="+mn-ea"/>
                    <a:sym typeface="+mn-lt"/>
                  </a:rPr>
                  <a:t>种不同高宽比用于检测不同种类的物体</a:t>
                </a:r>
                <a:endParaRPr lang="en-US" altLang="zh-CN" sz="2400" dirty="0">
                  <a:cs typeface="+mn-ea"/>
                  <a:sym typeface="+mn-lt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zh-CN" sz="2400" dirty="0">
                    <a:cs typeface="+mn-ea"/>
                    <a:sym typeface="+mn-lt"/>
                  </a:rPr>
                  <a:t>3 </a:t>
                </a:r>
                <a:r>
                  <a:rPr lang="zh-CN" altLang="en-US" sz="2400" dirty="0">
                    <a:cs typeface="+mn-ea"/>
                    <a:sym typeface="+mn-lt"/>
                  </a:rPr>
                  <a:t>种不同尺度用于处理不同大小的物体</a:t>
                </a:r>
                <a:endParaRPr lang="en-US" altLang="zh-CN" sz="2400" dirty="0">
                  <a:cs typeface="+mn-ea"/>
                  <a:sym typeface="+mn-lt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zh-CN" altLang="en-US" sz="2800" dirty="0">
                    <a:cs typeface="+mn-ea"/>
                    <a:sym typeface="+mn-lt"/>
                  </a:rPr>
                  <a:t>每一个</a:t>
                </a:r>
                <a:r>
                  <a:rPr lang="en-US" altLang="zh-CN" sz="2800" dirty="0">
                    <a:cs typeface="+mn-ea"/>
                    <a:sym typeface="+mn-lt"/>
                  </a:rPr>
                  <a:t>Proposal</a:t>
                </a:r>
                <a:r>
                  <a:rPr lang="zh-CN" altLang="en-US" sz="2800" dirty="0">
                    <a:cs typeface="+mn-ea"/>
                    <a:sym typeface="+mn-lt"/>
                  </a:rPr>
                  <a:t>与相对应的</a:t>
                </a:r>
                <a:r>
                  <a:rPr lang="en-US" altLang="zh-CN" sz="2800" dirty="0">
                    <a:cs typeface="+mn-ea"/>
                    <a:sym typeface="+mn-lt"/>
                  </a:rPr>
                  <a:t>Anchor</a:t>
                </a:r>
                <a:r>
                  <a:rPr lang="zh-CN" altLang="en-US" sz="2800" dirty="0">
                    <a:cs typeface="+mn-ea"/>
                    <a:sym typeface="+mn-lt"/>
                  </a:rPr>
                  <a:t>总共是预测</a:t>
                </a:r>
                <a:r>
                  <a:rPr lang="en-US" altLang="zh-CN" sz="2800" dirty="0">
                    <a:cs typeface="+mn-ea"/>
                    <a:sym typeface="+mn-lt"/>
                  </a:rPr>
                  <a:t>6</a:t>
                </a:r>
                <a:r>
                  <a:rPr lang="zh-CN" altLang="en-US" sz="2800" dirty="0">
                    <a:cs typeface="+mn-ea"/>
                    <a:sym typeface="+mn-lt"/>
                  </a:rPr>
                  <a:t>个参数</a:t>
                </a:r>
                <a:endParaRPr lang="en-US" altLang="zh-CN" sz="2800" dirty="0">
                  <a:cs typeface="+mn-ea"/>
                  <a:sym typeface="+mn-lt"/>
                </a:endParaRP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cs typeface="+mn-ea"/>
                    <a:sym typeface="+mn-lt"/>
                  </a:rPr>
                  <a:t>: relative box parameters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𝑜𝑏𝑗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𝑏𝑔</m:t>
                            </m:r>
                          </m:sub>
                        </m:sSub>
                        <m:r>
                          <a:rPr lang="en-US" altLang="zh-C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zh-CN" sz="2400" dirty="0">
                    <a:cs typeface="+mn-ea"/>
                    <a:sym typeface="+mn-lt"/>
                  </a:rPr>
                  <a:t>: object / background class probabilities</a:t>
                </a:r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588F-EB83-4DF5-91A9-48CE8AFC9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764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6D16-A7A9-4226-AE20-89643F6C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RPN Architecture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3BFB6DE-D65C-4F60-B4AB-B8059A50E372}"/>
              </a:ext>
            </a:extLst>
          </p:cNvPr>
          <p:cNvSpPr txBox="1"/>
          <p:nvPr/>
        </p:nvSpPr>
        <p:spPr>
          <a:xfrm>
            <a:off x="1301804" y="4005939"/>
            <a:ext cx="1654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cs typeface="+mn-ea"/>
                <a:sym typeface="+mn-lt"/>
              </a:rPr>
              <a:t>conv. </a:t>
            </a:r>
            <a:r>
              <a:rPr sz="1800" dirty="0">
                <a:cs typeface="+mn-ea"/>
                <a:sym typeface="+mn-lt"/>
              </a:rPr>
              <a:t>feature</a:t>
            </a:r>
            <a:r>
              <a:rPr sz="1800" spc="-60" dirty="0">
                <a:cs typeface="+mn-ea"/>
                <a:sym typeface="+mn-lt"/>
              </a:rPr>
              <a:t> </a:t>
            </a:r>
            <a:r>
              <a:rPr sz="1800" dirty="0">
                <a:cs typeface="+mn-ea"/>
                <a:sym typeface="+mn-lt"/>
              </a:rPr>
              <a:t>map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931CBDF5-2E63-408E-91BA-33DC930ACAA4}"/>
              </a:ext>
            </a:extLst>
          </p:cNvPr>
          <p:cNvSpPr/>
          <p:nvPr/>
        </p:nvSpPr>
        <p:spPr>
          <a:xfrm>
            <a:off x="1632184" y="1885699"/>
            <a:ext cx="1421891" cy="2008039"/>
          </a:xfrm>
          <a:prstGeom prst="rect">
            <a:avLst/>
          </a:prstGeom>
          <a:blipFill>
            <a:blip r:embed="rId2" cstate="print"/>
            <a:stretch>
              <a:fillRect b="-5152"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2D70F4B3-C743-423A-9D19-EEEB78F4F819}"/>
              </a:ext>
            </a:extLst>
          </p:cNvPr>
          <p:cNvGrpSpPr/>
          <p:nvPr/>
        </p:nvGrpSpPr>
        <p:grpSpPr>
          <a:xfrm>
            <a:off x="4301813" y="2074785"/>
            <a:ext cx="2375535" cy="1630045"/>
            <a:chOff x="3479919" y="2468614"/>
            <a:chExt cx="2375535" cy="1630045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740D818C-2DD5-49D5-A2B8-366DB2280944}"/>
                </a:ext>
              </a:extLst>
            </p:cNvPr>
            <p:cNvSpPr/>
            <p:nvPr/>
          </p:nvSpPr>
          <p:spPr>
            <a:xfrm>
              <a:off x="3479919" y="2468614"/>
              <a:ext cx="2062578" cy="16298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F99A8EC4-02F1-4ABB-85C2-A89BAC012B97}"/>
                </a:ext>
              </a:extLst>
            </p:cNvPr>
            <p:cNvSpPr/>
            <p:nvPr/>
          </p:nvSpPr>
          <p:spPr>
            <a:xfrm>
              <a:off x="3815981" y="2946666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169926"/>
                  </a:moveTo>
                  <a:lnTo>
                    <a:pt x="577596" y="169926"/>
                  </a:lnTo>
                  <a:lnTo>
                    <a:pt x="577596" y="182880"/>
                  </a:lnTo>
                  <a:lnTo>
                    <a:pt x="577596" y="392430"/>
                  </a:lnTo>
                  <a:lnTo>
                    <a:pt x="490728" y="392430"/>
                  </a:lnTo>
                  <a:lnTo>
                    <a:pt x="490728" y="182880"/>
                  </a:lnTo>
                  <a:lnTo>
                    <a:pt x="577596" y="182880"/>
                  </a:lnTo>
                  <a:lnTo>
                    <a:pt x="577596" y="169926"/>
                  </a:lnTo>
                  <a:lnTo>
                    <a:pt x="490728" y="169926"/>
                  </a:lnTo>
                  <a:lnTo>
                    <a:pt x="490728" y="92202"/>
                  </a:lnTo>
                  <a:lnTo>
                    <a:pt x="477774" y="92202"/>
                  </a:lnTo>
                  <a:lnTo>
                    <a:pt x="477774" y="469392"/>
                  </a:lnTo>
                  <a:lnTo>
                    <a:pt x="413004" y="469392"/>
                  </a:lnTo>
                  <a:lnTo>
                    <a:pt x="413004" y="405384"/>
                  </a:lnTo>
                  <a:lnTo>
                    <a:pt x="477774" y="405384"/>
                  </a:lnTo>
                  <a:lnTo>
                    <a:pt x="477774" y="392430"/>
                  </a:lnTo>
                  <a:lnTo>
                    <a:pt x="413004" y="392430"/>
                  </a:lnTo>
                  <a:lnTo>
                    <a:pt x="413004" y="182880"/>
                  </a:lnTo>
                  <a:lnTo>
                    <a:pt x="477774" y="182880"/>
                  </a:lnTo>
                  <a:lnTo>
                    <a:pt x="477774" y="169926"/>
                  </a:lnTo>
                  <a:lnTo>
                    <a:pt x="413004" y="169926"/>
                  </a:lnTo>
                  <a:lnTo>
                    <a:pt x="413004" y="104394"/>
                  </a:lnTo>
                  <a:lnTo>
                    <a:pt x="477774" y="104394"/>
                  </a:lnTo>
                  <a:lnTo>
                    <a:pt x="477774" y="92202"/>
                  </a:lnTo>
                  <a:lnTo>
                    <a:pt x="413004" y="92202"/>
                  </a:lnTo>
                  <a:lnTo>
                    <a:pt x="413004" y="0"/>
                  </a:lnTo>
                  <a:lnTo>
                    <a:pt x="400050" y="0"/>
                  </a:lnTo>
                  <a:lnTo>
                    <a:pt x="400050" y="577596"/>
                  </a:lnTo>
                  <a:lnTo>
                    <a:pt x="190500" y="577596"/>
                  </a:lnTo>
                  <a:lnTo>
                    <a:pt x="190500" y="482346"/>
                  </a:lnTo>
                  <a:lnTo>
                    <a:pt x="400050" y="482346"/>
                  </a:lnTo>
                  <a:lnTo>
                    <a:pt x="400050" y="469392"/>
                  </a:lnTo>
                  <a:lnTo>
                    <a:pt x="190500" y="469392"/>
                  </a:lnTo>
                  <a:lnTo>
                    <a:pt x="190500" y="405384"/>
                  </a:lnTo>
                  <a:lnTo>
                    <a:pt x="400050" y="405384"/>
                  </a:lnTo>
                  <a:lnTo>
                    <a:pt x="400050" y="392430"/>
                  </a:lnTo>
                  <a:lnTo>
                    <a:pt x="190500" y="392430"/>
                  </a:lnTo>
                  <a:lnTo>
                    <a:pt x="190500" y="182880"/>
                  </a:lnTo>
                  <a:lnTo>
                    <a:pt x="400050" y="182880"/>
                  </a:lnTo>
                  <a:lnTo>
                    <a:pt x="400050" y="169926"/>
                  </a:lnTo>
                  <a:lnTo>
                    <a:pt x="190500" y="169926"/>
                  </a:lnTo>
                  <a:lnTo>
                    <a:pt x="190500" y="104394"/>
                  </a:lnTo>
                  <a:lnTo>
                    <a:pt x="400050" y="104394"/>
                  </a:lnTo>
                  <a:lnTo>
                    <a:pt x="400050" y="92202"/>
                  </a:lnTo>
                  <a:lnTo>
                    <a:pt x="190500" y="92202"/>
                  </a:lnTo>
                  <a:lnTo>
                    <a:pt x="190500" y="12192"/>
                  </a:lnTo>
                  <a:lnTo>
                    <a:pt x="400050" y="12192"/>
                  </a:lnTo>
                  <a:lnTo>
                    <a:pt x="400050" y="0"/>
                  </a:lnTo>
                  <a:lnTo>
                    <a:pt x="177533" y="0"/>
                  </a:lnTo>
                  <a:lnTo>
                    <a:pt x="177533" y="92202"/>
                  </a:lnTo>
                  <a:lnTo>
                    <a:pt x="177533" y="104394"/>
                  </a:lnTo>
                  <a:lnTo>
                    <a:pt x="177533" y="469392"/>
                  </a:lnTo>
                  <a:lnTo>
                    <a:pt x="112776" y="469392"/>
                  </a:lnTo>
                  <a:lnTo>
                    <a:pt x="112776" y="405384"/>
                  </a:lnTo>
                  <a:lnTo>
                    <a:pt x="177533" y="405384"/>
                  </a:lnTo>
                  <a:lnTo>
                    <a:pt x="177533" y="392430"/>
                  </a:lnTo>
                  <a:lnTo>
                    <a:pt x="112776" y="392430"/>
                  </a:lnTo>
                  <a:lnTo>
                    <a:pt x="112776" y="182880"/>
                  </a:lnTo>
                  <a:lnTo>
                    <a:pt x="177533" y="182880"/>
                  </a:lnTo>
                  <a:lnTo>
                    <a:pt x="177533" y="169926"/>
                  </a:lnTo>
                  <a:lnTo>
                    <a:pt x="112776" y="169926"/>
                  </a:lnTo>
                  <a:lnTo>
                    <a:pt x="112776" y="104394"/>
                  </a:lnTo>
                  <a:lnTo>
                    <a:pt x="177533" y="104394"/>
                  </a:lnTo>
                  <a:lnTo>
                    <a:pt x="177533" y="92202"/>
                  </a:lnTo>
                  <a:lnTo>
                    <a:pt x="99822" y="92202"/>
                  </a:lnTo>
                  <a:lnTo>
                    <a:pt x="99822" y="169926"/>
                  </a:lnTo>
                  <a:lnTo>
                    <a:pt x="99822" y="182880"/>
                  </a:lnTo>
                  <a:lnTo>
                    <a:pt x="99822" y="392430"/>
                  </a:lnTo>
                  <a:lnTo>
                    <a:pt x="12954" y="392430"/>
                  </a:lnTo>
                  <a:lnTo>
                    <a:pt x="12954" y="182880"/>
                  </a:lnTo>
                  <a:lnTo>
                    <a:pt x="99822" y="182880"/>
                  </a:lnTo>
                  <a:lnTo>
                    <a:pt x="99822" y="169926"/>
                  </a:lnTo>
                  <a:lnTo>
                    <a:pt x="0" y="169926"/>
                  </a:lnTo>
                  <a:lnTo>
                    <a:pt x="0" y="405384"/>
                  </a:lnTo>
                  <a:lnTo>
                    <a:pt x="6096" y="405384"/>
                  </a:lnTo>
                  <a:lnTo>
                    <a:pt x="12954" y="405384"/>
                  </a:lnTo>
                  <a:lnTo>
                    <a:pt x="99822" y="405384"/>
                  </a:lnTo>
                  <a:lnTo>
                    <a:pt x="99822" y="482346"/>
                  </a:lnTo>
                  <a:lnTo>
                    <a:pt x="106680" y="482346"/>
                  </a:lnTo>
                  <a:lnTo>
                    <a:pt x="112776" y="482346"/>
                  </a:lnTo>
                  <a:lnTo>
                    <a:pt x="177533" y="482346"/>
                  </a:lnTo>
                  <a:lnTo>
                    <a:pt x="177533" y="590550"/>
                  </a:lnTo>
                  <a:lnTo>
                    <a:pt x="413004" y="590550"/>
                  </a:lnTo>
                  <a:lnTo>
                    <a:pt x="413004" y="482346"/>
                  </a:lnTo>
                  <a:lnTo>
                    <a:pt x="477774" y="482346"/>
                  </a:lnTo>
                  <a:lnTo>
                    <a:pt x="483870" y="482346"/>
                  </a:lnTo>
                  <a:lnTo>
                    <a:pt x="490728" y="482346"/>
                  </a:lnTo>
                  <a:lnTo>
                    <a:pt x="490728" y="405384"/>
                  </a:lnTo>
                  <a:lnTo>
                    <a:pt x="577596" y="405384"/>
                  </a:lnTo>
                  <a:lnTo>
                    <a:pt x="584454" y="405384"/>
                  </a:lnTo>
                  <a:lnTo>
                    <a:pt x="590550" y="405384"/>
                  </a:lnTo>
                  <a:lnTo>
                    <a:pt x="590550" y="169926"/>
                  </a:lnTo>
                  <a:close/>
                </a:path>
              </a:pathLst>
            </a:custGeom>
            <a:solidFill>
              <a:srgbClr val="F4B183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0" name="object 8">
              <a:extLst>
                <a:ext uri="{FF2B5EF4-FFF2-40B4-BE49-F238E27FC236}">
                  <a16:creationId xmlns:a16="http://schemas.microsoft.com/office/drawing/2014/main" id="{FE34070B-0690-4257-B914-D3DDA7765950}"/>
                </a:ext>
              </a:extLst>
            </p:cNvPr>
            <p:cNvSpPr/>
            <p:nvPr/>
          </p:nvSpPr>
          <p:spPr>
            <a:xfrm>
              <a:off x="4494161" y="2494800"/>
              <a:ext cx="1361440" cy="1330960"/>
            </a:xfrm>
            <a:custGeom>
              <a:avLst/>
              <a:gdLst/>
              <a:ahLst/>
              <a:cxnLst/>
              <a:rect l="l" t="t" r="r" b="b"/>
              <a:pathLst>
                <a:path w="1361439" h="1330960">
                  <a:moveTo>
                    <a:pt x="1348740" y="1312164"/>
                  </a:moveTo>
                  <a:lnTo>
                    <a:pt x="14478" y="927354"/>
                  </a:lnTo>
                  <a:lnTo>
                    <a:pt x="9144" y="945642"/>
                  </a:lnTo>
                  <a:lnTo>
                    <a:pt x="1343406" y="1330452"/>
                  </a:lnTo>
                  <a:lnTo>
                    <a:pt x="1348740" y="1312164"/>
                  </a:lnTo>
                  <a:close/>
                </a:path>
                <a:path w="1361439" h="1330960">
                  <a:moveTo>
                    <a:pt x="1360932" y="17526"/>
                  </a:moveTo>
                  <a:lnTo>
                    <a:pt x="1354074" y="0"/>
                  </a:lnTo>
                  <a:lnTo>
                    <a:pt x="0" y="541020"/>
                  </a:lnTo>
                  <a:lnTo>
                    <a:pt x="7620" y="558546"/>
                  </a:lnTo>
                  <a:lnTo>
                    <a:pt x="1360932" y="1752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</p:grpSp>
      <p:sp>
        <p:nvSpPr>
          <p:cNvPr id="11" name="object 28">
            <a:extLst>
              <a:ext uri="{FF2B5EF4-FFF2-40B4-BE49-F238E27FC236}">
                <a16:creationId xmlns:a16="http://schemas.microsoft.com/office/drawing/2014/main" id="{491A0D49-0F04-4154-9341-00C3AF8548E0}"/>
              </a:ext>
            </a:extLst>
          </p:cNvPr>
          <p:cNvSpPr txBox="1"/>
          <p:nvPr/>
        </p:nvSpPr>
        <p:spPr>
          <a:xfrm>
            <a:off x="4352556" y="3835795"/>
            <a:ext cx="1654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marR="5080" indent="-26543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cs typeface="+mn-ea"/>
                <a:sym typeface="+mn-lt"/>
              </a:rPr>
              <a:t>conv. </a:t>
            </a:r>
            <a:r>
              <a:rPr sz="1800" dirty="0">
                <a:cs typeface="+mn-ea"/>
                <a:sym typeface="+mn-lt"/>
              </a:rPr>
              <a:t>feature</a:t>
            </a:r>
            <a:r>
              <a:rPr sz="1800" spc="-70" dirty="0">
                <a:cs typeface="+mn-ea"/>
                <a:sym typeface="+mn-lt"/>
              </a:rPr>
              <a:t> </a:t>
            </a:r>
            <a:r>
              <a:rPr sz="1800" dirty="0">
                <a:cs typeface="+mn-ea"/>
                <a:sym typeface="+mn-lt"/>
              </a:rPr>
              <a:t>map  </a:t>
            </a:r>
            <a:r>
              <a:rPr sz="1800" spc="-5" dirty="0">
                <a:cs typeface="+mn-ea"/>
                <a:sym typeface="+mn-lt"/>
              </a:rPr>
              <a:t>(front</a:t>
            </a:r>
            <a:r>
              <a:rPr sz="1800" spc="-25" dirty="0">
                <a:cs typeface="+mn-ea"/>
                <a:sym typeface="+mn-lt"/>
              </a:rPr>
              <a:t> </a:t>
            </a:r>
            <a:r>
              <a:rPr sz="1800" spc="-5" dirty="0">
                <a:cs typeface="+mn-ea"/>
                <a:sym typeface="+mn-lt"/>
              </a:rPr>
              <a:t>view)</a:t>
            </a:r>
            <a:endParaRPr sz="1800" dirty="0">
              <a:cs typeface="+mn-ea"/>
              <a:sym typeface="+mn-lt"/>
            </a:endParaRPr>
          </a:p>
        </p:txBody>
      </p:sp>
      <p:sp>
        <p:nvSpPr>
          <p:cNvPr id="12" name="object 29">
            <a:extLst>
              <a:ext uri="{FF2B5EF4-FFF2-40B4-BE49-F238E27FC236}">
                <a16:creationId xmlns:a16="http://schemas.microsoft.com/office/drawing/2014/main" id="{FC7559C7-F431-4245-A6B8-BEF2BC7D2FB1}"/>
              </a:ext>
            </a:extLst>
          </p:cNvPr>
          <p:cNvSpPr/>
          <p:nvPr/>
        </p:nvSpPr>
        <p:spPr>
          <a:xfrm>
            <a:off x="4900625" y="4494129"/>
            <a:ext cx="1028065" cy="1207135"/>
          </a:xfrm>
          <a:custGeom>
            <a:avLst/>
            <a:gdLst/>
            <a:ahLst/>
            <a:cxnLst/>
            <a:rect l="l" t="t" r="r" b="b"/>
            <a:pathLst>
              <a:path w="1028064" h="1207135">
                <a:moveTo>
                  <a:pt x="1027937" y="957834"/>
                </a:moveTo>
                <a:lnTo>
                  <a:pt x="771143" y="708660"/>
                </a:lnTo>
                <a:lnTo>
                  <a:pt x="771143" y="829056"/>
                </a:lnTo>
                <a:lnTo>
                  <a:pt x="257555" y="829056"/>
                </a:lnTo>
                <a:lnTo>
                  <a:pt x="257555" y="0"/>
                </a:lnTo>
                <a:lnTo>
                  <a:pt x="0" y="0"/>
                </a:lnTo>
                <a:lnTo>
                  <a:pt x="0" y="1086612"/>
                </a:lnTo>
                <a:lnTo>
                  <a:pt x="771143" y="1086612"/>
                </a:lnTo>
                <a:lnTo>
                  <a:pt x="771143" y="1207008"/>
                </a:lnTo>
                <a:lnTo>
                  <a:pt x="1027937" y="95783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3" name="object 30">
            <a:extLst>
              <a:ext uri="{FF2B5EF4-FFF2-40B4-BE49-F238E27FC236}">
                <a16:creationId xmlns:a16="http://schemas.microsoft.com/office/drawing/2014/main" id="{F423C3B7-86E7-4591-9F70-2B1F96EE39E9}"/>
              </a:ext>
            </a:extLst>
          </p:cNvPr>
          <p:cNvSpPr txBox="1"/>
          <p:nvPr/>
        </p:nvSpPr>
        <p:spPr>
          <a:xfrm>
            <a:off x="2397072" y="4674659"/>
            <a:ext cx="2251075" cy="7030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 marR="5080" indent="-24130">
              <a:lnSpc>
                <a:spcPct val="116700"/>
              </a:lnSpc>
              <a:spcBef>
                <a:spcPts val="100"/>
              </a:spcBef>
            </a:pPr>
            <a:r>
              <a:rPr sz="2000" b="1" spc="-5" dirty="0">
                <a:cs typeface="+mn-ea"/>
                <a:sym typeface="+mn-lt"/>
              </a:rPr>
              <a:t>generate 9 </a:t>
            </a:r>
            <a:r>
              <a:rPr sz="2000" b="1" spc="-10" dirty="0">
                <a:cs typeface="+mn-ea"/>
                <a:sym typeface="+mn-lt"/>
              </a:rPr>
              <a:t>proposals  relative </a:t>
            </a:r>
            <a:r>
              <a:rPr sz="2000" b="1" spc="-5" dirty="0">
                <a:cs typeface="+mn-ea"/>
                <a:sym typeface="+mn-lt"/>
              </a:rPr>
              <a:t>to 9</a:t>
            </a:r>
            <a:r>
              <a:rPr sz="2000" b="1" spc="-30" dirty="0">
                <a:cs typeface="+mn-ea"/>
                <a:sym typeface="+mn-lt"/>
              </a:rPr>
              <a:t> </a:t>
            </a:r>
            <a:r>
              <a:rPr sz="2000" b="1" spc="-5" dirty="0">
                <a:cs typeface="+mn-ea"/>
                <a:sym typeface="+mn-lt"/>
              </a:rPr>
              <a:t>anchors</a:t>
            </a:r>
            <a:endParaRPr sz="2000" dirty="0">
              <a:cs typeface="+mn-ea"/>
              <a:sym typeface="+mn-lt"/>
            </a:endParaRPr>
          </a:p>
        </p:txBody>
      </p:sp>
      <p:sp>
        <p:nvSpPr>
          <p:cNvPr id="14" name="object 33">
            <a:extLst>
              <a:ext uri="{FF2B5EF4-FFF2-40B4-BE49-F238E27FC236}">
                <a16:creationId xmlns:a16="http://schemas.microsoft.com/office/drawing/2014/main" id="{8333921D-0D00-4377-83C5-5F296707E54A}"/>
              </a:ext>
            </a:extLst>
          </p:cNvPr>
          <p:cNvSpPr/>
          <p:nvPr/>
        </p:nvSpPr>
        <p:spPr>
          <a:xfrm>
            <a:off x="6480249" y="5464526"/>
            <a:ext cx="1152085" cy="7030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5" name="object 34">
            <a:extLst>
              <a:ext uri="{FF2B5EF4-FFF2-40B4-BE49-F238E27FC236}">
                <a16:creationId xmlns:a16="http://schemas.microsoft.com/office/drawing/2014/main" id="{A3D88703-6822-4EE2-BC72-12AC40F568D7}"/>
              </a:ext>
            </a:extLst>
          </p:cNvPr>
          <p:cNvSpPr/>
          <p:nvPr/>
        </p:nvSpPr>
        <p:spPr>
          <a:xfrm>
            <a:off x="6118520" y="4409835"/>
            <a:ext cx="1829492" cy="6659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6" name="object 35">
            <a:extLst>
              <a:ext uri="{FF2B5EF4-FFF2-40B4-BE49-F238E27FC236}">
                <a16:creationId xmlns:a16="http://schemas.microsoft.com/office/drawing/2014/main" id="{CE6678F3-D072-4D2B-8AC0-93AA41DA2788}"/>
              </a:ext>
            </a:extLst>
          </p:cNvPr>
          <p:cNvSpPr txBox="1"/>
          <p:nvPr/>
        </p:nvSpPr>
        <p:spPr>
          <a:xfrm>
            <a:off x="8137843" y="4469237"/>
            <a:ext cx="2345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cs typeface="+mn-ea"/>
                <a:sym typeface="+mn-lt"/>
              </a:rPr>
              <a:t>relative box</a:t>
            </a:r>
            <a:r>
              <a:rPr sz="1800" b="1" spc="-85" dirty="0">
                <a:cs typeface="+mn-ea"/>
                <a:sym typeface="+mn-lt"/>
              </a:rPr>
              <a:t> </a:t>
            </a:r>
            <a:r>
              <a:rPr sz="1800" b="1" spc="-5" dirty="0">
                <a:cs typeface="+mn-ea"/>
                <a:sym typeface="+mn-lt"/>
              </a:rPr>
              <a:t>parameters</a:t>
            </a:r>
            <a:endParaRPr sz="1800">
              <a:cs typeface="+mn-ea"/>
              <a:sym typeface="+mn-lt"/>
            </a:endParaRPr>
          </a:p>
          <a:p>
            <a:pPr marL="22860" algn="ctr">
              <a:lnSpc>
                <a:spcPct val="100000"/>
              </a:lnSpc>
            </a:pPr>
            <a:r>
              <a:rPr sz="1800" spc="20" dirty="0">
                <a:cs typeface="+mn-ea"/>
                <a:sym typeface="+mn-lt"/>
              </a:rPr>
              <a:t>(𝟏 </a:t>
            </a:r>
            <a:r>
              <a:rPr sz="1800" spc="-225" dirty="0">
                <a:cs typeface="+mn-ea"/>
                <a:sym typeface="+mn-lt"/>
              </a:rPr>
              <a:t>× </a:t>
            </a:r>
            <a:r>
              <a:rPr sz="1800" spc="-20" dirty="0">
                <a:cs typeface="+mn-ea"/>
                <a:sym typeface="+mn-lt"/>
              </a:rPr>
              <a:t>𝟏×</a:t>
            </a:r>
            <a:r>
              <a:rPr sz="1800" spc="-340" dirty="0">
                <a:cs typeface="+mn-ea"/>
                <a:sym typeface="+mn-lt"/>
              </a:rPr>
              <a:t> </a:t>
            </a:r>
            <a:r>
              <a:rPr sz="1800" spc="10" dirty="0">
                <a:cs typeface="+mn-ea"/>
                <a:sym typeface="+mn-lt"/>
              </a:rPr>
              <a:t>𝟑𝟔)</a:t>
            </a:r>
            <a:endParaRPr sz="1800">
              <a:cs typeface="+mn-ea"/>
              <a:sym typeface="+mn-lt"/>
            </a:endParaRPr>
          </a:p>
        </p:txBody>
      </p:sp>
      <p:sp>
        <p:nvSpPr>
          <p:cNvPr id="17" name="object 32">
            <a:extLst>
              <a:ext uri="{FF2B5EF4-FFF2-40B4-BE49-F238E27FC236}">
                <a16:creationId xmlns:a16="http://schemas.microsoft.com/office/drawing/2014/main" id="{E64BF205-33E4-4EE8-8943-EB6F2007DF5D}"/>
              </a:ext>
            </a:extLst>
          </p:cNvPr>
          <p:cNvSpPr txBox="1"/>
          <p:nvPr/>
        </p:nvSpPr>
        <p:spPr>
          <a:xfrm>
            <a:off x="8010660" y="5507158"/>
            <a:ext cx="176783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cs typeface="+mn-ea"/>
                <a:sym typeface="+mn-lt"/>
              </a:rPr>
              <a:t>class</a:t>
            </a:r>
            <a:r>
              <a:rPr sz="1800" b="1" spc="-55" dirty="0">
                <a:cs typeface="+mn-ea"/>
                <a:sym typeface="+mn-lt"/>
              </a:rPr>
              <a:t> </a:t>
            </a:r>
            <a:r>
              <a:rPr sz="1800" b="1" spc="-10" dirty="0">
                <a:cs typeface="+mn-ea"/>
                <a:sym typeface="+mn-lt"/>
              </a:rPr>
              <a:t>probabilities</a:t>
            </a:r>
            <a:endParaRPr sz="1800" dirty="0">
              <a:cs typeface="+mn-ea"/>
              <a:sym typeface="+mn-lt"/>
            </a:endParaRPr>
          </a:p>
          <a:p>
            <a:pPr marL="287655">
              <a:lnSpc>
                <a:spcPct val="100000"/>
              </a:lnSpc>
            </a:pPr>
            <a:r>
              <a:rPr sz="1800" spc="20" dirty="0">
                <a:cs typeface="+mn-ea"/>
                <a:sym typeface="+mn-lt"/>
              </a:rPr>
              <a:t>(𝟏 </a:t>
            </a:r>
            <a:r>
              <a:rPr sz="1800" spc="-225" dirty="0">
                <a:cs typeface="+mn-ea"/>
                <a:sym typeface="+mn-lt"/>
              </a:rPr>
              <a:t>× </a:t>
            </a:r>
            <a:r>
              <a:rPr sz="1800" spc="-25" dirty="0">
                <a:cs typeface="+mn-ea"/>
                <a:sym typeface="+mn-lt"/>
              </a:rPr>
              <a:t>𝟏×</a:t>
            </a:r>
            <a:r>
              <a:rPr sz="1800" spc="-340" dirty="0">
                <a:cs typeface="+mn-ea"/>
                <a:sym typeface="+mn-lt"/>
              </a:rPr>
              <a:t> </a:t>
            </a:r>
            <a:r>
              <a:rPr sz="1800" spc="5" dirty="0">
                <a:cs typeface="+mn-ea"/>
                <a:sym typeface="+mn-lt"/>
              </a:rPr>
              <a:t>𝟏𝟖)</a:t>
            </a:r>
            <a:endParaRPr sz="1800" dirty="0">
              <a:cs typeface="+mn-ea"/>
              <a:sym typeface="+mn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4608D82-700C-4866-A524-C28462C409CB}"/>
              </a:ext>
            </a:extLst>
          </p:cNvPr>
          <p:cNvGrpSpPr/>
          <p:nvPr/>
        </p:nvGrpSpPr>
        <p:grpSpPr>
          <a:xfrm>
            <a:off x="7531472" y="2577563"/>
            <a:ext cx="3638781" cy="1587453"/>
            <a:chOff x="7203101" y="2463465"/>
            <a:chExt cx="3638781" cy="15874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bject 10">
                  <a:extLst>
                    <a:ext uri="{FF2B5EF4-FFF2-40B4-BE49-F238E27FC236}">
                      <a16:creationId xmlns:a16="http://schemas.microsoft.com/office/drawing/2014/main" id="{3124F235-299A-481A-BEC4-1281C887DAEF}"/>
                    </a:ext>
                  </a:extLst>
                </p:cNvPr>
                <p:cNvSpPr txBox="1"/>
                <p:nvPr/>
              </p:nvSpPr>
              <p:spPr>
                <a:xfrm>
                  <a:off x="7318186" y="2463465"/>
                  <a:ext cx="553085" cy="269304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38100" algn="ctr">
                    <a:lnSpc>
                      <a:spcPts val="1975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i="1" spc="-135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128</m:t>
                        </m:r>
                        <m:r>
                          <a:rPr lang="en-US" altLang="zh-CN" sz="1950" i="1" spc="-202" baseline="27777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oMath>
                    </m:oMathPara>
                  </a14:m>
                  <a:endParaRPr lang="en-US" sz="1950" baseline="27777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19" name="object 10">
                  <a:extLst>
                    <a:ext uri="{FF2B5EF4-FFF2-40B4-BE49-F238E27FC236}">
                      <a16:creationId xmlns:a16="http://schemas.microsoft.com/office/drawing/2014/main" id="{3124F235-299A-481A-BEC4-1281C887DA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8186" y="2463465"/>
                  <a:ext cx="553085" cy="269304"/>
                </a:xfrm>
                <a:prstGeom prst="rect">
                  <a:avLst/>
                </a:prstGeom>
                <a:blipFill>
                  <a:blip r:embed="rId6"/>
                  <a:stretch>
                    <a:fillRect l="-1099"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EA88789-675E-4F25-AFAB-C34AB353BD74}"/>
                </a:ext>
              </a:extLst>
            </p:cNvPr>
            <p:cNvGrpSpPr/>
            <p:nvPr/>
          </p:nvGrpSpPr>
          <p:grpSpPr>
            <a:xfrm>
              <a:off x="7203101" y="3097213"/>
              <a:ext cx="590550" cy="590550"/>
              <a:chOff x="7329554" y="3074574"/>
              <a:chExt cx="590550" cy="590550"/>
            </a:xfrm>
          </p:grpSpPr>
          <p:sp>
            <p:nvSpPr>
              <p:cNvPr id="29" name="object 20">
                <a:extLst>
                  <a:ext uri="{FF2B5EF4-FFF2-40B4-BE49-F238E27FC236}">
                    <a16:creationId xmlns:a16="http://schemas.microsoft.com/office/drawing/2014/main" id="{595AF823-21BD-4219-A3AD-A0F33DD92044}"/>
                  </a:ext>
                </a:extLst>
              </p:cNvPr>
              <p:cNvSpPr/>
              <p:nvPr/>
            </p:nvSpPr>
            <p:spPr>
              <a:xfrm>
                <a:off x="7329554" y="3074574"/>
                <a:ext cx="5905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590550" h="590550">
                    <a:moveTo>
                      <a:pt x="590550" y="169926"/>
                    </a:moveTo>
                    <a:lnTo>
                      <a:pt x="578345" y="169926"/>
                    </a:lnTo>
                    <a:lnTo>
                      <a:pt x="578345" y="182880"/>
                    </a:lnTo>
                    <a:lnTo>
                      <a:pt x="578345" y="392430"/>
                    </a:lnTo>
                    <a:lnTo>
                      <a:pt x="490728" y="392430"/>
                    </a:lnTo>
                    <a:lnTo>
                      <a:pt x="490728" y="182880"/>
                    </a:lnTo>
                    <a:lnTo>
                      <a:pt x="578345" y="182880"/>
                    </a:lnTo>
                    <a:lnTo>
                      <a:pt x="578345" y="169926"/>
                    </a:lnTo>
                    <a:lnTo>
                      <a:pt x="490728" y="169926"/>
                    </a:lnTo>
                    <a:lnTo>
                      <a:pt x="490728" y="92202"/>
                    </a:lnTo>
                    <a:lnTo>
                      <a:pt x="477774" y="92202"/>
                    </a:lnTo>
                    <a:lnTo>
                      <a:pt x="477774" y="469392"/>
                    </a:lnTo>
                    <a:lnTo>
                      <a:pt x="412991" y="469392"/>
                    </a:lnTo>
                    <a:lnTo>
                      <a:pt x="412991" y="457962"/>
                    </a:lnTo>
                    <a:lnTo>
                      <a:pt x="434340" y="457962"/>
                    </a:lnTo>
                    <a:lnTo>
                      <a:pt x="441198" y="457962"/>
                    </a:lnTo>
                    <a:lnTo>
                      <a:pt x="447294" y="457962"/>
                    </a:lnTo>
                    <a:lnTo>
                      <a:pt x="447294" y="405384"/>
                    </a:lnTo>
                    <a:lnTo>
                      <a:pt x="477774" y="405384"/>
                    </a:lnTo>
                    <a:lnTo>
                      <a:pt x="477774" y="392430"/>
                    </a:lnTo>
                    <a:lnTo>
                      <a:pt x="447294" y="392430"/>
                    </a:lnTo>
                    <a:lnTo>
                      <a:pt x="447294" y="182880"/>
                    </a:lnTo>
                    <a:lnTo>
                      <a:pt x="477774" y="182880"/>
                    </a:lnTo>
                    <a:lnTo>
                      <a:pt x="477774" y="169926"/>
                    </a:lnTo>
                    <a:lnTo>
                      <a:pt x="447294" y="169926"/>
                    </a:lnTo>
                    <a:lnTo>
                      <a:pt x="447294" y="104394"/>
                    </a:lnTo>
                    <a:lnTo>
                      <a:pt x="477774" y="104394"/>
                    </a:lnTo>
                    <a:lnTo>
                      <a:pt x="477774" y="92202"/>
                    </a:lnTo>
                    <a:lnTo>
                      <a:pt x="447294" y="92202"/>
                    </a:lnTo>
                    <a:lnTo>
                      <a:pt x="447294" y="67818"/>
                    </a:lnTo>
                    <a:lnTo>
                      <a:pt x="434340" y="67818"/>
                    </a:lnTo>
                    <a:lnTo>
                      <a:pt x="434340" y="80772"/>
                    </a:lnTo>
                    <a:lnTo>
                      <a:pt x="434340" y="92202"/>
                    </a:lnTo>
                    <a:lnTo>
                      <a:pt x="434340" y="445008"/>
                    </a:lnTo>
                    <a:lnTo>
                      <a:pt x="412991" y="445008"/>
                    </a:lnTo>
                    <a:lnTo>
                      <a:pt x="412991" y="405384"/>
                    </a:lnTo>
                    <a:lnTo>
                      <a:pt x="434340" y="405384"/>
                    </a:lnTo>
                    <a:lnTo>
                      <a:pt x="434340" y="392430"/>
                    </a:lnTo>
                    <a:lnTo>
                      <a:pt x="412991" y="392430"/>
                    </a:lnTo>
                    <a:lnTo>
                      <a:pt x="412991" y="182880"/>
                    </a:lnTo>
                    <a:lnTo>
                      <a:pt x="434340" y="182880"/>
                    </a:lnTo>
                    <a:lnTo>
                      <a:pt x="434340" y="169926"/>
                    </a:lnTo>
                    <a:lnTo>
                      <a:pt x="412991" y="169926"/>
                    </a:lnTo>
                    <a:lnTo>
                      <a:pt x="412991" y="104394"/>
                    </a:lnTo>
                    <a:lnTo>
                      <a:pt x="434340" y="104394"/>
                    </a:lnTo>
                    <a:lnTo>
                      <a:pt x="434340" y="92202"/>
                    </a:lnTo>
                    <a:lnTo>
                      <a:pt x="412991" y="92202"/>
                    </a:lnTo>
                    <a:lnTo>
                      <a:pt x="412991" y="80772"/>
                    </a:lnTo>
                    <a:lnTo>
                      <a:pt x="434340" y="80772"/>
                    </a:lnTo>
                    <a:lnTo>
                      <a:pt x="434340" y="67818"/>
                    </a:lnTo>
                    <a:lnTo>
                      <a:pt x="412991" y="67818"/>
                    </a:lnTo>
                    <a:lnTo>
                      <a:pt x="412991" y="0"/>
                    </a:lnTo>
                    <a:lnTo>
                      <a:pt x="400799" y="0"/>
                    </a:lnTo>
                    <a:lnTo>
                      <a:pt x="400799" y="577596"/>
                    </a:lnTo>
                    <a:lnTo>
                      <a:pt x="190500" y="577596"/>
                    </a:lnTo>
                    <a:lnTo>
                      <a:pt x="190500" y="482346"/>
                    </a:lnTo>
                    <a:lnTo>
                      <a:pt x="400799" y="482346"/>
                    </a:lnTo>
                    <a:lnTo>
                      <a:pt x="400799" y="469392"/>
                    </a:lnTo>
                    <a:lnTo>
                      <a:pt x="190500" y="469392"/>
                    </a:lnTo>
                    <a:lnTo>
                      <a:pt x="190500" y="457962"/>
                    </a:lnTo>
                    <a:lnTo>
                      <a:pt x="400799" y="457962"/>
                    </a:lnTo>
                    <a:lnTo>
                      <a:pt x="400799" y="445008"/>
                    </a:lnTo>
                    <a:lnTo>
                      <a:pt x="190500" y="445008"/>
                    </a:lnTo>
                    <a:lnTo>
                      <a:pt x="190500" y="405384"/>
                    </a:lnTo>
                    <a:lnTo>
                      <a:pt x="400799" y="405384"/>
                    </a:lnTo>
                    <a:lnTo>
                      <a:pt x="400799" y="392430"/>
                    </a:lnTo>
                    <a:lnTo>
                      <a:pt x="190500" y="392430"/>
                    </a:lnTo>
                    <a:lnTo>
                      <a:pt x="190500" y="182880"/>
                    </a:lnTo>
                    <a:lnTo>
                      <a:pt x="400799" y="182880"/>
                    </a:lnTo>
                    <a:lnTo>
                      <a:pt x="400799" y="169926"/>
                    </a:lnTo>
                    <a:lnTo>
                      <a:pt x="190500" y="169926"/>
                    </a:lnTo>
                    <a:lnTo>
                      <a:pt x="190500" y="104394"/>
                    </a:lnTo>
                    <a:lnTo>
                      <a:pt x="400799" y="104394"/>
                    </a:lnTo>
                    <a:lnTo>
                      <a:pt x="400799" y="92202"/>
                    </a:lnTo>
                    <a:lnTo>
                      <a:pt x="190500" y="92202"/>
                    </a:lnTo>
                    <a:lnTo>
                      <a:pt x="190500" y="80772"/>
                    </a:lnTo>
                    <a:lnTo>
                      <a:pt x="400799" y="80772"/>
                    </a:lnTo>
                    <a:lnTo>
                      <a:pt x="400799" y="67818"/>
                    </a:lnTo>
                    <a:lnTo>
                      <a:pt x="190500" y="67818"/>
                    </a:lnTo>
                    <a:lnTo>
                      <a:pt x="190500" y="12954"/>
                    </a:lnTo>
                    <a:lnTo>
                      <a:pt x="400799" y="12954"/>
                    </a:lnTo>
                    <a:lnTo>
                      <a:pt x="400799" y="0"/>
                    </a:lnTo>
                    <a:lnTo>
                      <a:pt x="177533" y="0"/>
                    </a:lnTo>
                    <a:lnTo>
                      <a:pt x="177533" y="67818"/>
                    </a:lnTo>
                    <a:lnTo>
                      <a:pt x="177533" y="80772"/>
                    </a:lnTo>
                    <a:lnTo>
                      <a:pt x="177533" y="469392"/>
                    </a:lnTo>
                    <a:lnTo>
                      <a:pt x="112776" y="469392"/>
                    </a:lnTo>
                    <a:lnTo>
                      <a:pt x="112776" y="457962"/>
                    </a:lnTo>
                    <a:lnTo>
                      <a:pt x="177533" y="457962"/>
                    </a:lnTo>
                    <a:lnTo>
                      <a:pt x="177533" y="445008"/>
                    </a:lnTo>
                    <a:lnTo>
                      <a:pt x="112776" y="445008"/>
                    </a:lnTo>
                    <a:lnTo>
                      <a:pt x="112776" y="405384"/>
                    </a:lnTo>
                    <a:lnTo>
                      <a:pt x="177533" y="405384"/>
                    </a:lnTo>
                    <a:lnTo>
                      <a:pt x="177533" y="392430"/>
                    </a:lnTo>
                    <a:lnTo>
                      <a:pt x="112776" y="392430"/>
                    </a:lnTo>
                    <a:lnTo>
                      <a:pt x="112776" y="182880"/>
                    </a:lnTo>
                    <a:lnTo>
                      <a:pt x="177533" y="182880"/>
                    </a:lnTo>
                    <a:lnTo>
                      <a:pt x="177533" y="169926"/>
                    </a:lnTo>
                    <a:lnTo>
                      <a:pt x="112776" y="169926"/>
                    </a:lnTo>
                    <a:lnTo>
                      <a:pt x="112776" y="104394"/>
                    </a:lnTo>
                    <a:lnTo>
                      <a:pt x="177533" y="104394"/>
                    </a:lnTo>
                    <a:lnTo>
                      <a:pt x="177533" y="92202"/>
                    </a:lnTo>
                    <a:lnTo>
                      <a:pt x="100584" y="92202"/>
                    </a:lnTo>
                    <a:lnTo>
                      <a:pt x="100584" y="169926"/>
                    </a:lnTo>
                    <a:lnTo>
                      <a:pt x="100584" y="182880"/>
                    </a:lnTo>
                    <a:lnTo>
                      <a:pt x="100584" y="392430"/>
                    </a:lnTo>
                    <a:lnTo>
                      <a:pt x="100584" y="405384"/>
                    </a:lnTo>
                    <a:lnTo>
                      <a:pt x="100584" y="445008"/>
                    </a:lnTo>
                    <a:lnTo>
                      <a:pt x="70104" y="445008"/>
                    </a:lnTo>
                    <a:lnTo>
                      <a:pt x="70104" y="405384"/>
                    </a:lnTo>
                    <a:lnTo>
                      <a:pt x="100584" y="405384"/>
                    </a:lnTo>
                    <a:lnTo>
                      <a:pt x="100584" y="392430"/>
                    </a:lnTo>
                    <a:lnTo>
                      <a:pt x="70104" y="392430"/>
                    </a:lnTo>
                    <a:lnTo>
                      <a:pt x="70104" y="182880"/>
                    </a:lnTo>
                    <a:lnTo>
                      <a:pt x="100584" y="182880"/>
                    </a:lnTo>
                    <a:lnTo>
                      <a:pt x="100584" y="169926"/>
                    </a:lnTo>
                    <a:lnTo>
                      <a:pt x="70104" y="169926"/>
                    </a:lnTo>
                    <a:lnTo>
                      <a:pt x="70104" y="80772"/>
                    </a:lnTo>
                    <a:lnTo>
                      <a:pt x="177533" y="80772"/>
                    </a:lnTo>
                    <a:lnTo>
                      <a:pt x="177533" y="67818"/>
                    </a:lnTo>
                    <a:lnTo>
                      <a:pt x="57150" y="67818"/>
                    </a:lnTo>
                    <a:lnTo>
                      <a:pt x="57150" y="169926"/>
                    </a:lnTo>
                    <a:lnTo>
                      <a:pt x="57150" y="182880"/>
                    </a:lnTo>
                    <a:lnTo>
                      <a:pt x="57150" y="392430"/>
                    </a:lnTo>
                    <a:lnTo>
                      <a:pt x="12954" y="392430"/>
                    </a:lnTo>
                    <a:lnTo>
                      <a:pt x="12954" y="182880"/>
                    </a:lnTo>
                    <a:lnTo>
                      <a:pt x="57150" y="182880"/>
                    </a:lnTo>
                    <a:lnTo>
                      <a:pt x="57150" y="169926"/>
                    </a:lnTo>
                    <a:lnTo>
                      <a:pt x="0" y="169926"/>
                    </a:lnTo>
                    <a:lnTo>
                      <a:pt x="0" y="405384"/>
                    </a:lnTo>
                    <a:lnTo>
                      <a:pt x="6858" y="405384"/>
                    </a:lnTo>
                    <a:lnTo>
                      <a:pt x="12954" y="405384"/>
                    </a:lnTo>
                    <a:lnTo>
                      <a:pt x="57150" y="405384"/>
                    </a:lnTo>
                    <a:lnTo>
                      <a:pt x="57150" y="457962"/>
                    </a:lnTo>
                    <a:lnTo>
                      <a:pt x="63246" y="457962"/>
                    </a:lnTo>
                    <a:lnTo>
                      <a:pt x="70104" y="457962"/>
                    </a:lnTo>
                    <a:lnTo>
                      <a:pt x="100584" y="457962"/>
                    </a:lnTo>
                    <a:lnTo>
                      <a:pt x="100584" y="482346"/>
                    </a:lnTo>
                    <a:lnTo>
                      <a:pt x="106680" y="482346"/>
                    </a:lnTo>
                    <a:lnTo>
                      <a:pt x="112776" y="482346"/>
                    </a:lnTo>
                    <a:lnTo>
                      <a:pt x="177533" y="482346"/>
                    </a:lnTo>
                    <a:lnTo>
                      <a:pt x="177533" y="590550"/>
                    </a:lnTo>
                    <a:lnTo>
                      <a:pt x="412991" y="590550"/>
                    </a:lnTo>
                    <a:lnTo>
                      <a:pt x="412991" y="482346"/>
                    </a:lnTo>
                    <a:lnTo>
                      <a:pt x="477774" y="482346"/>
                    </a:lnTo>
                    <a:lnTo>
                      <a:pt x="484619" y="482346"/>
                    </a:lnTo>
                    <a:lnTo>
                      <a:pt x="490728" y="482346"/>
                    </a:lnTo>
                    <a:lnTo>
                      <a:pt x="490728" y="405384"/>
                    </a:lnTo>
                    <a:lnTo>
                      <a:pt x="578345" y="405384"/>
                    </a:lnTo>
                    <a:lnTo>
                      <a:pt x="584441" y="405384"/>
                    </a:lnTo>
                    <a:lnTo>
                      <a:pt x="590550" y="405384"/>
                    </a:lnTo>
                    <a:lnTo>
                      <a:pt x="590550" y="169926"/>
                    </a:lnTo>
                    <a:close/>
                  </a:path>
                </a:pathLst>
              </a:custGeom>
              <a:solidFill>
                <a:srgbClr val="F4B183"/>
              </a:solidFill>
            </p:spPr>
            <p:txBody>
              <a:bodyPr wrap="square" lIns="0" tIns="0" rIns="0" bIns="0" rtlCol="0"/>
              <a:lstStyle/>
              <a:p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0" name="object 21">
                <a:extLst>
                  <a:ext uri="{FF2B5EF4-FFF2-40B4-BE49-F238E27FC236}">
                    <a16:creationId xmlns:a16="http://schemas.microsoft.com/office/drawing/2014/main" id="{D6E18FC1-AFBB-4DCB-8C0F-D26D0B42E4B2}"/>
                  </a:ext>
                </a:extLst>
              </p:cNvPr>
              <p:cNvSpPr/>
              <p:nvPr/>
            </p:nvSpPr>
            <p:spPr>
              <a:xfrm>
                <a:off x="7562979" y="3339738"/>
                <a:ext cx="63500" cy="6223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2229">
                    <a:moveTo>
                      <a:pt x="63246" y="61722"/>
                    </a:moveTo>
                    <a:lnTo>
                      <a:pt x="63246" y="0"/>
                    </a:lnTo>
                    <a:lnTo>
                      <a:pt x="0" y="0"/>
                    </a:lnTo>
                    <a:lnTo>
                      <a:pt x="0" y="61722"/>
                    </a:lnTo>
                    <a:lnTo>
                      <a:pt x="63246" y="61722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object 22">
              <a:extLst>
                <a:ext uri="{FF2B5EF4-FFF2-40B4-BE49-F238E27FC236}">
                  <a16:creationId xmlns:a16="http://schemas.microsoft.com/office/drawing/2014/main" id="{DC0A6E62-F940-4B30-B7B1-C5F31E8D3E4D}"/>
                </a:ext>
              </a:extLst>
            </p:cNvPr>
            <p:cNvGrpSpPr/>
            <p:nvPr/>
          </p:nvGrpSpPr>
          <p:grpSpPr>
            <a:xfrm>
              <a:off x="8249728" y="2946473"/>
              <a:ext cx="989330" cy="970915"/>
              <a:chOff x="6723760" y="2912364"/>
              <a:chExt cx="989330" cy="970915"/>
            </a:xfrm>
          </p:grpSpPr>
          <p:sp>
            <p:nvSpPr>
              <p:cNvPr id="27" name="object 23">
                <a:extLst>
                  <a:ext uri="{FF2B5EF4-FFF2-40B4-BE49-F238E27FC236}">
                    <a16:creationId xmlns:a16="http://schemas.microsoft.com/office/drawing/2014/main" id="{408AB50B-6525-463F-BFD7-0D385F73986A}"/>
                  </a:ext>
                </a:extLst>
              </p:cNvPr>
              <p:cNvSpPr/>
              <p:nvPr/>
            </p:nvSpPr>
            <p:spPr>
              <a:xfrm>
                <a:off x="6723761" y="2912376"/>
                <a:ext cx="989330" cy="970915"/>
              </a:xfrm>
              <a:custGeom>
                <a:avLst/>
                <a:gdLst/>
                <a:ahLst/>
                <a:cxnLst/>
                <a:rect l="l" t="t" r="r" b="b"/>
                <a:pathLst>
                  <a:path w="989329" h="970914">
                    <a:moveTo>
                      <a:pt x="989076" y="281940"/>
                    </a:moveTo>
                    <a:lnTo>
                      <a:pt x="976896" y="281940"/>
                    </a:lnTo>
                    <a:lnTo>
                      <a:pt x="976896" y="294894"/>
                    </a:lnTo>
                    <a:lnTo>
                      <a:pt x="976896" y="651510"/>
                    </a:lnTo>
                    <a:lnTo>
                      <a:pt x="819912" y="651510"/>
                    </a:lnTo>
                    <a:lnTo>
                      <a:pt x="819912" y="294894"/>
                    </a:lnTo>
                    <a:lnTo>
                      <a:pt x="976896" y="294894"/>
                    </a:lnTo>
                    <a:lnTo>
                      <a:pt x="976896" y="281940"/>
                    </a:lnTo>
                    <a:lnTo>
                      <a:pt x="819912" y="281940"/>
                    </a:lnTo>
                    <a:lnTo>
                      <a:pt x="819912" y="152400"/>
                    </a:lnTo>
                    <a:lnTo>
                      <a:pt x="807732" y="152400"/>
                    </a:lnTo>
                    <a:lnTo>
                      <a:pt x="807732" y="778764"/>
                    </a:lnTo>
                    <a:lnTo>
                      <a:pt x="689610" y="778764"/>
                    </a:lnTo>
                    <a:lnTo>
                      <a:pt x="689610" y="664464"/>
                    </a:lnTo>
                    <a:lnTo>
                      <a:pt x="807732" y="664464"/>
                    </a:lnTo>
                    <a:lnTo>
                      <a:pt x="807732" y="651510"/>
                    </a:lnTo>
                    <a:lnTo>
                      <a:pt x="689610" y="651510"/>
                    </a:lnTo>
                    <a:lnTo>
                      <a:pt x="689610" y="294894"/>
                    </a:lnTo>
                    <a:lnTo>
                      <a:pt x="807732" y="294894"/>
                    </a:lnTo>
                    <a:lnTo>
                      <a:pt x="807732" y="281940"/>
                    </a:lnTo>
                    <a:lnTo>
                      <a:pt x="689610" y="281940"/>
                    </a:lnTo>
                    <a:lnTo>
                      <a:pt x="689610" y="165354"/>
                    </a:lnTo>
                    <a:lnTo>
                      <a:pt x="807732" y="165354"/>
                    </a:lnTo>
                    <a:lnTo>
                      <a:pt x="807732" y="152400"/>
                    </a:lnTo>
                    <a:lnTo>
                      <a:pt x="689610" y="152400"/>
                    </a:lnTo>
                    <a:lnTo>
                      <a:pt x="689610" y="0"/>
                    </a:lnTo>
                    <a:lnTo>
                      <a:pt x="676668" y="0"/>
                    </a:lnTo>
                    <a:lnTo>
                      <a:pt x="676668" y="958596"/>
                    </a:lnTo>
                    <a:lnTo>
                      <a:pt x="312432" y="958596"/>
                    </a:lnTo>
                    <a:lnTo>
                      <a:pt x="312432" y="791718"/>
                    </a:lnTo>
                    <a:lnTo>
                      <a:pt x="676668" y="791718"/>
                    </a:lnTo>
                    <a:lnTo>
                      <a:pt x="676668" y="778764"/>
                    </a:lnTo>
                    <a:lnTo>
                      <a:pt x="312432" y="778764"/>
                    </a:lnTo>
                    <a:lnTo>
                      <a:pt x="312432" y="664464"/>
                    </a:lnTo>
                    <a:lnTo>
                      <a:pt x="676668" y="664464"/>
                    </a:lnTo>
                    <a:lnTo>
                      <a:pt x="676668" y="651510"/>
                    </a:lnTo>
                    <a:lnTo>
                      <a:pt x="312432" y="651510"/>
                    </a:lnTo>
                    <a:lnTo>
                      <a:pt x="312432" y="294894"/>
                    </a:lnTo>
                    <a:lnTo>
                      <a:pt x="676668" y="294894"/>
                    </a:lnTo>
                    <a:lnTo>
                      <a:pt x="676668" y="281940"/>
                    </a:lnTo>
                    <a:lnTo>
                      <a:pt x="312432" y="281940"/>
                    </a:lnTo>
                    <a:lnTo>
                      <a:pt x="312432" y="165354"/>
                    </a:lnTo>
                    <a:lnTo>
                      <a:pt x="676668" y="165354"/>
                    </a:lnTo>
                    <a:lnTo>
                      <a:pt x="676668" y="152400"/>
                    </a:lnTo>
                    <a:lnTo>
                      <a:pt x="312432" y="152400"/>
                    </a:lnTo>
                    <a:lnTo>
                      <a:pt x="312432" y="12954"/>
                    </a:lnTo>
                    <a:lnTo>
                      <a:pt x="676668" y="12954"/>
                    </a:lnTo>
                    <a:lnTo>
                      <a:pt x="676668" y="0"/>
                    </a:lnTo>
                    <a:lnTo>
                      <a:pt x="300228" y="0"/>
                    </a:lnTo>
                    <a:lnTo>
                      <a:pt x="300228" y="152400"/>
                    </a:lnTo>
                    <a:lnTo>
                      <a:pt x="300228" y="165354"/>
                    </a:lnTo>
                    <a:lnTo>
                      <a:pt x="300228" y="778764"/>
                    </a:lnTo>
                    <a:lnTo>
                      <a:pt x="182130" y="778764"/>
                    </a:lnTo>
                    <a:lnTo>
                      <a:pt x="182130" y="664464"/>
                    </a:lnTo>
                    <a:lnTo>
                      <a:pt x="300228" y="664464"/>
                    </a:lnTo>
                    <a:lnTo>
                      <a:pt x="300228" y="651510"/>
                    </a:lnTo>
                    <a:lnTo>
                      <a:pt x="182130" y="651510"/>
                    </a:lnTo>
                    <a:lnTo>
                      <a:pt x="182130" y="294894"/>
                    </a:lnTo>
                    <a:lnTo>
                      <a:pt x="300228" y="294894"/>
                    </a:lnTo>
                    <a:lnTo>
                      <a:pt x="300228" y="281940"/>
                    </a:lnTo>
                    <a:lnTo>
                      <a:pt x="182130" y="281940"/>
                    </a:lnTo>
                    <a:lnTo>
                      <a:pt x="182130" y="165354"/>
                    </a:lnTo>
                    <a:lnTo>
                      <a:pt x="300228" y="165354"/>
                    </a:lnTo>
                    <a:lnTo>
                      <a:pt x="300228" y="152400"/>
                    </a:lnTo>
                    <a:lnTo>
                      <a:pt x="169164" y="152400"/>
                    </a:lnTo>
                    <a:lnTo>
                      <a:pt x="169164" y="281940"/>
                    </a:lnTo>
                    <a:lnTo>
                      <a:pt x="169164" y="294894"/>
                    </a:lnTo>
                    <a:lnTo>
                      <a:pt x="169164" y="651510"/>
                    </a:lnTo>
                    <a:lnTo>
                      <a:pt x="12204" y="651510"/>
                    </a:lnTo>
                    <a:lnTo>
                      <a:pt x="12204" y="294894"/>
                    </a:lnTo>
                    <a:lnTo>
                      <a:pt x="169164" y="294894"/>
                    </a:lnTo>
                    <a:lnTo>
                      <a:pt x="169164" y="281940"/>
                    </a:lnTo>
                    <a:lnTo>
                      <a:pt x="0" y="281940"/>
                    </a:lnTo>
                    <a:lnTo>
                      <a:pt x="0" y="664464"/>
                    </a:lnTo>
                    <a:lnTo>
                      <a:pt x="6108" y="664464"/>
                    </a:lnTo>
                    <a:lnTo>
                      <a:pt x="12204" y="664464"/>
                    </a:lnTo>
                    <a:lnTo>
                      <a:pt x="169164" y="664464"/>
                    </a:lnTo>
                    <a:lnTo>
                      <a:pt x="169164" y="791718"/>
                    </a:lnTo>
                    <a:lnTo>
                      <a:pt x="175260" y="791718"/>
                    </a:lnTo>
                    <a:lnTo>
                      <a:pt x="182130" y="791718"/>
                    </a:lnTo>
                    <a:lnTo>
                      <a:pt x="300228" y="791718"/>
                    </a:lnTo>
                    <a:lnTo>
                      <a:pt x="300228" y="970788"/>
                    </a:lnTo>
                    <a:lnTo>
                      <a:pt x="689610" y="970788"/>
                    </a:lnTo>
                    <a:lnTo>
                      <a:pt x="689610" y="791718"/>
                    </a:lnTo>
                    <a:lnTo>
                      <a:pt x="807732" y="791718"/>
                    </a:lnTo>
                    <a:lnTo>
                      <a:pt x="813816" y="791718"/>
                    </a:lnTo>
                    <a:lnTo>
                      <a:pt x="819912" y="791718"/>
                    </a:lnTo>
                    <a:lnTo>
                      <a:pt x="819912" y="664464"/>
                    </a:lnTo>
                    <a:lnTo>
                      <a:pt x="976896" y="664464"/>
                    </a:lnTo>
                    <a:lnTo>
                      <a:pt x="982992" y="664464"/>
                    </a:lnTo>
                    <a:lnTo>
                      <a:pt x="989076" y="664464"/>
                    </a:lnTo>
                    <a:lnTo>
                      <a:pt x="989076" y="281940"/>
                    </a:lnTo>
                    <a:close/>
                  </a:path>
                </a:pathLst>
              </a:custGeom>
              <a:solidFill>
                <a:srgbClr val="00B05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object 24">
                <a:extLst>
                  <a:ext uri="{FF2B5EF4-FFF2-40B4-BE49-F238E27FC236}">
                    <a16:creationId xmlns:a16="http://schemas.microsoft.com/office/drawing/2014/main" id="{E4E23605-C0EA-41A7-971F-F3BFB1BD9161}"/>
                  </a:ext>
                </a:extLst>
              </p:cNvPr>
              <p:cNvSpPr/>
              <p:nvPr/>
            </p:nvSpPr>
            <p:spPr>
              <a:xfrm>
                <a:off x="7190879" y="3345942"/>
                <a:ext cx="64135" cy="62230"/>
              </a:xfrm>
              <a:custGeom>
                <a:avLst/>
                <a:gdLst/>
                <a:ahLst/>
                <a:cxnLst/>
                <a:rect l="l" t="t" r="r" b="b"/>
                <a:pathLst>
                  <a:path w="64134" h="62229">
                    <a:moveTo>
                      <a:pt x="64007" y="61722"/>
                    </a:moveTo>
                    <a:lnTo>
                      <a:pt x="64007" y="0"/>
                    </a:lnTo>
                    <a:lnTo>
                      <a:pt x="0" y="0"/>
                    </a:lnTo>
                    <a:lnTo>
                      <a:pt x="0" y="61722"/>
                    </a:lnTo>
                    <a:lnTo>
                      <a:pt x="64007" y="61722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22" name="object 25">
              <a:extLst>
                <a:ext uri="{FF2B5EF4-FFF2-40B4-BE49-F238E27FC236}">
                  <a16:creationId xmlns:a16="http://schemas.microsoft.com/office/drawing/2014/main" id="{C80DDDE4-A0C0-4A33-BDC1-8003A1C04CD0}"/>
                </a:ext>
              </a:extLst>
            </p:cNvPr>
            <p:cNvGrpSpPr/>
            <p:nvPr/>
          </p:nvGrpSpPr>
          <p:grpSpPr>
            <a:xfrm>
              <a:off x="9578867" y="2813303"/>
              <a:ext cx="1263015" cy="1237615"/>
              <a:chOff x="7861427" y="2808732"/>
              <a:chExt cx="1263015" cy="1237615"/>
            </a:xfrm>
          </p:grpSpPr>
          <p:sp>
            <p:nvSpPr>
              <p:cNvPr id="25" name="object 26">
                <a:extLst>
                  <a:ext uri="{FF2B5EF4-FFF2-40B4-BE49-F238E27FC236}">
                    <a16:creationId xmlns:a16="http://schemas.microsoft.com/office/drawing/2014/main" id="{4C8CDCA2-ACD9-4FF2-8A4A-55D921CA2278}"/>
                  </a:ext>
                </a:extLst>
              </p:cNvPr>
              <p:cNvSpPr/>
              <p:nvPr/>
            </p:nvSpPr>
            <p:spPr>
              <a:xfrm>
                <a:off x="7861427" y="2808744"/>
                <a:ext cx="1263015" cy="1237615"/>
              </a:xfrm>
              <a:custGeom>
                <a:avLst/>
                <a:gdLst/>
                <a:ahLst/>
                <a:cxnLst/>
                <a:rect l="l" t="t" r="r" b="b"/>
                <a:pathLst>
                  <a:path w="1263015" h="1237614">
                    <a:moveTo>
                      <a:pt x="1262634" y="360426"/>
                    </a:moveTo>
                    <a:lnTo>
                      <a:pt x="1249692" y="360426"/>
                    </a:lnTo>
                    <a:lnTo>
                      <a:pt x="1249692" y="372618"/>
                    </a:lnTo>
                    <a:lnTo>
                      <a:pt x="1249692" y="832104"/>
                    </a:lnTo>
                    <a:lnTo>
                      <a:pt x="1045476" y="832104"/>
                    </a:lnTo>
                    <a:lnTo>
                      <a:pt x="1045476" y="372618"/>
                    </a:lnTo>
                    <a:lnTo>
                      <a:pt x="1249692" y="372618"/>
                    </a:lnTo>
                    <a:lnTo>
                      <a:pt x="1249692" y="360426"/>
                    </a:lnTo>
                    <a:lnTo>
                      <a:pt x="1045476" y="360426"/>
                    </a:lnTo>
                    <a:lnTo>
                      <a:pt x="1045476" y="195072"/>
                    </a:lnTo>
                    <a:lnTo>
                      <a:pt x="1033272" y="195072"/>
                    </a:lnTo>
                    <a:lnTo>
                      <a:pt x="1033272" y="995172"/>
                    </a:lnTo>
                    <a:lnTo>
                      <a:pt x="878598" y="995172"/>
                    </a:lnTo>
                    <a:lnTo>
                      <a:pt x="878598" y="845058"/>
                    </a:lnTo>
                    <a:lnTo>
                      <a:pt x="1033272" y="845058"/>
                    </a:lnTo>
                    <a:lnTo>
                      <a:pt x="1033272" y="832104"/>
                    </a:lnTo>
                    <a:lnTo>
                      <a:pt x="878598" y="832104"/>
                    </a:lnTo>
                    <a:lnTo>
                      <a:pt x="878598" y="372618"/>
                    </a:lnTo>
                    <a:lnTo>
                      <a:pt x="1033272" y="372618"/>
                    </a:lnTo>
                    <a:lnTo>
                      <a:pt x="1033272" y="360426"/>
                    </a:lnTo>
                    <a:lnTo>
                      <a:pt x="878598" y="360426"/>
                    </a:lnTo>
                    <a:lnTo>
                      <a:pt x="878598" y="207264"/>
                    </a:lnTo>
                    <a:lnTo>
                      <a:pt x="1033272" y="207264"/>
                    </a:lnTo>
                    <a:lnTo>
                      <a:pt x="1033272" y="195072"/>
                    </a:lnTo>
                    <a:lnTo>
                      <a:pt x="878598" y="195072"/>
                    </a:lnTo>
                    <a:lnTo>
                      <a:pt x="878598" y="0"/>
                    </a:lnTo>
                    <a:lnTo>
                      <a:pt x="865644" y="0"/>
                    </a:lnTo>
                    <a:lnTo>
                      <a:pt x="865644" y="1224534"/>
                    </a:lnTo>
                    <a:lnTo>
                      <a:pt x="397014" y="1224534"/>
                    </a:lnTo>
                    <a:lnTo>
                      <a:pt x="397014" y="1008126"/>
                    </a:lnTo>
                    <a:lnTo>
                      <a:pt x="865644" y="1008126"/>
                    </a:lnTo>
                    <a:lnTo>
                      <a:pt x="865644" y="995172"/>
                    </a:lnTo>
                    <a:lnTo>
                      <a:pt x="397014" y="995172"/>
                    </a:lnTo>
                    <a:lnTo>
                      <a:pt x="397014" y="845058"/>
                    </a:lnTo>
                    <a:lnTo>
                      <a:pt x="865644" y="845058"/>
                    </a:lnTo>
                    <a:lnTo>
                      <a:pt x="865644" y="832104"/>
                    </a:lnTo>
                    <a:lnTo>
                      <a:pt x="397014" y="832104"/>
                    </a:lnTo>
                    <a:lnTo>
                      <a:pt x="397014" y="372618"/>
                    </a:lnTo>
                    <a:lnTo>
                      <a:pt x="865644" y="372618"/>
                    </a:lnTo>
                    <a:lnTo>
                      <a:pt x="865644" y="360426"/>
                    </a:lnTo>
                    <a:lnTo>
                      <a:pt x="397014" y="360426"/>
                    </a:lnTo>
                    <a:lnTo>
                      <a:pt x="397014" y="207264"/>
                    </a:lnTo>
                    <a:lnTo>
                      <a:pt x="865644" y="207264"/>
                    </a:lnTo>
                    <a:lnTo>
                      <a:pt x="865644" y="195072"/>
                    </a:lnTo>
                    <a:lnTo>
                      <a:pt x="397014" y="195072"/>
                    </a:lnTo>
                    <a:lnTo>
                      <a:pt x="397014" y="12192"/>
                    </a:lnTo>
                    <a:lnTo>
                      <a:pt x="865644" y="12192"/>
                    </a:lnTo>
                    <a:lnTo>
                      <a:pt x="865644" y="0"/>
                    </a:lnTo>
                    <a:lnTo>
                      <a:pt x="384060" y="0"/>
                    </a:lnTo>
                    <a:lnTo>
                      <a:pt x="384060" y="195072"/>
                    </a:lnTo>
                    <a:lnTo>
                      <a:pt x="384060" y="207264"/>
                    </a:lnTo>
                    <a:lnTo>
                      <a:pt x="384060" y="995172"/>
                    </a:lnTo>
                    <a:lnTo>
                      <a:pt x="229362" y="995172"/>
                    </a:lnTo>
                    <a:lnTo>
                      <a:pt x="229362" y="845058"/>
                    </a:lnTo>
                    <a:lnTo>
                      <a:pt x="384060" y="845058"/>
                    </a:lnTo>
                    <a:lnTo>
                      <a:pt x="384060" y="832104"/>
                    </a:lnTo>
                    <a:lnTo>
                      <a:pt x="229362" y="832104"/>
                    </a:lnTo>
                    <a:lnTo>
                      <a:pt x="229362" y="372618"/>
                    </a:lnTo>
                    <a:lnTo>
                      <a:pt x="384060" y="372618"/>
                    </a:lnTo>
                    <a:lnTo>
                      <a:pt x="384060" y="360426"/>
                    </a:lnTo>
                    <a:lnTo>
                      <a:pt x="229362" y="360426"/>
                    </a:lnTo>
                    <a:lnTo>
                      <a:pt x="229362" y="207264"/>
                    </a:lnTo>
                    <a:lnTo>
                      <a:pt x="384060" y="207264"/>
                    </a:lnTo>
                    <a:lnTo>
                      <a:pt x="384060" y="195072"/>
                    </a:lnTo>
                    <a:lnTo>
                      <a:pt x="216420" y="195072"/>
                    </a:lnTo>
                    <a:lnTo>
                      <a:pt x="216420" y="360426"/>
                    </a:lnTo>
                    <a:lnTo>
                      <a:pt x="216420" y="372618"/>
                    </a:lnTo>
                    <a:lnTo>
                      <a:pt x="216420" y="832104"/>
                    </a:lnTo>
                    <a:lnTo>
                      <a:pt x="12966" y="832104"/>
                    </a:lnTo>
                    <a:lnTo>
                      <a:pt x="12966" y="372618"/>
                    </a:lnTo>
                    <a:lnTo>
                      <a:pt x="216420" y="372618"/>
                    </a:lnTo>
                    <a:lnTo>
                      <a:pt x="216420" y="360426"/>
                    </a:lnTo>
                    <a:lnTo>
                      <a:pt x="0" y="360426"/>
                    </a:lnTo>
                    <a:lnTo>
                      <a:pt x="0" y="845058"/>
                    </a:lnTo>
                    <a:lnTo>
                      <a:pt x="6096" y="845058"/>
                    </a:lnTo>
                    <a:lnTo>
                      <a:pt x="12966" y="845058"/>
                    </a:lnTo>
                    <a:lnTo>
                      <a:pt x="216420" y="845058"/>
                    </a:lnTo>
                    <a:lnTo>
                      <a:pt x="216420" y="1008126"/>
                    </a:lnTo>
                    <a:lnTo>
                      <a:pt x="223278" y="1008126"/>
                    </a:lnTo>
                    <a:lnTo>
                      <a:pt x="229362" y="1008126"/>
                    </a:lnTo>
                    <a:lnTo>
                      <a:pt x="384060" y="1008126"/>
                    </a:lnTo>
                    <a:lnTo>
                      <a:pt x="384060" y="1237488"/>
                    </a:lnTo>
                    <a:lnTo>
                      <a:pt x="878598" y="1237488"/>
                    </a:lnTo>
                    <a:lnTo>
                      <a:pt x="878598" y="1008126"/>
                    </a:lnTo>
                    <a:lnTo>
                      <a:pt x="1033272" y="1008126"/>
                    </a:lnTo>
                    <a:lnTo>
                      <a:pt x="1039368" y="1008126"/>
                    </a:lnTo>
                    <a:lnTo>
                      <a:pt x="1045476" y="1008126"/>
                    </a:lnTo>
                    <a:lnTo>
                      <a:pt x="1045476" y="845058"/>
                    </a:lnTo>
                    <a:lnTo>
                      <a:pt x="1249692" y="845058"/>
                    </a:lnTo>
                    <a:lnTo>
                      <a:pt x="1255788" y="845058"/>
                    </a:lnTo>
                    <a:lnTo>
                      <a:pt x="1262634" y="845058"/>
                    </a:lnTo>
                    <a:lnTo>
                      <a:pt x="1262634" y="360426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6" name="object 27">
                <a:extLst>
                  <a:ext uri="{FF2B5EF4-FFF2-40B4-BE49-F238E27FC236}">
                    <a16:creationId xmlns:a16="http://schemas.microsoft.com/office/drawing/2014/main" id="{A2256147-4DF8-453D-86AC-A361B4989286}"/>
                  </a:ext>
                </a:extLst>
              </p:cNvPr>
              <p:cNvSpPr/>
              <p:nvPr/>
            </p:nvSpPr>
            <p:spPr>
              <a:xfrm>
                <a:off x="8458847" y="3365754"/>
                <a:ext cx="63500" cy="6223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2229">
                    <a:moveTo>
                      <a:pt x="63246" y="61722"/>
                    </a:moveTo>
                    <a:lnTo>
                      <a:pt x="63246" y="0"/>
                    </a:lnTo>
                    <a:lnTo>
                      <a:pt x="0" y="0"/>
                    </a:lnTo>
                    <a:lnTo>
                      <a:pt x="0" y="61722"/>
                    </a:lnTo>
                    <a:lnTo>
                      <a:pt x="63246" y="61722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10">
                  <a:extLst>
                    <a:ext uri="{FF2B5EF4-FFF2-40B4-BE49-F238E27FC236}">
                      <a16:creationId xmlns:a16="http://schemas.microsoft.com/office/drawing/2014/main" id="{8A74EBED-027C-412E-B6A4-DE5B95756496}"/>
                    </a:ext>
                  </a:extLst>
                </p:cNvPr>
                <p:cNvSpPr txBox="1"/>
                <p:nvPr/>
              </p:nvSpPr>
              <p:spPr>
                <a:xfrm>
                  <a:off x="8485191" y="2463465"/>
                  <a:ext cx="553085" cy="269304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38100" algn="ctr">
                    <a:lnSpc>
                      <a:spcPts val="1975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b="0" i="1" spc="-135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256</m:t>
                        </m:r>
                        <m:r>
                          <a:rPr lang="en-US" altLang="zh-CN" sz="1950" i="1" spc="-202" baseline="27777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oMath>
                    </m:oMathPara>
                  </a14:m>
                  <a:endParaRPr lang="en-US" sz="1950" baseline="27777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3" name="object 10">
                  <a:extLst>
                    <a:ext uri="{FF2B5EF4-FFF2-40B4-BE49-F238E27FC236}">
                      <a16:creationId xmlns:a16="http://schemas.microsoft.com/office/drawing/2014/main" id="{8A74EBED-027C-412E-B6A4-DE5B957564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5191" y="2463465"/>
                  <a:ext cx="553085" cy="269304"/>
                </a:xfrm>
                <a:prstGeom prst="rect">
                  <a:avLst/>
                </a:prstGeom>
                <a:blipFill>
                  <a:blip r:embed="rId7"/>
                  <a:stretch>
                    <a:fillRect l="-2198"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A638A45-15BC-4F98-BEEE-4E5A9554FE13}"/>
                    </a:ext>
                  </a:extLst>
                </p:cNvPr>
                <p:cNvSpPr/>
                <p:nvPr/>
              </p:nvSpPr>
              <p:spPr>
                <a:xfrm>
                  <a:off x="9903124" y="2463465"/>
                  <a:ext cx="673326" cy="34881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38100" algn="ctr">
                    <a:lnSpc>
                      <a:spcPts val="1975"/>
                    </a:lnSpc>
                    <a:spcBef>
                      <a:spcPts val="1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pc="-135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5</m:t>
                        </m:r>
                        <m:r>
                          <a:rPr lang="en-US" altLang="zh-CN" b="0" i="1" spc="-135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12</m:t>
                        </m:r>
                        <m:r>
                          <a:rPr lang="en-US" altLang="zh-CN" sz="1950" i="1" spc="-202" baseline="27777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oMath>
                    </m:oMathPara>
                  </a14:m>
                  <a:endParaRPr lang="en-US" altLang="zh-CN" sz="1950" baseline="27777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A638A45-15BC-4F98-BEEE-4E5A9554FE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3124" y="2463465"/>
                  <a:ext cx="673326" cy="3488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C23C890-69F8-4F50-9FE1-7B5B38A319E9}"/>
              </a:ext>
            </a:extLst>
          </p:cNvPr>
          <p:cNvGrpSpPr/>
          <p:nvPr/>
        </p:nvGrpSpPr>
        <p:grpSpPr>
          <a:xfrm>
            <a:off x="7764897" y="1147061"/>
            <a:ext cx="2987639" cy="1211602"/>
            <a:chOff x="7067055" y="1047078"/>
            <a:chExt cx="2987639" cy="1211602"/>
          </a:xfrm>
        </p:grpSpPr>
        <p:sp>
          <p:nvSpPr>
            <p:cNvPr id="32" name="object 13">
              <a:extLst>
                <a:ext uri="{FF2B5EF4-FFF2-40B4-BE49-F238E27FC236}">
                  <a16:creationId xmlns:a16="http://schemas.microsoft.com/office/drawing/2014/main" id="{B9EF7EB7-A511-4733-81BC-8D59F9813292}"/>
                </a:ext>
              </a:extLst>
            </p:cNvPr>
            <p:cNvSpPr/>
            <p:nvPr/>
          </p:nvSpPr>
          <p:spPr>
            <a:xfrm>
              <a:off x="8364754" y="1282865"/>
              <a:ext cx="590550" cy="235585"/>
            </a:xfrm>
            <a:custGeom>
              <a:avLst/>
              <a:gdLst/>
              <a:ahLst/>
              <a:cxnLst/>
              <a:rect l="l" t="t" r="r" b="b"/>
              <a:pathLst>
                <a:path w="590550" h="235585">
                  <a:moveTo>
                    <a:pt x="590550" y="235457"/>
                  </a:moveTo>
                  <a:lnTo>
                    <a:pt x="590550" y="0"/>
                  </a:lnTo>
                  <a:lnTo>
                    <a:pt x="0" y="0"/>
                  </a:lnTo>
                  <a:lnTo>
                    <a:pt x="0" y="235457"/>
                  </a:lnTo>
                  <a:lnTo>
                    <a:pt x="6096" y="235457"/>
                  </a:lnTo>
                  <a:lnTo>
                    <a:pt x="6096" y="12954"/>
                  </a:lnTo>
                  <a:lnTo>
                    <a:pt x="12179" y="6096"/>
                  </a:lnTo>
                  <a:lnTo>
                    <a:pt x="12179" y="12954"/>
                  </a:lnTo>
                  <a:lnTo>
                    <a:pt x="577596" y="12954"/>
                  </a:lnTo>
                  <a:lnTo>
                    <a:pt x="577596" y="6096"/>
                  </a:lnTo>
                  <a:lnTo>
                    <a:pt x="583679" y="12954"/>
                  </a:lnTo>
                  <a:lnTo>
                    <a:pt x="583679" y="235457"/>
                  </a:lnTo>
                  <a:lnTo>
                    <a:pt x="590550" y="235457"/>
                  </a:lnTo>
                  <a:close/>
                </a:path>
                <a:path w="590550" h="235585">
                  <a:moveTo>
                    <a:pt x="12179" y="12954"/>
                  </a:moveTo>
                  <a:lnTo>
                    <a:pt x="12179" y="6096"/>
                  </a:lnTo>
                  <a:lnTo>
                    <a:pt x="6096" y="12954"/>
                  </a:lnTo>
                  <a:lnTo>
                    <a:pt x="12179" y="12954"/>
                  </a:lnTo>
                  <a:close/>
                </a:path>
                <a:path w="590550" h="235585">
                  <a:moveTo>
                    <a:pt x="12179" y="222503"/>
                  </a:moveTo>
                  <a:lnTo>
                    <a:pt x="12179" y="12954"/>
                  </a:lnTo>
                  <a:lnTo>
                    <a:pt x="6096" y="12954"/>
                  </a:lnTo>
                  <a:lnTo>
                    <a:pt x="6096" y="222503"/>
                  </a:lnTo>
                  <a:lnTo>
                    <a:pt x="12179" y="222503"/>
                  </a:lnTo>
                  <a:close/>
                </a:path>
                <a:path w="590550" h="235585">
                  <a:moveTo>
                    <a:pt x="583679" y="222503"/>
                  </a:moveTo>
                  <a:lnTo>
                    <a:pt x="6096" y="222503"/>
                  </a:lnTo>
                  <a:lnTo>
                    <a:pt x="12179" y="228600"/>
                  </a:lnTo>
                  <a:lnTo>
                    <a:pt x="12179" y="235457"/>
                  </a:lnTo>
                  <a:lnTo>
                    <a:pt x="577596" y="235457"/>
                  </a:lnTo>
                  <a:lnTo>
                    <a:pt x="577596" y="228600"/>
                  </a:lnTo>
                  <a:lnTo>
                    <a:pt x="583679" y="222503"/>
                  </a:lnTo>
                  <a:close/>
                </a:path>
                <a:path w="590550" h="235585">
                  <a:moveTo>
                    <a:pt x="12179" y="235457"/>
                  </a:moveTo>
                  <a:lnTo>
                    <a:pt x="12179" y="228600"/>
                  </a:lnTo>
                  <a:lnTo>
                    <a:pt x="6096" y="222503"/>
                  </a:lnTo>
                  <a:lnTo>
                    <a:pt x="6096" y="235457"/>
                  </a:lnTo>
                  <a:lnTo>
                    <a:pt x="12179" y="235457"/>
                  </a:lnTo>
                  <a:close/>
                </a:path>
                <a:path w="590550" h="235585">
                  <a:moveTo>
                    <a:pt x="583679" y="12954"/>
                  </a:moveTo>
                  <a:lnTo>
                    <a:pt x="577596" y="6096"/>
                  </a:lnTo>
                  <a:lnTo>
                    <a:pt x="577596" y="12954"/>
                  </a:lnTo>
                  <a:lnTo>
                    <a:pt x="583679" y="12954"/>
                  </a:lnTo>
                  <a:close/>
                </a:path>
                <a:path w="590550" h="235585">
                  <a:moveTo>
                    <a:pt x="583679" y="222503"/>
                  </a:moveTo>
                  <a:lnTo>
                    <a:pt x="583679" y="12954"/>
                  </a:lnTo>
                  <a:lnTo>
                    <a:pt x="577596" y="12954"/>
                  </a:lnTo>
                  <a:lnTo>
                    <a:pt x="577596" y="222503"/>
                  </a:lnTo>
                  <a:lnTo>
                    <a:pt x="583679" y="222503"/>
                  </a:lnTo>
                  <a:close/>
                </a:path>
                <a:path w="590550" h="235585">
                  <a:moveTo>
                    <a:pt x="583679" y="235457"/>
                  </a:moveTo>
                  <a:lnTo>
                    <a:pt x="583679" y="222503"/>
                  </a:lnTo>
                  <a:lnTo>
                    <a:pt x="577596" y="228600"/>
                  </a:lnTo>
                  <a:lnTo>
                    <a:pt x="577596" y="235457"/>
                  </a:lnTo>
                  <a:lnTo>
                    <a:pt x="583679" y="235457"/>
                  </a:lnTo>
                  <a:close/>
                </a:path>
              </a:pathLst>
            </a:custGeom>
            <a:solidFill>
              <a:srgbClr val="F4B183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33" name="object 13">
              <a:extLst>
                <a:ext uri="{FF2B5EF4-FFF2-40B4-BE49-F238E27FC236}">
                  <a16:creationId xmlns:a16="http://schemas.microsoft.com/office/drawing/2014/main" id="{2E6578A2-1457-4A4B-8592-281CBC543A3D}"/>
                </a:ext>
              </a:extLst>
            </p:cNvPr>
            <p:cNvSpPr/>
            <p:nvPr/>
          </p:nvSpPr>
          <p:spPr>
            <a:xfrm rot="5400000">
              <a:off x="9482877" y="1224560"/>
              <a:ext cx="590550" cy="235585"/>
            </a:xfrm>
            <a:custGeom>
              <a:avLst/>
              <a:gdLst/>
              <a:ahLst/>
              <a:cxnLst/>
              <a:rect l="l" t="t" r="r" b="b"/>
              <a:pathLst>
                <a:path w="590550" h="235585">
                  <a:moveTo>
                    <a:pt x="590550" y="235457"/>
                  </a:moveTo>
                  <a:lnTo>
                    <a:pt x="590550" y="0"/>
                  </a:lnTo>
                  <a:lnTo>
                    <a:pt x="0" y="0"/>
                  </a:lnTo>
                  <a:lnTo>
                    <a:pt x="0" y="235457"/>
                  </a:lnTo>
                  <a:lnTo>
                    <a:pt x="6096" y="235457"/>
                  </a:lnTo>
                  <a:lnTo>
                    <a:pt x="6096" y="12954"/>
                  </a:lnTo>
                  <a:lnTo>
                    <a:pt x="12179" y="6096"/>
                  </a:lnTo>
                  <a:lnTo>
                    <a:pt x="12179" y="12954"/>
                  </a:lnTo>
                  <a:lnTo>
                    <a:pt x="577596" y="12954"/>
                  </a:lnTo>
                  <a:lnTo>
                    <a:pt x="577596" y="6096"/>
                  </a:lnTo>
                  <a:lnTo>
                    <a:pt x="583679" y="12954"/>
                  </a:lnTo>
                  <a:lnTo>
                    <a:pt x="583679" y="235457"/>
                  </a:lnTo>
                  <a:lnTo>
                    <a:pt x="590550" y="235457"/>
                  </a:lnTo>
                  <a:close/>
                </a:path>
                <a:path w="590550" h="235585">
                  <a:moveTo>
                    <a:pt x="12179" y="12954"/>
                  </a:moveTo>
                  <a:lnTo>
                    <a:pt x="12179" y="6096"/>
                  </a:lnTo>
                  <a:lnTo>
                    <a:pt x="6096" y="12954"/>
                  </a:lnTo>
                  <a:lnTo>
                    <a:pt x="12179" y="12954"/>
                  </a:lnTo>
                  <a:close/>
                </a:path>
                <a:path w="590550" h="235585">
                  <a:moveTo>
                    <a:pt x="12179" y="222503"/>
                  </a:moveTo>
                  <a:lnTo>
                    <a:pt x="12179" y="12954"/>
                  </a:lnTo>
                  <a:lnTo>
                    <a:pt x="6096" y="12954"/>
                  </a:lnTo>
                  <a:lnTo>
                    <a:pt x="6096" y="222503"/>
                  </a:lnTo>
                  <a:lnTo>
                    <a:pt x="12179" y="222503"/>
                  </a:lnTo>
                  <a:close/>
                </a:path>
                <a:path w="590550" h="235585">
                  <a:moveTo>
                    <a:pt x="583679" y="222503"/>
                  </a:moveTo>
                  <a:lnTo>
                    <a:pt x="6096" y="222503"/>
                  </a:lnTo>
                  <a:lnTo>
                    <a:pt x="12179" y="228600"/>
                  </a:lnTo>
                  <a:lnTo>
                    <a:pt x="12179" y="235457"/>
                  </a:lnTo>
                  <a:lnTo>
                    <a:pt x="577596" y="235457"/>
                  </a:lnTo>
                  <a:lnTo>
                    <a:pt x="577596" y="228600"/>
                  </a:lnTo>
                  <a:lnTo>
                    <a:pt x="583679" y="222503"/>
                  </a:lnTo>
                  <a:close/>
                </a:path>
                <a:path w="590550" h="235585">
                  <a:moveTo>
                    <a:pt x="12179" y="235457"/>
                  </a:moveTo>
                  <a:lnTo>
                    <a:pt x="12179" y="228600"/>
                  </a:lnTo>
                  <a:lnTo>
                    <a:pt x="6096" y="222503"/>
                  </a:lnTo>
                  <a:lnTo>
                    <a:pt x="6096" y="235457"/>
                  </a:lnTo>
                  <a:lnTo>
                    <a:pt x="12179" y="235457"/>
                  </a:lnTo>
                  <a:close/>
                </a:path>
                <a:path w="590550" h="235585">
                  <a:moveTo>
                    <a:pt x="583679" y="12954"/>
                  </a:moveTo>
                  <a:lnTo>
                    <a:pt x="577596" y="6096"/>
                  </a:lnTo>
                  <a:lnTo>
                    <a:pt x="577596" y="12954"/>
                  </a:lnTo>
                  <a:lnTo>
                    <a:pt x="583679" y="12954"/>
                  </a:lnTo>
                  <a:close/>
                </a:path>
                <a:path w="590550" h="235585">
                  <a:moveTo>
                    <a:pt x="583679" y="222503"/>
                  </a:moveTo>
                  <a:lnTo>
                    <a:pt x="583679" y="12954"/>
                  </a:lnTo>
                  <a:lnTo>
                    <a:pt x="577596" y="12954"/>
                  </a:lnTo>
                  <a:lnTo>
                    <a:pt x="577596" y="222503"/>
                  </a:lnTo>
                  <a:lnTo>
                    <a:pt x="583679" y="222503"/>
                  </a:lnTo>
                  <a:close/>
                </a:path>
                <a:path w="590550" h="235585">
                  <a:moveTo>
                    <a:pt x="583679" y="235457"/>
                  </a:moveTo>
                  <a:lnTo>
                    <a:pt x="583679" y="222503"/>
                  </a:lnTo>
                  <a:lnTo>
                    <a:pt x="577596" y="228600"/>
                  </a:lnTo>
                  <a:lnTo>
                    <a:pt x="577596" y="235457"/>
                  </a:lnTo>
                  <a:lnTo>
                    <a:pt x="583679" y="235457"/>
                  </a:lnTo>
                  <a:close/>
                </a:path>
              </a:pathLst>
            </a:custGeom>
            <a:solidFill>
              <a:srgbClr val="F4B183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10">
                  <a:extLst>
                    <a:ext uri="{FF2B5EF4-FFF2-40B4-BE49-F238E27FC236}">
                      <a16:creationId xmlns:a16="http://schemas.microsoft.com/office/drawing/2014/main" id="{DC549B4B-09C0-407F-B1BF-D23AAF4516E1}"/>
                    </a:ext>
                  </a:extLst>
                </p:cNvPr>
                <p:cNvSpPr txBox="1"/>
                <p:nvPr/>
              </p:nvSpPr>
              <p:spPr>
                <a:xfrm>
                  <a:off x="9501609" y="1885699"/>
                  <a:ext cx="553085" cy="294953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57785" algn="ctr">
                    <a:lnSpc>
                      <a:spcPts val="2215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spc="-155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1:</m:t>
                        </m:r>
                        <m:r>
                          <a:rPr lang="en-US" altLang="zh-CN" sz="2000" b="0" i="1" spc="-170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</m:t>
                        </m:r>
                      </m:oMath>
                    </m:oMathPara>
                  </a14:m>
                  <a:endParaRPr sz="2000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4" name="object 10">
                  <a:extLst>
                    <a:ext uri="{FF2B5EF4-FFF2-40B4-BE49-F238E27FC236}">
                      <a16:creationId xmlns:a16="http://schemas.microsoft.com/office/drawing/2014/main" id="{DC549B4B-09C0-407F-B1BF-D23AAF4516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1609" y="1885699"/>
                  <a:ext cx="553085" cy="294953"/>
                </a:xfrm>
                <a:prstGeom prst="rect">
                  <a:avLst/>
                </a:prstGeom>
                <a:blipFill>
                  <a:blip r:embed="rId9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object 13">
              <a:extLst>
                <a:ext uri="{FF2B5EF4-FFF2-40B4-BE49-F238E27FC236}">
                  <a16:creationId xmlns:a16="http://schemas.microsoft.com/office/drawing/2014/main" id="{0D46E36C-54EE-42F5-9589-DE160E4CD4F1}"/>
                </a:ext>
              </a:extLst>
            </p:cNvPr>
            <p:cNvSpPr/>
            <p:nvPr/>
          </p:nvSpPr>
          <p:spPr>
            <a:xfrm>
              <a:off x="7162001" y="1087964"/>
              <a:ext cx="590550" cy="590400"/>
            </a:xfrm>
            <a:custGeom>
              <a:avLst/>
              <a:gdLst/>
              <a:ahLst/>
              <a:cxnLst/>
              <a:rect l="l" t="t" r="r" b="b"/>
              <a:pathLst>
                <a:path w="590550" h="235585">
                  <a:moveTo>
                    <a:pt x="590550" y="235457"/>
                  </a:moveTo>
                  <a:lnTo>
                    <a:pt x="590550" y="0"/>
                  </a:lnTo>
                  <a:lnTo>
                    <a:pt x="0" y="0"/>
                  </a:lnTo>
                  <a:lnTo>
                    <a:pt x="0" y="235457"/>
                  </a:lnTo>
                  <a:lnTo>
                    <a:pt x="6096" y="235457"/>
                  </a:lnTo>
                  <a:lnTo>
                    <a:pt x="6096" y="12954"/>
                  </a:lnTo>
                  <a:lnTo>
                    <a:pt x="12179" y="6096"/>
                  </a:lnTo>
                  <a:lnTo>
                    <a:pt x="12179" y="12954"/>
                  </a:lnTo>
                  <a:lnTo>
                    <a:pt x="577596" y="12954"/>
                  </a:lnTo>
                  <a:lnTo>
                    <a:pt x="577596" y="6096"/>
                  </a:lnTo>
                  <a:lnTo>
                    <a:pt x="583679" y="12954"/>
                  </a:lnTo>
                  <a:lnTo>
                    <a:pt x="583679" y="235457"/>
                  </a:lnTo>
                  <a:lnTo>
                    <a:pt x="590550" y="235457"/>
                  </a:lnTo>
                  <a:close/>
                </a:path>
                <a:path w="590550" h="235585">
                  <a:moveTo>
                    <a:pt x="12179" y="12954"/>
                  </a:moveTo>
                  <a:lnTo>
                    <a:pt x="12179" y="6096"/>
                  </a:lnTo>
                  <a:lnTo>
                    <a:pt x="6096" y="12954"/>
                  </a:lnTo>
                  <a:lnTo>
                    <a:pt x="12179" y="12954"/>
                  </a:lnTo>
                  <a:close/>
                </a:path>
                <a:path w="590550" h="235585">
                  <a:moveTo>
                    <a:pt x="12179" y="222503"/>
                  </a:moveTo>
                  <a:lnTo>
                    <a:pt x="12179" y="12954"/>
                  </a:lnTo>
                  <a:lnTo>
                    <a:pt x="6096" y="12954"/>
                  </a:lnTo>
                  <a:lnTo>
                    <a:pt x="6096" y="222503"/>
                  </a:lnTo>
                  <a:lnTo>
                    <a:pt x="12179" y="222503"/>
                  </a:lnTo>
                  <a:close/>
                </a:path>
                <a:path w="590550" h="235585">
                  <a:moveTo>
                    <a:pt x="583679" y="222503"/>
                  </a:moveTo>
                  <a:lnTo>
                    <a:pt x="6096" y="222503"/>
                  </a:lnTo>
                  <a:lnTo>
                    <a:pt x="12179" y="228600"/>
                  </a:lnTo>
                  <a:lnTo>
                    <a:pt x="12179" y="235457"/>
                  </a:lnTo>
                  <a:lnTo>
                    <a:pt x="577596" y="235457"/>
                  </a:lnTo>
                  <a:lnTo>
                    <a:pt x="577596" y="228600"/>
                  </a:lnTo>
                  <a:lnTo>
                    <a:pt x="583679" y="222503"/>
                  </a:lnTo>
                  <a:close/>
                </a:path>
                <a:path w="590550" h="235585">
                  <a:moveTo>
                    <a:pt x="12179" y="235457"/>
                  </a:moveTo>
                  <a:lnTo>
                    <a:pt x="12179" y="228600"/>
                  </a:lnTo>
                  <a:lnTo>
                    <a:pt x="6096" y="222503"/>
                  </a:lnTo>
                  <a:lnTo>
                    <a:pt x="6096" y="235457"/>
                  </a:lnTo>
                  <a:lnTo>
                    <a:pt x="12179" y="235457"/>
                  </a:lnTo>
                  <a:close/>
                </a:path>
                <a:path w="590550" h="235585">
                  <a:moveTo>
                    <a:pt x="583679" y="12954"/>
                  </a:moveTo>
                  <a:lnTo>
                    <a:pt x="577596" y="6096"/>
                  </a:lnTo>
                  <a:lnTo>
                    <a:pt x="577596" y="12954"/>
                  </a:lnTo>
                  <a:lnTo>
                    <a:pt x="583679" y="12954"/>
                  </a:lnTo>
                  <a:close/>
                </a:path>
                <a:path w="590550" h="235585">
                  <a:moveTo>
                    <a:pt x="583679" y="222503"/>
                  </a:moveTo>
                  <a:lnTo>
                    <a:pt x="583679" y="12954"/>
                  </a:lnTo>
                  <a:lnTo>
                    <a:pt x="577596" y="12954"/>
                  </a:lnTo>
                  <a:lnTo>
                    <a:pt x="577596" y="222503"/>
                  </a:lnTo>
                  <a:lnTo>
                    <a:pt x="583679" y="222503"/>
                  </a:lnTo>
                  <a:close/>
                </a:path>
                <a:path w="590550" h="235585">
                  <a:moveTo>
                    <a:pt x="583679" y="235457"/>
                  </a:moveTo>
                  <a:lnTo>
                    <a:pt x="583679" y="222503"/>
                  </a:lnTo>
                  <a:lnTo>
                    <a:pt x="577596" y="228600"/>
                  </a:lnTo>
                  <a:lnTo>
                    <a:pt x="577596" y="235457"/>
                  </a:lnTo>
                  <a:lnTo>
                    <a:pt x="583679" y="235457"/>
                  </a:lnTo>
                  <a:close/>
                </a:path>
              </a:pathLst>
            </a:custGeom>
            <a:solidFill>
              <a:srgbClr val="F4B183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9E448FFB-E963-4EDE-8DE5-BEE4EAAB351E}"/>
                    </a:ext>
                  </a:extLst>
                </p:cNvPr>
                <p:cNvSpPr/>
                <p:nvPr/>
              </p:nvSpPr>
              <p:spPr>
                <a:xfrm>
                  <a:off x="8364754" y="1783045"/>
                  <a:ext cx="595035" cy="3744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57785" algn="ctr">
                    <a:lnSpc>
                      <a:spcPts val="2215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pc="-155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2:</m:t>
                        </m:r>
                        <m:r>
                          <a:rPr lang="en-US" altLang="zh-CN" i="1" spc="-170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oMath>
                    </m:oMathPara>
                  </a14:m>
                  <a:endParaRPr lang="en-US" altLang="zh-CN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9E448FFB-E963-4EDE-8DE5-BEE4EAAB35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4754" y="1783045"/>
                  <a:ext cx="595035" cy="37446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48E8E2E-8E96-415B-AE9D-401E50F94368}"/>
                    </a:ext>
                  </a:extLst>
                </p:cNvPr>
                <p:cNvSpPr/>
                <p:nvPr/>
              </p:nvSpPr>
              <p:spPr>
                <a:xfrm>
                  <a:off x="7067055" y="1884219"/>
                  <a:ext cx="595035" cy="3744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57785" algn="ctr">
                    <a:lnSpc>
                      <a:spcPts val="2215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pc="-155" dirty="0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  <m:r>
                          <a:rPr lang="en-US" altLang="zh-CN" i="1" spc="-155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:</m:t>
                        </m:r>
                        <m:r>
                          <a:rPr lang="en-US" altLang="zh-CN" i="1" spc="-170" dirty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1</m:t>
                        </m:r>
                      </m:oMath>
                    </m:oMathPara>
                  </a14:m>
                  <a:endParaRPr lang="en-US" altLang="zh-CN" dirty="0">
                    <a:cs typeface="+mn-ea"/>
                    <a:sym typeface="+mn-lt"/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48E8E2E-8E96-415B-AE9D-401E50F943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055" y="1884219"/>
                  <a:ext cx="595035" cy="37446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944906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5F26-CBF4-495B-B0C8-182B627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RPN Architecture</a:t>
            </a:r>
            <a:endParaRPr lang="zh-CN" altLang="en-US" b="1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9DE37D-8EFB-4C3E-A812-6E7D2326CE2E}"/>
              </a:ext>
            </a:extLst>
          </p:cNvPr>
          <p:cNvGrpSpPr/>
          <p:nvPr/>
        </p:nvGrpSpPr>
        <p:grpSpPr>
          <a:xfrm>
            <a:off x="912915" y="1362269"/>
            <a:ext cx="10775233" cy="5447209"/>
            <a:chOff x="355413" y="1069910"/>
            <a:chExt cx="11348996" cy="575747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20264860-F1C4-4C89-BF4C-320677CBFC09}"/>
                </a:ext>
              </a:extLst>
            </p:cNvPr>
            <p:cNvSpPr/>
            <p:nvPr/>
          </p:nvSpPr>
          <p:spPr>
            <a:xfrm>
              <a:off x="2224513" y="3027347"/>
              <a:ext cx="1376918" cy="210740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C111746-82B4-49B8-BBDA-E04D702EDFF5}"/>
                </a:ext>
              </a:extLst>
            </p:cNvPr>
            <p:cNvSpPr/>
            <p:nvPr/>
          </p:nvSpPr>
          <p:spPr>
            <a:xfrm>
              <a:off x="355413" y="3434803"/>
              <a:ext cx="1700783" cy="121843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7" name="object 17">
              <a:extLst>
                <a:ext uri="{FF2B5EF4-FFF2-40B4-BE49-F238E27FC236}">
                  <a16:creationId xmlns:a16="http://schemas.microsoft.com/office/drawing/2014/main" id="{015E3D0E-D342-4FEF-94A0-0D96904EA974}"/>
                </a:ext>
              </a:extLst>
            </p:cNvPr>
            <p:cNvSpPr/>
            <p:nvPr/>
          </p:nvSpPr>
          <p:spPr>
            <a:xfrm>
              <a:off x="6244721" y="1069910"/>
              <a:ext cx="1605533" cy="2419256"/>
            </a:xfrm>
            <a:prstGeom prst="rect">
              <a:avLst/>
            </a:prstGeom>
            <a:blipFill>
              <a:blip r:embed="rId5" cstate="print"/>
              <a:stretch>
                <a:fillRect t="-1736"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6DB60FA-4381-40E3-9140-4EEB3095CEC1}"/>
                </a:ext>
              </a:extLst>
            </p:cNvPr>
            <p:cNvGrpSpPr/>
            <p:nvPr/>
          </p:nvGrpSpPr>
          <p:grpSpPr>
            <a:xfrm>
              <a:off x="3741741" y="3665100"/>
              <a:ext cx="2183948" cy="622935"/>
              <a:chOff x="3572141" y="3372611"/>
              <a:chExt cx="2183948" cy="622935"/>
            </a:xfrm>
          </p:grpSpPr>
          <p:sp>
            <p:nvSpPr>
              <p:cNvPr id="15" name="object 12">
                <a:extLst>
                  <a:ext uri="{FF2B5EF4-FFF2-40B4-BE49-F238E27FC236}">
                    <a16:creationId xmlns:a16="http://schemas.microsoft.com/office/drawing/2014/main" id="{E3E27894-87E0-4EEB-B5DB-E48F13C19A82}"/>
                  </a:ext>
                </a:extLst>
              </p:cNvPr>
              <p:cNvSpPr/>
              <p:nvPr/>
            </p:nvSpPr>
            <p:spPr>
              <a:xfrm>
                <a:off x="4125353" y="3372611"/>
                <a:ext cx="1075690" cy="622935"/>
              </a:xfrm>
              <a:custGeom>
                <a:avLst/>
                <a:gdLst/>
                <a:ahLst/>
                <a:cxnLst/>
                <a:rect l="l" t="t" r="r" b="b"/>
                <a:pathLst>
                  <a:path w="1075689" h="622935">
                    <a:moveTo>
                      <a:pt x="1075181" y="622553"/>
                    </a:moveTo>
                    <a:lnTo>
                      <a:pt x="1075181" y="0"/>
                    </a:lnTo>
                    <a:lnTo>
                      <a:pt x="0" y="0"/>
                    </a:lnTo>
                    <a:lnTo>
                      <a:pt x="0" y="622553"/>
                    </a:lnTo>
                    <a:lnTo>
                      <a:pt x="19050" y="622553"/>
                    </a:lnTo>
                    <a:lnTo>
                      <a:pt x="19050" y="38100"/>
                    </a:lnTo>
                    <a:lnTo>
                      <a:pt x="38100" y="19050"/>
                    </a:lnTo>
                    <a:lnTo>
                      <a:pt x="38100" y="38100"/>
                    </a:lnTo>
                    <a:lnTo>
                      <a:pt x="1037081" y="38100"/>
                    </a:lnTo>
                    <a:lnTo>
                      <a:pt x="1037081" y="19050"/>
                    </a:lnTo>
                    <a:lnTo>
                      <a:pt x="1056131" y="38100"/>
                    </a:lnTo>
                    <a:lnTo>
                      <a:pt x="1056131" y="622553"/>
                    </a:lnTo>
                    <a:lnTo>
                      <a:pt x="1075181" y="622553"/>
                    </a:lnTo>
                    <a:close/>
                  </a:path>
                  <a:path w="1075689" h="622935">
                    <a:moveTo>
                      <a:pt x="38100" y="38100"/>
                    </a:moveTo>
                    <a:lnTo>
                      <a:pt x="38100" y="19050"/>
                    </a:lnTo>
                    <a:lnTo>
                      <a:pt x="19050" y="38100"/>
                    </a:lnTo>
                    <a:lnTo>
                      <a:pt x="38100" y="38100"/>
                    </a:lnTo>
                    <a:close/>
                  </a:path>
                  <a:path w="1075689" h="622935">
                    <a:moveTo>
                      <a:pt x="38100" y="584453"/>
                    </a:moveTo>
                    <a:lnTo>
                      <a:pt x="38100" y="38100"/>
                    </a:lnTo>
                    <a:lnTo>
                      <a:pt x="19050" y="38100"/>
                    </a:lnTo>
                    <a:lnTo>
                      <a:pt x="19050" y="584453"/>
                    </a:lnTo>
                    <a:lnTo>
                      <a:pt x="38100" y="584453"/>
                    </a:lnTo>
                    <a:close/>
                  </a:path>
                  <a:path w="1075689" h="622935">
                    <a:moveTo>
                      <a:pt x="1056131" y="584453"/>
                    </a:moveTo>
                    <a:lnTo>
                      <a:pt x="19050" y="584453"/>
                    </a:lnTo>
                    <a:lnTo>
                      <a:pt x="38100" y="603503"/>
                    </a:lnTo>
                    <a:lnTo>
                      <a:pt x="38100" y="622553"/>
                    </a:lnTo>
                    <a:lnTo>
                      <a:pt x="1037081" y="622553"/>
                    </a:lnTo>
                    <a:lnTo>
                      <a:pt x="1037081" y="603503"/>
                    </a:lnTo>
                    <a:lnTo>
                      <a:pt x="1056131" y="584453"/>
                    </a:lnTo>
                    <a:close/>
                  </a:path>
                  <a:path w="1075689" h="622935">
                    <a:moveTo>
                      <a:pt x="38100" y="622553"/>
                    </a:moveTo>
                    <a:lnTo>
                      <a:pt x="38100" y="603503"/>
                    </a:lnTo>
                    <a:lnTo>
                      <a:pt x="19050" y="584453"/>
                    </a:lnTo>
                    <a:lnTo>
                      <a:pt x="19050" y="622553"/>
                    </a:lnTo>
                    <a:lnTo>
                      <a:pt x="38100" y="622553"/>
                    </a:lnTo>
                    <a:close/>
                  </a:path>
                  <a:path w="1075689" h="622935">
                    <a:moveTo>
                      <a:pt x="1056131" y="38100"/>
                    </a:moveTo>
                    <a:lnTo>
                      <a:pt x="1037081" y="19050"/>
                    </a:lnTo>
                    <a:lnTo>
                      <a:pt x="1037081" y="38100"/>
                    </a:lnTo>
                    <a:lnTo>
                      <a:pt x="1056131" y="38100"/>
                    </a:lnTo>
                    <a:close/>
                  </a:path>
                  <a:path w="1075689" h="622935">
                    <a:moveTo>
                      <a:pt x="1056131" y="584453"/>
                    </a:moveTo>
                    <a:lnTo>
                      <a:pt x="1056131" y="38100"/>
                    </a:lnTo>
                    <a:lnTo>
                      <a:pt x="1037081" y="38100"/>
                    </a:lnTo>
                    <a:lnTo>
                      <a:pt x="1037081" y="584453"/>
                    </a:lnTo>
                    <a:lnTo>
                      <a:pt x="1056131" y="584453"/>
                    </a:lnTo>
                    <a:close/>
                  </a:path>
                  <a:path w="1075689" h="622935">
                    <a:moveTo>
                      <a:pt x="1056131" y="622553"/>
                    </a:moveTo>
                    <a:lnTo>
                      <a:pt x="1056131" y="584453"/>
                    </a:lnTo>
                    <a:lnTo>
                      <a:pt x="1037081" y="603503"/>
                    </a:lnTo>
                    <a:lnTo>
                      <a:pt x="1037081" y="622553"/>
                    </a:lnTo>
                    <a:lnTo>
                      <a:pt x="1056131" y="622553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990129C3-94EC-4CBC-A911-251704539DC9}"/>
                  </a:ext>
                </a:extLst>
              </p:cNvPr>
              <p:cNvSpPr/>
              <p:nvPr/>
            </p:nvSpPr>
            <p:spPr>
              <a:xfrm rot="172345">
                <a:off x="3572141" y="3609594"/>
                <a:ext cx="47434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74345" h="114300">
                    <a:moveTo>
                      <a:pt x="360166" y="75983"/>
                    </a:moveTo>
                    <a:lnTo>
                      <a:pt x="359149" y="37868"/>
                    </a:lnTo>
                    <a:lnTo>
                      <a:pt x="0" y="48006"/>
                    </a:lnTo>
                    <a:lnTo>
                      <a:pt x="1524" y="86106"/>
                    </a:lnTo>
                    <a:lnTo>
                      <a:pt x="360166" y="75983"/>
                    </a:lnTo>
                    <a:close/>
                  </a:path>
                  <a:path w="474345" h="114300">
                    <a:moveTo>
                      <a:pt x="473964" y="53340"/>
                    </a:moveTo>
                    <a:lnTo>
                      <a:pt x="358140" y="0"/>
                    </a:lnTo>
                    <a:lnTo>
                      <a:pt x="359149" y="37868"/>
                    </a:lnTo>
                    <a:lnTo>
                      <a:pt x="377952" y="37338"/>
                    </a:lnTo>
                    <a:lnTo>
                      <a:pt x="379476" y="75438"/>
                    </a:lnTo>
                    <a:lnTo>
                      <a:pt x="379476" y="104414"/>
                    </a:lnTo>
                    <a:lnTo>
                      <a:pt x="473964" y="53340"/>
                    </a:lnTo>
                    <a:close/>
                  </a:path>
                  <a:path w="474345" h="114300">
                    <a:moveTo>
                      <a:pt x="379476" y="75438"/>
                    </a:moveTo>
                    <a:lnTo>
                      <a:pt x="377952" y="37338"/>
                    </a:lnTo>
                    <a:lnTo>
                      <a:pt x="359149" y="37868"/>
                    </a:lnTo>
                    <a:lnTo>
                      <a:pt x="360166" y="75983"/>
                    </a:lnTo>
                    <a:lnTo>
                      <a:pt x="379476" y="75438"/>
                    </a:lnTo>
                    <a:close/>
                  </a:path>
                  <a:path w="474345" h="114300">
                    <a:moveTo>
                      <a:pt x="379476" y="104414"/>
                    </a:moveTo>
                    <a:lnTo>
                      <a:pt x="379476" y="75438"/>
                    </a:lnTo>
                    <a:lnTo>
                      <a:pt x="360166" y="75983"/>
                    </a:lnTo>
                    <a:lnTo>
                      <a:pt x="361188" y="114300"/>
                    </a:lnTo>
                    <a:lnTo>
                      <a:pt x="379476" y="104414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4D5B0EDE-4BA6-40BE-A86D-5A326AD86828}"/>
                  </a:ext>
                </a:extLst>
              </p:cNvPr>
              <p:cNvSpPr/>
              <p:nvPr/>
            </p:nvSpPr>
            <p:spPr>
              <a:xfrm rot="165013">
                <a:off x="5282380" y="3626928"/>
                <a:ext cx="47370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73710" h="114300">
                    <a:moveTo>
                      <a:pt x="359911" y="76006"/>
                    </a:moveTo>
                    <a:lnTo>
                      <a:pt x="358666" y="38644"/>
                    </a:lnTo>
                    <a:lnTo>
                      <a:pt x="0" y="48767"/>
                    </a:lnTo>
                    <a:lnTo>
                      <a:pt x="762" y="86867"/>
                    </a:lnTo>
                    <a:lnTo>
                      <a:pt x="359911" y="76006"/>
                    </a:lnTo>
                    <a:close/>
                  </a:path>
                  <a:path w="473710" h="114300">
                    <a:moveTo>
                      <a:pt x="473202" y="54101"/>
                    </a:moveTo>
                    <a:lnTo>
                      <a:pt x="357378" y="0"/>
                    </a:lnTo>
                    <a:lnTo>
                      <a:pt x="358666" y="38644"/>
                    </a:lnTo>
                    <a:lnTo>
                      <a:pt x="377952" y="38099"/>
                    </a:lnTo>
                    <a:lnTo>
                      <a:pt x="378714" y="75437"/>
                    </a:lnTo>
                    <a:lnTo>
                      <a:pt x="378714" y="104881"/>
                    </a:lnTo>
                    <a:lnTo>
                      <a:pt x="473202" y="54101"/>
                    </a:lnTo>
                    <a:close/>
                  </a:path>
                  <a:path w="473710" h="114300">
                    <a:moveTo>
                      <a:pt x="378714" y="75437"/>
                    </a:moveTo>
                    <a:lnTo>
                      <a:pt x="377952" y="38099"/>
                    </a:lnTo>
                    <a:lnTo>
                      <a:pt x="358666" y="38644"/>
                    </a:lnTo>
                    <a:lnTo>
                      <a:pt x="359911" y="76006"/>
                    </a:lnTo>
                    <a:lnTo>
                      <a:pt x="378714" y="75437"/>
                    </a:lnTo>
                    <a:close/>
                  </a:path>
                  <a:path w="473710" h="114300">
                    <a:moveTo>
                      <a:pt x="378714" y="104881"/>
                    </a:moveTo>
                    <a:lnTo>
                      <a:pt x="378714" y="75437"/>
                    </a:lnTo>
                    <a:lnTo>
                      <a:pt x="359911" y="76006"/>
                    </a:lnTo>
                    <a:lnTo>
                      <a:pt x="361188" y="114299"/>
                    </a:lnTo>
                    <a:lnTo>
                      <a:pt x="378714" y="104881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CE0DD8-721D-4231-8CA4-1A2FE146D93F}"/>
                  </a:ext>
                </a:extLst>
              </p:cNvPr>
              <p:cNvSpPr txBox="1"/>
              <p:nvPr/>
            </p:nvSpPr>
            <p:spPr>
              <a:xfrm>
                <a:off x="4319069" y="3496966"/>
                <a:ext cx="751658" cy="4228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 dirty="0">
                    <a:cs typeface="+mn-ea"/>
                    <a:sym typeface="+mn-lt"/>
                  </a:rPr>
                  <a:t>RPN</a:t>
                </a:r>
                <a:endParaRPr lang="zh-CN" altLang="en-US" sz="20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9" name="object 21">
              <a:extLst>
                <a:ext uri="{FF2B5EF4-FFF2-40B4-BE49-F238E27FC236}">
                  <a16:creationId xmlns:a16="http://schemas.microsoft.com/office/drawing/2014/main" id="{7000B5B1-9E36-4961-B2C5-46CA03292801}"/>
                </a:ext>
              </a:extLst>
            </p:cNvPr>
            <p:cNvSpPr/>
            <p:nvPr/>
          </p:nvSpPr>
          <p:spPr>
            <a:xfrm>
              <a:off x="6181111" y="3806040"/>
              <a:ext cx="1625600" cy="24987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E62584-9365-4C70-BA97-D8F3043D4980}"/>
                </a:ext>
              </a:extLst>
            </p:cNvPr>
            <p:cNvSpPr/>
            <p:nvPr/>
          </p:nvSpPr>
          <p:spPr>
            <a:xfrm>
              <a:off x="6181111" y="6437016"/>
              <a:ext cx="2486280" cy="3903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Class probability map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671EF8-7254-437E-A72E-D99B6D281E4C}"/>
                </a:ext>
              </a:extLst>
            </p:cNvPr>
            <p:cNvSpPr/>
            <p:nvPr/>
          </p:nvSpPr>
          <p:spPr>
            <a:xfrm>
              <a:off x="6181111" y="3429000"/>
              <a:ext cx="2270169" cy="3903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Box parameter map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12" name="object 25">
              <a:extLst>
                <a:ext uri="{FF2B5EF4-FFF2-40B4-BE49-F238E27FC236}">
                  <a16:creationId xmlns:a16="http://schemas.microsoft.com/office/drawing/2014/main" id="{E4C60BC6-8720-4FBC-933E-D364605EB6C7}"/>
                </a:ext>
              </a:extLst>
            </p:cNvPr>
            <p:cNvSpPr/>
            <p:nvPr/>
          </p:nvSpPr>
          <p:spPr>
            <a:xfrm>
              <a:off x="9762833" y="3349460"/>
              <a:ext cx="1941576" cy="138912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51110346-049D-4BE7-90D2-EFDB6A2F312D}"/>
                </a:ext>
              </a:extLst>
            </p:cNvPr>
            <p:cNvSpPr/>
            <p:nvPr/>
          </p:nvSpPr>
          <p:spPr>
            <a:xfrm>
              <a:off x="8503463" y="3899364"/>
              <a:ext cx="923550" cy="128417"/>
            </a:xfrm>
            <a:custGeom>
              <a:avLst/>
              <a:gdLst/>
              <a:ahLst/>
              <a:cxnLst/>
              <a:rect l="l" t="t" r="r" b="b"/>
              <a:pathLst>
                <a:path w="473710" h="114300">
                  <a:moveTo>
                    <a:pt x="359911" y="76006"/>
                  </a:moveTo>
                  <a:lnTo>
                    <a:pt x="358666" y="38644"/>
                  </a:lnTo>
                  <a:lnTo>
                    <a:pt x="0" y="48767"/>
                  </a:lnTo>
                  <a:lnTo>
                    <a:pt x="762" y="86867"/>
                  </a:lnTo>
                  <a:lnTo>
                    <a:pt x="359911" y="76006"/>
                  </a:lnTo>
                  <a:close/>
                </a:path>
                <a:path w="473710" h="114300">
                  <a:moveTo>
                    <a:pt x="473202" y="54101"/>
                  </a:moveTo>
                  <a:lnTo>
                    <a:pt x="357378" y="0"/>
                  </a:lnTo>
                  <a:lnTo>
                    <a:pt x="358666" y="38644"/>
                  </a:lnTo>
                  <a:lnTo>
                    <a:pt x="377952" y="38099"/>
                  </a:lnTo>
                  <a:lnTo>
                    <a:pt x="378714" y="75437"/>
                  </a:lnTo>
                  <a:lnTo>
                    <a:pt x="378714" y="104881"/>
                  </a:lnTo>
                  <a:lnTo>
                    <a:pt x="473202" y="54101"/>
                  </a:lnTo>
                  <a:close/>
                </a:path>
                <a:path w="473710" h="114300">
                  <a:moveTo>
                    <a:pt x="378714" y="75437"/>
                  </a:moveTo>
                  <a:lnTo>
                    <a:pt x="377952" y="38099"/>
                  </a:lnTo>
                  <a:lnTo>
                    <a:pt x="358666" y="38644"/>
                  </a:lnTo>
                  <a:lnTo>
                    <a:pt x="359911" y="76006"/>
                  </a:lnTo>
                  <a:lnTo>
                    <a:pt x="378714" y="75437"/>
                  </a:lnTo>
                  <a:close/>
                </a:path>
                <a:path w="473710" h="114300">
                  <a:moveTo>
                    <a:pt x="378714" y="104881"/>
                  </a:moveTo>
                  <a:lnTo>
                    <a:pt x="378714" y="75437"/>
                  </a:lnTo>
                  <a:lnTo>
                    <a:pt x="359911" y="76006"/>
                  </a:lnTo>
                  <a:lnTo>
                    <a:pt x="361188" y="114299"/>
                  </a:lnTo>
                  <a:lnTo>
                    <a:pt x="378714" y="104881"/>
                  </a:ln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22FEA21-7B15-496B-AE35-F5F4B72554AD}"/>
                </a:ext>
              </a:extLst>
            </p:cNvPr>
            <p:cNvSpPr/>
            <p:nvPr/>
          </p:nvSpPr>
          <p:spPr>
            <a:xfrm>
              <a:off x="8059672" y="4126803"/>
              <a:ext cx="1761298" cy="6831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cs typeface="+mn-ea"/>
                  <a:sym typeface="+mn-lt"/>
                </a:rPr>
                <a:t>Non-maximum</a:t>
              </a:r>
            </a:p>
            <a:p>
              <a:r>
                <a:rPr lang="en-US" altLang="zh-CN" b="1" dirty="0">
                  <a:cs typeface="+mn-ea"/>
                  <a:sym typeface="+mn-lt"/>
                </a:rPr>
                <a:t>suppression</a:t>
              </a:r>
              <a:endParaRPr lang="zh-CN" altLang="en-US" b="1" dirty="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1376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6C9F-F9E6-4299-863B-7FD3E5FE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RPN Architecture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E35C24-A9D6-454C-8954-2018D276A700}"/>
              </a:ext>
            </a:extLst>
          </p:cNvPr>
          <p:cNvGrpSpPr/>
          <p:nvPr/>
        </p:nvGrpSpPr>
        <p:grpSpPr>
          <a:xfrm>
            <a:off x="1397893" y="1690688"/>
            <a:ext cx="9396213" cy="3861528"/>
            <a:chOff x="1399013" y="1498236"/>
            <a:chExt cx="9396213" cy="3861528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949D33CA-52BE-4156-B3EA-338ADB8198EA}"/>
                </a:ext>
              </a:extLst>
            </p:cNvPr>
            <p:cNvSpPr/>
            <p:nvPr/>
          </p:nvSpPr>
          <p:spPr>
            <a:xfrm>
              <a:off x="1399013" y="2722547"/>
              <a:ext cx="1376918" cy="210740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1B82A24A-413F-45CA-BBF9-6C4615363681}"/>
                </a:ext>
              </a:extLst>
            </p:cNvPr>
            <p:cNvSpPr txBox="1"/>
            <p:nvPr/>
          </p:nvSpPr>
          <p:spPr>
            <a:xfrm>
              <a:off x="4076497" y="3141249"/>
              <a:ext cx="546303" cy="1270000"/>
            </a:xfrm>
            <a:prstGeom prst="rect">
              <a:avLst/>
            </a:prstGeom>
          </p:spPr>
          <p:txBody>
            <a:bodyPr vert="vert" wrap="square" lIns="0" tIns="0" rIns="0" bIns="0" rtlCol="0">
              <a:spAutoFit/>
            </a:bodyPr>
            <a:lstStyle/>
            <a:p>
              <a:pPr algn="ctr">
                <a:lnSpc>
                  <a:spcPts val="2065"/>
                </a:lnSpc>
              </a:pPr>
              <a:r>
                <a:rPr lang="en-US" sz="1800" b="1" dirty="0">
                  <a:cs typeface="+mn-ea"/>
                  <a:sym typeface="+mn-lt"/>
                </a:rPr>
                <a:t>I</a:t>
              </a:r>
              <a:r>
                <a:rPr sz="1800" b="1" dirty="0">
                  <a:cs typeface="+mn-ea"/>
                  <a:sym typeface="+mn-lt"/>
                </a:rPr>
                <a:t>ntermediate</a:t>
              </a:r>
              <a:endParaRPr sz="1800" dirty="0">
                <a:cs typeface="+mn-ea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sz="1800" b="1" spc="-5" dirty="0">
                  <a:cs typeface="+mn-ea"/>
                  <a:sym typeface="+mn-lt"/>
                </a:rPr>
                <a:t>layer</a:t>
              </a:r>
              <a:endParaRPr sz="1800" dirty="0">
                <a:cs typeface="+mn-ea"/>
                <a:sym typeface="+mn-lt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D251FAE3-FE56-44F2-A483-914AECA2712D}"/>
                </a:ext>
              </a:extLst>
            </p:cNvPr>
            <p:cNvSpPr/>
            <p:nvPr/>
          </p:nvSpPr>
          <p:spPr>
            <a:xfrm>
              <a:off x="5493258" y="2861158"/>
              <a:ext cx="1205483" cy="1830181"/>
            </a:xfrm>
            <a:prstGeom prst="rect">
              <a:avLst/>
            </a:prstGeom>
            <a:blipFill>
              <a:blip r:embed="rId3" cstate="print"/>
              <a:stretch>
                <a:fillRect t="-1" b="-12706"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8" name="object 18">
              <a:extLst>
                <a:ext uri="{FF2B5EF4-FFF2-40B4-BE49-F238E27FC236}">
                  <a16:creationId xmlns:a16="http://schemas.microsoft.com/office/drawing/2014/main" id="{37C378C6-F556-48CE-998F-16EFF1F43375}"/>
                </a:ext>
              </a:extLst>
            </p:cNvPr>
            <p:cNvSpPr/>
            <p:nvPr/>
          </p:nvSpPr>
          <p:spPr>
            <a:xfrm>
              <a:off x="9452266" y="1498236"/>
              <a:ext cx="1342960" cy="386152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cs typeface="+mn-ea"/>
                <a:sym typeface="+mn-lt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444066-4AA5-4B33-9552-47F3ED791FF5}"/>
                </a:ext>
              </a:extLst>
            </p:cNvPr>
            <p:cNvGrpSpPr/>
            <p:nvPr/>
          </p:nvGrpSpPr>
          <p:grpSpPr>
            <a:xfrm>
              <a:off x="7215791" y="2651954"/>
              <a:ext cx="1376918" cy="646332"/>
              <a:chOff x="6982395" y="2639255"/>
              <a:chExt cx="1376918" cy="646332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9CEFF6B-0037-41AF-B19D-BA35EBB62C9E}"/>
                  </a:ext>
                </a:extLst>
              </p:cNvPr>
              <p:cNvSpPr txBox="1"/>
              <p:nvPr/>
            </p:nvSpPr>
            <p:spPr>
              <a:xfrm>
                <a:off x="7041028" y="2639255"/>
                <a:ext cx="126188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00B050"/>
                    </a:solidFill>
                    <a:cs typeface="+mn-ea"/>
                    <a:sym typeface="+mn-lt"/>
                  </a:rPr>
                  <a:t>Regression</a:t>
                </a:r>
              </a:p>
              <a:p>
                <a:pPr algn="ctr"/>
                <a:r>
                  <a:rPr lang="en-US" altLang="zh-CN" b="1" dirty="0">
                    <a:solidFill>
                      <a:srgbClr val="00B050"/>
                    </a:solidFill>
                    <a:cs typeface="+mn-ea"/>
                    <a:sym typeface="+mn-lt"/>
                  </a:rPr>
                  <a:t>Layer</a:t>
                </a:r>
                <a:endParaRPr lang="zh-CN" altLang="en-US" b="1" dirty="0">
                  <a:solidFill>
                    <a:srgbClr val="00B05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C7007E8-CADB-43EE-BFC5-E17580AC41D4}"/>
                  </a:ext>
                </a:extLst>
              </p:cNvPr>
              <p:cNvSpPr/>
              <p:nvPr/>
            </p:nvSpPr>
            <p:spPr>
              <a:xfrm>
                <a:off x="6982395" y="2639255"/>
                <a:ext cx="1376918" cy="64633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1342E1A-308D-46A4-AB75-EDCE30EA1341}"/>
                </a:ext>
              </a:extLst>
            </p:cNvPr>
            <p:cNvSpPr/>
            <p:nvPr/>
          </p:nvSpPr>
          <p:spPr>
            <a:xfrm>
              <a:off x="3974942" y="2911788"/>
              <a:ext cx="749411" cy="1728919"/>
            </a:xfrm>
            <a:prstGeom prst="rect">
              <a:avLst/>
            </a:prstGeom>
            <a:noFill/>
            <a:ln w="381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4BCBF6C-6F04-47A9-AB0A-B2EA4EBE627F}"/>
                </a:ext>
              </a:extLst>
            </p:cNvPr>
            <p:cNvGrpSpPr/>
            <p:nvPr/>
          </p:nvGrpSpPr>
          <p:grpSpPr>
            <a:xfrm>
              <a:off x="7146185" y="4045007"/>
              <a:ext cx="1518364" cy="646332"/>
              <a:chOff x="6912789" y="2639255"/>
              <a:chExt cx="1518364" cy="646332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60636D-A061-4A52-9E2A-9B41BE2F80DA}"/>
                  </a:ext>
                </a:extLst>
              </p:cNvPr>
              <p:cNvSpPr txBox="1"/>
              <p:nvPr/>
            </p:nvSpPr>
            <p:spPr>
              <a:xfrm>
                <a:off x="6912789" y="2639255"/>
                <a:ext cx="15183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0070C0"/>
                    </a:solidFill>
                    <a:cs typeface="+mn-ea"/>
                    <a:sym typeface="+mn-lt"/>
                  </a:rPr>
                  <a:t>Classification</a:t>
                </a:r>
              </a:p>
              <a:p>
                <a:pPr algn="ctr"/>
                <a:r>
                  <a:rPr lang="en-US" altLang="zh-CN" b="1" dirty="0">
                    <a:solidFill>
                      <a:srgbClr val="0070C0"/>
                    </a:solidFill>
                    <a:cs typeface="+mn-ea"/>
                    <a:sym typeface="+mn-lt"/>
                  </a:rPr>
                  <a:t>Layer</a:t>
                </a:r>
                <a:endParaRPr lang="zh-CN" altLang="en-US" b="1" dirty="0">
                  <a:solidFill>
                    <a:srgbClr val="0070C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204C40-B2BB-4D15-947A-5BB7D8FC6DAB}"/>
                  </a:ext>
                </a:extLst>
              </p:cNvPr>
              <p:cNvSpPr/>
              <p:nvPr/>
            </p:nvSpPr>
            <p:spPr>
              <a:xfrm>
                <a:off x="6982395" y="2639255"/>
                <a:ext cx="1376918" cy="646332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65832DE-41D2-465A-955D-6D550840E4C0}"/>
                </a:ext>
              </a:extLst>
            </p:cNvPr>
            <p:cNvCxnSpPr>
              <a:cxnSpLocks/>
            </p:cNvCxnSpPr>
            <p:nvPr/>
          </p:nvCxnSpPr>
          <p:spPr>
            <a:xfrm>
              <a:off x="2882900" y="3776247"/>
              <a:ext cx="858828" cy="0"/>
            </a:xfrm>
            <a:prstGeom prst="straightConnector1">
              <a:avLst/>
            </a:prstGeom>
            <a:ln w="57150"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F1C168F-EA30-4B89-8108-4106487F3655}"/>
                </a:ext>
              </a:extLst>
            </p:cNvPr>
            <p:cNvCxnSpPr>
              <a:cxnSpLocks/>
            </p:cNvCxnSpPr>
            <p:nvPr/>
          </p:nvCxnSpPr>
          <p:spPr>
            <a:xfrm>
              <a:off x="4858211" y="3865147"/>
              <a:ext cx="635047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671C25E-2A4A-4B86-A22B-8BC9B08C9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0637" y="2975120"/>
              <a:ext cx="655548" cy="45388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DEE8864-F4E3-4A33-91E6-BEF1118FA577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6413280" y="3953419"/>
              <a:ext cx="732905" cy="41475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FE550D-48CA-4EAC-A389-EE83E28A870E}"/>
                </a:ext>
              </a:extLst>
            </p:cNvPr>
            <p:cNvSpPr/>
            <p:nvPr/>
          </p:nvSpPr>
          <p:spPr>
            <a:xfrm>
              <a:off x="3770652" y="2171706"/>
              <a:ext cx="5297148" cy="294639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1829E4-A333-4222-917A-042B22941994}"/>
                </a:ext>
              </a:extLst>
            </p:cNvPr>
            <p:cNvSpPr txBox="1"/>
            <p:nvPr/>
          </p:nvSpPr>
          <p:spPr>
            <a:xfrm>
              <a:off x="6004353" y="2198074"/>
              <a:ext cx="8178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cs typeface="+mn-ea"/>
                  <a:sym typeface="+mn-lt"/>
                </a:rPr>
                <a:t>RPN</a:t>
              </a:r>
              <a:endParaRPr lang="zh-CN" altLang="en-US" sz="2400" b="1" dirty="0">
                <a:cs typeface="+mn-ea"/>
                <a:sym typeface="+mn-lt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5C1E594-4E4D-4DE7-A217-DC25EA604725}"/>
              </a:ext>
            </a:extLst>
          </p:cNvPr>
          <p:cNvSpPr/>
          <p:nvPr/>
        </p:nvSpPr>
        <p:spPr>
          <a:xfrm>
            <a:off x="1564883" y="5825818"/>
            <a:ext cx="92292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cs typeface="+mn-ea"/>
                <a:sym typeface="+mn-lt"/>
              </a:rPr>
              <a:t>Intermediate Layer, </a:t>
            </a:r>
            <a:r>
              <a:rPr lang="en-US" altLang="zh-CN" sz="2800" b="1" dirty="0">
                <a:solidFill>
                  <a:srgbClr val="00B050"/>
                </a:solidFill>
                <a:cs typeface="+mn-ea"/>
                <a:sym typeface="+mn-lt"/>
              </a:rPr>
              <a:t>Regression Layer, </a:t>
            </a:r>
            <a:r>
              <a:rPr lang="en-US" altLang="zh-CN" sz="2800" b="1" dirty="0">
                <a:solidFill>
                  <a:srgbClr val="0070C0"/>
                </a:solidFill>
                <a:cs typeface="+mn-ea"/>
                <a:sym typeface="+mn-lt"/>
              </a:rPr>
              <a:t>Classification Layer</a:t>
            </a:r>
            <a:endParaRPr lang="zh-CN" altLang="en-US" sz="2800" b="1" dirty="0">
              <a:solidFill>
                <a:srgbClr val="0070C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2526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A51C-2982-4404-BB19-0597AFB15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Multi-Scale Anchors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12BBD-11C6-440C-9E18-AC7DA026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检测不同大小物体的两种常用方法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35AA3D-6493-4695-86EA-A6E1BE2445D4}"/>
              </a:ext>
            </a:extLst>
          </p:cNvPr>
          <p:cNvGrpSpPr/>
          <p:nvPr/>
        </p:nvGrpSpPr>
        <p:grpSpPr>
          <a:xfrm>
            <a:off x="1264265" y="2605062"/>
            <a:ext cx="5926138" cy="3341068"/>
            <a:chOff x="1248161" y="2534799"/>
            <a:chExt cx="5926138" cy="334106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A1A2D2D-122C-4E65-8FDA-D6D6D949D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8161" y="2971599"/>
              <a:ext cx="5926138" cy="290426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37F-5848-470F-B7C9-A1D829D5C8AE}"/>
                </a:ext>
              </a:extLst>
            </p:cNvPr>
            <p:cNvSpPr/>
            <p:nvPr/>
          </p:nvSpPr>
          <p:spPr>
            <a:xfrm>
              <a:off x="4893734" y="2534799"/>
              <a:ext cx="17018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cs typeface="+mn-ea"/>
                  <a:sym typeface="+mn-lt"/>
                </a:rPr>
                <a:t>Image Pyramid</a:t>
              </a:r>
              <a:r>
                <a:rPr lang="en-US" altLang="zh-CN" dirty="0">
                  <a:cs typeface="+mn-ea"/>
                  <a:sym typeface="+mn-lt"/>
                </a:rPr>
                <a:t> 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BA85E92-96D9-4B12-A2F7-64466A7388E1}"/>
              </a:ext>
            </a:extLst>
          </p:cNvPr>
          <p:cNvGrpSpPr/>
          <p:nvPr/>
        </p:nvGrpSpPr>
        <p:grpSpPr>
          <a:xfrm>
            <a:off x="7743530" y="2974394"/>
            <a:ext cx="3057143" cy="2654565"/>
            <a:chOff x="8120865" y="2534799"/>
            <a:chExt cx="3057143" cy="265456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674220E-5C77-4DD7-B75C-9D6ED6DC8AB4}"/>
                </a:ext>
              </a:extLst>
            </p:cNvPr>
            <p:cNvGrpSpPr/>
            <p:nvPr/>
          </p:nvGrpSpPr>
          <p:grpSpPr>
            <a:xfrm>
              <a:off x="8120865" y="2990106"/>
              <a:ext cx="3057143" cy="2199258"/>
              <a:chOff x="8163229" y="2958912"/>
              <a:chExt cx="3057143" cy="2199258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8FE36A81-7DDD-4F11-AA2D-3887CD1B68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63229" y="2958912"/>
                <a:ext cx="3057143" cy="1419048"/>
              </a:xfrm>
              <a:prstGeom prst="rect">
                <a:avLst/>
              </a:prstGeom>
            </p:spPr>
          </p:pic>
          <p:sp>
            <p:nvSpPr>
              <p:cNvPr id="11" name="object 12">
                <a:extLst>
                  <a:ext uri="{FF2B5EF4-FFF2-40B4-BE49-F238E27FC236}">
                    <a16:creationId xmlns:a16="http://schemas.microsoft.com/office/drawing/2014/main" id="{88092EEE-0D07-4790-B9F0-C394AA8DD86E}"/>
                  </a:ext>
                </a:extLst>
              </p:cNvPr>
              <p:cNvSpPr/>
              <p:nvPr/>
            </p:nvSpPr>
            <p:spPr>
              <a:xfrm>
                <a:off x="8442559" y="4912529"/>
                <a:ext cx="361315" cy="211454"/>
              </a:xfrm>
              <a:custGeom>
                <a:avLst/>
                <a:gdLst/>
                <a:ahLst/>
                <a:cxnLst/>
                <a:rect l="l" t="t" r="r" b="b"/>
                <a:pathLst>
                  <a:path w="361315" h="211454">
                    <a:moveTo>
                      <a:pt x="179831" y="0"/>
                    </a:moveTo>
                    <a:lnTo>
                      <a:pt x="0" y="204978"/>
                    </a:lnTo>
                    <a:lnTo>
                      <a:pt x="179831" y="211074"/>
                    </a:lnTo>
                    <a:lnTo>
                      <a:pt x="361187" y="0"/>
                    </a:lnTo>
                    <a:lnTo>
                      <a:pt x="179831" y="0"/>
                    </a:lnTo>
                    <a:close/>
                  </a:path>
                </a:pathLst>
              </a:custGeom>
              <a:ln w="10871">
                <a:solidFill>
                  <a:srgbClr val="FF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12" name="object 13">
                <a:extLst>
                  <a:ext uri="{FF2B5EF4-FFF2-40B4-BE49-F238E27FC236}">
                    <a16:creationId xmlns:a16="http://schemas.microsoft.com/office/drawing/2014/main" id="{5EAC742E-041D-437E-9AFB-47D41E62CE2A}"/>
                  </a:ext>
                </a:extLst>
              </p:cNvPr>
              <p:cNvGrpSpPr/>
              <p:nvPr/>
            </p:nvGrpSpPr>
            <p:grpSpPr>
              <a:xfrm>
                <a:off x="8967546" y="4584765"/>
                <a:ext cx="1673860" cy="573405"/>
                <a:chOff x="7069607" y="5417718"/>
                <a:chExt cx="1673860" cy="573405"/>
              </a:xfrm>
            </p:grpSpPr>
            <p:sp>
              <p:nvSpPr>
                <p:cNvPr id="13" name="object 14">
                  <a:extLst>
                    <a:ext uri="{FF2B5EF4-FFF2-40B4-BE49-F238E27FC236}">
                      <a16:creationId xmlns:a16="http://schemas.microsoft.com/office/drawing/2014/main" id="{B721D058-A25B-44EE-BDC4-4C79D2AF1578}"/>
                    </a:ext>
                  </a:extLst>
                </p:cNvPr>
                <p:cNvSpPr/>
                <p:nvPr/>
              </p:nvSpPr>
              <p:spPr>
                <a:xfrm>
                  <a:off x="7774571" y="5423154"/>
                  <a:ext cx="963294" cy="562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295" h="562610">
                      <a:moveTo>
                        <a:pt x="479298" y="0"/>
                      </a:moveTo>
                      <a:lnTo>
                        <a:pt x="0" y="546354"/>
                      </a:lnTo>
                      <a:lnTo>
                        <a:pt x="479298" y="562356"/>
                      </a:lnTo>
                      <a:lnTo>
                        <a:pt x="963168" y="0"/>
                      </a:lnTo>
                      <a:lnTo>
                        <a:pt x="479298" y="0"/>
                      </a:lnTo>
                      <a:close/>
                    </a:path>
                  </a:pathLst>
                </a:custGeom>
                <a:ln w="10871">
                  <a:solidFill>
                    <a:srgbClr val="0070C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object 15">
                  <a:extLst>
                    <a:ext uri="{FF2B5EF4-FFF2-40B4-BE49-F238E27FC236}">
                      <a16:creationId xmlns:a16="http://schemas.microsoft.com/office/drawing/2014/main" id="{1EDBC4B2-1EDC-466F-B150-6AB97843A589}"/>
                    </a:ext>
                  </a:extLst>
                </p:cNvPr>
                <p:cNvSpPr/>
                <p:nvPr/>
              </p:nvSpPr>
              <p:spPr>
                <a:xfrm>
                  <a:off x="7075042" y="5566410"/>
                  <a:ext cx="71882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8820" h="419100">
                      <a:moveTo>
                        <a:pt x="357377" y="0"/>
                      </a:moveTo>
                      <a:lnTo>
                        <a:pt x="0" y="406908"/>
                      </a:lnTo>
                      <a:lnTo>
                        <a:pt x="357377" y="419100"/>
                      </a:lnTo>
                      <a:lnTo>
                        <a:pt x="718565" y="0"/>
                      </a:lnTo>
                      <a:lnTo>
                        <a:pt x="357377" y="0"/>
                      </a:lnTo>
                      <a:close/>
                    </a:path>
                  </a:pathLst>
                </a:custGeom>
                <a:ln w="10871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9F30913-A3A8-4878-9699-BFB2593F8645}"/>
                </a:ext>
              </a:extLst>
            </p:cNvPr>
            <p:cNvSpPr/>
            <p:nvPr/>
          </p:nvSpPr>
          <p:spPr>
            <a:xfrm>
              <a:off x="8798536" y="2534799"/>
              <a:ext cx="17018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000000"/>
                  </a:solidFill>
                  <a:cs typeface="+mn-ea"/>
                  <a:sym typeface="+mn-lt"/>
                </a:rPr>
                <a:t>Filter Pyramid</a:t>
              </a:r>
              <a:r>
                <a:rPr lang="en-US" altLang="zh-CN" dirty="0">
                  <a:cs typeface="+mn-ea"/>
                  <a:sym typeface="+mn-lt"/>
                </a:rPr>
                <a:t> </a:t>
              </a:r>
              <a:endParaRPr lang="zh-CN" altLang="en-US" dirty="0">
                <a:cs typeface="+mn-ea"/>
                <a:sym typeface="+mn-lt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DD3D67E-D9C5-4B4E-8F32-DE9FBE351FBB}"/>
              </a:ext>
            </a:extLst>
          </p:cNvPr>
          <p:cNvSpPr/>
          <p:nvPr/>
        </p:nvSpPr>
        <p:spPr>
          <a:xfrm>
            <a:off x="3537577" y="6081067"/>
            <a:ext cx="52239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cs typeface="+mn-ea"/>
                <a:sym typeface="+mn-lt"/>
              </a:rPr>
              <a:t>Both approaches are time-consuming</a:t>
            </a:r>
            <a:endParaRPr lang="zh-CN" altLang="en-US" sz="2400" dirty="0">
              <a:solidFill>
                <a:srgbClr val="0070C0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49850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95C0-8461-43FF-9A21-433134295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Multi-Scale Anchors: 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Anchor Pyramid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D420D-8E85-41D1-ADFB-3856BCCCD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cs typeface="+mn-ea"/>
                <a:sym typeface="+mn-lt"/>
              </a:rPr>
              <a:t>RPN</a:t>
            </a:r>
            <a:r>
              <a:rPr lang="zh-CN" altLang="en-US" dirty="0">
                <a:cs typeface="+mn-ea"/>
                <a:sym typeface="+mn-lt"/>
              </a:rPr>
              <a:t>通过多尺度的</a:t>
            </a:r>
            <a:r>
              <a:rPr lang="en-US" altLang="zh-CN" dirty="0">
                <a:cs typeface="+mn-ea"/>
                <a:sym typeface="+mn-lt"/>
              </a:rPr>
              <a:t>Anchor</a:t>
            </a:r>
            <a:r>
              <a:rPr lang="zh-CN" altLang="en-US" dirty="0">
                <a:cs typeface="+mn-ea"/>
                <a:sym typeface="+mn-lt"/>
              </a:rPr>
              <a:t>可以检测不同大小的物体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/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0F311F9E-ADBB-4E11-A3E2-F2D1EA0394C6}"/>
              </a:ext>
            </a:extLst>
          </p:cNvPr>
          <p:cNvSpPr txBox="1"/>
          <p:nvPr/>
        </p:nvSpPr>
        <p:spPr>
          <a:xfrm>
            <a:off x="2238092" y="2749221"/>
            <a:ext cx="7715816" cy="39754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3060"/>
              </a:lnSpc>
            </a:pPr>
            <a:r>
              <a:rPr lang="zh-CN" altLang="en-US" sz="3200" spc="-5" dirty="0">
                <a:solidFill>
                  <a:srgbClr val="0070C0"/>
                </a:solidFill>
                <a:cs typeface="+mn-ea"/>
                <a:sym typeface="+mn-lt"/>
              </a:rPr>
              <a:t>单尺度的图像上可以完成不同物体的检测</a:t>
            </a:r>
            <a:endParaRPr sz="32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B9FF32-64D6-413B-AABA-4B61D5F4BD20}"/>
              </a:ext>
            </a:extLst>
          </p:cNvPr>
          <p:cNvGrpSpPr/>
          <p:nvPr/>
        </p:nvGrpSpPr>
        <p:grpSpPr>
          <a:xfrm>
            <a:off x="2457968" y="3711235"/>
            <a:ext cx="7276064" cy="2099945"/>
            <a:chOff x="2210847" y="3820495"/>
            <a:chExt cx="7276064" cy="209994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A249CBE0-A697-43BB-9F64-F79212EA11CB}"/>
                </a:ext>
              </a:extLst>
            </p:cNvPr>
            <p:cNvSpPr/>
            <p:nvPr/>
          </p:nvSpPr>
          <p:spPr>
            <a:xfrm>
              <a:off x="2210847" y="4509709"/>
              <a:ext cx="1675491" cy="10563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9CAC0237-D3BA-4378-A55E-A70370B8053E}"/>
                </a:ext>
              </a:extLst>
            </p:cNvPr>
            <p:cNvSpPr/>
            <p:nvPr/>
          </p:nvSpPr>
          <p:spPr>
            <a:xfrm>
              <a:off x="4182249" y="4863786"/>
              <a:ext cx="771525" cy="338455"/>
            </a:xfrm>
            <a:custGeom>
              <a:avLst/>
              <a:gdLst/>
              <a:ahLst/>
              <a:cxnLst/>
              <a:rect l="l" t="t" r="r" b="b"/>
              <a:pathLst>
                <a:path w="771525" h="338454">
                  <a:moveTo>
                    <a:pt x="771144" y="169163"/>
                  </a:moveTo>
                  <a:lnTo>
                    <a:pt x="601980" y="0"/>
                  </a:lnTo>
                  <a:lnTo>
                    <a:pt x="601980" y="84581"/>
                  </a:lnTo>
                  <a:lnTo>
                    <a:pt x="0" y="84581"/>
                  </a:lnTo>
                  <a:lnTo>
                    <a:pt x="0" y="253745"/>
                  </a:lnTo>
                  <a:lnTo>
                    <a:pt x="601980" y="253745"/>
                  </a:lnTo>
                  <a:lnTo>
                    <a:pt x="601980" y="338327"/>
                  </a:lnTo>
                  <a:lnTo>
                    <a:pt x="771144" y="16916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BB694166-C91B-4136-9DD0-FEA4F4D242CD}"/>
                </a:ext>
              </a:extLst>
            </p:cNvPr>
            <p:cNvSpPr txBox="1"/>
            <p:nvPr/>
          </p:nvSpPr>
          <p:spPr>
            <a:xfrm>
              <a:off x="4138295" y="4509709"/>
              <a:ext cx="857250" cy="3302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000" b="1" spc="-10" dirty="0">
                  <a:cs typeface="+mn-ea"/>
                  <a:sym typeface="+mn-lt"/>
                </a:rPr>
                <a:t>VGG16</a:t>
              </a:r>
              <a:endParaRPr sz="2000">
                <a:cs typeface="+mn-ea"/>
                <a:sym typeface="+mn-lt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E23869D-F4D2-4F9F-A7D1-F028B1C2C91C}"/>
                </a:ext>
              </a:extLst>
            </p:cNvPr>
            <p:cNvSpPr/>
            <p:nvPr/>
          </p:nvSpPr>
          <p:spPr>
            <a:xfrm>
              <a:off x="5256669" y="4186368"/>
              <a:ext cx="702945" cy="1626870"/>
            </a:xfrm>
            <a:custGeom>
              <a:avLst/>
              <a:gdLst/>
              <a:ahLst/>
              <a:cxnLst/>
              <a:rect l="l" t="t" r="r" b="b"/>
              <a:pathLst>
                <a:path w="702945" h="1626870">
                  <a:moveTo>
                    <a:pt x="702564" y="1626869"/>
                  </a:moveTo>
                  <a:lnTo>
                    <a:pt x="702563" y="0"/>
                  </a:lnTo>
                  <a:lnTo>
                    <a:pt x="0" y="0"/>
                  </a:lnTo>
                  <a:lnTo>
                    <a:pt x="0" y="1626869"/>
                  </a:lnTo>
                  <a:lnTo>
                    <a:pt x="9906" y="1626869"/>
                  </a:lnTo>
                  <a:lnTo>
                    <a:pt x="9905" y="19050"/>
                  </a:lnTo>
                  <a:lnTo>
                    <a:pt x="19050" y="9905"/>
                  </a:lnTo>
                  <a:lnTo>
                    <a:pt x="19050" y="19050"/>
                  </a:lnTo>
                  <a:lnTo>
                    <a:pt x="683513" y="19050"/>
                  </a:lnTo>
                  <a:lnTo>
                    <a:pt x="683513" y="9905"/>
                  </a:lnTo>
                  <a:lnTo>
                    <a:pt x="692658" y="19050"/>
                  </a:lnTo>
                  <a:lnTo>
                    <a:pt x="692658" y="1626869"/>
                  </a:lnTo>
                  <a:lnTo>
                    <a:pt x="702564" y="1626869"/>
                  </a:lnTo>
                  <a:close/>
                </a:path>
                <a:path w="702945" h="1626870">
                  <a:moveTo>
                    <a:pt x="19050" y="19050"/>
                  </a:moveTo>
                  <a:lnTo>
                    <a:pt x="19050" y="9905"/>
                  </a:lnTo>
                  <a:lnTo>
                    <a:pt x="9905" y="19050"/>
                  </a:lnTo>
                  <a:lnTo>
                    <a:pt x="19050" y="19050"/>
                  </a:lnTo>
                  <a:close/>
                </a:path>
                <a:path w="702945" h="1626870">
                  <a:moveTo>
                    <a:pt x="19050" y="1607819"/>
                  </a:moveTo>
                  <a:lnTo>
                    <a:pt x="19050" y="19050"/>
                  </a:lnTo>
                  <a:lnTo>
                    <a:pt x="9905" y="19050"/>
                  </a:lnTo>
                  <a:lnTo>
                    <a:pt x="9906" y="1607819"/>
                  </a:lnTo>
                  <a:lnTo>
                    <a:pt x="19050" y="1607819"/>
                  </a:lnTo>
                  <a:close/>
                </a:path>
                <a:path w="702945" h="1626870">
                  <a:moveTo>
                    <a:pt x="692658" y="1607819"/>
                  </a:moveTo>
                  <a:lnTo>
                    <a:pt x="9906" y="1607819"/>
                  </a:lnTo>
                  <a:lnTo>
                    <a:pt x="19050" y="1616964"/>
                  </a:lnTo>
                  <a:lnTo>
                    <a:pt x="19050" y="1626869"/>
                  </a:lnTo>
                  <a:lnTo>
                    <a:pt x="683514" y="1626869"/>
                  </a:lnTo>
                  <a:lnTo>
                    <a:pt x="683514" y="1616964"/>
                  </a:lnTo>
                  <a:lnTo>
                    <a:pt x="692658" y="1607819"/>
                  </a:lnTo>
                  <a:close/>
                </a:path>
                <a:path w="702945" h="1626870">
                  <a:moveTo>
                    <a:pt x="19050" y="1626869"/>
                  </a:moveTo>
                  <a:lnTo>
                    <a:pt x="19050" y="1616964"/>
                  </a:lnTo>
                  <a:lnTo>
                    <a:pt x="9906" y="1607819"/>
                  </a:lnTo>
                  <a:lnTo>
                    <a:pt x="9906" y="1626869"/>
                  </a:lnTo>
                  <a:lnTo>
                    <a:pt x="19050" y="1626869"/>
                  </a:lnTo>
                  <a:close/>
                </a:path>
                <a:path w="702945" h="1626870">
                  <a:moveTo>
                    <a:pt x="692658" y="19050"/>
                  </a:moveTo>
                  <a:lnTo>
                    <a:pt x="683513" y="9905"/>
                  </a:lnTo>
                  <a:lnTo>
                    <a:pt x="683513" y="19050"/>
                  </a:lnTo>
                  <a:lnTo>
                    <a:pt x="692658" y="19050"/>
                  </a:lnTo>
                  <a:close/>
                </a:path>
                <a:path w="702945" h="1626870">
                  <a:moveTo>
                    <a:pt x="692658" y="1607819"/>
                  </a:moveTo>
                  <a:lnTo>
                    <a:pt x="692658" y="19050"/>
                  </a:lnTo>
                  <a:lnTo>
                    <a:pt x="683513" y="19050"/>
                  </a:lnTo>
                  <a:lnTo>
                    <a:pt x="683514" y="1607819"/>
                  </a:lnTo>
                  <a:lnTo>
                    <a:pt x="692658" y="1607819"/>
                  </a:lnTo>
                  <a:close/>
                </a:path>
                <a:path w="702945" h="1626870">
                  <a:moveTo>
                    <a:pt x="692658" y="1626869"/>
                  </a:moveTo>
                  <a:lnTo>
                    <a:pt x="692658" y="1607819"/>
                  </a:lnTo>
                  <a:lnTo>
                    <a:pt x="683514" y="1616964"/>
                  </a:lnTo>
                  <a:lnTo>
                    <a:pt x="683514" y="1626869"/>
                  </a:lnTo>
                  <a:lnTo>
                    <a:pt x="692658" y="16268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97461B95-2203-4713-817C-B6593B437109}"/>
                </a:ext>
              </a:extLst>
            </p:cNvPr>
            <p:cNvSpPr txBox="1"/>
            <p:nvPr/>
          </p:nvSpPr>
          <p:spPr>
            <a:xfrm>
              <a:off x="5311396" y="4296350"/>
              <a:ext cx="602729" cy="1408430"/>
            </a:xfrm>
            <a:prstGeom prst="rect">
              <a:avLst/>
            </a:prstGeom>
          </p:spPr>
          <p:txBody>
            <a:bodyPr vert="vert" wrap="square" lIns="0" tIns="0" rIns="0" bIns="0" rtlCol="0">
              <a:spAutoFit/>
            </a:bodyPr>
            <a:lstStyle/>
            <a:p>
              <a:pPr algn="ctr">
                <a:lnSpc>
                  <a:spcPts val="2280"/>
                </a:lnSpc>
              </a:pPr>
              <a:r>
                <a:rPr sz="2000" b="1" spc="-5" dirty="0">
                  <a:cs typeface="+mn-ea"/>
                  <a:sym typeface="+mn-lt"/>
                </a:rPr>
                <a:t>intermediate</a:t>
              </a:r>
              <a:endParaRPr sz="2000" dirty="0">
                <a:cs typeface="+mn-ea"/>
                <a:sym typeface="+mn-lt"/>
              </a:endParaRPr>
            </a:p>
            <a:p>
              <a:pPr algn="ctr">
                <a:lnSpc>
                  <a:spcPct val="100000"/>
                </a:lnSpc>
              </a:pPr>
              <a:r>
                <a:rPr sz="2000" b="1" spc="-5" dirty="0">
                  <a:cs typeface="+mn-ea"/>
                  <a:sym typeface="+mn-lt"/>
                </a:rPr>
                <a:t>layer</a:t>
              </a:r>
              <a:endParaRPr sz="2000" dirty="0">
                <a:cs typeface="+mn-ea"/>
                <a:sym typeface="+mn-lt"/>
              </a:endParaRPr>
            </a:p>
          </p:txBody>
        </p:sp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58C95153-2869-49CA-8761-6DA719B3A2C5}"/>
                </a:ext>
              </a:extLst>
            </p:cNvPr>
            <p:cNvSpPr/>
            <p:nvPr/>
          </p:nvSpPr>
          <p:spPr>
            <a:xfrm rot="157083">
              <a:off x="6050038" y="4965130"/>
              <a:ext cx="474345" cy="114300"/>
            </a:xfrm>
            <a:custGeom>
              <a:avLst/>
              <a:gdLst/>
              <a:ahLst/>
              <a:cxnLst/>
              <a:rect l="l" t="t" r="r" b="b"/>
              <a:pathLst>
                <a:path w="474345" h="114300">
                  <a:moveTo>
                    <a:pt x="360165" y="75961"/>
                  </a:moveTo>
                  <a:lnTo>
                    <a:pt x="359149" y="37868"/>
                  </a:lnTo>
                  <a:lnTo>
                    <a:pt x="0" y="48005"/>
                  </a:lnTo>
                  <a:lnTo>
                    <a:pt x="762" y="86105"/>
                  </a:lnTo>
                  <a:lnTo>
                    <a:pt x="360165" y="75961"/>
                  </a:lnTo>
                  <a:close/>
                </a:path>
                <a:path w="474345" h="114300">
                  <a:moveTo>
                    <a:pt x="473964" y="54101"/>
                  </a:moveTo>
                  <a:lnTo>
                    <a:pt x="358140" y="0"/>
                  </a:lnTo>
                  <a:lnTo>
                    <a:pt x="359149" y="37868"/>
                  </a:lnTo>
                  <a:lnTo>
                    <a:pt x="377952" y="37337"/>
                  </a:lnTo>
                  <a:lnTo>
                    <a:pt x="378714" y="75437"/>
                  </a:lnTo>
                  <a:lnTo>
                    <a:pt x="378714" y="104944"/>
                  </a:lnTo>
                  <a:lnTo>
                    <a:pt x="473964" y="54101"/>
                  </a:lnTo>
                  <a:close/>
                </a:path>
                <a:path w="474345" h="114300">
                  <a:moveTo>
                    <a:pt x="378714" y="75437"/>
                  </a:moveTo>
                  <a:lnTo>
                    <a:pt x="377952" y="37337"/>
                  </a:lnTo>
                  <a:lnTo>
                    <a:pt x="359149" y="37868"/>
                  </a:lnTo>
                  <a:lnTo>
                    <a:pt x="360165" y="75961"/>
                  </a:lnTo>
                  <a:lnTo>
                    <a:pt x="378714" y="75437"/>
                  </a:lnTo>
                  <a:close/>
                </a:path>
                <a:path w="474345" h="114300">
                  <a:moveTo>
                    <a:pt x="378714" y="104944"/>
                  </a:moveTo>
                  <a:lnTo>
                    <a:pt x="378714" y="75437"/>
                  </a:lnTo>
                  <a:lnTo>
                    <a:pt x="360165" y="75961"/>
                  </a:lnTo>
                  <a:lnTo>
                    <a:pt x="361188" y="114299"/>
                  </a:lnTo>
                  <a:lnTo>
                    <a:pt x="378714" y="1049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grpSp>
          <p:nvGrpSpPr>
            <p:cNvPr id="11" name="object 10">
              <a:extLst>
                <a:ext uri="{FF2B5EF4-FFF2-40B4-BE49-F238E27FC236}">
                  <a16:creationId xmlns:a16="http://schemas.microsoft.com/office/drawing/2014/main" id="{0A1A440D-E6C6-457A-AB4D-8BB0E579112C}"/>
                </a:ext>
              </a:extLst>
            </p:cNvPr>
            <p:cNvGrpSpPr/>
            <p:nvPr/>
          </p:nvGrpSpPr>
          <p:grpSpPr>
            <a:xfrm>
              <a:off x="6614806" y="3820495"/>
              <a:ext cx="2872105" cy="2099945"/>
              <a:chOff x="5878206" y="4442347"/>
              <a:chExt cx="2872105" cy="2099945"/>
            </a:xfrm>
          </p:grpSpPr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F92489C4-B3BC-4859-93F7-E38970F840EC}"/>
                  </a:ext>
                </a:extLst>
              </p:cNvPr>
              <p:cNvSpPr/>
              <p:nvPr/>
            </p:nvSpPr>
            <p:spPr>
              <a:xfrm>
                <a:off x="5878206" y="4442347"/>
                <a:ext cx="1364203" cy="2099818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27318622-404C-46FA-8342-49B7278C4B74}"/>
                  </a:ext>
                </a:extLst>
              </p:cNvPr>
              <p:cNvSpPr/>
              <p:nvPr/>
            </p:nvSpPr>
            <p:spPr>
              <a:xfrm>
                <a:off x="6470027" y="4544568"/>
                <a:ext cx="2279904" cy="1850136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55876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6357-F9F1-471B-B92C-1297E389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Multi-Scale Anchors : </a:t>
            </a: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Anchor Pyramid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0D0FE-DA48-4536-8574-A11CD60EF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pc="-5" dirty="0">
                <a:cs typeface="+mn-ea"/>
                <a:sym typeface="+mn-lt"/>
              </a:rPr>
              <a:t>同一位置的多尺度</a:t>
            </a:r>
            <a:r>
              <a:rPr lang="en-US" altLang="zh-CN" dirty="0">
                <a:cs typeface="+mn-ea"/>
                <a:sym typeface="+mn-lt"/>
              </a:rPr>
              <a:t>anchors</a:t>
            </a:r>
            <a:r>
              <a:rPr lang="zh-CN" altLang="en-US" dirty="0">
                <a:cs typeface="+mn-ea"/>
                <a:sym typeface="+mn-lt"/>
              </a:rPr>
              <a:t>共享相同的图像特征</a:t>
            </a:r>
            <a:endParaRPr lang="en-US" altLang="zh-CN" dirty="0">
              <a:cs typeface="+mn-ea"/>
              <a:sym typeface="+mn-lt"/>
            </a:endParaRPr>
          </a:p>
          <a:p>
            <a:endParaRPr lang="zh-CN" altLang="en-US" dirty="0"/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2A6E9B71-9733-47D4-AD14-01EBC3910A9F}"/>
              </a:ext>
            </a:extLst>
          </p:cNvPr>
          <p:cNvSpPr txBox="1"/>
          <p:nvPr/>
        </p:nvSpPr>
        <p:spPr>
          <a:xfrm>
            <a:off x="3612304" y="2740591"/>
            <a:ext cx="5040418" cy="397545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3060"/>
              </a:lnSpc>
            </a:pPr>
            <a:r>
              <a:rPr lang="zh-CN" altLang="en-US" sz="3200" dirty="0">
                <a:solidFill>
                  <a:srgbClr val="0070C0"/>
                </a:solidFill>
                <a:cs typeface="+mn-ea"/>
                <a:sym typeface="+mn-lt"/>
              </a:rPr>
              <a:t>不需要增加额外的特征计算</a:t>
            </a:r>
            <a:endParaRPr sz="3200" dirty="0">
              <a:solidFill>
                <a:srgbClr val="0070C0"/>
              </a:solidFill>
              <a:cs typeface="+mn-ea"/>
              <a:sym typeface="+mn-lt"/>
            </a:endParaRPr>
          </a:p>
        </p:txBody>
      </p:sp>
      <p:grpSp>
        <p:nvGrpSpPr>
          <p:cNvPr id="5" name="object 6">
            <a:extLst>
              <a:ext uri="{FF2B5EF4-FFF2-40B4-BE49-F238E27FC236}">
                <a16:creationId xmlns:a16="http://schemas.microsoft.com/office/drawing/2014/main" id="{152D5BD0-1628-4513-960C-6EF816CCA4F0}"/>
              </a:ext>
            </a:extLst>
          </p:cNvPr>
          <p:cNvGrpSpPr/>
          <p:nvPr/>
        </p:nvGrpSpPr>
        <p:grpSpPr>
          <a:xfrm>
            <a:off x="2247784" y="3513218"/>
            <a:ext cx="3516629" cy="2099945"/>
            <a:chOff x="2349384" y="4558932"/>
            <a:chExt cx="3516629" cy="2099945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B2B5E73B-5443-437C-B7B6-7A3CE317AA8F}"/>
                </a:ext>
              </a:extLst>
            </p:cNvPr>
            <p:cNvSpPr/>
            <p:nvPr/>
          </p:nvSpPr>
          <p:spPr>
            <a:xfrm>
              <a:off x="2349384" y="4558932"/>
              <a:ext cx="1364203" cy="209981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BFB1DA9B-4B96-40B5-A317-3B666EB44644}"/>
                </a:ext>
              </a:extLst>
            </p:cNvPr>
            <p:cNvSpPr/>
            <p:nvPr/>
          </p:nvSpPr>
          <p:spPr>
            <a:xfrm>
              <a:off x="3983621" y="5476494"/>
              <a:ext cx="399288" cy="98983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48A8E942-DD61-45D4-902B-1472C4D173C4}"/>
                </a:ext>
              </a:extLst>
            </p:cNvPr>
            <p:cNvSpPr/>
            <p:nvPr/>
          </p:nvSpPr>
          <p:spPr>
            <a:xfrm>
              <a:off x="2925203" y="5849112"/>
              <a:ext cx="1198880" cy="375920"/>
            </a:xfrm>
            <a:custGeom>
              <a:avLst/>
              <a:gdLst/>
              <a:ahLst/>
              <a:cxnLst/>
              <a:rect l="l" t="t" r="r" b="b"/>
              <a:pathLst>
                <a:path w="1198879" h="375920">
                  <a:moveTo>
                    <a:pt x="106679" y="82296"/>
                  </a:moveTo>
                  <a:lnTo>
                    <a:pt x="84581" y="59436"/>
                  </a:lnTo>
                  <a:lnTo>
                    <a:pt x="84581" y="60198"/>
                  </a:lnTo>
                  <a:lnTo>
                    <a:pt x="56387" y="29718"/>
                  </a:lnTo>
                  <a:lnTo>
                    <a:pt x="28193" y="0"/>
                  </a:lnTo>
                  <a:lnTo>
                    <a:pt x="0" y="25908"/>
                  </a:lnTo>
                  <a:lnTo>
                    <a:pt x="57150" y="86106"/>
                  </a:lnTo>
                  <a:lnTo>
                    <a:pt x="79247" y="108966"/>
                  </a:lnTo>
                  <a:lnTo>
                    <a:pt x="106679" y="82296"/>
                  </a:lnTo>
                  <a:close/>
                </a:path>
                <a:path w="1198879" h="375920">
                  <a:moveTo>
                    <a:pt x="214884" y="185165"/>
                  </a:moveTo>
                  <a:lnTo>
                    <a:pt x="199644" y="172212"/>
                  </a:lnTo>
                  <a:lnTo>
                    <a:pt x="185165" y="159258"/>
                  </a:lnTo>
                  <a:lnTo>
                    <a:pt x="141731" y="118110"/>
                  </a:lnTo>
                  <a:lnTo>
                    <a:pt x="133349" y="108966"/>
                  </a:lnTo>
                  <a:lnTo>
                    <a:pt x="105918" y="136398"/>
                  </a:lnTo>
                  <a:lnTo>
                    <a:pt x="115061" y="144780"/>
                  </a:lnTo>
                  <a:lnTo>
                    <a:pt x="144779" y="173736"/>
                  </a:lnTo>
                  <a:lnTo>
                    <a:pt x="159258" y="187452"/>
                  </a:lnTo>
                  <a:lnTo>
                    <a:pt x="174498" y="201168"/>
                  </a:lnTo>
                  <a:lnTo>
                    <a:pt x="189738" y="214122"/>
                  </a:lnTo>
                  <a:lnTo>
                    <a:pt x="190500" y="214884"/>
                  </a:lnTo>
                  <a:lnTo>
                    <a:pt x="214122" y="187682"/>
                  </a:lnTo>
                  <a:lnTo>
                    <a:pt x="214122" y="185165"/>
                  </a:lnTo>
                  <a:lnTo>
                    <a:pt x="214884" y="185165"/>
                  </a:lnTo>
                  <a:close/>
                </a:path>
                <a:path w="1198879" h="375920">
                  <a:moveTo>
                    <a:pt x="215646" y="185927"/>
                  </a:moveTo>
                  <a:lnTo>
                    <a:pt x="214122" y="185165"/>
                  </a:lnTo>
                  <a:lnTo>
                    <a:pt x="214122" y="187682"/>
                  </a:lnTo>
                  <a:lnTo>
                    <a:pt x="215646" y="185927"/>
                  </a:lnTo>
                  <a:close/>
                </a:path>
                <a:path w="1198879" h="375920">
                  <a:moveTo>
                    <a:pt x="274320" y="233172"/>
                  </a:moveTo>
                  <a:lnTo>
                    <a:pt x="259079" y="221742"/>
                  </a:lnTo>
                  <a:lnTo>
                    <a:pt x="244601" y="210311"/>
                  </a:lnTo>
                  <a:lnTo>
                    <a:pt x="220979" y="240029"/>
                  </a:lnTo>
                  <a:lnTo>
                    <a:pt x="235458" y="252222"/>
                  </a:lnTo>
                  <a:lnTo>
                    <a:pt x="255138" y="266285"/>
                  </a:lnTo>
                  <a:lnTo>
                    <a:pt x="273558" y="279179"/>
                  </a:lnTo>
                  <a:lnTo>
                    <a:pt x="273558" y="233172"/>
                  </a:lnTo>
                  <a:lnTo>
                    <a:pt x="274320" y="233172"/>
                  </a:lnTo>
                  <a:close/>
                </a:path>
                <a:path w="1198879" h="375920">
                  <a:moveTo>
                    <a:pt x="289559" y="243840"/>
                  </a:moveTo>
                  <a:lnTo>
                    <a:pt x="273558" y="233172"/>
                  </a:lnTo>
                  <a:lnTo>
                    <a:pt x="273558" y="279179"/>
                  </a:lnTo>
                  <a:lnTo>
                    <a:pt x="275182" y="280315"/>
                  </a:lnTo>
                  <a:lnTo>
                    <a:pt x="288798" y="289344"/>
                  </a:lnTo>
                  <a:lnTo>
                    <a:pt x="288798" y="243840"/>
                  </a:lnTo>
                  <a:lnTo>
                    <a:pt x="289559" y="243840"/>
                  </a:lnTo>
                  <a:close/>
                </a:path>
                <a:path w="1198879" h="375920">
                  <a:moveTo>
                    <a:pt x="304800" y="254508"/>
                  </a:moveTo>
                  <a:lnTo>
                    <a:pt x="288798" y="243840"/>
                  </a:lnTo>
                  <a:lnTo>
                    <a:pt x="288798" y="289344"/>
                  </a:lnTo>
                  <a:lnTo>
                    <a:pt x="295556" y="293825"/>
                  </a:lnTo>
                  <a:lnTo>
                    <a:pt x="304038" y="298953"/>
                  </a:lnTo>
                  <a:lnTo>
                    <a:pt x="304038" y="254508"/>
                  </a:lnTo>
                  <a:lnTo>
                    <a:pt x="304800" y="254508"/>
                  </a:lnTo>
                  <a:close/>
                </a:path>
                <a:path w="1198879" h="375920">
                  <a:moveTo>
                    <a:pt x="320040" y="264414"/>
                  </a:moveTo>
                  <a:lnTo>
                    <a:pt x="304038" y="254508"/>
                  </a:lnTo>
                  <a:lnTo>
                    <a:pt x="304038" y="298953"/>
                  </a:lnTo>
                  <a:lnTo>
                    <a:pt x="316230" y="306324"/>
                  </a:lnTo>
                  <a:lnTo>
                    <a:pt x="316991" y="307086"/>
                  </a:lnTo>
                  <a:lnTo>
                    <a:pt x="319278" y="302894"/>
                  </a:lnTo>
                  <a:lnTo>
                    <a:pt x="319278" y="264414"/>
                  </a:lnTo>
                  <a:lnTo>
                    <a:pt x="320040" y="264414"/>
                  </a:lnTo>
                  <a:close/>
                </a:path>
                <a:path w="1198879" h="375920">
                  <a:moveTo>
                    <a:pt x="335280" y="273558"/>
                  </a:moveTo>
                  <a:lnTo>
                    <a:pt x="319278" y="264414"/>
                  </a:lnTo>
                  <a:lnTo>
                    <a:pt x="319278" y="302894"/>
                  </a:lnTo>
                  <a:lnTo>
                    <a:pt x="335280" y="273558"/>
                  </a:lnTo>
                  <a:close/>
                </a:path>
                <a:path w="1198879" h="375920">
                  <a:moveTo>
                    <a:pt x="383286" y="340122"/>
                  </a:moveTo>
                  <a:lnTo>
                    <a:pt x="383286" y="298704"/>
                  </a:lnTo>
                  <a:lnTo>
                    <a:pt x="368046" y="291084"/>
                  </a:lnTo>
                  <a:lnTo>
                    <a:pt x="351282" y="325374"/>
                  </a:lnTo>
                  <a:lnTo>
                    <a:pt x="366522" y="332994"/>
                  </a:lnTo>
                  <a:lnTo>
                    <a:pt x="383286" y="340122"/>
                  </a:lnTo>
                  <a:close/>
                </a:path>
                <a:path w="1198879" h="375920">
                  <a:moveTo>
                    <a:pt x="399288" y="305561"/>
                  </a:moveTo>
                  <a:lnTo>
                    <a:pt x="382523" y="297942"/>
                  </a:lnTo>
                  <a:lnTo>
                    <a:pt x="383286" y="298704"/>
                  </a:lnTo>
                  <a:lnTo>
                    <a:pt x="383286" y="340122"/>
                  </a:lnTo>
                  <a:lnTo>
                    <a:pt x="387761" y="342026"/>
                  </a:lnTo>
                  <a:lnTo>
                    <a:pt x="398526" y="346110"/>
                  </a:lnTo>
                  <a:lnTo>
                    <a:pt x="398526" y="305561"/>
                  </a:lnTo>
                  <a:lnTo>
                    <a:pt x="399288" y="305561"/>
                  </a:lnTo>
                  <a:close/>
                </a:path>
                <a:path w="1198879" h="375920">
                  <a:moveTo>
                    <a:pt x="415290" y="311657"/>
                  </a:moveTo>
                  <a:lnTo>
                    <a:pt x="398526" y="305561"/>
                  </a:lnTo>
                  <a:lnTo>
                    <a:pt x="398526" y="346110"/>
                  </a:lnTo>
                  <a:lnTo>
                    <a:pt x="410822" y="350777"/>
                  </a:lnTo>
                  <a:lnTo>
                    <a:pt x="414528" y="351992"/>
                  </a:lnTo>
                  <a:lnTo>
                    <a:pt x="414528" y="311657"/>
                  </a:lnTo>
                  <a:lnTo>
                    <a:pt x="415290" y="311657"/>
                  </a:lnTo>
                  <a:close/>
                </a:path>
                <a:path w="1198879" h="375920">
                  <a:moveTo>
                    <a:pt x="432053" y="317753"/>
                  </a:moveTo>
                  <a:lnTo>
                    <a:pt x="414528" y="311657"/>
                  </a:lnTo>
                  <a:lnTo>
                    <a:pt x="414528" y="351992"/>
                  </a:lnTo>
                  <a:lnTo>
                    <a:pt x="431291" y="357489"/>
                  </a:lnTo>
                  <a:lnTo>
                    <a:pt x="431291" y="317753"/>
                  </a:lnTo>
                  <a:lnTo>
                    <a:pt x="432053" y="317753"/>
                  </a:lnTo>
                  <a:close/>
                </a:path>
                <a:path w="1198879" h="375920">
                  <a:moveTo>
                    <a:pt x="448817" y="362251"/>
                  </a:moveTo>
                  <a:lnTo>
                    <a:pt x="448817" y="323088"/>
                  </a:lnTo>
                  <a:lnTo>
                    <a:pt x="431291" y="317753"/>
                  </a:lnTo>
                  <a:lnTo>
                    <a:pt x="431291" y="357489"/>
                  </a:lnTo>
                  <a:lnTo>
                    <a:pt x="434212" y="358447"/>
                  </a:lnTo>
                  <a:lnTo>
                    <a:pt x="448817" y="362251"/>
                  </a:lnTo>
                  <a:close/>
                </a:path>
                <a:path w="1198879" h="375920">
                  <a:moveTo>
                    <a:pt x="465581" y="326897"/>
                  </a:moveTo>
                  <a:lnTo>
                    <a:pt x="448056" y="322325"/>
                  </a:lnTo>
                  <a:lnTo>
                    <a:pt x="448817" y="323088"/>
                  </a:lnTo>
                  <a:lnTo>
                    <a:pt x="448817" y="362251"/>
                  </a:lnTo>
                  <a:lnTo>
                    <a:pt x="456438" y="364235"/>
                  </a:lnTo>
                  <a:lnTo>
                    <a:pt x="463295" y="365759"/>
                  </a:lnTo>
                  <a:lnTo>
                    <a:pt x="464820" y="358292"/>
                  </a:lnTo>
                  <a:lnTo>
                    <a:pt x="464820" y="326897"/>
                  </a:lnTo>
                  <a:lnTo>
                    <a:pt x="465581" y="326897"/>
                  </a:lnTo>
                  <a:close/>
                </a:path>
                <a:path w="1198879" h="375920">
                  <a:moveTo>
                    <a:pt x="470916" y="328421"/>
                  </a:moveTo>
                  <a:lnTo>
                    <a:pt x="464820" y="326897"/>
                  </a:lnTo>
                  <a:lnTo>
                    <a:pt x="464820" y="358292"/>
                  </a:lnTo>
                  <a:lnTo>
                    <a:pt x="470916" y="328421"/>
                  </a:lnTo>
                  <a:close/>
                </a:path>
                <a:path w="1198879" h="375920">
                  <a:moveTo>
                    <a:pt x="571500" y="375558"/>
                  </a:moveTo>
                  <a:lnTo>
                    <a:pt x="571500" y="337565"/>
                  </a:lnTo>
                  <a:lnTo>
                    <a:pt x="534162" y="337565"/>
                  </a:lnTo>
                  <a:lnTo>
                    <a:pt x="516636" y="336041"/>
                  </a:lnTo>
                  <a:lnTo>
                    <a:pt x="506730" y="334517"/>
                  </a:lnTo>
                  <a:lnTo>
                    <a:pt x="502158" y="372617"/>
                  </a:lnTo>
                  <a:lnTo>
                    <a:pt x="512825" y="374141"/>
                  </a:lnTo>
                  <a:lnTo>
                    <a:pt x="537159" y="375624"/>
                  </a:lnTo>
                  <a:lnTo>
                    <a:pt x="562698" y="375842"/>
                  </a:lnTo>
                  <a:lnTo>
                    <a:pt x="571500" y="375558"/>
                  </a:lnTo>
                  <a:close/>
                </a:path>
                <a:path w="1198879" h="375920">
                  <a:moveTo>
                    <a:pt x="517398" y="336041"/>
                  </a:moveTo>
                  <a:lnTo>
                    <a:pt x="516636" y="335933"/>
                  </a:lnTo>
                  <a:lnTo>
                    <a:pt x="517398" y="336041"/>
                  </a:lnTo>
                  <a:close/>
                </a:path>
                <a:path w="1198879" h="375920">
                  <a:moveTo>
                    <a:pt x="534924" y="337565"/>
                  </a:moveTo>
                  <a:lnTo>
                    <a:pt x="534162" y="337502"/>
                  </a:lnTo>
                  <a:lnTo>
                    <a:pt x="534924" y="337565"/>
                  </a:lnTo>
                  <a:close/>
                </a:path>
                <a:path w="1198879" h="375920">
                  <a:moveTo>
                    <a:pt x="621030" y="372617"/>
                  </a:moveTo>
                  <a:lnTo>
                    <a:pt x="616458" y="334517"/>
                  </a:lnTo>
                  <a:lnTo>
                    <a:pt x="608838" y="335279"/>
                  </a:lnTo>
                  <a:lnTo>
                    <a:pt x="589788" y="336803"/>
                  </a:lnTo>
                  <a:lnTo>
                    <a:pt x="570738" y="337565"/>
                  </a:lnTo>
                  <a:lnTo>
                    <a:pt x="571500" y="337565"/>
                  </a:lnTo>
                  <a:lnTo>
                    <a:pt x="571500" y="375558"/>
                  </a:lnTo>
                  <a:lnTo>
                    <a:pt x="588256" y="375018"/>
                  </a:lnTo>
                  <a:lnTo>
                    <a:pt x="612648" y="373379"/>
                  </a:lnTo>
                  <a:lnTo>
                    <a:pt x="621030" y="372617"/>
                  </a:lnTo>
                  <a:close/>
                </a:path>
                <a:path w="1198879" h="375920">
                  <a:moveTo>
                    <a:pt x="667512" y="365318"/>
                  </a:moveTo>
                  <a:lnTo>
                    <a:pt x="667512" y="326897"/>
                  </a:lnTo>
                  <a:lnTo>
                    <a:pt x="653034" y="329184"/>
                  </a:lnTo>
                  <a:lnTo>
                    <a:pt x="659892" y="366521"/>
                  </a:lnTo>
                  <a:lnTo>
                    <a:pt x="667512" y="365318"/>
                  </a:lnTo>
                  <a:close/>
                </a:path>
                <a:path w="1198879" h="375920">
                  <a:moveTo>
                    <a:pt x="707898" y="356954"/>
                  </a:moveTo>
                  <a:lnTo>
                    <a:pt x="707898" y="317753"/>
                  </a:lnTo>
                  <a:lnTo>
                    <a:pt x="687324" y="323088"/>
                  </a:lnTo>
                  <a:lnTo>
                    <a:pt x="687324" y="322325"/>
                  </a:lnTo>
                  <a:lnTo>
                    <a:pt x="666750" y="326897"/>
                  </a:lnTo>
                  <a:lnTo>
                    <a:pt x="667512" y="326897"/>
                  </a:lnTo>
                  <a:lnTo>
                    <a:pt x="667512" y="365318"/>
                  </a:lnTo>
                  <a:lnTo>
                    <a:pt x="674370" y="364235"/>
                  </a:lnTo>
                  <a:lnTo>
                    <a:pt x="695706" y="359663"/>
                  </a:lnTo>
                  <a:lnTo>
                    <a:pt x="707898" y="356954"/>
                  </a:lnTo>
                  <a:close/>
                </a:path>
                <a:path w="1198879" h="375920">
                  <a:moveTo>
                    <a:pt x="728472" y="352043"/>
                  </a:moveTo>
                  <a:lnTo>
                    <a:pt x="728472" y="312420"/>
                  </a:lnTo>
                  <a:lnTo>
                    <a:pt x="707136" y="317753"/>
                  </a:lnTo>
                  <a:lnTo>
                    <a:pt x="707898" y="317753"/>
                  </a:lnTo>
                  <a:lnTo>
                    <a:pt x="707898" y="356954"/>
                  </a:lnTo>
                  <a:lnTo>
                    <a:pt x="716280" y="355091"/>
                  </a:lnTo>
                  <a:lnTo>
                    <a:pt x="728472" y="352043"/>
                  </a:lnTo>
                  <a:close/>
                </a:path>
                <a:path w="1198879" h="375920">
                  <a:moveTo>
                    <a:pt x="749046" y="346604"/>
                  </a:moveTo>
                  <a:lnTo>
                    <a:pt x="749046" y="307085"/>
                  </a:lnTo>
                  <a:lnTo>
                    <a:pt x="727710" y="312420"/>
                  </a:lnTo>
                  <a:lnTo>
                    <a:pt x="728472" y="312420"/>
                  </a:lnTo>
                  <a:lnTo>
                    <a:pt x="728472" y="352043"/>
                  </a:lnTo>
                  <a:lnTo>
                    <a:pt x="737616" y="349757"/>
                  </a:lnTo>
                  <a:lnTo>
                    <a:pt x="749046" y="346604"/>
                  </a:lnTo>
                  <a:close/>
                </a:path>
                <a:path w="1198879" h="375920">
                  <a:moveTo>
                    <a:pt x="772668" y="339089"/>
                  </a:moveTo>
                  <a:lnTo>
                    <a:pt x="762000" y="302513"/>
                  </a:lnTo>
                  <a:lnTo>
                    <a:pt x="748284" y="307085"/>
                  </a:lnTo>
                  <a:lnTo>
                    <a:pt x="749046" y="307085"/>
                  </a:lnTo>
                  <a:lnTo>
                    <a:pt x="749046" y="346604"/>
                  </a:lnTo>
                  <a:lnTo>
                    <a:pt x="759714" y="343661"/>
                  </a:lnTo>
                  <a:lnTo>
                    <a:pt x="772668" y="339089"/>
                  </a:lnTo>
                  <a:close/>
                </a:path>
                <a:path w="1198879" h="375920">
                  <a:moveTo>
                    <a:pt x="854963" y="311237"/>
                  </a:moveTo>
                  <a:lnTo>
                    <a:pt x="854963" y="270509"/>
                  </a:lnTo>
                  <a:lnTo>
                    <a:pt x="832866" y="278891"/>
                  </a:lnTo>
                  <a:lnTo>
                    <a:pt x="811530" y="286511"/>
                  </a:lnTo>
                  <a:lnTo>
                    <a:pt x="797052" y="291084"/>
                  </a:lnTo>
                  <a:lnTo>
                    <a:pt x="810006" y="327659"/>
                  </a:lnTo>
                  <a:lnTo>
                    <a:pt x="824484" y="322325"/>
                  </a:lnTo>
                  <a:lnTo>
                    <a:pt x="846582" y="314705"/>
                  </a:lnTo>
                  <a:lnTo>
                    <a:pt x="854963" y="311237"/>
                  </a:lnTo>
                  <a:close/>
                </a:path>
                <a:path w="1198879" h="375920">
                  <a:moveTo>
                    <a:pt x="917447" y="285749"/>
                  </a:moveTo>
                  <a:lnTo>
                    <a:pt x="902969" y="250697"/>
                  </a:lnTo>
                  <a:lnTo>
                    <a:pt x="898397" y="252983"/>
                  </a:lnTo>
                  <a:lnTo>
                    <a:pt x="876300" y="262127"/>
                  </a:lnTo>
                  <a:lnTo>
                    <a:pt x="854202" y="270509"/>
                  </a:lnTo>
                  <a:lnTo>
                    <a:pt x="854963" y="270509"/>
                  </a:lnTo>
                  <a:lnTo>
                    <a:pt x="854963" y="311237"/>
                  </a:lnTo>
                  <a:lnTo>
                    <a:pt x="868680" y="305561"/>
                  </a:lnTo>
                  <a:lnTo>
                    <a:pt x="890778" y="297179"/>
                  </a:lnTo>
                  <a:lnTo>
                    <a:pt x="912876" y="288035"/>
                  </a:lnTo>
                  <a:lnTo>
                    <a:pt x="917447" y="285749"/>
                  </a:lnTo>
                  <a:close/>
                </a:path>
                <a:path w="1198879" h="375920">
                  <a:moveTo>
                    <a:pt x="942594" y="248488"/>
                  </a:moveTo>
                  <a:lnTo>
                    <a:pt x="942594" y="233933"/>
                  </a:lnTo>
                  <a:lnTo>
                    <a:pt x="937260" y="236219"/>
                  </a:lnTo>
                  <a:lnTo>
                    <a:pt x="942594" y="248488"/>
                  </a:lnTo>
                  <a:close/>
                </a:path>
                <a:path w="1198879" h="375920">
                  <a:moveTo>
                    <a:pt x="964691" y="265911"/>
                  </a:moveTo>
                  <a:lnTo>
                    <a:pt x="964691" y="224027"/>
                  </a:lnTo>
                  <a:lnTo>
                    <a:pt x="941832" y="233933"/>
                  </a:lnTo>
                  <a:lnTo>
                    <a:pt x="942594" y="233933"/>
                  </a:lnTo>
                  <a:lnTo>
                    <a:pt x="942594" y="248488"/>
                  </a:lnTo>
                  <a:lnTo>
                    <a:pt x="952500" y="271271"/>
                  </a:lnTo>
                  <a:lnTo>
                    <a:pt x="957834" y="268985"/>
                  </a:lnTo>
                  <a:lnTo>
                    <a:pt x="964691" y="265911"/>
                  </a:lnTo>
                  <a:close/>
                </a:path>
                <a:path w="1198879" h="375920">
                  <a:moveTo>
                    <a:pt x="1056894" y="223265"/>
                  </a:moveTo>
                  <a:lnTo>
                    <a:pt x="1040891" y="188213"/>
                  </a:lnTo>
                  <a:lnTo>
                    <a:pt x="1008888" y="203453"/>
                  </a:lnTo>
                  <a:lnTo>
                    <a:pt x="963930" y="224027"/>
                  </a:lnTo>
                  <a:lnTo>
                    <a:pt x="964691" y="224027"/>
                  </a:lnTo>
                  <a:lnTo>
                    <a:pt x="964691" y="265911"/>
                  </a:lnTo>
                  <a:lnTo>
                    <a:pt x="979932" y="259079"/>
                  </a:lnTo>
                  <a:lnTo>
                    <a:pt x="1024890" y="238505"/>
                  </a:lnTo>
                  <a:lnTo>
                    <a:pt x="1056894" y="223265"/>
                  </a:lnTo>
                  <a:close/>
                </a:path>
                <a:path w="1198879" h="375920">
                  <a:moveTo>
                    <a:pt x="1198626" y="132587"/>
                  </a:moveTo>
                  <a:lnTo>
                    <a:pt x="1070610" y="131825"/>
                  </a:lnTo>
                  <a:lnTo>
                    <a:pt x="1087615" y="165836"/>
                  </a:lnTo>
                  <a:lnTo>
                    <a:pt x="1104900" y="156971"/>
                  </a:lnTo>
                  <a:lnTo>
                    <a:pt x="1121664" y="191261"/>
                  </a:lnTo>
                  <a:lnTo>
                    <a:pt x="1121664" y="233933"/>
                  </a:lnTo>
                  <a:lnTo>
                    <a:pt x="1198626" y="132587"/>
                  </a:lnTo>
                  <a:close/>
                </a:path>
                <a:path w="1198879" h="375920">
                  <a:moveTo>
                    <a:pt x="1104682" y="199970"/>
                  </a:moveTo>
                  <a:lnTo>
                    <a:pt x="1087615" y="165836"/>
                  </a:lnTo>
                  <a:lnTo>
                    <a:pt x="1075182" y="172211"/>
                  </a:lnTo>
                  <a:lnTo>
                    <a:pt x="1091946" y="206501"/>
                  </a:lnTo>
                  <a:lnTo>
                    <a:pt x="1104682" y="199970"/>
                  </a:lnTo>
                  <a:close/>
                </a:path>
                <a:path w="1198879" h="375920">
                  <a:moveTo>
                    <a:pt x="1121664" y="191261"/>
                  </a:moveTo>
                  <a:lnTo>
                    <a:pt x="1104900" y="156971"/>
                  </a:lnTo>
                  <a:lnTo>
                    <a:pt x="1087615" y="165836"/>
                  </a:lnTo>
                  <a:lnTo>
                    <a:pt x="1104682" y="199970"/>
                  </a:lnTo>
                  <a:lnTo>
                    <a:pt x="1121664" y="191261"/>
                  </a:lnTo>
                  <a:close/>
                </a:path>
                <a:path w="1198879" h="375920">
                  <a:moveTo>
                    <a:pt x="1121664" y="233933"/>
                  </a:moveTo>
                  <a:lnTo>
                    <a:pt x="1121664" y="191261"/>
                  </a:lnTo>
                  <a:lnTo>
                    <a:pt x="1104682" y="199970"/>
                  </a:lnTo>
                  <a:lnTo>
                    <a:pt x="1121664" y="23393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F143ED2A-5093-40AC-AFAC-A4E20C2FB03C}"/>
                </a:ext>
              </a:extLst>
            </p:cNvPr>
            <p:cNvSpPr/>
            <p:nvPr/>
          </p:nvSpPr>
          <p:spPr>
            <a:xfrm>
              <a:off x="4315853" y="5739383"/>
              <a:ext cx="935736" cy="7117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4E5365A8-F372-42D1-92C1-D9814394469C}"/>
                </a:ext>
              </a:extLst>
            </p:cNvPr>
            <p:cNvSpPr/>
            <p:nvPr/>
          </p:nvSpPr>
          <p:spPr>
            <a:xfrm>
              <a:off x="5147957" y="5915405"/>
              <a:ext cx="718185" cy="114300"/>
            </a:xfrm>
            <a:custGeom>
              <a:avLst/>
              <a:gdLst/>
              <a:ahLst/>
              <a:cxnLst/>
              <a:rect l="l" t="t" r="r" b="b"/>
              <a:pathLst>
                <a:path w="718185" h="114300">
                  <a:moveTo>
                    <a:pt x="603760" y="76384"/>
                  </a:moveTo>
                  <a:lnTo>
                    <a:pt x="603252" y="38281"/>
                  </a:lnTo>
                  <a:lnTo>
                    <a:pt x="0" y="44196"/>
                  </a:lnTo>
                  <a:lnTo>
                    <a:pt x="762" y="82296"/>
                  </a:lnTo>
                  <a:lnTo>
                    <a:pt x="603760" y="76384"/>
                  </a:lnTo>
                  <a:close/>
                </a:path>
                <a:path w="718185" h="114300">
                  <a:moveTo>
                    <a:pt x="717804" y="56388"/>
                  </a:moveTo>
                  <a:lnTo>
                    <a:pt x="602742" y="0"/>
                  </a:lnTo>
                  <a:lnTo>
                    <a:pt x="603252" y="38281"/>
                  </a:lnTo>
                  <a:lnTo>
                    <a:pt x="621792" y="38100"/>
                  </a:lnTo>
                  <a:lnTo>
                    <a:pt x="622554" y="76200"/>
                  </a:lnTo>
                  <a:lnTo>
                    <a:pt x="622554" y="104971"/>
                  </a:lnTo>
                  <a:lnTo>
                    <a:pt x="717804" y="56388"/>
                  </a:lnTo>
                  <a:close/>
                </a:path>
                <a:path w="718185" h="114300">
                  <a:moveTo>
                    <a:pt x="622554" y="76200"/>
                  </a:moveTo>
                  <a:lnTo>
                    <a:pt x="621792" y="38100"/>
                  </a:lnTo>
                  <a:lnTo>
                    <a:pt x="603252" y="38281"/>
                  </a:lnTo>
                  <a:lnTo>
                    <a:pt x="603760" y="76384"/>
                  </a:lnTo>
                  <a:lnTo>
                    <a:pt x="622554" y="76200"/>
                  </a:lnTo>
                  <a:close/>
                </a:path>
                <a:path w="718185" h="114300">
                  <a:moveTo>
                    <a:pt x="622554" y="104971"/>
                  </a:moveTo>
                  <a:lnTo>
                    <a:pt x="622554" y="76200"/>
                  </a:lnTo>
                  <a:lnTo>
                    <a:pt x="603760" y="76384"/>
                  </a:lnTo>
                  <a:lnTo>
                    <a:pt x="604266" y="114300"/>
                  </a:lnTo>
                  <a:lnTo>
                    <a:pt x="622554" y="1049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</p:grpSp>
      <p:sp>
        <p:nvSpPr>
          <p:cNvPr id="11" name="object 12">
            <a:extLst>
              <a:ext uri="{FF2B5EF4-FFF2-40B4-BE49-F238E27FC236}">
                <a16:creationId xmlns:a16="http://schemas.microsoft.com/office/drawing/2014/main" id="{66640A1C-A66D-4576-B1E9-AC8506E5008E}"/>
              </a:ext>
            </a:extLst>
          </p:cNvPr>
          <p:cNvSpPr/>
          <p:nvPr/>
        </p:nvSpPr>
        <p:spPr>
          <a:xfrm>
            <a:off x="5854839" y="4314956"/>
            <a:ext cx="1733550" cy="1200150"/>
          </a:xfrm>
          <a:custGeom>
            <a:avLst/>
            <a:gdLst/>
            <a:ahLst/>
            <a:cxnLst/>
            <a:rect l="l" t="t" r="r" b="b"/>
            <a:pathLst>
              <a:path w="1733550" h="1200150">
                <a:moveTo>
                  <a:pt x="1733549" y="1200150"/>
                </a:moveTo>
                <a:lnTo>
                  <a:pt x="1733549" y="0"/>
                </a:lnTo>
                <a:lnTo>
                  <a:pt x="0" y="0"/>
                </a:lnTo>
                <a:lnTo>
                  <a:pt x="0" y="1200150"/>
                </a:lnTo>
                <a:lnTo>
                  <a:pt x="9144" y="1200150"/>
                </a:lnTo>
                <a:lnTo>
                  <a:pt x="9143" y="19050"/>
                </a:lnTo>
                <a:lnTo>
                  <a:pt x="19050" y="9143"/>
                </a:lnTo>
                <a:lnTo>
                  <a:pt x="19050" y="19050"/>
                </a:lnTo>
                <a:lnTo>
                  <a:pt x="1714487" y="19050"/>
                </a:lnTo>
                <a:lnTo>
                  <a:pt x="1714487" y="9143"/>
                </a:lnTo>
                <a:lnTo>
                  <a:pt x="1724406" y="19050"/>
                </a:lnTo>
                <a:lnTo>
                  <a:pt x="1724406" y="1200150"/>
                </a:lnTo>
                <a:lnTo>
                  <a:pt x="1733549" y="1200150"/>
                </a:lnTo>
                <a:close/>
              </a:path>
              <a:path w="1733550" h="1200150">
                <a:moveTo>
                  <a:pt x="19050" y="19050"/>
                </a:moveTo>
                <a:lnTo>
                  <a:pt x="19050" y="9143"/>
                </a:lnTo>
                <a:lnTo>
                  <a:pt x="9143" y="19050"/>
                </a:lnTo>
                <a:lnTo>
                  <a:pt x="19050" y="19050"/>
                </a:lnTo>
                <a:close/>
              </a:path>
              <a:path w="1733550" h="1200150">
                <a:moveTo>
                  <a:pt x="19050" y="1181100"/>
                </a:moveTo>
                <a:lnTo>
                  <a:pt x="19050" y="19050"/>
                </a:lnTo>
                <a:lnTo>
                  <a:pt x="9143" y="19050"/>
                </a:lnTo>
                <a:lnTo>
                  <a:pt x="9144" y="1181100"/>
                </a:lnTo>
                <a:lnTo>
                  <a:pt x="19050" y="1181100"/>
                </a:lnTo>
                <a:close/>
              </a:path>
              <a:path w="1733550" h="1200150">
                <a:moveTo>
                  <a:pt x="1724406" y="1181100"/>
                </a:moveTo>
                <a:lnTo>
                  <a:pt x="9144" y="1181100"/>
                </a:lnTo>
                <a:lnTo>
                  <a:pt x="19050" y="1191006"/>
                </a:lnTo>
                <a:lnTo>
                  <a:pt x="19050" y="1200150"/>
                </a:lnTo>
                <a:lnTo>
                  <a:pt x="1714487" y="1200150"/>
                </a:lnTo>
                <a:lnTo>
                  <a:pt x="1714487" y="1191006"/>
                </a:lnTo>
                <a:lnTo>
                  <a:pt x="1724406" y="1181100"/>
                </a:lnTo>
                <a:close/>
              </a:path>
              <a:path w="1733550" h="1200150">
                <a:moveTo>
                  <a:pt x="19050" y="1200150"/>
                </a:moveTo>
                <a:lnTo>
                  <a:pt x="19050" y="1191006"/>
                </a:lnTo>
                <a:lnTo>
                  <a:pt x="9144" y="1181100"/>
                </a:lnTo>
                <a:lnTo>
                  <a:pt x="9144" y="1200150"/>
                </a:lnTo>
                <a:lnTo>
                  <a:pt x="19050" y="1200150"/>
                </a:lnTo>
                <a:close/>
              </a:path>
              <a:path w="1733550" h="1200150">
                <a:moveTo>
                  <a:pt x="1724406" y="19050"/>
                </a:moveTo>
                <a:lnTo>
                  <a:pt x="1714487" y="9143"/>
                </a:lnTo>
                <a:lnTo>
                  <a:pt x="1714487" y="19050"/>
                </a:lnTo>
                <a:lnTo>
                  <a:pt x="1724406" y="19050"/>
                </a:lnTo>
                <a:close/>
              </a:path>
              <a:path w="1733550" h="1200150">
                <a:moveTo>
                  <a:pt x="1724406" y="1181100"/>
                </a:moveTo>
                <a:lnTo>
                  <a:pt x="1724406" y="19050"/>
                </a:lnTo>
                <a:lnTo>
                  <a:pt x="1714487" y="19050"/>
                </a:lnTo>
                <a:lnTo>
                  <a:pt x="1714487" y="1181100"/>
                </a:lnTo>
                <a:lnTo>
                  <a:pt x="1724406" y="1181100"/>
                </a:lnTo>
                <a:close/>
              </a:path>
              <a:path w="1733550" h="1200150">
                <a:moveTo>
                  <a:pt x="1724406" y="1200150"/>
                </a:moveTo>
                <a:lnTo>
                  <a:pt x="1724406" y="1181100"/>
                </a:lnTo>
                <a:lnTo>
                  <a:pt x="1714487" y="1191006"/>
                </a:lnTo>
                <a:lnTo>
                  <a:pt x="1714487" y="1200150"/>
                </a:lnTo>
                <a:lnTo>
                  <a:pt x="1724406" y="1200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CE41FCBE-7918-4008-921E-9C72CB1463FB}"/>
              </a:ext>
            </a:extLst>
          </p:cNvPr>
          <p:cNvSpPr txBox="1"/>
          <p:nvPr/>
        </p:nvSpPr>
        <p:spPr>
          <a:xfrm>
            <a:off x="6079878" y="4483612"/>
            <a:ext cx="12827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cs typeface="+mn-ea"/>
                <a:sym typeface="+mn-lt"/>
              </a:rPr>
              <a:t>regression/  </a:t>
            </a:r>
            <a:r>
              <a:rPr sz="1800" b="1" spc="-5" dirty="0">
                <a:cs typeface="+mn-ea"/>
                <a:sym typeface="+mn-lt"/>
              </a:rPr>
              <a:t>classification  layers</a:t>
            </a:r>
            <a:endParaRPr sz="1800">
              <a:cs typeface="+mn-ea"/>
              <a:sym typeface="+mn-lt"/>
            </a:endParaRPr>
          </a:p>
        </p:txBody>
      </p:sp>
      <p:sp>
        <p:nvSpPr>
          <p:cNvPr id="13" name="object 16">
            <a:extLst>
              <a:ext uri="{FF2B5EF4-FFF2-40B4-BE49-F238E27FC236}">
                <a16:creationId xmlns:a16="http://schemas.microsoft.com/office/drawing/2014/main" id="{3327FA7D-2F8A-4B87-BCC8-40A6D7563555}"/>
              </a:ext>
            </a:extLst>
          </p:cNvPr>
          <p:cNvSpPr/>
          <p:nvPr/>
        </p:nvSpPr>
        <p:spPr>
          <a:xfrm>
            <a:off x="7611236" y="4905505"/>
            <a:ext cx="718185" cy="114300"/>
          </a:xfrm>
          <a:custGeom>
            <a:avLst/>
            <a:gdLst/>
            <a:ahLst/>
            <a:cxnLst/>
            <a:rect l="l" t="t" r="r" b="b"/>
            <a:pathLst>
              <a:path w="718184" h="114300">
                <a:moveTo>
                  <a:pt x="603760" y="76384"/>
                </a:moveTo>
                <a:lnTo>
                  <a:pt x="603252" y="38288"/>
                </a:lnTo>
                <a:lnTo>
                  <a:pt x="0" y="44196"/>
                </a:lnTo>
                <a:lnTo>
                  <a:pt x="762" y="82296"/>
                </a:lnTo>
                <a:lnTo>
                  <a:pt x="603760" y="76384"/>
                </a:lnTo>
                <a:close/>
              </a:path>
              <a:path w="718184" h="114300">
                <a:moveTo>
                  <a:pt x="717804" y="56388"/>
                </a:moveTo>
                <a:lnTo>
                  <a:pt x="602742" y="0"/>
                </a:lnTo>
                <a:lnTo>
                  <a:pt x="603252" y="38288"/>
                </a:lnTo>
                <a:lnTo>
                  <a:pt x="622554" y="38100"/>
                </a:lnTo>
                <a:lnTo>
                  <a:pt x="622554" y="104971"/>
                </a:lnTo>
                <a:lnTo>
                  <a:pt x="717804" y="56388"/>
                </a:lnTo>
                <a:close/>
              </a:path>
              <a:path w="718184" h="114300">
                <a:moveTo>
                  <a:pt x="622554" y="76200"/>
                </a:moveTo>
                <a:lnTo>
                  <a:pt x="622554" y="38100"/>
                </a:lnTo>
                <a:lnTo>
                  <a:pt x="603252" y="38288"/>
                </a:lnTo>
                <a:lnTo>
                  <a:pt x="603760" y="76384"/>
                </a:lnTo>
                <a:lnTo>
                  <a:pt x="622554" y="76200"/>
                </a:lnTo>
                <a:close/>
              </a:path>
              <a:path w="718184" h="114300">
                <a:moveTo>
                  <a:pt x="622554" y="104971"/>
                </a:moveTo>
                <a:lnTo>
                  <a:pt x="622554" y="76200"/>
                </a:lnTo>
                <a:lnTo>
                  <a:pt x="603760" y="76384"/>
                </a:lnTo>
                <a:lnTo>
                  <a:pt x="604266" y="114300"/>
                </a:lnTo>
                <a:lnTo>
                  <a:pt x="622554" y="1049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4" name="object 33">
            <a:extLst>
              <a:ext uri="{FF2B5EF4-FFF2-40B4-BE49-F238E27FC236}">
                <a16:creationId xmlns:a16="http://schemas.microsoft.com/office/drawing/2014/main" id="{25F40657-1598-44A1-8B58-253C8CF575CC}"/>
              </a:ext>
            </a:extLst>
          </p:cNvPr>
          <p:cNvSpPr/>
          <p:nvPr/>
        </p:nvSpPr>
        <p:spPr>
          <a:xfrm>
            <a:off x="8628502" y="5017099"/>
            <a:ext cx="1152085" cy="7030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  <p:sp>
        <p:nvSpPr>
          <p:cNvPr id="15" name="object 34">
            <a:extLst>
              <a:ext uri="{FF2B5EF4-FFF2-40B4-BE49-F238E27FC236}">
                <a16:creationId xmlns:a16="http://schemas.microsoft.com/office/drawing/2014/main" id="{00249E7A-9C1C-4CA0-8CD7-B7D39CCA6E12}"/>
              </a:ext>
            </a:extLst>
          </p:cNvPr>
          <p:cNvSpPr/>
          <p:nvPr/>
        </p:nvSpPr>
        <p:spPr>
          <a:xfrm>
            <a:off x="8329421" y="3981998"/>
            <a:ext cx="1829492" cy="6659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0143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1094-6287-44C2-BFAD-318392D6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RPN</a:t>
            </a:r>
            <a:r>
              <a:rPr lang="zh-CN" altLang="en-US" b="1" dirty="0"/>
              <a:t>训练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E038A-4B7D-4CBA-A766-1B3675E30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从训练集中随机选择训练图片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给每一个</a:t>
            </a:r>
            <a:r>
              <a:rPr lang="en-US" altLang="zh-CN" dirty="0">
                <a:cs typeface="+mn-ea"/>
                <a:sym typeface="+mn-lt"/>
              </a:rPr>
              <a:t>Anchor</a:t>
            </a:r>
            <a:r>
              <a:rPr lang="zh-CN" altLang="en-US" dirty="0">
                <a:cs typeface="+mn-ea"/>
                <a:sym typeface="+mn-lt"/>
              </a:rPr>
              <a:t>设置相对应的标签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256</a:t>
            </a:r>
            <a:r>
              <a:rPr lang="zh-CN" altLang="en-US" dirty="0">
                <a:cs typeface="+mn-ea"/>
                <a:sym typeface="+mn-lt"/>
              </a:rPr>
              <a:t>个</a:t>
            </a:r>
            <a:r>
              <a:rPr lang="en-US" altLang="zh-CN" dirty="0">
                <a:cs typeface="+mn-ea"/>
                <a:sym typeface="+mn-lt"/>
              </a:rPr>
              <a:t>Anchor</a:t>
            </a:r>
            <a:r>
              <a:rPr lang="zh-CN" altLang="en-US" dirty="0">
                <a:cs typeface="+mn-ea"/>
                <a:sym typeface="+mn-lt"/>
              </a:rPr>
              <a:t>构成一个训练的</a:t>
            </a:r>
            <a:r>
              <a:rPr lang="en-US" altLang="zh-CN" dirty="0">
                <a:cs typeface="+mn-ea"/>
                <a:sym typeface="+mn-lt"/>
              </a:rPr>
              <a:t>Mini-Batch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128 positive (object) anchors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128 negative (background) anchors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计算目标损失函数，并通过</a:t>
            </a:r>
            <a:r>
              <a:rPr lang="en-US" altLang="zh-CN" dirty="0">
                <a:cs typeface="+mn-ea"/>
                <a:sym typeface="+mn-lt"/>
              </a:rPr>
              <a:t>SGD</a:t>
            </a:r>
            <a:r>
              <a:rPr lang="zh-CN" altLang="en-US" dirty="0">
                <a:cs typeface="+mn-ea"/>
                <a:sym typeface="+mn-lt"/>
              </a:rPr>
              <a:t>进行参数优化</a:t>
            </a:r>
            <a:endParaRPr lang="en-US" altLang="zh-CN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549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284A9-42F8-4E34-A0A8-E4D1F339A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RPN</a:t>
            </a:r>
            <a:r>
              <a:rPr lang="zh-CN" altLang="en-US" b="1" dirty="0"/>
              <a:t>训练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9254F7-0660-4501-9531-C9BF7AA5E4A8}"/>
              </a:ext>
            </a:extLst>
          </p:cNvPr>
          <p:cNvGrpSpPr/>
          <p:nvPr/>
        </p:nvGrpSpPr>
        <p:grpSpPr>
          <a:xfrm>
            <a:off x="1784291" y="1565560"/>
            <a:ext cx="8896089" cy="5006227"/>
            <a:chOff x="1091272" y="1690688"/>
            <a:chExt cx="8896089" cy="500622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989F67C-96D8-457B-8A97-854621793686}"/>
                </a:ext>
              </a:extLst>
            </p:cNvPr>
            <p:cNvGrpSpPr/>
            <p:nvPr/>
          </p:nvGrpSpPr>
          <p:grpSpPr>
            <a:xfrm>
              <a:off x="3864705" y="4500975"/>
              <a:ext cx="3771047" cy="2195940"/>
              <a:chOff x="3881414" y="4295767"/>
              <a:chExt cx="3771047" cy="219594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27AD47B-C5B0-4416-89F4-6087273AD678}"/>
                  </a:ext>
                </a:extLst>
              </p:cNvPr>
              <p:cNvGrpSpPr/>
              <p:nvPr/>
            </p:nvGrpSpPr>
            <p:grpSpPr>
              <a:xfrm>
                <a:off x="3881414" y="4295767"/>
                <a:ext cx="3771047" cy="2195940"/>
                <a:chOff x="3785338" y="4597670"/>
                <a:chExt cx="3771047" cy="2195940"/>
              </a:xfrm>
            </p:grpSpPr>
            <p:sp>
              <p:nvSpPr>
                <p:cNvPr id="36" name="object 41">
                  <a:extLst>
                    <a:ext uri="{FF2B5EF4-FFF2-40B4-BE49-F238E27FC236}">
                      <a16:creationId xmlns:a16="http://schemas.microsoft.com/office/drawing/2014/main" id="{463173D6-C9C4-4CB3-B23A-0B61836D583E}"/>
                    </a:ext>
                  </a:extLst>
                </p:cNvPr>
                <p:cNvSpPr/>
                <p:nvPr/>
              </p:nvSpPr>
              <p:spPr>
                <a:xfrm>
                  <a:off x="5841377" y="6315710"/>
                  <a:ext cx="1598246" cy="354329"/>
                </a:xfrm>
                <a:prstGeom prst="rect">
                  <a:avLst/>
                </a:prstGeom>
                <a:blipFill>
                  <a:blip r:embed="rId2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object 6">
                  <a:extLst>
                    <a:ext uri="{FF2B5EF4-FFF2-40B4-BE49-F238E27FC236}">
                      <a16:creationId xmlns:a16="http://schemas.microsoft.com/office/drawing/2014/main" id="{69D77436-AADA-4BC8-B44B-192E739F4707}"/>
                    </a:ext>
                  </a:extLst>
                </p:cNvPr>
                <p:cNvSpPr txBox="1"/>
                <p:nvPr/>
              </p:nvSpPr>
              <p:spPr>
                <a:xfrm>
                  <a:off x="3785338" y="4703451"/>
                  <a:ext cx="978535" cy="289823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 marR="5080" algn="ctr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sz="1800" b="1" dirty="0">
                      <a:cs typeface="+mn-ea"/>
                      <a:sym typeface="+mn-lt"/>
                    </a:rPr>
                    <a:t>RPN</a:t>
                  </a:r>
                  <a:endParaRPr sz="1800" b="1" dirty="0">
                    <a:cs typeface="+mn-ea"/>
                    <a:sym typeface="+mn-lt"/>
                  </a:endParaRPr>
                </a:p>
              </p:txBody>
            </p: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3986B53B-53AF-4877-9382-508F637118B4}"/>
                    </a:ext>
                  </a:extLst>
                </p:cNvPr>
                <p:cNvGrpSpPr/>
                <p:nvPr/>
              </p:nvGrpSpPr>
              <p:grpSpPr>
                <a:xfrm>
                  <a:off x="3838011" y="5226215"/>
                  <a:ext cx="1436209" cy="1013089"/>
                  <a:chOff x="4105115" y="5588600"/>
                  <a:chExt cx="1436209" cy="1013089"/>
                </a:xfrm>
              </p:grpSpPr>
              <p:sp>
                <p:nvSpPr>
                  <p:cNvPr id="48" name="object 6">
                    <a:extLst>
                      <a:ext uri="{FF2B5EF4-FFF2-40B4-BE49-F238E27FC236}">
                        <a16:creationId xmlns:a16="http://schemas.microsoft.com/office/drawing/2014/main" id="{3CC325F0-2A4A-4C66-8617-B227AE1A5F85}"/>
                      </a:ext>
                    </a:extLst>
                  </p:cNvPr>
                  <p:cNvSpPr txBox="1"/>
                  <p:nvPr/>
                </p:nvSpPr>
                <p:spPr>
                  <a:xfrm>
                    <a:off x="4105115" y="5628457"/>
                    <a:ext cx="1418082" cy="289823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 marR="5080" algn="ctr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lang="en-US" b="1" dirty="0">
                        <a:cs typeface="+mn-ea"/>
                        <a:sym typeface="+mn-lt"/>
                      </a:rPr>
                      <a:t>intermediate</a:t>
                    </a:r>
                    <a:endParaRPr sz="1800" dirty="0">
                      <a:cs typeface="+mn-ea"/>
                      <a:sym typeface="+mn-lt"/>
                    </a:endParaRPr>
                  </a:p>
                </p:txBody>
              </p: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568ED4AC-F3FA-4CD1-B980-863B278BC62E}"/>
                      </a:ext>
                    </a:extLst>
                  </p:cNvPr>
                  <p:cNvGrpSpPr/>
                  <p:nvPr/>
                </p:nvGrpSpPr>
                <p:grpSpPr>
                  <a:xfrm>
                    <a:off x="4122745" y="5588600"/>
                    <a:ext cx="1418579" cy="1013089"/>
                    <a:chOff x="4122745" y="5588600"/>
                    <a:chExt cx="1418579" cy="1013089"/>
                  </a:xfrm>
                </p:grpSpPr>
                <p:sp>
                  <p:nvSpPr>
                    <p:cNvPr id="50" name="object 39">
                      <a:extLst>
                        <a:ext uri="{FF2B5EF4-FFF2-40B4-BE49-F238E27FC236}">
                          <a16:creationId xmlns:a16="http://schemas.microsoft.com/office/drawing/2014/main" id="{CF6C9A23-A159-4DF1-9EAF-AE98B1C682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3242" y="6081244"/>
                      <a:ext cx="1418082" cy="520445"/>
                    </a:xfrm>
                    <a:prstGeom prst="rect">
                      <a:avLst/>
                    </a:prstGeom>
                    <a:blipFill>
                      <a:blip r:embed="rId3" cstate="print"/>
                      <a:stretch>
                        <a:fillRect/>
                      </a:stretch>
                    </a:blipFill>
                  </p:spPr>
                  <p:txBody>
                    <a:bodyPr wrap="square" lIns="0" tIns="0" rIns="0" bIns="0" rtlCol="0"/>
                    <a:lstStyle/>
                    <a:p>
                      <a:endParaRPr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C0BEB74E-C0CB-4C21-94DF-B42239D43F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22745" y="5588600"/>
                      <a:ext cx="1376918" cy="396240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>
                        <a:solidFill>
                          <a:schemeClr val="tx1"/>
                        </a:solidFill>
                        <a:cs typeface="+mn-ea"/>
                        <a:sym typeface="+mn-lt"/>
                      </a:endParaRPr>
                    </a:p>
                  </p:txBody>
                </p:sp>
              </p:grp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5A0B5ACF-C172-41DD-9E38-1298D269E06A}"/>
                    </a:ext>
                  </a:extLst>
                </p:cNvPr>
                <p:cNvGrpSpPr/>
                <p:nvPr/>
              </p:nvGrpSpPr>
              <p:grpSpPr>
                <a:xfrm>
                  <a:off x="5841377" y="4815208"/>
                  <a:ext cx="1598246" cy="396240"/>
                  <a:chOff x="5841377" y="4815208"/>
                  <a:chExt cx="1598246" cy="396240"/>
                </a:xfrm>
              </p:grpSpPr>
              <p:sp>
                <p:nvSpPr>
                  <p:cNvPr id="46" name="object 6">
                    <a:extLst>
                      <a:ext uri="{FF2B5EF4-FFF2-40B4-BE49-F238E27FC236}">
                        <a16:creationId xmlns:a16="http://schemas.microsoft.com/office/drawing/2014/main" id="{516DB9B6-21B0-409F-9F0D-738892215FD1}"/>
                      </a:ext>
                    </a:extLst>
                  </p:cNvPr>
                  <p:cNvSpPr txBox="1"/>
                  <p:nvPr/>
                </p:nvSpPr>
                <p:spPr>
                  <a:xfrm>
                    <a:off x="6000349" y="4860713"/>
                    <a:ext cx="1280303" cy="289823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 marR="5080" algn="ctr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lang="en-US" b="1" dirty="0">
                        <a:cs typeface="+mn-ea"/>
                        <a:sym typeface="+mn-lt"/>
                      </a:rPr>
                      <a:t>regression</a:t>
                    </a:r>
                    <a:endParaRPr sz="18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6F865105-E577-41AF-8DBA-4DD4D8D6D40A}"/>
                      </a:ext>
                    </a:extLst>
                  </p:cNvPr>
                  <p:cNvSpPr/>
                  <p:nvPr/>
                </p:nvSpPr>
                <p:spPr>
                  <a:xfrm>
                    <a:off x="5841377" y="4815208"/>
                    <a:ext cx="1598246" cy="396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AB400924-CE22-4353-AB39-C6B19CF1534A}"/>
                    </a:ext>
                  </a:extLst>
                </p:cNvPr>
                <p:cNvGrpSpPr/>
                <p:nvPr/>
              </p:nvGrpSpPr>
              <p:grpSpPr>
                <a:xfrm>
                  <a:off x="5841377" y="5856224"/>
                  <a:ext cx="1598246" cy="396240"/>
                  <a:chOff x="5895338" y="5265069"/>
                  <a:chExt cx="1598246" cy="396240"/>
                </a:xfrm>
              </p:grpSpPr>
              <p:sp>
                <p:nvSpPr>
                  <p:cNvPr id="44" name="object 6">
                    <a:extLst>
                      <a:ext uri="{FF2B5EF4-FFF2-40B4-BE49-F238E27FC236}">
                        <a16:creationId xmlns:a16="http://schemas.microsoft.com/office/drawing/2014/main" id="{9F7AF268-BC76-458A-BAF7-9D126A3EB797}"/>
                      </a:ext>
                    </a:extLst>
                  </p:cNvPr>
                  <p:cNvSpPr txBox="1"/>
                  <p:nvPr/>
                </p:nvSpPr>
                <p:spPr>
                  <a:xfrm>
                    <a:off x="6067125" y="5309560"/>
                    <a:ext cx="1280303" cy="289823"/>
                  </a:xfrm>
                  <a:prstGeom prst="rect">
                    <a:avLst/>
                  </a:prstGeom>
                </p:spPr>
                <p:txBody>
                  <a:bodyPr vert="horz" wrap="square" lIns="0" tIns="12700" rIns="0" bIns="0" rtlCol="0">
                    <a:spAutoFit/>
                  </a:bodyPr>
                  <a:lstStyle/>
                  <a:p>
                    <a:pPr marL="12700" marR="5080" algn="ctr">
                      <a:lnSpc>
                        <a:spcPct val="100000"/>
                      </a:lnSpc>
                      <a:spcBef>
                        <a:spcPts val="100"/>
                      </a:spcBef>
                    </a:pPr>
                    <a:r>
                      <a:rPr lang="en-US" b="1" dirty="0">
                        <a:cs typeface="+mn-ea"/>
                        <a:sym typeface="+mn-lt"/>
                      </a:rPr>
                      <a:t>classification</a:t>
                    </a:r>
                    <a:endParaRPr sz="18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C14527B1-AEA6-4AC8-8E0E-2615A28165B1}"/>
                      </a:ext>
                    </a:extLst>
                  </p:cNvPr>
                  <p:cNvSpPr/>
                  <p:nvPr/>
                </p:nvSpPr>
                <p:spPr>
                  <a:xfrm>
                    <a:off x="5895338" y="5265069"/>
                    <a:ext cx="1598246" cy="3962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solidFill>
                        <a:schemeClr val="tx1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41" name="object 37">
                  <a:extLst>
                    <a:ext uri="{FF2B5EF4-FFF2-40B4-BE49-F238E27FC236}">
                      <a16:creationId xmlns:a16="http://schemas.microsoft.com/office/drawing/2014/main" id="{8DBC23E8-B90B-40DB-9412-4A167A08DE93}"/>
                    </a:ext>
                  </a:extLst>
                </p:cNvPr>
                <p:cNvSpPr/>
                <p:nvPr/>
              </p:nvSpPr>
              <p:spPr>
                <a:xfrm rot="13165025">
                  <a:off x="5236773" y="5651573"/>
                  <a:ext cx="623922" cy="136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140" h="114300">
                      <a:moveTo>
                        <a:pt x="115061" y="0"/>
                      </a:moveTo>
                      <a:lnTo>
                        <a:pt x="0" y="55626"/>
                      </a:lnTo>
                      <a:lnTo>
                        <a:pt x="95249" y="104849"/>
                      </a:lnTo>
                      <a:lnTo>
                        <a:pt x="95249" y="37338"/>
                      </a:lnTo>
                      <a:lnTo>
                        <a:pt x="114561" y="37509"/>
                      </a:lnTo>
                      <a:lnTo>
                        <a:pt x="115061" y="0"/>
                      </a:lnTo>
                      <a:close/>
                    </a:path>
                    <a:path w="866140" h="114300">
                      <a:moveTo>
                        <a:pt x="114561" y="37509"/>
                      </a:moveTo>
                      <a:lnTo>
                        <a:pt x="95249" y="37338"/>
                      </a:lnTo>
                      <a:lnTo>
                        <a:pt x="95249" y="75438"/>
                      </a:lnTo>
                      <a:lnTo>
                        <a:pt x="114053" y="75605"/>
                      </a:lnTo>
                      <a:lnTo>
                        <a:pt x="114561" y="37509"/>
                      </a:lnTo>
                      <a:close/>
                    </a:path>
                    <a:path w="866140" h="114300">
                      <a:moveTo>
                        <a:pt x="114053" y="75605"/>
                      </a:moveTo>
                      <a:lnTo>
                        <a:pt x="95249" y="75438"/>
                      </a:lnTo>
                      <a:lnTo>
                        <a:pt x="95249" y="104849"/>
                      </a:lnTo>
                      <a:lnTo>
                        <a:pt x="113537" y="114300"/>
                      </a:lnTo>
                      <a:lnTo>
                        <a:pt x="114053" y="75605"/>
                      </a:lnTo>
                      <a:close/>
                    </a:path>
                    <a:path w="866140" h="114300">
                      <a:moveTo>
                        <a:pt x="865631" y="82296"/>
                      </a:moveTo>
                      <a:lnTo>
                        <a:pt x="865631" y="44196"/>
                      </a:lnTo>
                      <a:lnTo>
                        <a:pt x="114561" y="37509"/>
                      </a:lnTo>
                      <a:lnTo>
                        <a:pt x="114053" y="75605"/>
                      </a:lnTo>
                      <a:lnTo>
                        <a:pt x="865631" y="822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object 37">
                  <a:extLst>
                    <a:ext uri="{FF2B5EF4-FFF2-40B4-BE49-F238E27FC236}">
                      <a16:creationId xmlns:a16="http://schemas.microsoft.com/office/drawing/2014/main" id="{2968C28C-04CB-4D54-86A7-C148C486595E}"/>
                    </a:ext>
                  </a:extLst>
                </p:cNvPr>
                <p:cNvSpPr/>
                <p:nvPr/>
              </p:nvSpPr>
              <p:spPr>
                <a:xfrm rot="8377688">
                  <a:off x="5243622" y="5121127"/>
                  <a:ext cx="623922" cy="1364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140" h="114300">
                      <a:moveTo>
                        <a:pt x="115061" y="0"/>
                      </a:moveTo>
                      <a:lnTo>
                        <a:pt x="0" y="55626"/>
                      </a:lnTo>
                      <a:lnTo>
                        <a:pt x="95249" y="104849"/>
                      </a:lnTo>
                      <a:lnTo>
                        <a:pt x="95249" y="37338"/>
                      </a:lnTo>
                      <a:lnTo>
                        <a:pt x="114561" y="37509"/>
                      </a:lnTo>
                      <a:lnTo>
                        <a:pt x="115061" y="0"/>
                      </a:lnTo>
                      <a:close/>
                    </a:path>
                    <a:path w="866140" h="114300">
                      <a:moveTo>
                        <a:pt x="114561" y="37509"/>
                      </a:moveTo>
                      <a:lnTo>
                        <a:pt x="95249" y="37338"/>
                      </a:lnTo>
                      <a:lnTo>
                        <a:pt x="95249" y="75438"/>
                      </a:lnTo>
                      <a:lnTo>
                        <a:pt x="114053" y="75605"/>
                      </a:lnTo>
                      <a:lnTo>
                        <a:pt x="114561" y="37509"/>
                      </a:lnTo>
                      <a:close/>
                    </a:path>
                    <a:path w="866140" h="114300">
                      <a:moveTo>
                        <a:pt x="114053" y="75605"/>
                      </a:moveTo>
                      <a:lnTo>
                        <a:pt x="95249" y="75438"/>
                      </a:lnTo>
                      <a:lnTo>
                        <a:pt x="95249" y="104849"/>
                      </a:lnTo>
                      <a:lnTo>
                        <a:pt x="113537" y="114300"/>
                      </a:lnTo>
                      <a:lnTo>
                        <a:pt x="114053" y="75605"/>
                      </a:lnTo>
                      <a:close/>
                    </a:path>
                    <a:path w="866140" h="114300">
                      <a:moveTo>
                        <a:pt x="865631" y="82296"/>
                      </a:moveTo>
                      <a:lnTo>
                        <a:pt x="865631" y="44196"/>
                      </a:lnTo>
                      <a:lnTo>
                        <a:pt x="114561" y="37509"/>
                      </a:lnTo>
                      <a:lnTo>
                        <a:pt x="114053" y="75605"/>
                      </a:lnTo>
                      <a:lnTo>
                        <a:pt x="865631" y="822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29C45B3-5109-47AB-BCA6-ACE2AFA2C0C8}"/>
                    </a:ext>
                  </a:extLst>
                </p:cNvPr>
                <p:cNvSpPr/>
                <p:nvPr/>
              </p:nvSpPr>
              <p:spPr>
                <a:xfrm>
                  <a:off x="3805223" y="4597670"/>
                  <a:ext cx="3751162" cy="219594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5" name="object 41">
                <a:extLst>
                  <a:ext uri="{FF2B5EF4-FFF2-40B4-BE49-F238E27FC236}">
                    <a16:creationId xmlns:a16="http://schemas.microsoft.com/office/drawing/2014/main" id="{1116311A-C8F3-4C56-BB8F-37AACF5E3C54}"/>
                  </a:ext>
                </a:extLst>
              </p:cNvPr>
              <p:cNvSpPr/>
              <p:nvPr/>
            </p:nvSpPr>
            <p:spPr>
              <a:xfrm>
                <a:off x="5937451" y="4987575"/>
                <a:ext cx="1598246" cy="354329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61DF404-CA0D-448C-BCCB-8C06B6170C1C}"/>
                </a:ext>
              </a:extLst>
            </p:cNvPr>
            <p:cNvGrpSpPr/>
            <p:nvPr/>
          </p:nvGrpSpPr>
          <p:grpSpPr>
            <a:xfrm>
              <a:off x="1091272" y="1690688"/>
              <a:ext cx="8896089" cy="4528327"/>
              <a:chOff x="1091272" y="1690688"/>
              <a:chExt cx="8896089" cy="4528327"/>
            </a:xfrm>
          </p:grpSpPr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696F6D67-35F7-40A2-B3DD-55996EED1F51}"/>
                  </a:ext>
                </a:extLst>
              </p:cNvPr>
              <p:cNvSpPr/>
              <p:nvPr/>
            </p:nvSpPr>
            <p:spPr>
              <a:xfrm>
                <a:off x="1535400" y="4178638"/>
                <a:ext cx="1735455" cy="1224280"/>
              </a:xfrm>
              <a:custGeom>
                <a:avLst/>
                <a:gdLst/>
                <a:ahLst/>
                <a:cxnLst/>
                <a:rect l="l" t="t" r="r" b="b"/>
                <a:pathLst>
                  <a:path w="1735455" h="1224279">
                    <a:moveTo>
                      <a:pt x="0" y="217169"/>
                    </a:moveTo>
                    <a:lnTo>
                      <a:pt x="0" y="1006601"/>
                    </a:lnTo>
                    <a:lnTo>
                      <a:pt x="25226" y="1058938"/>
                    </a:lnTo>
                    <a:lnTo>
                      <a:pt x="68210" y="1091326"/>
                    </a:lnTo>
                    <a:lnTo>
                      <a:pt x="130043" y="1121200"/>
                    </a:lnTo>
                    <a:lnTo>
                      <a:pt x="167469" y="1135056"/>
                    </a:lnTo>
                    <a:lnTo>
                      <a:pt x="208936" y="1148120"/>
                    </a:lnTo>
                    <a:lnTo>
                      <a:pt x="254222" y="1160335"/>
                    </a:lnTo>
                    <a:lnTo>
                      <a:pt x="303102" y="1171647"/>
                    </a:lnTo>
                    <a:lnTo>
                      <a:pt x="355354" y="1182002"/>
                    </a:lnTo>
                    <a:lnTo>
                      <a:pt x="410753" y="1191343"/>
                    </a:lnTo>
                    <a:lnTo>
                      <a:pt x="469077" y="1199618"/>
                    </a:lnTo>
                    <a:lnTo>
                      <a:pt x="530101" y="1206769"/>
                    </a:lnTo>
                    <a:lnTo>
                      <a:pt x="593604" y="1212744"/>
                    </a:lnTo>
                    <a:lnTo>
                      <a:pt x="659360" y="1217486"/>
                    </a:lnTo>
                    <a:lnTo>
                      <a:pt x="727146" y="1220941"/>
                    </a:lnTo>
                    <a:lnTo>
                      <a:pt x="796740" y="1223055"/>
                    </a:lnTo>
                    <a:lnTo>
                      <a:pt x="867918" y="1223771"/>
                    </a:lnTo>
                    <a:lnTo>
                      <a:pt x="938986" y="1223055"/>
                    </a:lnTo>
                    <a:lnTo>
                      <a:pt x="1008482" y="1220941"/>
                    </a:lnTo>
                    <a:lnTo>
                      <a:pt x="1076181" y="1217486"/>
                    </a:lnTo>
                    <a:lnTo>
                      <a:pt x="1141860" y="1212744"/>
                    </a:lnTo>
                    <a:lnTo>
                      <a:pt x="1205293" y="1206769"/>
                    </a:lnTo>
                    <a:lnTo>
                      <a:pt x="1266258" y="1199618"/>
                    </a:lnTo>
                    <a:lnTo>
                      <a:pt x="1324529" y="1191343"/>
                    </a:lnTo>
                    <a:lnTo>
                      <a:pt x="1379884" y="1182002"/>
                    </a:lnTo>
                    <a:lnTo>
                      <a:pt x="1432098" y="1171647"/>
                    </a:lnTo>
                    <a:lnTo>
                      <a:pt x="1480947" y="1160335"/>
                    </a:lnTo>
                    <a:lnTo>
                      <a:pt x="1526206" y="1148120"/>
                    </a:lnTo>
                    <a:lnTo>
                      <a:pt x="1567653" y="1135056"/>
                    </a:lnTo>
                    <a:lnTo>
                      <a:pt x="1605063" y="1121200"/>
                    </a:lnTo>
                    <a:lnTo>
                      <a:pt x="1666875" y="1091326"/>
                    </a:lnTo>
                    <a:lnTo>
                      <a:pt x="1709850" y="1058938"/>
                    </a:lnTo>
                    <a:lnTo>
                      <a:pt x="1732196" y="1024475"/>
                    </a:lnTo>
                    <a:lnTo>
                      <a:pt x="1735074" y="1006601"/>
                    </a:lnTo>
                    <a:lnTo>
                      <a:pt x="1735074" y="217169"/>
                    </a:lnTo>
                    <a:lnTo>
                      <a:pt x="1709850" y="164833"/>
                    </a:lnTo>
                    <a:lnTo>
                      <a:pt x="1666875" y="132445"/>
                    </a:lnTo>
                    <a:lnTo>
                      <a:pt x="1605063" y="102571"/>
                    </a:lnTo>
                    <a:lnTo>
                      <a:pt x="1567653" y="88715"/>
                    </a:lnTo>
                    <a:lnTo>
                      <a:pt x="1526206" y="75651"/>
                    </a:lnTo>
                    <a:lnTo>
                      <a:pt x="1480947" y="63436"/>
                    </a:lnTo>
                    <a:lnTo>
                      <a:pt x="1432098" y="52124"/>
                    </a:lnTo>
                    <a:lnTo>
                      <a:pt x="1379884" y="41769"/>
                    </a:lnTo>
                    <a:lnTo>
                      <a:pt x="1324529" y="32428"/>
                    </a:lnTo>
                    <a:lnTo>
                      <a:pt x="1266258" y="24153"/>
                    </a:lnTo>
                    <a:lnTo>
                      <a:pt x="1205293" y="17002"/>
                    </a:lnTo>
                    <a:lnTo>
                      <a:pt x="1141860" y="11027"/>
                    </a:lnTo>
                    <a:lnTo>
                      <a:pt x="1076181" y="6285"/>
                    </a:lnTo>
                    <a:lnTo>
                      <a:pt x="1008482" y="2830"/>
                    </a:lnTo>
                    <a:lnTo>
                      <a:pt x="938986" y="716"/>
                    </a:lnTo>
                    <a:lnTo>
                      <a:pt x="867918" y="0"/>
                    </a:lnTo>
                    <a:lnTo>
                      <a:pt x="796740" y="716"/>
                    </a:lnTo>
                    <a:lnTo>
                      <a:pt x="727146" y="2830"/>
                    </a:lnTo>
                    <a:lnTo>
                      <a:pt x="659360" y="6285"/>
                    </a:lnTo>
                    <a:lnTo>
                      <a:pt x="593604" y="11027"/>
                    </a:lnTo>
                    <a:lnTo>
                      <a:pt x="530101" y="17002"/>
                    </a:lnTo>
                    <a:lnTo>
                      <a:pt x="469077" y="24153"/>
                    </a:lnTo>
                    <a:lnTo>
                      <a:pt x="410753" y="32428"/>
                    </a:lnTo>
                    <a:lnTo>
                      <a:pt x="355354" y="41769"/>
                    </a:lnTo>
                    <a:lnTo>
                      <a:pt x="303102" y="52124"/>
                    </a:lnTo>
                    <a:lnTo>
                      <a:pt x="254222" y="63436"/>
                    </a:lnTo>
                    <a:lnTo>
                      <a:pt x="208936" y="75651"/>
                    </a:lnTo>
                    <a:lnTo>
                      <a:pt x="167469" y="88715"/>
                    </a:lnTo>
                    <a:lnTo>
                      <a:pt x="130043" y="102571"/>
                    </a:lnTo>
                    <a:lnTo>
                      <a:pt x="68210" y="132445"/>
                    </a:lnTo>
                    <a:lnTo>
                      <a:pt x="25226" y="164833"/>
                    </a:lnTo>
                    <a:lnTo>
                      <a:pt x="2877" y="199296"/>
                    </a:lnTo>
                    <a:lnTo>
                      <a:pt x="0" y="217169"/>
                    </a:lnTo>
                    <a:close/>
                  </a:path>
                  <a:path w="1735455" h="1224279">
                    <a:moveTo>
                      <a:pt x="0" y="217169"/>
                    </a:moveTo>
                    <a:lnTo>
                      <a:pt x="25226" y="269212"/>
                    </a:lnTo>
                    <a:lnTo>
                      <a:pt x="68210" y="301454"/>
                    </a:lnTo>
                    <a:lnTo>
                      <a:pt x="130043" y="331215"/>
                    </a:lnTo>
                    <a:lnTo>
                      <a:pt x="167469" y="345027"/>
                    </a:lnTo>
                    <a:lnTo>
                      <a:pt x="208936" y="358053"/>
                    </a:lnTo>
                    <a:lnTo>
                      <a:pt x="254222" y="370236"/>
                    </a:lnTo>
                    <a:lnTo>
                      <a:pt x="303102" y="381523"/>
                    </a:lnTo>
                    <a:lnTo>
                      <a:pt x="355354" y="391856"/>
                    </a:lnTo>
                    <a:lnTo>
                      <a:pt x="410753" y="401182"/>
                    </a:lnTo>
                    <a:lnTo>
                      <a:pt x="469077" y="409444"/>
                    </a:lnTo>
                    <a:lnTo>
                      <a:pt x="530101" y="416587"/>
                    </a:lnTo>
                    <a:lnTo>
                      <a:pt x="593604" y="422556"/>
                    </a:lnTo>
                    <a:lnTo>
                      <a:pt x="659360" y="427295"/>
                    </a:lnTo>
                    <a:lnTo>
                      <a:pt x="727146" y="430748"/>
                    </a:lnTo>
                    <a:lnTo>
                      <a:pt x="796740" y="432861"/>
                    </a:lnTo>
                    <a:lnTo>
                      <a:pt x="867918" y="433577"/>
                    </a:lnTo>
                    <a:lnTo>
                      <a:pt x="938986" y="432861"/>
                    </a:lnTo>
                    <a:lnTo>
                      <a:pt x="1008482" y="430748"/>
                    </a:lnTo>
                    <a:lnTo>
                      <a:pt x="1076181" y="427295"/>
                    </a:lnTo>
                    <a:lnTo>
                      <a:pt x="1141860" y="422556"/>
                    </a:lnTo>
                    <a:lnTo>
                      <a:pt x="1205293" y="416587"/>
                    </a:lnTo>
                    <a:lnTo>
                      <a:pt x="1266258" y="409444"/>
                    </a:lnTo>
                    <a:lnTo>
                      <a:pt x="1324529" y="401182"/>
                    </a:lnTo>
                    <a:lnTo>
                      <a:pt x="1379884" y="391856"/>
                    </a:lnTo>
                    <a:lnTo>
                      <a:pt x="1432098" y="381523"/>
                    </a:lnTo>
                    <a:lnTo>
                      <a:pt x="1480947" y="370236"/>
                    </a:lnTo>
                    <a:lnTo>
                      <a:pt x="1526206" y="358053"/>
                    </a:lnTo>
                    <a:lnTo>
                      <a:pt x="1567653" y="345027"/>
                    </a:lnTo>
                    <a:lnTo>
                      <a:pt x="1605063" y="331215"/>
                    </a:lnTo>
                    <a:lnTo>
                      <a:pt x="1666875" y="301454"/>
                    </a:lnTo>
                    <a:lnTo>
                      <a:pt x="1709850" y="269212"/>
                    </a:lnTo>
                    <a:lnTo>
                      <a:pt x="1732196" y="234934"/>
                    </a:lnTo>
                    <a:lnTo>
                      <a:pt x="1735074" y="217169"/>
                    </a:lnTo>
                  </a:path>
                </a:pathLst>
              </a:custGeom>
              <a:ln w="1079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2D282B18-10CA-410F-84F7-8705B1B3C592}"/>
                  </a:ext>
                </a:extLst>
              </p:cNvPr>
              <p:cNvSpPr txBox="1"/>
              <p:nvPr/>
            </p:nvSpPr>
            <p:spPr>
              <a:xfrm>
                <a:off x="2069807" y="4628092"/>
                <a:ext cx="675640" cy="484556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 marR="5080" indent="55244">
                  <a:lnSpc>
                    <a:spcPct val="102299"/>
                  </a:lnSpc>
                  <a:spcBef>
                    <a:spcPts val="95"/>
                  </a:spcBef>
                </a:pPr>
                <a:r>
                  <a:rPr sz="1550" b="1" spc="15" dirty="0">
                    <a:cs typeface="+mn-ea"/>
                    <a:sym typeface="+mn-lt"/>
                  </a:rPr>
                  <a:t>Image  </a:t>
                </a:r>
                <a:r>
                  <a:rPr sz="1550" b="1" spc="10" dirty="0">
                    <a:cs typeface="+mn-ea"/>
                    <a:sym typeface="+mn-lt"/>
                  </a:rPr>
                  <a:t>Da</a:t>
                </a:r>
                <a:r>
                  <a:rPr sz="1550" b="1" spc="45" dirty="0">
                    <a:cs typeface="+mn-ea"/>
                    <a:sym typeface="+mn-lt"/>
                  </a:rPr>
                  <a:t>t</a:t>
                </a:r>
                <a:r>
                  <a:rPr sz="1550" b="1" spc="10" dirty="0">
                    <a:cs typeface="+mn-ea"/>
                    <a:sym typeface="+mn-lt"/>
                  </a:rPr>
                  <a:t>a</a:t>
                </a:r>
                <a:r>
                  <a:rPr sz="1550" b="1" spc="-40" dirty="0">
                    <a:cs typeface="+mn-ea"/>
                    <a:sym typeface="+mn-lt"/>
                  </a:rPr>
                  <a:t>s</a:t>
                </a:r>
                <a:r>
                  <a:rPr sz="1550" b="1" spc="45" dirty="0">
                    <a:cs typeface="+mn-ea"/>
                    <a:sym typeface="+mn-lt"/>
                  </a:rPr>
                  <a:t>e</a:t>
                </a:r>
                <a:r>
                  <a:rPr sz="1550" b="1" spc="10" dirty="0">
                    <a:cs typeface="+mn-ea"/>
                    <a:sym typeface="+mn-lt"/>
                  </a:rPr>
                  <a:t>t</a:t>
                </a:r>
                <a:endParaRPr sz="1550">
                  <a:cs typeface="+mn-ea"/>
                  <a:sym typeface="+mn-lt"/>
                </a:endParaRPr>
              </a:p>
            </p:txBody>
          </p:sp>
          <p:sp>
            <p:nvSpPr>
              <p:cNvPr id="9" name="object 5">
                <a:extLst>
                  <a:ext uri="{FF2B5EF4-FFF2-40B4-BE49-F238E27FC236}">
                    <a16:creationId xmlns:a16="http://schemas.microsoft.com/office/drawing/2014/main" id="{FDC882BA-7F96-4944-8A38-22DFB0F0D6E5}"/>
                  </a:ext>
                </a:extLst>
              </p:cNvPr>
              <p:cNvSpPr/>
              <p:nvPr/>
            </p:nvSpPr>
            <p:spPr>
              <a:xfrm>
                <a:off x="2240249" y="3239095"/>
                <a:ext cx="325755" cy="789940"/>
              </a:xfrm>
              <a:custGeom>
                <a:avLst/>
                <a:gdLst/>
                <a:ahLst/>
                <a:cxnLst/>
                <a:rect l="l" t="t" r="r" b="b"/>
                <a:pathLst>
                  <a:path w="325755" h="789939">
                    <a:moveTo>
                      <a:pt x="325374" y="163067"/>
                    </a:moveTo>
                    <a:lnTo>
                      <a:pt x="162306" y="0"/>
                    </a:lnTo>
                    <a:lnTo>
                      <a:pt x="0" y="163067"/>
                    </a:lnTo>
                    <a:lnTo>
                      <a:pt x="80772" y="163067"/>
                    </a:lnTo>
                    <a:lnTo>
                      <a:pt x="80772" y="789431"/>
                    </a:lnTo>
                    <a:lnTo>
                      <a:pt x="243840" y="789431"/>
                    </a:lnTo>
                    <a:lnTo>
                      <a:pt x="243840" y="163067"/>
                    </a:lnTo>
                    <a:lnTo>
                      <a:pt x="325374" y="163067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0" name="object 11">
                <a:extLst>
                  <a:ext uri="{FF2B5EF4-FFF2-40B4-BE49-F238E27FC236}">
                    <a16:creationId xmlns:a16="http://schemas.microsoft.com/office/drawing/2014/main" id="{FF567B95-2238-4F75-9EF2-1B3740BB9E14}"/>
                  </a:ext>
                </a:extLst>
              </p:cNvPr>
              <p:cNvSpPr/>
              <p:nvPr/>
            </p:nvSpPr>
            <p:spPr>
              <a:xfrm>
                <a:off x="1303123" y="2061423"/>
                <a:ext cx="1949958" cy="1123188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6818B965-0679-4141-B0A4-9FB881CD6F84}"/>
                  </a:ext>
                </a:extLst>
              </p:cNvPr>
              <p:cNvSpPr/>
              <p:nvPr/>
            </p:nvSpPr>
            <p:spPr>
              <a:xfrm>
                <a:off x="3566299" y="2476712"/>
                <a:ext cx="628650" cy="27813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278130">
                    <a:moveTo>
                      <a:pt x="628650" y="139445"/>
                    </a:moveTo>
                    <a:lnTo>
                      <a:pt x="489204" y="0"/>
                    </a:lnTo>
                    <a:lnTo>
                      <a:pt x="489204" y="69341"/>
                    </a:lnTo>
                    <a:lnTo>
                      <a:pt x="0" y="69341"/>
                    </a:lnTo>
                    <a:lnTo>
                      <a:pt x="0" y="208787"/>
                    </a:lnTo>
                    <a:lnTo>
                      <a:pt x="489204" y="208787"/>
                    </a:lnTo>
                    <a:lnTo>
                      <a:pt x="489204" y="278129"/>
                    </a:lnTo>
                    <a:lnTo>
                      <a:pt x="628650" y="139445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" name="object 14">
                <a:extLst>
                  <a:ext uri="{FF2B5EF4-FFF2-40B4-BE49-F238E27FC236}">
                    <a16:creationId xmlns:a16="http://schemas.microsoft.com/office/drawing/2014/main" id="{56A69BA2-6992-472C-AA09-937FA390134C}"/>
                  </a:ext>
                </a:extLst>
              </p:cNvPr>
              <p:cNvSpPr/>
              <p:nvPr/>
            </p:nvSpPr>
            <p:spPr>
              <a:xfrm>
                <a:off x="4429927" y="2061423"/>
                <a:ext cx="1945866" cy="1131569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BB495EE6-0061-4B1E-A47F-F9EE19FD74AF}"/>
                  </a:ext>
                </a:extLst>
              </p:cNvPr>
              <p:cNvSpPr/>
              <p:nvPr/>
            </p:nvSpPr>
            <p:spPr>
              <a:xfrm>
                <a:off x="6810973" y="2472268"/>
                <a:ext cx="628650" cy="278130"/>
              </a:xfrm>
              <a:custGeom>
                <a:avLst/>
                <a:gdLst/>
                <a:ahLst/>
                <a:cxnLst/>
                <a:rect l="l" t="t" r="r" b="b"/>
                <a:pathLst>
                  <a:path w="628650" h="278130">
                    <a:moveTo>
                      <a:pt x="628650" y="139445"/>
                    </a:moveTo>
                    <a:lnTo>
                      <a:pt x="489204" y="0"/>
                    </a:lnTo>
                    <a:lnTo>
                      <a:pt x="489204" y="69341"/>
                    </a:lnTo>
                    <a:lnTo>
                      <a:pt x="0" y="69341"/>
                    </a:lnTo>
                    <a:lnTo>
                      <a:pt x="0" y="208787"/>
                    </a:lnTo>
                    <a:lnTo>
                      <a:pt x="489204" y="208787"/>
                    </a:lnTo>
                    <a:lnTo>
                      <a:pt x="489204" y="278129"/>
                    </a:lnTo>
                    <a:lnTo>
                      <a:pt x="628650" y="139445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4" name="object 6">
                <a:extLst>
                  <a:ext uri="{FF2B5EF4-FFF2-40B4-BE49-F238E27FC236}">
                    <a16:creationId xmlns:a16="http://schemas.microsoft.com/office/drawing/2014/main" id="{02D574AB-EC24-4DCE-8E05-E3B4C870FF98}"/>
                  </a:ext>
                </a:extLst>
              </p:cNvPr>
              <p:cNvSpPr txBox="1"/>
              <p:nvPr/>
            </p:nvSpPr>
            <p:spPr>
              <a:xfrm>
                <a:off x="3391356" y="1897066"/>
                <a:ext cx="978535" cy="57964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1800" b="1" dirty="0">
                    <a:cs typeface="+mn-ea"/>
                    <a:sym typeface="+mn-lt"/>
                  </a:rPr>
                  <a:t>Anchor</a:t>
                </a:r>
              </a:p>
              <a:p>
                <a:pPr marL="12700" marR="508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b="1" dirty="0">
                    <a:cs typeface="+mn-ea"/>
                    <a:sym typeface="+mn-lt"/>
                  </a:rPr>
                  <a:t>labeling</a:t>
                </a:r>
                <a:endParaRPr sz="1800" dirty="0">
                  <a:cs typeface="+mn-ea"/>
                  <a:sym typeface="+mn-lt"/>
                </a:endParaRPr>
              </a:p>
            </p:txBody>
          </p:sp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AE5391AC-EFA8-4D7F-AF6A-2DF2123090A3}"/>
                  </a:ext>
                </a:extLst>
              </p:cNvPr>
              <p:cNvSpPr txBox="1"/>
              <p:nvPr/>
            </p:nvSpPr>
            <p:spPr>
              <a:xfrm>
                <a:off x="1091272" y="3429000"/>
                <a:ext cx="1067728" cy="56682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b="1" dirty="0">
                    <a:cs typeface="+mn-ea"/>
                    <a:sym typeface="+mn-lt"/>
                  </a:rPr>
                  <a:t>Randomly selection</a:t>
                </a:r>
              </a:p>
            </p:txBody>
          </p:sp>
          <p:sp>
            <p:nvSpPr>
              <p:cNvPr id="16" name="object 6">
                <a:extLst>
                  <a:ext uri="{FF2B5EF4-FFF2-40B4-BE49-F238E27FC236}">
                    <a16:creationId xmlns:a16="http://schemas.microsoft.com/office/drawing/2014/main" id="{47AC2EA5-BC18-4F45-A346-56BD9C273D7C}"/>
                  </a:ext>
                </a:extLst>
              </p:cNvPr>
              <p:cNvSpPr txBox="1"/>
              <p:nvPr/>
            </p:nvSpPr>
            <p:spPr>
              <a:xfrm>
                <a:off x="6636030" y="1892622"/>
                <a:ext cx="978535" cy="579646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1800" b="1" dirty="0">
                    <a:cs typeface="+mn-ea"/>
                    <a:sym typeface="+mn-lt"/>
                  </a:rPr>
                  <a:t>Anchor</a:t>
                </a:r>
              </a:p>
              <a:p>
                <a:pPr marL="12700" marR="508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b="1" dirty="0">
                    <a:cs typeface="+mn-ea"/>
                    <a:sym typeface="+mn-lt"/>
                  </a:rPr>
                  <a:t>sampling</a:t>
                </a:r>
                <a:endParaRPr sz="1800" dirty="0">
                  <a:cs typeface="+mn-ea"/>
                  <a:sym typeface="+mn-lt"/>
                </a:endParaRPr>
              </a:p>
            </p:txBody>
          </p:sp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7F6D30DC-B73A-4BA3-9214-583128980050}"/>
                  </a:ext>
                </a:extLst>
              </p:cNvPr>
              <p:cNvSpPr/>
              <p:nvPr/>
            </p:nvSpPr>
            <p:spPr>
              <a:xfrm>
                <a:off x="8049745" y="2094718"/>
                <a:ext cx="1937616" cy="1110426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" name="object 6">
                <a:extLst>
                  <a:ext uri="{FF2B5EF4-FFF2-40B4-BE49-F238E27FC236}">
                    <a16:creationId xmlns:a16="http://schemas.microsoft.com/office/drawing/2014/main" id="{98D43393-E95F-415D-AA8C-C89E74593979}"/>
                  </a:ext>
                </a:extLst>
              </p:cNvPr>
              <p:cNvSpPr txBox="1"/>
              <p:nvPr/>
            </p:nvSpPr>
            <p:spPr>
              <a:xfrm>
                <a:off x="8378401" y="1690688"/>
                <a:ext cx="1280303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 marR="508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b="1" dirty="0">
                    <a:cs typeface="+mn-ea"/>
                    <a:sym typeface="+mn-lt"/>
                  </a:rPr>
                  <a:t>mini-batch</a:t>
                </a:r>
                <a:endParaRPr sz="1800" dirty="0">
                  <a:cs typeface="+mn-ea"/>
                  <a:sym typeface="+mn-lt"/>
                </a:endParaRPr>
              </a:p>
            </p:txBody>
          </p:sp>
          <p:sp>
            <p:nvSpPr>
              <p:cNvPr id="19" name="object 37">
                <a:extLst>
                  <a:ext uri="{FF2B5EF4-FFF2-40B4-BE49-F238E27FC236}">
                    <a16:creationId xmlns:a16="http://schemas.microsoft.com/office/drawing/2014/main" id="{C93022C0-F2CB-45AF-8BF0-5D1A39E6B7E4}"/>
                  </a:ext>
                </a:extLst>
              </p:cNvPr>
              <p:cNvSpPr/>
              <p:nvPr/>
            </p:nvSpPr>
            <p:spPr>
              <a:xfrm>
                <a:off x="7125297" y="3723101"/>
                <a:ext cx="86614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66140" h="114300">
                    <a:moveTo>
                      <a:pt x="115061" y="0"/>
                    </a:moveTo>
                    <a:lnTo>
                      <a:pt x="0" y="55626"/>
                    </a:lnTo>
                    <a:lnTo>
                      <a:pt x="95249" y="104849"/>
                    </a:lnTo>
                    <a:lnTo>
                      <a:pt x="95249" y="37338"/>
                    </a:lnTo>
                    <a:lnTo>
                      <a:pt x="114561" y="37509"/>
                    </a:lnTo>
                    <a:lnTo>
                      <a:pt x="115061" y="0"/>
                    </a:lnTo>
                    <a:close/>
                  </a:path>
                  <a:path w="866140" h="114300">
                    <a:moveTo>
                      <a:pt x="114561" y="37509"/>
                    </a:moveTo>
                    <a:lnTo>
                      <a:pt x="95249" y="37338"/>
                    </a:lnTo>
                    <a:lnTo>
                      <a:pt x="95249" y="75438"/>
                    </a:lnTo>
                    <a:lnTo>
                      <a:pt x="114053" y="75605"/>
                    </a:lnTo>
                    <a:lnTo>
                      <a:pt x="114561" y="37509"/>
                    </a:lnTo>
                    <a:close/>
                  </a:path>
                  <a:path w="866140" h="114300">
                    <a:moveTo>
                      <a:pt x="114053" y="75605"/>
                    </a:moveTo>
                    <a:lnTo>
                      <a:pt x="95249" y="75438"/>
                    </a:lnTo>
                    <a:lnTo>
                      <a:pt x="95249" y="104849"/>
                    </a:lnTo>
                    <a:lnTo>
                      <a:pt x="113537" y="114300"/>
                    </a:lnTo>
                    <a:lnTo>
                      <a:pt x="114053" y="75605"/>
                    </a:lnTo>
                    <a:close/>
                  </a:path>
                  <a:path w="866140" h="114300">
                    <a:moveTo>
                      <a:pt x="865631" y="82296"/>
                    </a:moveTo>
                    <a:lnTo>
                      <a:pt x="865631" y="44196"/>
                    </a:lnTo>
                    <a:lnTo>
                      <a:pt x="114561" y="37509"/>
                    </a:lnTo>
                    <a:lnTo>
                      <a:pt x="114053" y="75605"/>
                    </a:lnTo>
                    <a:lnTo>
                      <a:pt x="865631" y="822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object 38">
                <a:extLst>
                  <a:ext uri="{FF2B5EF4-FFF2-40B4-BE49-F238E27FC236}">
                    <a16:creationId xmlns:a16="http://schemas.microsoft.com/office/drawing/2014/main" id="{3837BB0E-0F51-4379-8112-78844FD5B424}"/>
                  </a:ext>
                </a:extLst>
              </p:cNvPr>
              <p:cNvSpPr/>
              <p:nvPr/>
            </p:nvSpPr>
            <p:spPr>
              <a:xfrm>
                <a:off x="5129950" y="4109827"/>
                <a:ext cx="654050" cy="1506855"/>
              </a:xfrm>
              <a:custGeom>
                <a:avLst/>
                <a:gdLst/>
                <a:ahLst/>
                <a:cxnLst/>
                <a:rect l="l" t="t" r="r" b="b"/>
                <a:pathLst>
                  <a:path w="654050" h="1506854">
                    <a:moveTo>
                      <a:pt x="653795" y="14477"/>
                    </a:moveTo>
                    <a:lnTo>
                      <a:pt x="618743" y="0"/>
                    </a:lnTo>
                    <a:lnTo>
                      <a:pt x="604265" y="35052"/>
                    </a:lnTo>
                    <a:lnTo>
                      <a:pt x="639317" y="50292"/>
                    </a:lnTo>
                    <a:lnTo>
                      <a:pt x="653795" y="14477"/>
                    </a:lnTo>
                    <a:close/>
                  </a:path>
                  <a:path w="654050" h="1506854">
                    <a:moveTo>
                      <a:pt x="624077" y="85344"/>
                    </a:moveTo>
                    <a:lnTo>
                      <a:pt x="589025" y="70104"/>
                    </a:lnTo>
                    <a:lnTo>
                      <a:pt x="574547" y="105918"/>
                    </a:lnTo>
                    <a:lnTo>
                      <a:pt x="609599" y="120396"/>
                    </a:lnTo>
                    <a:lnTo>
                      <a:pt x="624077" y="85344"/>
                    </a:lnTo>
                    <a:close/>
                  </a:path>
                  <a:path w="654050" h="1506854">
                    <a:moveTo>
                      <a:pt x="595121" y="155448"/>
                    </a:moveTo>
                    <a:lnTo>
                      <a:pt x="560069" y="140970"/>
                    </a:lnTo>
                    <a:lnTo>
                      <a:pt x="544829" y="176022"/>
                    </a:lnTo>
                    <a:lnTo>
                      <a:pt x="579881" y="190500"/>
                    </a:lnTo>
                    <a:lnTo>
                      <a:pt x="595121" y="155448"/>
                    </a:lnTo>
                    <a:close/>
                  </a:path>
                  <a:path w="654050" h="1506854">
                    <a:moveTo>
                      <a:pt x="565403" y="225552"/>
                    </a:moveTo>
                    <a:lnTo>
                      <a:pt x="530351" y="211074"/>
                    </a:lnTo>
                    <a:lnTo>
                      <a:pt x="515873" y="246126"/>
                    </a:lnTo>
                    <a:lnTo>
                      <a:pt x="550925" y="260604"/>
                    </a:lnTo>
                    <a:lnTo>
                      <a:pt x="565403" y="225552"/>
                    </a:lnTo>
                    <a:close/>
                  </a:path>
                  <a:path w="654050" h="1506854">
                    <a:moveTo>
                      <a:pt x="536447" y="295656"/>
                    </a:moveTo>
                    <a:lnTo>
                      <a:pt x="500633" y="281178"/>
                    </a:lnTo>
                    <a:lnTo>
                      <a:pt x="486155" y="316230"/>
                    </a:lnTo>
                    <a:lnTo>
                      <a:pt x="521207" y="331470"/>
                    </a:lnTo>
                    <a:lnTo>
                      <a:pt x="536447" y="295656"/>
                    </a:lnTo>
                    <a:close/>
                  </a:path>
                  <a:path w="654050" h="1506854">
                    <a:moveTo>
                      <a:pt x="506729" y="366522"/>
                    </a:moveTo>
                    <a:lnTo>
                      <a:pt x="471677" y="351282"/>
                    </a:lnTo>
                    <a:lnTo>
                      <a:pt x="457199" y="387096"/>
                    </a:lnTo>
                    <a:lnTo>
                      <a:pt x="492251" y="401574"/>
                    </a:lnTo>
                    <a:lnTo>
                      <a:pt x="506729" y="366522"/>
                    </a:lnTo>
                    <a:close/>
                  </a:path>
                  <a:path w="654050" h="1506854">
                    <a:moveTo>
                      <a:pt x="477011" y="436626"/>
                    </a:moveTo>
                    <a:lnTo>
                      <a:pt x="441959" y="422148"/>
                    </a:lnTo>
                    <a:lnTo>
                      <a:pt x="427481" y="457200"/>
                    </a:lnTo>
                    <a:lnTo>
                      <a:pt x="462533" y="471678"/>
                    </a:lnTo>
                    <a:lnTo>
                      <a:pt x="477011" y="436626"/>
                    </a:lnTo>
                    <a:close/>
                  </a:path>
                  <a:path w="654050" h="1506854">
                    <a:moveTo>
                      <a:pt x="448055" y="506730"/>
                    </a:moveTo>
                    <a:lnTo>
                      <a:pt x="413003" y="492252"/>
                    </a:lnTo>
                    <a:lnTo>
                      <a:pt x="397763" y="527304"/>
                    </a:lnTo>
                    <a:lnTo>
                      <a:pt x="432815" y="541782"/>
                    </a:lnTo>
                    <a:lnTo>
                      <a:pt x="448055" y="506730"/>
                    </a:lnTo>
                    <a:close/>
                  </a:path>
                  <a:path w="654050" h="1506854">
                    <a:moveTo>
                      <a:pt x="418337" y="576834"/>
                    </a:moveTo>
                    <a:lnTo>
                      <a:pt x="383285" y="562356"/>
                    </a:lnTo>
                    <a:lnTo>
                      <a:pt x="368807" y="597408"/>
                    </a:lnTo>
                    <a:lnTo>
                      <a:pt x="403859" y="612648"/>
                    </a:lnTo>
                    <a:lnTo>
                      <a:pt x="418337" y="576834"/>
                    </a:lnTo>
                    <a:close/>
                  </a:path>
                  <a:path w="654050" h="1506854">
                    <a:moveTo>
                      <a:pt x="389381" y="647700"/>
                    </a:moveTo>
                    <a:lnTo>
                      <a:pt x="353567" y="632460"/>
                    </a:lnTo>
                    <a:lnTo>
                      <a:pt x="339089" y="667512"/>
                    </a:lnTo>
                    <a:lnTo>
                      <a:pt x="374141" y="682752"/>
                    </a:lnTo>
                    <a:lnTo>
                      <a:pt x="389381" y="647700"/>
                    </a:lnTo>
                    <a:close/>
                  </a:path>
                  <a:path w="654050" h="1506854">
                    <a:moveTo>
                      <a:pt x="359663" y="717804"/>
                    </a:moveTo>
                    <a:lnTo>
                      <a:pt x="324611" y="703326"/>
                    </a:lnTo>
                    <a:lnTo>
                      <a:pt x="309371" y="738378"/>
                    </a:lnTo>
                    <a:lnTo>
                      <a:pt x="345185" y="752856"/>
                    </a:lnTo>
                    <a:lnTo>
                      <a:pt x="359663" y="717804"/>
                    </a:lnTo>
                    <a:close/>
                  </a:path>
                  <a:path w="654050" h="1506854">
                    <a:moveTo>
                      <a:pt x="329945" y="787908"/>
                    </a:moveTo>
                    <a:lnTo>
                      <a:pt x="294893" y="773430"/>
                    </a:lnTo>
                    <a:lnTo>
                      <a:pt x="280415" y="808482"/>
                    </a:lnTo>
                    <a:lnTo>
                      <a:pt x="315467" y="822960"/>
                    </a:lnTo>
                    <a:lnTo>
                      <a:pt x="329945" y="787908"/>
                    </a:lnTo>
                    <a:close/>
                  </a:path>
                  <a:path w="654050" h="1506854">
                    <a:moveTo>
                      <a:pt x="300989" y="858012"/>
                    </a:moveTo>
                    <a:lnTo>
                      <a:pt x="265937" y="843534"/>
                    </a:lnTo>
                    <a:lnTo>
                      <a:pt x="250697" y="878586"/>
                    </a:lnTo>
                    <a:lnTo>
                      <a:pt x="285749" y="893826"/>
                    </a:lnTo>
                    <a:lnTo>
                      <a:pt x="300989" y="858012"/>
                    </a:lnTo>
                    <a:close/>
                  </a:path>
                  <a:path w="654050" h="1506854">
                    <a:moveTo>
                      <a:pt x="271271" y="928878"/>
                    </a:moveTo>
                    <a:lnTo>
                      <a:pt x="236219" y="913638"/>
                    </a:lnTo>
                    <a:lnTo>
                      <a:pt x="221741" y="948690"/>
                    </a:lnTo>
                    <a:lnTo>
                      <a:pt x="256793" y="963930"/>
                    </a:lnTo>
                    <a:lnTo>
                      <a:pt x="271271" y="928878"/>
                    </a:lnTo>
                    <a:close/>
                  </a:path>
                  <a:path w="654050" h="1506854">
                    <a:moveTo>
                      <a:pt x="241553" y="998982"/>
                    </a:moveTo>
                    <a:lnTo>
                      <a:pt x="206501" y="984504"/>
                    </a:lnTo>
                    <a:lnTo>
                      <a:pt x="192023" y="1019556"/>
                    </a:lnTo>
                    <a:lnTo>
                      <a:pt x="227075" y="1034034"/>
                    </a:lnTo>
                    <a:lnTo>
                      <a:pt x="241553" y="998982"/>
                    </a:lnTo>
                    <a:close/>
                  </a:path>
                  <a:path w="654050" h="1506854">
                    <a:moveTo>
                      <a:pt x="212597" y="1069086"/>
                    </a:moveTo>
                    <a:lnTo>
                      <a:pt x="177545" y="1054608"/>
                    </a:lnTo>
                    <a:lnTo>
                      <a:pt x="162305" y="1089660"/>
                    </a:lnTo>
                    <a:lnTo>
                      <a:pt x="198119" y="1104138"/>
                    </a:lnTo>
                    <a:lnTo>
                      <a:pt x="212597" y="1069086"/>
                    </a:lnTo>
                    <a:close/>
                  </a:path>
                  <a:path w="654050" h="1506854">
                    <a:moveTo>
                      <a:pt x="182879" y="1139190"/>
                    </a:moveTo>
                    <a:lnTo>
                      <a:pt x="147827" y="1124712"/>
                    </a:lnTo>
                    <a:lnTo>
                      <a:pt x="133349" y="1159764"/>
                    </a:lnTo>
                    <a:lnTo>
                      <a:pt x="168401" y="1175004"/>
                    </a:lnTo>
                    <a:lnTo>
                      <a:pt x="182879" y="1139190"/>
                    </a:lnTo>
                    <a:close/>
                  </a:path>
                  <a:path w="654050" h="1506854">
                    <a:moveTo>
                      <a:pt x="153923" y="1210056"/>
                    </a:moveTo>
                    <a:lnTo>
                      <a:pt x="118109" y="1194816"/>
                    </a:lnTo>
                    <a:lnTo>
                      <a:pt x="103631" y="1229868"/>
                    </a:lnTo>
                    <a:lnTo>
                      <a:pt x="138683" y="1245108"/>
                    </a:lnTo>
                    <a:lnTo>
                      <a:pt x="153923" y="1210056"/>
                    </a:lnTo>
                    <a:close/>
                  </a:path>
                  <a:path w="654050" h="1506854">
                    <a:moveTo>
                      <a:pt x="124205" y="1280160"/>
                    </a:moveTo>
                    <a:lnTo>
                      <a:pt x="89153" y="1265682"/>
                    </a:lnTo>
                    <a:lnTo>
                      <a:pt x="74675" y="1300734"/>
                    </a:lnTo>
                    <a:lnTo>
                      <a:pt x="109727" y="1315212"/>
                    </a:lnTo>
                    <a:lnTo>
                      <a:pt x="124205" y="1280160"/>
                    </a:lnTo>
                    <a:close/>
                  </a:path>
                  <a:path w="654050" h="1506854">
                    <a:moveTo>
                      <a:pt x="105917" y="1422654"/>
                    </a:moveTo>
                    <a:lnTo>
                      <a:pt x="0" y="1379220"/>
                    </a:lnTo>
                    <a:lnTo>
                      <a:pt x="9143" y="1506474"/>
                    </a:lnTo>
                    <a:lnTo>
                      <a:pt x="28193" y="1489974"/>
                    </a:lnTo>
                    <a:lnTo>
                      <a:pt x="28193" y="1411224"/>
                    </a:lnTo>
                    <a:lnTo>
                      <a:pt x="30479" y="1405890"/>
                    </a:lnTo>
                    <a:lnTo>
                      <a:pt x="65531" y="1420368"/>
                    </a:lnTo>
                    <a:lnTo>
                      <a:pt x="65531" y="1457634"/>
                    </a:lnTo>
                    <a:lnTo>
                      <a:pt x="105917" y="1422654"/>
                    </a:lnTo>
                    <a:close/>
                  </a:path>
                  <a:path w="654050" h="1506854">
                    <a:moveTo>
                      <a:pt x="65531" y="1420368"/>
                    </a:moveTo>
                    <a:lnTo>
                      <a:pt x="30479" y="1405890"/>
                    </a:lnTo>
                    <a:lnTo>
                      <a:pt x="28193" y="1411224"/>
                    </a:lnTo>
                    <a:lnTo>
                      <a:pt x="63245" y="1425702"/>
                    </a:lnTo>
                    <a:lnTo>
                      <a:pt x="65531" y="1420368"/>
                    </a:lnTo>
                    <a:close/>
                  </a:path>
                  <a:path w="654050" h="1506854">
                    <a:moveTo>
                      <a:pt x="65531" y="1457634"/>
                    </a:moveTo>
                    <a:lnTo>
                      <a:pt x="65531" y="1420368"/>
                    </a:lnTo>
                    <a:lnTo>
                      <a:pt x="63245" y="1425702"/>
                    </a:lnTo>
                    <a:lnTo>
                      <a:pt x="28193" y="1411224"/>
                    </a:lnTo>
                    <a:lnTo>
                      <a:pt x="28193" y="1489974"/>
                    </a:lnTo>
                    <a:lnTo>
                      <a:pt x="65531" y="1457634"/>
                    </a:lnTo>
                    <a:close/>
                  </a:path>
                  <a:path w="654050" h="1506854">
                    <a:moveTo>
                      <a:pt x="94487" y="1350264"/>
                    </a:moveTo>
                    <a:lnTo>
                      <a:pt x="59435" y="1335786"/>
                    </a:lnTo>
                    <a:lnTo>
                      <a:pt x="44957" y="1370838"/>
                    </a:lnTo>
                    <a:lnTo>
                      <a:pt x="80009" y="1385316"/>
                    </a:lnTo>
                    <a:lnTo>
                      <a:pt x="94487" y="1350264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1" name="object 40">
                <a:extLst>
                  <a:ext uri="{FF2B5EF4-FFF2-40B4-BE49-F238E27FC236}">
                    <a16:creationId xmlns:a16="http://schemas.microsoft.com/office/drawing/2014/main" id="{1348B18C-49B0-43E4-8DE3-3F40A91A0B4D}"/>
                  </a:ext>
                </a:extLst>
              </p:cNvPr>
              <p:cNvSpPr/>
              <p:nvPr/>
            </p:nvSpPr>
            <p:spPr>
              <a:xfrm>
                <a:off x="6636030" y="4086624"/>
                <a:ext cx="393330" cy="1050738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1016635">
                    <a:moveTo>
                      <a:pt x="48767" y="35052"/>
                    </a:moveTo>
                    <a:lnTo>
                      <a:pt x="35051" y="0"/>
                    </a:lnTo>
                    <a:lnTo>
                      <a:pt x="0" y="13716"/>
                    </a:lnTo>
                    <a:lnTo>
                      <a:pt x="13715" y="48768"/>
                    </a:lnTo>
                    <a:lnTo>
                      <a:pt x="48767" y="35052"/>
                    </a:lnTo>
                    <a:close/>
                  </a:path>
                  <a:path w="419100" h="1016635">
                    <a:moveTo>
                      <a:pt x="76199" y="106680"/>
                    </a:moveTo>
                    <a:lnTo>
                      <a:pt x="62483" y="70866"/>
                    </a:lnTo>
                    <a:lnTo>
                      <a:pt x="27431" y="84582"/>
                    </a:lnTo>
                    <a:lnTo>
                      <a:pt x="41147" y="120396"/>
                    </a:lnTo>
                    <a:lnTo>
                      <a:pt x="76199" y="106680"/>
                    </a:lnTo>
                    <a:close/>
                  </a:path>
                  <a:path w="419100" h="1016635">
                    <a:moveTo>
                      <a:pt x="103631" y="177546"/>
                    </a:moveTo>
                    <a:lnTo>
                      <a:pt x="89915" y="141732"/>
                    </a:lnTo>
                    <a:lnTo>
                      <a:pt x="54863" y="155448"/>
                    </a:lnTo>
                    <a:lnTo>
                      <a:pt x="68579" y="191262"/>
                    </a:lnTo>
                    <a:lnTo>
                      <a:pt x="103631" y="177546"/>
                    </a:lnTo>
                    <a:close/>
                  </a:path>
                  <a:path w="419100" h="1016635">
                    <a:moveTo>
                      <a:pt x="131063" y="248411"/>
                    </a:moveTo>
                    <a:lnTo>
                      <a:pt x="117347" y="213360"/>
                    </a:lnTo>
                    <a:lnTo>
                      <a:pt x="82295" y="227076"/>
                    </a:lnTo>
                    <a:lnTo>
                      <a:pt x="96011" y="262128"/>
                    </a:lnTo>
                    <a:lnTo>
                      <a:pt x="131063" y="248411"/>
                    </a:lnTo>
                    <a:close/>
                  </a:path>
                  <a:path w="419100" h="1016635">
                    <a:moveTo>
                      <a:pt x="158495" y="320040"/>
                    </a:moveTo>
                    <a:lnTo>
                      <a:pt x="144779" y="284226"/>
                    </a:lnTo>
                    <a:lnTo>
                      <a:pt x="109727" y="297942"/>
                    </a:lnTo>
                    <a:lnTo>
                      <a:pt x="123443" y="333756"/>
                    </a:lnTo>
                    <a:lnTo>
                      <a:pt x="158495" y="320040"/>
                    </a:lnTo>
                    <a:close/>
                  </a:path>
                  <a:path w="419100" h="1016635">
                    <a:moveTo>
                      <a:pt x="185927" y="390906"/>
                    </a:moveTo>
                    <a:lnTo>
                      <a:pt x="172211" y="355092"/>
                    </a:lnTo>
                    <a:lnTo>
                      <a:pt x="137159" y="368808"/>
                    </a:lnTo>
                    <a:lnTo>
                      <a:pt x="150875" y="404622"/>
                    </a:lnTo>
                    <a:lnTo>
                      <a:pt x="185927" y="390906"/>
                    </a:lnTo>
                    <a:close/>
                  </a:path>
                  <a:path w="419100" h="1016635">
                    <a:moveTo>
                      <a:pt x="213359" y="461772"/>
                    </a:moveTo>
                    <a:lnTo>
                      <a:pt x="199643" y="426720"/>
                    </a:lnTo>
                    <a:lnTo>
                      <a:pt x="164591" y="440436"/>
                    </a:lnTo>
                    <a:lnTo>
                      <a:pt x="178307" y="475488"/>
                    </a:lnTo>
                    <a:lnTo>
                      <a:pt x="213359" y="461772"/>
                    </a:lnTo>
                    <a:close/>
                  </a:path>
                  <a:path w="419100" h="1016635">
                    <a:moveTo>
                      <a:pt x="240791" y="532638"/>
                    </a:moveTo>
                    <a:lnTo>
                      <a:pt x="227075" y="497586"/>
                    </a:lnTo>
                    <a:lnTo>
                      <a:pt x="192023" y="511302"/>
                    </a:lnTo>
                    <a:lnTo>
                      <a:pt x="205739" y="546354"/>
                    </a:lnTo>
                    <a:lnTo>
                      <a:pt x="240791" y="532638"/>
                    </a:lnTo>
                    <a:close/>
                  </a:path>
                  <a:path w="419100" h="1016635">
                    <a:moveTo>
                      <a:pt x="268985" y="604266"/>
                    </a:moveTo>
                    <a:lnTo>
                      <a:pt x="255269" y="568452"/>
                    </a:lnTo>
                    <a:lnTo>
                      <a:pt x="219455" y="582168"/>
                    </a:lnTo>
                    <a:lnTo>
                      <a:pt x="233171" y="617982"/>
                    </a:lnTo>
                    <a:lnTo>
                      <a:pt x="268985" y="604266"/>
                    </a:lnTo>
                    <a:close/>
                  </a:path>
                  <a:path w="419100" h="1016635">
                    <a:moveTo>
                      <a:pt x="296417" y="675132"/>
                    </a:moveTo>
                    <a:lnTo>
                      <a:pt x="282701" y="639318"/>
                    </a:lnTo>
                    <a:lnTo>
                      <a:pt x="246887" y="653034"/>
                    </a:lnTo>
                    <a:lnTo>
                      <a:pt x="260603" y="688848"/>
                    </a:lnTo>
                    <a:lnTo>
                      <a:pt x="296417" y="675132"/>
                    </a:lnTo>
                    <a:close/>
                  </a:path>
                  <a:path w="419100" h="1016635">
                    <a:moveTo>
                      <a:pt x="323849" y="745998"/>
                    </a:moveTo>
                    <a:lnTo>
                      <a:pt x="310133" y="710946"/>
                    </a:lnTo>
                    <a:lnTo>
                      <a:pt x="274319" y="724662"/>
                    </a:lnTo>
                    <a:lnTo>
                      <a:pt x="288035" y="759714"/>
                    </a:lnTo>
                    <a:lnTo>
                      <a:pt x="323849" y="745998"/>
                    </a:lnTo>
                    <a:close/>
                  </a:path>
                  <a:path w="419100" h="1016635">
                    <a:moveTo>
                      <a:pt x="351281" y="817626"/>
                    </a:moveTo>
                    <a:lnTo>
                      <a:pt x="337565" y="781812"/>
                    </a:lnTo>
                    <a:lnTo>
                      <a:pt x="301751" y="795528"/>
                    </a:lnTo>
                    <a:lnTo>
                      <a:pt x="315467" y="831341"/>
                    </a:lnTo>
                    <a:lnTo>
                      <a:pt x="351281" y="817626"/>
                    </a:lnTo>
                    <a:close/>
                  </a:path>
                  <a:path w="419100" h="1016635">
                    <a:moveTo>
                      <a:pt x="419099" y="889254"/>
                    </a:moveTo>
                    <a:lnTo>
                      <a:pt x="313181" y="930402"/>
                    </a:lnTo>
                    <a:lnTo>
                      <a:pt x="407669" y="1016508"/>
                    </a:lnTo>
                    <a:lnTo>
                      <a:pt x="419099" y="889254"/>
                    </a:lnTo>
                    <a:close/>
                  </a:path>
                  <a:path w="419100" h="1016635">
                    <a:moveTo>
                      <a:pt x="378713" y="888491"/>
                    </a:moveTo>
                    <a:lnTo>
                      <a:pt x="364997" y="852678"/>
                    </a:lnTo>
                    <a:lnTo>
                      <a:pt x="329183" y="866394"/>
                    </a:lnTo>
                    <a:lnTo>
                      <a:pt x="342899" y="902208"/>
                    </a:lnTo>
                    <a:lnTo>
                      <a:pt x="378713" y="888491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2" name="object 37">
                <a:extLst>
                  <a:ext uri="{FF2B5EF4-FFF2-40B4-BE49-F238E27FC236}">
                    <a16:creationId xmlns:a16="http://schemas.microsoft.com/office/drawing/2014/main" id="{7A0AC5AC-F863-4836-8EBF-2B8C2DEDB506}"/>
                  </a:ext>
                </a:extLst>
              </p:cNvPr>
              <p:cNvSpPr/>
              <p:nvPr/>
            </p:nvSpPr>
            <p:spPr>
              <a:xfrm rot="15026213">
                <a:off x="2168297" y="4213911"/>
                <a:ext cx="2555162" cy="146949"/>
              </a:xfrm>
              <a:custGeom>
                <a:avLst/>
                <a:gdLst/>
                <a:ahLst/>
                <a:cxnLst/>
                <a:rect l="l" t="t" r="r" b="b"/>
                <a:pathLst>
                  <a:path w="866140" h="114300">
                    <a:moveTo>
                      <a:pt x="115061" y="0"/>
                    </a:moveTo>
                    <a:lnTo>
                      <a:pt x="0" y="55626"/>
                    </a:lnTo>
                    <a:lnTo>
                      <a:pt x="95249" y="104849"/>
                    </a:lnTo>
                    <a:lnTo>
                      <a:pt x="95249" y="37338"/>
                    </a:lnTo>
                    <a:lnTo>
                      <a:pt x="114561" y="37509"/>
                    </a:lnTo>
                    <a:lnTo>
                      <a:pt x="115061" y="0"/>
                    </a:lnTo>
                    <a:close/>
                  </a:path>
                  <a:path w="866140" h="114300">
                    <a:moveTo>
                      <a:pt x="114561" y="37509"/>
                    </a:moveTo>
                    <a:lnTo>
                      <a:pt x="95249" y="37338"/>
                    </a:lnTo>
                    <a:lnTo>
                      <a:pt x="95249" y="75438"/>
                    </a:lnTo>
                    <a:lnTo>
                      <a:pt x="114053" y="75605"/>
                    </a:lnTo>
                    <a:lnTo>
                      <a:pt x="114561" y="37509"/>
                    </a:lnTo>
                    <a:close/>
                  </a:path>
                  <a:path w="866140" h="114300">
                    <a:moveTo>
                      <a:pt x="114053" y="75605"/>
                    </a:moveTo>
                    <a:lnTo>
                      <a:pt x="95249" y="75438"/>
                    </a:lnTo>
                    <a:lnTo>
                      <a:pt x="95249" y="104849"/>
                    </a:lnTo>
                    <a:lnTo>
                      <a:pt x="113537" y="114300"/>
                    </a:lnTo>
                    <a:lnTo>
                      <a:pt x="114053" y="75605"/>
                    </a:lnTo>
                    <a:close/>
                  </a:path>
                  <a:path w="866140" h="114300">
                    <a:moveTo>
                      <a:pt x="865631" y="82296"/>
                    </a:moveTo>
                    <a:lnTo>
                      <a:pt x="865631" y="44196"/>
                    </a:lnTo>
                    <a:lnTo>
                      <a:pt x="114561" y="37509"/>
                    </a:lnTo>
                    <a:lnTo>
                      <a:pt x="114053" y="75605"/>
                    </a:lnTo>
                    <a:lnTo>
                      <a:pt x="865631" y="822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3148482-A49A-4439-894D-CDC4594890BA}"/>
                  </a:ext>
                </a:extLst>
              </p:cNvPr>
              <p:cNvGrpSpPr/>
              <p:nvPr/>
            </p:nvGrpSpPr>
            <p:grpSpPr>
              <a:xfrm>
                <a:off x="5622881" y="3436821"/>
                <a:ext cx="1285850" cy="632666"/>
                <a:chOff x="5616721" y="3389388"/>
                <a:chExt cx="1285850" cy="632666"/>
              </a:xfrm>
            </p:grpSpPr>
            <p:sp>
              <p:nvSpPr>
                <p:cNvPr id="32" name="object 6">
                  <a:extLst>
                    <a:ext uri="{FF2B5EF4-FFF2-40B4-BE49-F238E27FC236}">
                      <a16:creationId xmlns:a16="http://schemas.microsoft.com/office/drawing/2014/main" id="{E51E5D33-A9CD-4F46-A16B-A3843F71BF47}"/>
                    </a:ext>
                  </a:extLst>
                </p:cNvPr>
                <p:cNvSpPr txBox="1"/>
                <p:nvPr/>
              </p:nvSpPr>
              <p:spPr>
                <a:xfrm>
                  <a:off x="5644809" y="3402084"/>
                  <a:ext cx="1229673" cy="566822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 marR="5080" algn="ctr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1800" b="1" dirty="0">
                      <a:cs typeface="+mn-ea"/>
                      <a:sym typeface="+mn-lt"/>
                    </a:rPr>
                    <a:t>Back </a:t>
                  </a:r>
                  <a:r>
                    <a:rPr lang="en-US" b="1" dirty="0">
                      <a:cs typeface="+mn-ea"/>
                      <a:sym typeface="+mn-lt"/>
                    </a:rPr>
                    <a:t>propagation</a:t>
                  </a:r>
                  <a:endParaRPr sz="18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5B5F5D2-7D30-4A8A-A269-B561629A463C}"/>
                    </a:ext>
                  </a:extLst>
                </p:cNvPr>
                <p:cNvSpPr/>
                <p:nvPr/>
              </p:nvSpPr>
              <p:spPr>
                <a:xfrm>
                  <a:off x="5616721" y="3389388"/>
                  <a:ext cx="1285850" cy="63266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4" name="object 42">
                <a:extLst>
                  <a:ext uri="{FF2B5EF4-FFF2-40B4-BE49-F238E27FC236}">
                    <a16:creationId xmlns:a16="http://schemas.microsoft.com/office/drawing/2014/main" id="{DE7AFBB4-24E9-4364-9D6B-A73A40600629}"/>
                  </a:ext>
                </a:extLst>
              </p:cNvPr>
              <p:cNvSpPr/>
              <p:nvPr/>
            </p:nvSpPr>
            <p:spPr>
              <a:xfrm>
                <a:off x="6209185" y="4111899"/>
                <a:ext cx="665298" cy="2107116"/>
              </a:xfrm>
              <a:custGeom>
                <a:avLst/>
                <a:gdLst/>
                <a:ahLst/>
                <a:cxnLst/>
                <a:rect l="l" t="t" r="r" b="b"/>
                <a:pathLst>
                  <a:path w="898525" h="1911984">
                    <a:moveTo>
                      <a:pt x="50291" y="34290"/>
                    </a:moveTo>
                    <a:lnTo>
                      <a:pt x="34289" y="0"/>
                    </a:lnTo>
                    <a:lnTo>
                      <a:pt x="0" y="16002"/>
                    </a:lnTo>
                    <a:lnTo>
                      <a:pt x="16001" y="50292"/>
                    </a:lnTo>
                    <a:lnTo>
                      <a:pt x="50291" y="34290"/>
                    </a:lnTo>
                    <a:close/>
                  </a:path>
                  <a:path w="898525" h="1911984">
                    <a:moveTo>
                      <a:pt x="82295" y="103632"/>
                    </a:moveTo>
                    <a:lnTo>
                      <a:pt x="66293" y="69342"/>
                    </a:lnTo>
                    <a:lnTo>
                      <a:pt x="31241" y="84582"/>
                    </a:lnTo>
                    <a:lnTo>
                      <a:pt x="47243" y="119634"/>
                    </a:lnTo>
                    <a:lnTo>
                      <a:pt x="82295" y="103632"/>
                    </a:lnTo>
                    <a:close/>
                  </a:path>
                  <a:path w="898525" h="1911984">
                    <a:moveTo>
                      <a:pt x="114299" y="172974"/>
                    </a:moveTo>
                    <a:lnTo>
                      <a:pt x="98297" y="137922"/>
                    </a:lnTo>
                    <a:lnTo>
                      <a:pt x="63245" y="153924"/>
                    </a:lnTo>
                    <a:lnTo>
                      <a:pt x="79247" y="188976"/>
                    </a:lnTo>
                    <a:lnTo>
                      <a:pt x="114299" y="172974"/>
                    </a:lnTo>
                    <a:close/>
                  </a:path>
                  <a:path w="898525" h="1911984">
                    <a:moveTo>
                      <a:pt x="146303" y="242315"/>
                    </a:moveTo>
                    <a:lnTo>
                      <a:pt x="130301" y="207264"/>
                    </a:lnTo>
                    <a:lnTo>
                      <a:pt x="95249" y="223265"/>
                    </a:lnTo>
                    <a:lnTo>
                      <a:pt x="111251" y="258318"/>
                    </a:lnTo>
                    <a:lnTo>
                      <a:pt x="146303" y="242315"/>
                    </a:lnTo>
                    <a:close/>
                  </a:path>
                  <a:path w="898525" h="1911984">
                    <a:moveTo>
                      <a:pt x="177545" y="310896"/>
                    </a:moveTo>
                    <a:lnTo>
                      <a:pt x="161543" y="276606"/>
                    </a:lnTo>
                    <a:lnTo>
                      <a:pt x="127253" y="292608"/>
                    </a:lnTo>
                    <a:lnTo>
                      <a:pt x="143255" y="326898"/>
                    </a:lnTo>
                    <a:lnTo>
                      <a:pt x="177545" y="310896"/>
                    </a:lnTo>
                    <a:close/>
                  </a:path>
                  <a:path w="898525" h="1911984">
                    <a:moveTo>
                      <a:pt x="209549" y="380238"/>
                    </a:moveTo>
                    <a:lnTo>
                      <a:pt x="193547" y="345948"/>
                    </a:lnTo>
                    <a:lnTo>
                      <a:pt x="159257" y="361950"/>
                    </a:lnTo>
                    <a:lnTo>
                      <a:pt x="175259" y="396240"/>
                    </a:lnTo>
                    <a:lnTo>
                      <a:pt x="209549" y="380238"/>
                    </a:lnTo>
                    <a:close/>
                  </a:path>
                  <a:path w="898525" h="1911984">
                    <a:moveTo>
                      <a:pt x="241553" y="449580"/>
                    </a:moveTo>
                    <a:lnTo>
                      <a:pt x="225551" y="415290"/>
                    </a:lnTo>
                    <a:lnTo>
                      <a:pt x="191261" y="431292"/>
                    </a:lnTo>
                    <a:lnTo>
                      <a:pt x="207263" y="465581"/>
                    </a:lnTo>
                    <a:lnTo>
                      <a:pt x="241553" y="449580"/>
                    </a:lnTo>
                    <a:close/>
                  </a:path>
                  <a:path w="898525" h="1911984">
                    <a:moveTo>
                      <a:pt x="273557" y="518922"/>
                    </a:moveTo>
                    <a:lnTo>
                      <a:pt x="257555" y="483870"/>
                    </a:lnTo>
                    <a:lnTo>
                      <a:pt x="223265" y="499872"/>
                    </a:lnTo>
                    <a:lnTo>
                      <a:pt x="239267" y="534924"/>
                    </a:lnTo>
                    <a:lnTo>
                      <a:pt x="273557" y="518922"/>
                    </a:lnTo>
                    <a:close/>
                  </a:path>
                  <a:path w="898525" h="1911984">
                    <a:moveTo>
                      <a:pt x="305561" y="588264"/>
                    </a:moveTo>
                    <a:lnTo>
                      <a:pt x="289559" y="553212"/>
                    </a:lnTo>
                    <a:lnTo>
                      <a:pt x="255269" y="569214"/>
                    </a:lnTo>
                    <a:lnTo>
                      <a:pt x="270509" y="604266"/>
                    </a:lnTo>
                    <a:lnTo>
                      <a:pt x="305561" y="588264"/>
                    </a:lnTo>
                    <a:close/>
                  </a:path>
                  <a:path w="898525" h="1911984">
                    <a:moveTo>
                      <a:pt x="337565" y="656844"/>
                    </a:moveTo>
                    <a:lnTo>
                      <a:pt x="321563" y="622554"/>
                    </a:lnTo>
                    <a:lnTo>
                      <a:pt x="286511" y="638556"/>
                    </a:lnTo>
                    <a:lnTo>
                      <a:pt x="302513" y="672846"/>
                    </a:lnTo>
                    <a:lnTo>
                      <a:pt x="337565" y="656844"/>
                    </a:lnTo>
                    <a:close/>
                  </a:path>
                  <a:path w="898525" h="1911984">
                    <a:moveTo>
                      <a:pt x="369569" y="726186"/>
                    </a:moveTo>
                    <a:lnTo>
                      <a:pt x="353567" y="691896"/>
                    </a:lnTo>
                    <a:lnTo>
                      <a:pt x="318515" y="707898"/>
                    </a:lnTo>
                    <a:lnTo>
                      <a:pt x="334517" y="742188"/>
                    </a:lnTo>
                    <a:lnTo>
                      <a:pt x="369569" y="726186"/>
                    </a:lnTo>
                    <a:close/>
                  </a:path>
                  <a:path w="898525" h="1911984">
                    <a:moveTo>
                      <a:pt x="400811" y="795528"/>
                    </a:moveTo>
                    <a:lnTo>
                      <a:pt x="385571" y="761238"/>
                    </a:lnTo>
                    <a:lnTo>
                      <a:pt x="350519" y="777240"/>
                    </a:lnTo>
                    <a:lnTo>
                      <a:pt x="366521" y="811530"/>
                    </a:lnTo>
                    <a:lnTo>
                      <a:pt x="400811" y="795528"/>
                    </a:lnTo>
                    <a:close/>
                  </a:path>
                  <a:path w="898525" h="1911984">
                    <a:moveTo>
                      <a:pt x="432815" y="864869"/>
                    </a:moveTo>
                    <a:lnTo>
                      <a:pt x="416813" y="830580"/>
                    </a:lnTo>
                    <a:lnTo>
                      <a:pt x="382523" y="845819"/>
                    </a:lnTo>
                    <a:lnTo>
                      <a:pt x="398525" y="880872"/>
                    </a:lnTo>
                    <a:lnTo>
                      <a:pt x="432815" y="864869"/>
                    </a:lnTo>
                    <a:close/>
                  </a:path>
                  <a:path w="898525" h="1911984">
                    <a:moveTo>
                      <a:pt x="464819" y="934212"/>
                    </a:moveTo>
                    <a:lnTo>
                      <a:pt x="448817" y="899160"/>
                    </a:lnTo>
                    <a:lnTo>
                      <a:pt x="414527" y="915162"/>
                    </a:lnTo>
                    <a:lnTo>
                      <a:pt x="430529" y="950213"/>
                    </a:lnTo>
                    <a:lnTo>
                      <a:pt x="464819" y="934212"/>
                    </a:lnTo>
                    <a:close/>
                  </a:path>
                  <a:path w="898525" h="1911984">
                    <a:moveTo>
                      <a:pt x="496823" y="1003554"/>
                    </a:moveTo>
                    <a:lnTo>
                      <a:pt x="480821" y="968502"/>
                    </a:lnTo>
                    <a:lnTo>
                      <a:pt x="446531" y="984504"/>
                    </a:lnTo>
                    <a:lnTo>
                      <a:pt x="462533" y="1018794"/>
                    </a:lnTo>
                    <a:lnTo>
                      <a:pt x="496823" y="1003554"/>
                    </a:lnTo>
                    <a:close/>
                  </a:path>
                  <a:path w="898525" h="1911984">
                    <a:moveTo>
                      <a:pt x="528827" y="1072134"/>
                    </a:moveTo>
                    <a:lnTo>
                      <a:pt x="512825" y="1037844"/>
                    </a:lnTo>
                    <a:lnTo>
                      <a:pt x="478535" y="1053846"/>
                    </a:lnTo>
                    <a:lnTo>
                      <a:pt x="493775" y="1088136"/>
                    </a:lnTo>
                    <a:lnTo>
                      <a:pt x="528827" y="1072134"/>
                    </a:lnTo>
                    <a:close/>
                  </a:path>
                  <a:path w="898525" h="1911984">
                    <a:moveTo>
                      <a:pt x="560832" y="1141476"/>
                    </a:moveTo>
                    <a:lnTo>
                      <a:pt x="544830" y="1107186"/>
                    </a:lnTo>
                    <a:lnTo>
                      <a:pt x="509777" y="1123188"/>
                    </a:lnTo>
                    <a:lnTo>
                      <a:pt x="525780" y="1157478"/>
                    </a:lnTo>
                    <a:lnTo>
                      <a:pt x="560832" y="1141476"/>
                    </a:lnTo>
                    <a:close/>
                  </a:path>
                  <a:path w="898525" h="1911984">
                    <a:moveTo>
                      <a:pt x="592835" y="1210818"/>
                    </a:moveTo>
                    <a:lnTo>
                      <a:pt x="576833" y="1176528"/>
                    </a:lnTo>
                    <a:lnTo>
                      <a:pt x="541782" y="1192530"/>
                    </a:lnTo>
                    <a:lnTo>
                      <a:pt x="557783" y="1226820"/>
                    </a:lnTo>
                    <a:lnTo>
                      <a:pt x="592835" y="1210818"/>
                    </a:lnTo>
                    <a:close/>
                  </a:path>
                  <a:path w="898525" h="1911984">
                    <a:moveTo>
                      <a:pt x="624077" y="1280160"/>
                    </a:moveTo>
                    <a:lnTo>
                      <a:pt x="608838" y="1245108"/>
                    </a:lnTo>
                    <a:lnTo>
                      <a:pt x="573785" y="1261110"/>
                    </a:lnTo>
                    <a:lnTo>
                      <a:pt x="589788" y="1296162"/>
                    </a:lnTo>
                    <a:lnTo>
                      <a:pt x="624077" y="1280160"/>
                    </a:lnTo>
                    <a:close/>
                  </a:path>
                  <a:path w="898525" h="1911984">
                    <a:moveTo>
                      <a:pt x="656082" y="1349502"/>
                    </a:moveTo>
                    <a:lnTo>
                      <a:pt x="640080" y="1314450"/>
                    </a:lnTo>
                    <a:lnTo>
                      <a:pt x="605790" y="1330452"/>
                    </a:lnTo>
                    <a:lnTo>
                      <a:pt x="621791" y="1365504"/>
                    </a:lnTo>
                    <a:lnTo>
                      <a:pt x="656082" y="1349502"/>
                    </a:lnTo>
                    <a:close/>
                  </a:path>
                  <a:path w="898525" h="1911984">
                    <a:moveTo>
                      <a:pt x="688085" y="1418082"/>
                    </a:moveTo>
                    <a:lnTo>
                      <a:pt x="672083" y="1383792"/>
                    </a:lnTo>
                    <a:lnTo>
                      <a:pt x="637794" y="1399794"/>
                    </a:lnTo>
                    <a:lnTo>
                      <a:pt x="653796" y="1434084"/>
                    </a:lnTo>
                    <a:lnTo>
                      <a:pt x="688085" y="1418082"/>
                    </a:lnTo>
                    <a:close/>
                  </a:path>
                  <a:path w="898525" h="1911984">
                    <a:moveTo>
                      <a:pt x="720090" y="1487424"/>
                    </a:moveTo>
                    <a:lnTo>
                      <a:pt x="704088" y="1453134"/>
                    </a:lnTo>
                    <a:lnTo>
                      <a:pt x="669797" y="1469136"/>
                    </a:lnTo>
                    <a:lnTo>
                      <a:pt x="685799" y="1503426"/>
                    </a:lnTo>
                    <a:lnTo>
                      <a:pt x="720090" y="1487424"/>
                    </a:lnTo>
                    <a:close/>
                  </a:path>
                  <a:path w="898525" h="1911984">
                    <a:moveTo>
                      <a:pt x="752094" y="1556766"/>
                    </a:moveTo>
                    <a:lnTo>
                      <a:pt x="736091" y="1522476"/>
                    </a:lnTo>
                    <a:lnTo>
                      <a:pt x="701802" y="1538478"/>
                    </a:lnTo>
                    <a:lnTo>
                      <a:pt x="717804" y="1572768"/>
                    </a:lnTo>
                    <a:lnTo>
                      <a:pt x="752094" y="1556766"/>
                    </a:lnTo>
                    <a:close/>
                  </a:path>
                  <a:path w="898525" h="1911984">
                    <a:moveTo>
                      <a:pt x="784097" y="1626108"/>
                    </a:moveTo>
                    <a:lnTo>
                      <a:pt x="768096" y="1591056"/>
                    </a:lnTo>
                    <a:lnTo>
                      <a:pt x="733044" y="1607058"/>
                    </a:lnTo>
                    <a:lnTo>
                      <a:pt x="749046" y="1642110"/>
                    </a:lnTo>
                    <a:lnTo>
                      <a:pt x="784097" y="1626108"/>
                    </a:lnTo>
                    <a:close/>
                  </a:path>
                  <a:path w="898525" h="1911984">
                    <a:moveTo>
                      <a:pt x="816101" y="1695450"/>
                    </a:moveTo>
                    <a:lnTo>
                      <a:pt x="800099" y="1660398"/>
                    </a:lnTo>
                    <a:lnTo>
                      <a:pt x="765047" y="1676400"/>
                    </a:lnTo>
                    <a:lnTo>
                      <a:pt x="781049" y="1711452"/>
                    </a:lnTo>
                    <a:lnTo>
                      <a:pt x="816101" y="1695450"/>
                    </a:lnTo>
                    <a:close/>
                  </a:path>
                  <a:path w="898525" h="1911984">
                    <a:moveTo>
                      <a:pt x="847344" y="1764792"/>
                    </a:moveTo>
                    <a:lnTo>
                      <a:pt x="832104" y="1729739"/>
                    </a:lnTo>
                    <a:lnTo>
                      <a:pt x="797052" y="1745742"/>
                    </a:lnTo>
                    <a:lnTo>
                      <a:pt x="813054" y="1780032"/>
                    </a:lnTo>
                    <a:lnTo>
                      <a:pt x="847344" y="1764792"/>
                    </a:lnTo>
                    <a:close/>
                  </a:path>
                  <a:path w="898525" h="1911984">
                    <a:moveTo>
                      <a:pt x="871728" y="1893535"/>
                    </a:moveTo>
                    <a:lnTo>
                      <a:pt x="871728" y="1817370"/>
                    </a:lnTo>
                    <a:lnTo>
                      <a:pt x="837438" y="1833372"/>
                    </a:lnTo>
                    <a:lnTo>
                      <a:pt x="829388" y="1815809"/>
                    </a:lnTo>
                    <a:lnTo>
                      <a:pt x="794766" y="1831848"/>
                    </a:lnTo>
                    <a:lnTo>
                      <a:pt x="871728" y="1893535"/>
                    </a:lnTo>
                    <a:close/>
                  </a:path>
                  <a:path w="898525" h="1911984">
                    <a:moveTo>
                      <a:pt x="863723" y="1799904"/>
                    </a:moveTo>
                    <a:lnTo>
                      <a:pt x="863346" y="1799082"/>
                    </a:lnTo>
                    <a:lnTo>
                      <a:pt x="829056" y="1815083"/>
                    </a:lnTo>
                    <a:lnTo>
                      <a:pt x="829388" y="1815809"/>
                    </a:lnTo>
                    <a:lnTo>
                      <a:pt x="863723" y="1799904"/>
                    </a:lnTo>
                    <a:close/>
                  </a:path>
                  <a:path w="898525" h="1911984">
                    <a:moveTo>
                      <a:pt x="871728" y="1817370"/>
                    </a:moveTo>
                    <a:lnTo>
                      <a:pt x="863723" y="1799904"/>
                    </a:lnTo>
                    <a:lnTo>
                      <a:pt x="829388" y="1815809"/>
                    </a:lnTo>
                    <a:lnTo>
                      <a:pt x="837438" y="1833372"/>
                    </a:lnTo>
                    <a:lnTo>
                      <a:pt x="871728" y="1817370"/>
                    </a:lnTo>
                    <a:close/>
                  </a:path>
                  <a:path w="898525" h="1911984">
                    <a:moveTo>
                      <a:pt x="898398" y="1783842"/>
                    </a:moveTo>
                    <a:lnTo>
                      <a:pt x="863723" y="1799904"/>
                    </a:lnTo>
                    <a:lnTo>
                      <a:pt x="871728" y="1817370"/>
                    </a:lnTo>
                    <a:lnTo>
                      <a:pt x="871728" y="1893535"/>
                    </a:lnTo>
                    <a:lnTo>
                      <a:pt x="894588" y="1911858"/>
                    </a:lnTo>
                    <a:lnTo>
                      <a:pt x="898398" y="1783842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ECF35D2-9ABE-4DAA-A749-15F4CADAC591}"/>
                  </a:ext>
                </a:extLst>
              </p:cNvPr>
              <p:cNvGrpSpPr/>
              <p:nvPr/>
            </p:nvGrpSpPr>
            <p:grpSpPr>
              <a:xfrm>
                <a:off x="8249099" y="3506000"/>
                <a:ext cx="1372175" cy="632666"/>
                <a:chOff x="8342089" y="3457911"/>
                <a:chExt cx="1372175" cy="632666"/>
              </a:xfrm>
            </p:grpSpPr>
            <p:sp>
              <p:nvSpPr>
                <p:cNvPr id="30" name="object 6">
                  <a:extLst>
                    <a:ext uri="{FF2B5EF4-FFF2-40B4-BE49-F238E27FC236}">
                      <a16:creationId xmlns:a16="http://schemas.microsoft.com/office/drawing/2014/main" id="{E3DC95D0-1D70-4D65-8003-244AC867F805}"/>
                    </a:ext>
                  </a:extLst>
                </p:cNvPr>
                <p:cNvSpPr txBox="1"/>
                <p:nvPr/>
              </p:nvSpPr>
              <p:spPr>
                <a:xfrm>
                  <a:off x="8378401" y="3467678"/>
                  <a:ext cx="1280303" cy="566822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 marR="5080" algn="ctr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lang="en-US" altLang="zh-CN" sz="1800" b="1" dirty="0">
                      <a:cs typeface="+mn-ea"/>
                      <a:sym typeface="+mn-lt"/>
                    </a:rPr>
                    <a:t>loss computation</a:t>
                  </a:r>
                  <a:endParaRPr sz="18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684A824D-D9CA-4DB8-8C7B-8745D504AD15}"/>
                    </a:ext>
                  </a:extLst>
                </p:cNvPr>
                <p:cNvSpPr/>
                <p:nvPr/>
              </p:nvSpPr>
              <p:spPr>
                <a:xfrm>
                  <a:off x="8342089" y="3457911"/>
                  <a:ext cx="1372175" cy="63266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6" name="object 37">
                <a:extLst>
                  <a:ext uri="{FF2B5EF4-FFF2-40B4-BE49-F238E27FC236}">
                    <a16:creationId xmlns:a16="http://schemas.microsoft.com/office/drawing/2014/main" id="{8AA1CCC4-9F91-48C4-98CB-2B48C24CC1EF}"/>
                  </a:ext>
                </a:extLst>
              </p:cNvPr>
              <p:cNvSpPr/>
              <p:nvPr/>
            </p:nvSpPr>
            <p:spPr>
              <a:xfrm rot="16200000">
                <a:off x="8640055" y="3178750"/>
                <a:ext cx="429571" cy="160692"/>
              </a:xfrm>
              <a:custGeom>
                <a:avLst/>
                <a:gdLst/>
                <a:ahLst/>
                <a:cxnLst/>
                <a:rect l="l" t="t" r="r" b="b"/>
                <a:pathLst>
                  <a:path w="866140" h="114300">
                    <a:moveTo>
                      <a:pt x="115061" y="0"/>
                    </a:moveTo>
                    <a:lnTo>
                      <a:pt x="0" y="55626"/>
                    </a:lnTo>
                    <a:lnTo>
                      <a:pt x="95249" y="104849"/>
                    </a:lnTo>
                    <a:lnTo>
                      <a:pt x="95249" y="37338"/>
                    </a:lnTo>
                    <a:lnTo>
                      <a:pt x="114561" y="37509"/>
                    </a:lnTo>
                    <a:lnTo>
                      <a:pt x="115061" y="0"/>
                    </a:lnTo>
                    <a:close/>
                  </a:path>
                  <a:path w="866140" h="114300">
                    <a:moveTo>
                      <a:pt x="114561" y="37509"/>
                    </a:moveTo>
                    <a:lnTo>
                      <a:pt x="95249" y="37338"/>
                    </a:lnTo>
                    <a:lnTo>
                      <a:pt x="95249" y="75438"/>
                    </a:lnTo>
                    <a:lnTo>
                      <a:pt x="114053" y="75605"/>
                    </a:lnTo>
                    <a:lnTo>
                      <a:pt x="114561" y="37509"/>
                    </a:lnTo>
                    <a:close/>
                  </a:path>
                  <a:path w="866140" h="114300">
                    <a:moveTo>
                      <a:pt x="114053" y="75605"/>
                    </a:moveTo>
                    <a:lnTo>
                      <a:pt x="95249" y="75438"/>
                    </a:lnTo>
                    <a:lnTo>
                      <a:pt x="95249" y="104849"/>
                    </a:lnTo>
                    <a:lnTo>
                      <a:pt x="113537" y="114300"/>
                    </a:lnTo>
                    <a:lnTo>
                      <a:pt x="114053" y="75605"/>
                    </a:lnTo>
                    <a:close/>
                  </a:path>
                  <a:path w="866140" h="114300">
                    <a:moveTo>
                      <a:pt x="865631" y="82296"/>
                    </a:moveTo>
                    <a:lnTo>
                      <a:pt x="865631" y="44196"/>
                    </a:lnTo>
                    <a:lnTo>
                      <a:pt x="114561" y="37509"/>
                    </a:lnTo>
                    <a:lnTo>
                      <a:pt x="114053" y="75605"/>
                    </a:lnTo>
                    <a:lnTo>
                      <a:pt x="865631" y="822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7" name="object 31">
                <a:extLst>
                  <a:ext uri="{FF2B5EF4-FFF2-40B4-BE49-F238E27FC236}">
                    <a16:creationId xmlns:a16="http://schemas.microsoft.com/office/drawing/2014/main" id="{F04D5A54-4E5E-4E83-B37C-56A3CE5FD58A}"/>
                  </a:ext>
                </a:extLst>
              </p:cNvPr>
              <p:cNvSpPr/>
              <p:nvPr/>
            </p:nvSpPr>
            <p:spPr>
              <a:xfrm>
                <a:off x="8516942" y="4711848"/>
                <a:ext cx="1326641" cy="1236565"/>
              </a:xfrm>
              <a:prstGeom prst="rect">
                <a:avLst/>
              </a:prstGeom>
              <a:blipFill>
                <a:blip r:embed="rId7" cstate="print"/>
                <a:stretch>
                  <a:fillRect b="-4573"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8" name="object 37">
                <a:extLst>
                  <a:ext uri="{FF2B5EF4-FFF2-40B4-BE49-F238E27FC236}">
                    <a16:creationId xmlns:a16="http://schemas.microsoft.com/office/drawing/2014/main" id="{1627DEE7-8B1B-43FA-8D4A-ABD61855601F}"/>
                  </a:ext>
                </a:extLst>
              </p:cNvPr>
              <p:cNvSpPr/>
              <p:nvPr/>
            </p:nvSpPr>
            <p:spPr>
              <a:xfrm rot="10800000">
                <a:off x="7776516" y="5417257"/>
                <a:ext cx="624644" cy="217006"/>
              </a:xfrm>
              <a:custGeom>
                <a:avLst/>
                <a:gdLst/>
                <a:ahLst/>
                <a:cxnLst/>
                <a:rect l="l" t="t" r="r" b="b"/>
                <a:pathLst>
                  <a:path w="866140" h="114300">
                    <a:moveTo>
                      <a:pt x="115061" y="0"/>
                    </a:moveTo>
                    <a:lnTo>
                      <a:pt x="0" y="55626"/>
                    </a:lnTo>
                    <a:lnTo>
                      <a:pt x="95249" y="104849"/>
                    </a:lnTo>
                    <a:lnTo>
                      <a:pt x="95249" y="37338"/>
                    </a:lnTo>
                    <a:lnTo>
                      <a:pt x="114561" y="37509"/>
                    </a:lnTo>
                    <a:lnTo>
                      <a:pt x="115061" y="0"/>
                    </a:lnTo>
                    <a:close/>
                  </a:path>
                  <a:path w="866140" h="114300">
                    <a:moveTo>
                      <a:pt x="114561" y="37509"/>
                    </a:moveTo>
                    <a:lnTo>
                      <a:pt x="95249" y="37338"/>
                    </a:lnTo>
                    <a:lnTo>
                      <a:pt x="95249" y="75438"/>
                    </a:lnTo>
                    <a:lnTo>
                      <a:pt x="114053" y="75605"/>
                    </a:lnTo>
                    <a:lnTo>
                      <a:pt x="114561" y="37509"/>
                    </a:lnTo>
                    <a:close/>
                  </a:path>
                  <a:path w="866140" h="114300">
                    <a:moveTo>
                      <a:pt x="114053" y="75605"/>
                    </a:moveTo>
                    <a:lnTo>
                      <a:pt x="95249" y="75438"/>
                    </a:lnTo>
                    <a:lnTo>
                      <a:pt x="95249" y="104849"/>
                    </a:lnTo>
                    <a:lnTo>
                      <a:pt x="113537" y="114300"/>
                    </a:lnTo>
                    <a:lnTo>
                      <a:pt x="114053" y="75605"/>
                    </a:lnTo>
                    <a:close/>
                  </a:path>
                  <a:path w="866140" h="114300">
                    <a:moveTo>
                      <a:pt x="865631" y="82296"/>
                    </a:moveTo>
                    <a:lnTo>
                      <a:pt x="865631" y="44196"/>
                    </a:lnTo>
                    <a:lnTo>
                      <a:pt x="114561" y="37509"/>
                    </a:lnTo>
                    <a:lnTo>
                      <a:pt x="114053" y="75605"/>
                    </a:lnTo>
                    <a:lnTo>
                      <a:pt x="865631" y="822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9" name="object 37">
                <a:extLst>
                  <a:ext uri="{FF2B5EF4-FFF2-40B4-BE49-F238E27FC236}">
                    <a16:creationId xmlns:a16="http://schemas.microsoft.com/office/drawing/2014/main" id="{37F77A4D-D0F3-4431-9330-96436D870E0C}"/>
                  </a:ext>
                </a:extLst>
              </p:cNvPr>
              <p:cNvSpPr/>
              <p:nvPr/>
            </p:nvSpPr>
            <p:spPr>
              <a:xfrm rot="5019465">
                <a:off x="8775922" y="4372916"/>
                <a:ext cx="570315" cy="189946"/>
              </a:xfrm>
              <a:custGeom>
                <a:avLst/>
                <a:gdLst/>
                <a:ahLst/>
                <a:cxnLst/>
                <a:rect l="l" t="t" r="r" b="b"/>
                <a:pathLst>
                  <a:path w="866140" h="114300">
                    <a:moveTo>
                      <a:pt x="115061" y="0"/>
                    </a:moveTo>
                    <a:lnTo>
                      <a:pt x="0" y="55626"/>
                    </a:lnTo>
                    <a:lnTo>
                      <a:pt x="95249" y="104849"/>
                    </a:lnTo>
                    <a:lnTo>
                      <a:pt x="95249" y="37338"/>
                    </a:lnTo>
                    <a:lnTo>
                      <a:pt x="114561" y="37509"/>
                    </a:lnTo>
                    <a:lnTo>
                      <a:pt x="115061" y="0"/>
                    </a:lnTo>
                    <a:close/>
                  </a:path>
                  <a:path w="866140" h="114300">
                    <a:moveTo>
                      <a:pt x="114561" y="37509"/>
                    </a:moveTo>
                    <a:lnTo>
                      <a:pt x="95249" y="37338"/>
                    </a:lnTo>
                    <a:lnTo>
                      <a:pt x="95249" y="75438"/>
                    </a:lnTo>
                    <a:lnTo>
                      <a:pt x="114053" y="75605"/>
                    </a:lnTo>
                    <a:lnTo>
                      <a:pt x="114561" y="37509"/>
                    </a:lnTo>
                    <a:close/>
                  </a:path>
                  <a:path w="866140" h="114300">
                    <a:moveTo>
                      <a:pt x="114053" y="75605"/>
                    </a:moveTo>
                    <a:lnTo>
                      <a:pt x="95249" y="75438"/>
                    </a:lnTo>
                    <a:lnTo>
                      <a:pt x="95249" y="104849"/>
                    </a:lnTo>
                    <a:lnTo>
                      <a:pt x="113537" y="114300"/>
                    </a:lnTo>
                    <a:lnTo>
                      <a:pt x="114053" y="75605"/>
                    </a:lnTo>
                    <a:close/>
                  </a:path>
                  <a:path w="866140" h="114300">
                    <a:moveTo>
                      <a:pt x="865631" y="82296"/>
                    </a:moveTo>
                    <a:lnTo>
                      <a:pt x="865631" y="44196"/>
                    </a:lnTo>
                    <a:lnTo>
                      <a:pt x="114561" y="37509"/>
                    </a:lnTo>
                    <a:lnTo>
                      <a:pt x="114053" y="75605"/>
                    </a:lnTo>
                    <a:lnTo>
                      <a:pt x="865631" y="8229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48384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5A96-0B82-4B32-AD16-B3D53575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RPN</a:t>
            </a:r>
            <a:r>
              <a:rPr lang="zh-CN" altLang="en-US" b="1" dirty="0"/>
              <a:t>训练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C14F8-A880-421C-AE06-8326FC21C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b="1" dirty="0"/>
              <a:t>Anchor</a:t>
            </a:r>
            <a:r>
              <a:rPr lang="zh-CN" altLang="en-US" b="1" dirty="0"/>
              <a:t>标签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spc="-5" dirty="0">
                <a:cs typeface="+mn-ea"/>
                <a:sym typeface="+mn-lt"/>
              </a:rPr>
              <a:t>给每一个设置相应的正、负标签</a:t>
            </a:r>
            <a:endParaRPr lang="en-US" altLang="zh-CN" spc="-5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endParaRPr lang="en-US" altLang="zh-CN" spc="-5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endParaRPr lang="en-US" altLang="zh-CN" spc="-5" dirty="0">
              <a:cs typeface="+mn-ea"/>
              <a:sym typeface="+mn-lt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CN" spc="-5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solidFill>
                  <a:srgbClr val="00B050"/>
                </a:solidFill>
                <a:cs typeface="+mn-ea"/>
                <a:sym typeface="+mn-lt"/>
              </a:rPr>
              <a:t>IoU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计算</a:t>
            </a:r>
            <a:r>
              <a:rPr lang="en-US" altLang="zh-CN" dirty="0">
                <a:cs typeface="+mn-ea"/>
                <a:sym typeface="+mn-lt"/>
              </a:rPr>
              <a:t>Box</a:t>
            </a:r>
            <a:r>
              <a:rPr lang="zh-CN" altLang="en-US" dirty="0">
                <a:cs typeface="+mn-ea"/>
                <a:sym typeface="+mn-lt"/>
              </a:rPr>
              <a:t>的重叠率</a:t>
            </a:r>
            <a:endParaRPr lang="en-US" altLang="zh-CN" dirty="0">
              <a:cs typeface="+mn-ea"/>
              <a:sym typeface="+mn-lt"/>
            </a:endParaRPr>
          </a:p>
          <a:p>
            <a:pPr lvl="1">
              <a:lnSpc>
                <a:spcPct val="120000"/>
              </a:lnSpc>
            </a:pPr>
            <a:endParaRPr lang="zh-CN" alt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9ED90-FF45-44FA-B633-7BC4DE526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68" y="2904648"/>
            <a:ext cx="4031888" cy="15195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9244D8-F02F-4531-AD3B-A401DD838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636" y="2712265"/>
            <a:ext cx="4286922" cy="176452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0671E55-CFA8-4FCA-A26D-6CD7D79C1417}"/>
              </a:ext>
            </a:extLst>
          </p:cNvPr>
          <p:cNvSpPr/>
          <p:nvPr/>
        </p:nvSpPr>
        <p:spPr>
          <a:xfrm>
            <a:off x="5535431" y="3465875"/>
            <a:ext cx="978408" cy="2918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704DAF-4D93-4E2A-BC08-D5B3816E7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791" y="5101349"/>
            <a:ext cx="4906417" cy="152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2609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80D7-48E6-4FC2-B4C8-657D6A5F0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RPN</a:t>
            </a:r>
            <a:r>
              <a:rPr lang="zh-CN" altLang="en-US" b="1" dirty="0"/>
              <a:t>训练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EF306-F73F-406E-9DE4-6D63CFA9BA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en-US" altLang="zh-CN" b="1" dirty="0"/>
                  <a:t>Anchor</a:t>
                </a:r>
                <a:r>
                  <a:rPr lang="zh-CN" altLang="en-US" b="1" dirty="0"/>
                  <a:t>标签</a:t>
                </a:r>
                <a:endParaRPr lang="en-US" altLang="zh-CN" b="1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zh-CN" sz="2800" dirty="0">
                    <a:cs typeface="+mn-ea"/>
                    <a:sym typeface="+mn-lt"/>
                  </a:rPr>
                  <a:t>Positive anchor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zh-CN" altLang="en-US" sz="2400" dirty="0">
                    <a:cs typeface="+mn-ea"/>
                    <a:sym typeface="+mn-lt"/>
                  </a:rPr>
                  <a:t>与人工标注的</a:t>
                </a:r>
                <a:r>
                  <a:rPr lang="en-US" altLang="zh-CN" sz="2400" dirty="0">
                    <a:cs typeface="+mn-ea"/>
                    <a:sym typeface="+mn-lt"/>
                  </a:rPr>
                  <a:t>ground-truth box</a:t>
                </a:r>
                <a:r>
                  <a:rPr lang="zh-CN" altLang="en-US" sz="2400" dirty="0">
                    <a:cs typeface="+mn-ea"/>
                    <a:sym typeface="+mn-lt"/>
                  </a:rPr>
                  <a:t>具有最高的</a:t>
                </a:r>
                <a:r>
                  <a:rPr lang="en-US" altLang="zh-CN" sz="2400" dirty="0">
                    <a:solidFill>
                      <a:srgbClr val="00B050"/>
                    </a:solidFill>
                    <a:cs typeface="+mn-ea"/>
                    <a:sym typeface="+mn-lt"/>
                  </a:rPr>
                  <a:t>IoU</a:t>
                </a:r>
                <a:endParaRPr lang="en-US" altLang="zh-CN" sz="2400" dirty="0">
                  <a:cs typeface="+mn-ea"/>
                  <a:sym typeface="+mn-lt"/>
                </a:endParaRPr>
              </a:p>
              <a:p>
                <a:pPr lvl="2">
                  <a:lnSpc>
                    <a:spcPct val="120000"/>
                  </a:lnSpc>
                </a:pPr>
                <a:r>
                  <a:rPr lang="zh-CN" altLang="en-US" sz="2400" dirty="0">
                    <a:cs typeface="+mn-ea"/>
                    <a:sym typeface="+mn-lt"/>
                  </a:rPr>
                  <a:t>与任意人工标注的</a:t>
                </a:r>
                <a:r>
                  <a:rPr lang="en-US" altLang="zh-CN" sz="2400" dirty="0">
                    <a:cs typeface="+mn-ea"/>
                    <a:sym typeface="+mn-lt"/>
                  </a:rPr>
                  <a:t>ground-truth box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Io</m:t>
                    </m:r>
                    <m:r>
                      <m:rPr>
                        <m:sty m:val="p"/>
                      </m:rPr>
                      <a:rPr lang="en-US" altLang="zh-CN" sz="2400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U</m:t>
                    </m:r>
                    <m:r>
                      <a:rPr lang="en-US" altLang="zh-CN" sz="24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≥0.7</m:t>
                    </m:r>
                  </m:oMath>
                </a14:m>
                <a:endParaRPr lang="en-US" altLang="zh-CN" sz="2400" dirty="0">
                  <a:cs typeface="+mn-ea"/>
                  <a:sym typeface="+mn-lt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EF306-F73F-406E-9DE4-6D63CFA9B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DFB153E-E921-4273-8DC6-E3B53EBA2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36" y="3979821"/>
            <a:ext cx="4985616" cy="21025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72D1B3-FD61-4EC1-878B-2512E419E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583" y="4106016"/>
            <a:ext cx="4987280" cy="197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5480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27F8-7FC7-465B-A964-9CA28608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RPN</a:t>
            </a:r>
            <a:r>
              <a:rPr lang="zh-CN" altLang="en-US" b="1" dirty="0"/>
              <a:t>训练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EB8FB-93F2-4C04-AB03-094D51D704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b="1" dirty="0"/>
                  <a:t>Anchor</a:t>
                </a:r>
                <a:r>
                  <a:rPr lang="zh-CN" altLang="en-US" b="1" dirty="0"/>
                  <a:t>标签</a:t>
                </a:r>
                <a:endParaRPr lang="en-US" altLang="zh-CN" b="1" dirty="0"/>
              </a:p>
              <a:p>
                <a:pPr lvl="1">
                  <a:lnSpc>
                    <a:spcPct val="11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Negative anchor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与所有人工标注的</a:t>
                </a:r>
                <a:r>
                  <a:rPr lang="en-US" altLang="zh-CN" dirty="0">
                    <a:cs typeface="+mn-ea"/>
                    <a:sym typeface="+mn-lt"/>
                  </a:rPr>
                  <a:t>ground-truth boxes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IoU</m:t>
                    </m:r>
                    <m:r>
                      <a:rPr lang="en-US" altLang="zh-CN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&lt;</m:t>
                    </m:r>
                    <m:r>
                      <a:rPr lang="en-US" altLang="zh-CN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0.</m:t>
                    </m:r>
                    <m:r>
                      <a:rPr lang="en-US" altLang="zh-CN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+mn-ea"/>
                        <a:sym typeface="+mn-lt"/>
                      </a:rPr>
                      <m:t>3</m:t>
                    </m:r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>
                  <a:lnSpc>
                    <a:spcPct val="110000"/>
                  </a:lnSpc>
                </a:pPr>
                <a:r>
                  <a:rPr lang="en-US" altLang="zh-CN" dirty="0">
                    <a:cs typeface="+mn-ea"/>
                    <a:sym typeface="+mn-lt"/>
                  </a:rPr>
                  <a:t>Border anchor</a:t>
                </a:r>
              </a:p>
              <a:p>
                <a:pPr lvl="2">
                  <a:lnSpc>
                    <a:spcPct val="110000"/>
                  </a:lnSpc>
                </a:pPr>
                <a:r>
                  <a:rPr lang="zh-CN" altLang="en-US" dirty="0">
                    <a:cs typeface="+mn-ea"/>
                    <a:sym typeface="+mn-lt"/>
                  </a:rPr>
                  <a:t>既不是</a:t>
                </a:r>
                <a:r>
                  <a:rPr lang="en-US" altLang="zh-CN" dirty="0">
                    <a:cs typeface="+mn-ea"/>
                    <a:sym typeface="+mn-lt"/>
                  </a:rPr>
                  <a:t>Positive</a:t>
                </a:r>
                <a:r>
                  <a:rPr lang="zh-CN" altLang="en-US" dirty="0">
                    <a:cs typeface="+mn-ea"/>
                    <a:sym typeface="+mn-lt"/>
                  </a:rPr>
                  <a:t>也不是</a:t>
                </a:r>
                <a:r>
                  <a:rPr lang="en-US" altLang="zh-CN" dirty="0">
                    <a:cs typeface="+mn-ea"/>
                    <a:sym typeface="+mn-lt"/>
                  </a:rPr>
                  <a:t>negative</a:t>
                </a:r>
              </a:p>
              <a:p>
                <a:pPr lvl="1"/>
                <a:endParaRPr lang="zh-CN" alt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EB8FB-93F2-4C04-AB03-094D51D704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D57CB9A-340B-4037-8AEA-AB1820205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629" y="4313960"/>
            <a:ext cx="5068741" cy="20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17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7525-356A-4E8F-ADC9-CC57434D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RPN</a:t>
            </a:r>
            <a:r>
              <a:rPr lang="zh-CN" altLang="en-US" b="1" dirty="0"/>
              <a:t>训练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15AC57-1109-4C21-86A5-9B503127D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altLang="zh-CN" dirty="0">
                    <a:cs typeface="+mn-ea"/>
                    <a:sym typeface="+mn-lt"/>
                  </a:rPr>
                  <a:t>Loss Function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+mn-ea"/>
                        <a:sym typeface="+mn-lt"/>
                      </a:rPr>
                      <m:t>𝐿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∙</m:t>
                        </m:r>
                      </m:e>
                    </m:d>
                  </m:oMath>
                </a14:m>
                <a:endParaRPr lang="en-US" altLang="zh-CN" dirty="0">
                  <a:cs typeface="+mn-ea"/>
                  <a:sym typeface="+mn-lt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𝑑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cs typeface="+mn-ea"/>
                            <a:sym typeface="+mn-lt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cs typeface="+mn-ea"/>
                                <a:sym typeface="+mn-lt"/>
                              </a:rPr>
                              <m:t>𝑝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+mn-ea"/>
                                    <a:sym typeface="+mn-lt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altLang="zh-CN" dirty="0">
                    <a:cs typeface="+mn-ea"/>
                    <a:sym typeface="+mn-lt"/>
                  </a:rPr>
                  <a:t>: RPN</a:t>
                </a:r>
                <a:r>
                  <a:rPr lang="zh-CN" altLang="en-US" dirty="0">
                    <a:cs typeface="+mn-ea"/>
                    <a:sym typeface="+mn-lt"/>
                  </a:rPr>
                  <a:t>预测得到的结果</a:t>
                </a:r>
                <a:endParaRPr lang="en-US" altLang="zh-CN" dirty="0">
                  <a:cs typeface="+mn-ea"/>
                  <a:sym typeface="+mn-lt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15AC57-1109-4C21-86A5-9B503127D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A82DC7A-8705-4D13-8F98-F95AB01C0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173" y="180867"/>
            <a:ext cx="3960986" cy="18765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5FF09-7678-4FE1-AB31-E0B1A8EE009A}"/>
                  </a:ext>
                </a:extLst>
              </p:cNvPr>
              <p:cNvSpPr txBox="1"/>
              <p:nvPr/>
            </p:nvSpPr>
            <p:spPr>
              <a:xfrm>
                <a:off x="2028088" y="2944473"/>
                <a:ext cx="8208850" cy="8962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𝐿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𝑑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𝑝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𝑜𝑏𝑗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𝑟𝑒𝑔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𝑑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𝑑</m:t>
                                      </m:r>
                                    </m:e>
                                  </m:acc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cs typeface="+mn-ea"/>
                                          <a:sym typeface="+mn-lt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+mn-ea"/>
                          <a:sym typeface="+mn-lt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𝑐𝑙𝑠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  <m:t>𝑝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cs typeface="+mn-ea"/>
                              <a:sym typeface="+mn-lt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>
                  <a:cs typeface="+mn-ea"/>
                  <a:sym typeface="+mn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5FF09-7678-4FE1-AB31-E0B1A8EE0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088" y="2944473"/>
                <a:ext cx="8208850" cy="896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60CB11A-DF01-4A0E-B669-945E99001CFB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866786" y="3840680"/>
            <a:ext cx="2265727" cy="131072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8698284-502B-4AB4-AE90-950744177D08}"/>
              </a:ext>
            </a:extLst>
          </p:cNvPr>
          <p:cNvSpPr txBox="1"/>
          <p:nvPr/>
        </p:nvSpPr>
        <p:spPr>
          <a:xfrm>
            <a:off x="3475543" y="4056966"/>
            <a:ext cx="13758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B050"/>
                </a:solidFill>
                <a:cs typeface="+mn-ea"/>
                <a:sym typeface="+mn-lt"/>
              </a:rPr>
              <a:t>Regression</a:t>
            </a:r>
          </a:p>
          <a:p>
            <a:pPr algn="ctr"/>
            <a:r>
              <a:rPr lang="zh-CN" altLang="en-US" sz="2000" b="1" dirty="0">
                <a:solidFill>
                  <a:srgbClr val="00B050"/>
                </a:solidFill>
                <a:cs typeface="+mn-ea"/>
                <a:sym typeface="+mn-lt"/>
              </a:rPr>
              <a:t>坐标回归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C8814F-6514-4B12-A730-C62D13DA1D07}"/>
              </a:ext>
            </a:extLst>
          </p:cNvPr>
          <p:cNvCxnSpPr>
            <a:cxnSpLocks/>
          </p:cNvCxnSpPr>
          <p:nvPr/>
        </p:nvCxnSpPr>
        <p:spPr>
          <a:xfrm>
            <a:off x="8719645" y="3755548"/>
            <a:ext cx="671091" cy="1310721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A93E7C9-0847-4EF8-8A72-D5F83E80FB59}"/>
              </a:ext>
            </a:extLst>
          </p:cNvPr>
          <p:cNvSpPr txBox="1"/>
          <p:nvPr/>
        </p:nvSpPr>
        <p:spPr>
          <a:xfrm>
            <a:off x="9207983" y="3936916"/>
            <a:ext cx="18630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Classification</a:t>
            </a:r>
          </a:p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前景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/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背景分类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4514B5-1DCC-48D7-A123-CB7BA66A6C5E}"/>
              </a:ext>
            </a:extLst>
          </p:cNvPr>
          <p:cNvSpPr txBox="1"/>
          <p:nvPr/>
        </p:nvSpPr>
        <p:spPr>
          <a:xfrm>
            <a:off x="8484092" y="5119211"/>
            <a:ext cx="1863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Cross-Entropy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990C6A-E9B5-44C0-8352-FFFE0BD69C82}"/>
              </a:ext>
            </a:extLst>
          </p:cNvPr>
          <p:cNvSpPr txBox="1"/>
          <p:nvPr/>
        </p:nvSpPr>
        <p:spPr>
          <a:xfrm>
            <a:off x="1337116" y="5016199"/>
            <a:ext cx="1863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B050"/>
                </a:solidFill>
                <a:cs typeface="+mn-ea"/>
                <a:sym typeface="+mn-lt"/>
              </a:rPr>
              <a:t>Smooth L1 loss</a:t>
            </a:r>
            <a:endParaRPr lang="zh-CN" altLang="en-US" sz="2000" b="1" dirty="0">
              <a:solidFill>
                <a:srgbClr val="00B050"/>
              </a:solidFill>
              <a:cs typeface="+mn-ea"/>
              <a:sym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5C74A1-8C26-4B7E-B49D-01BF6F5A4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189" y="5234106"/>
            <a:ext cx="4361905" cy="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865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E0DE-AE2C-4401-8F0A-7DD37806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Faster R-CNN</a:t>
            </a:r>
            <a:r>
              <a:rPr lang="zh-CN" altLang="en-US" b="1" dirty="0"/>
              <a:t>训练过程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C19C8-B80E-49A4-8A04-2326C0640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6007" y="1955058"/>
            <a:ext cx="6419461" cy="4180114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2400" dirty="0"/>
              <a:t>通过</a:t>
            </a:r>
            <a:r>
              <a:rPr lang="en-US" altLang="zh-CN" sz="2400" dirty="0"/>
              <a:t>ImageNet</a:t>
            </a:r>
            <a:r>
              <a:rPr lang="zh-CN" altLang="en-US" sz="2400" dirty="0"/>
              <a:t>的预训练模型训练</a:t>
            </a:r>
            <a:r>
              <a:rPr lang="en-US" altLang="zh-CN" sz="2400" dirty="0"/>
              <a:t>RPN</a:t>
            </a:r>
            <a:r>
              <a:rPr lang="zh-CN" altLang="en-US" sz="2400" dirty="0"/>
              <a:t>模型</a:t>
            </a:r>
            <a:endParaRPr lang="en-US" altLang="zh-CN" sz="2400" dirty="0"/>
          </a:p>
          <a:p>
            <a:pPr marL="457200" indent="-4572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2400" dirty="0"/>
              <a:t>基于第</a:t>
            </a:r>
            <a:r>
              <a:rPr lang="en-US" altLang="zh-CN" sz="2400" dirty="0"/>
              <a:t>1</a:t>
            </a:r>
            <a:r>
              <a:rPr lang="zh-CN" altLang="en-US" sz="2400" dirty="0"/>
              <a:t>步预测的</a:t>
            </a:r>
            <a:r>
              <a:rPr lang="en-US" altLang="zh-CN" sz="2400" dirty="0"/>
              <a:t>bounding boxes</a:t>
            </a:r>
            <a:r>
              <a:rPr lang="zh-CN" altLang="en-US" sz="2400" dirty="0"/>
              <a:t>训练</a:t>
            </a:r>
            <a:r>
              <a:rPr lang="en-US" altLang="zh-CN" sz="2400" dirty="0"/>
              <a:t> Fast R-CNN </a:t>
            </a:r>
          </a:p>
          <a:p>
            <a:pPr marL="457200" indent="-4572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2400" dirty="0"/>
              <a:t>冻结第</a:t>
            </a:r>
            <a:r>
              <a:rPr lang="en-US" altLang="zh-CN" sz="2400" dirty="0"/>
              <a:t>2</a:t>
            </a:r>
            <a:r>
              <a:rPr lang="zh-CN" altLang="en-US" sz="2400" dirty="0"/>
              <a:t>步训练后共享的</a:t>
            </a:r>
            <a:r>
              <a:rPr lang="en-US" altLang="zh-CN" sz="2400" dirty="0"/>
              <a:t>CNN</a:t>
            </a:r>
            <a:r>
              <a:rPr lang="zh-CN" altLang="en-US" sz="2400" dirty="0"/>
              <a:t>层参数</a:t>
            </a:r>
            <a:r>
              <a:rPr lang="en-US" altLang="zh-CN" sz="2400" dirty="0"/>
              <a:t>, </a:t>
            </a:r>
            <a:r>
              <a:rPr lang="zh-CN" altLang="en-US" sz="2400" dirty="0"/>
              <a:t>微调</a:t>
            </a:r>
            <a:r>
              <a:rPr lang="en-US" altLang="zh-CN" sz="2400" dirty="0"/>
              <a:t>RPN</a:t>
            </a:r>
            <a:r>
              <a:rPr lang="zh-CN" altLang="en-US" sz="2400" dirty="0"/>
              <a:t>参数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chemeClr val="accent1"/>
                </a:solidFill>
              </a:rPr>
              <a:t>(conv5</a:t>
            </a:r>
            <a:r>
              <a:rPr lang="zh-CN" altLang="en-US" sz="2400" dirty="0">
                <a:solidFill>
                  <a:schemeClr val="accent1"/>
                </a:solidFill>
              </a:rPr>
              <a:t>之后的层</a:t>
            </a:r>
            <a:r>
              <a:rPr lang="en-US" altLang="zh-CN" sz="2400" dirty="0">
                <a:solidFill>
                  <a:schemeClr val="accent1"/>
                </a:solidFill>
              </a:rPr>
              <a:t>)</a:t>
            </a:r>
            <a:r>
              <a:rPr lang="en-US" altLang="zh-CN" sz="2400" dirty="0"/>
              <a:t> </a:t>
            </a:r>
          </a:p>
          <a:p>
            <a:pPr marL="457200" indent="-457200">
              <a:lnSpc>
                <a:spcPct val="130000"/>
              </a:lnSpc>
              <a:buFont typeface="+mj-ea"/>
              <a:buAutoNum type="circleNumDbPlain"/>
            </a:pPr>
            <a:r>
              <a:rPr lang="zh-CN" altLang="en-US" sz="2400" dirty="0"/>
              <a:t>冻结第</a:t>
            </a:r>
            <a:r>
              <a:rPr lang="en-US" altLang="zh-CN" sz="2400" dirty="0"/>
              <a:t>2</a:t>
            </a:r>
            <a:r>
              <a:rPr lang="zh-CN" altLang="en-US" sz="2400" dirty="0"/>
              <a:t>步训练后共享的</a:t>
            </a:r>
            <a:r>
              <a:rPr lang="en-US" altLang="zh-CN" sz="2400" dirty="0"/>
              <a:t>CNN</a:t>
            </a:r>
            <a:r>
              <a:rPr lang="zh-CN" altLang="en-US" sz="2400" dirty="0"/>
              <a:t>层参数</a:t>
            </a:r>
            <a:r>
              <a:rPr lang="en-US" altLang="zh-CN" sz="2400" dirty="0"/>
              <a:t>,</a:t>
            </a:r>
            <a:r>
              <a:rPr lang="zh-CN" altLang="en-US" sz="2400" dirty="0"/>
              <a:t> 微调</a:t>
            </a:r>
            <a:r>
              <a:rPr lang="en-US" altLang="zh-CN" sz="2400" dirty="0"/>
              <a:t>Fast R-CNN</a:t>
            </a:r>
            <a:r>
              <a:rPr lang="zh-CN" altLang="en-US" sz="2400" dirty="0"/>
              <a:t>中的</a:t>
            </a:r>
            <a:r>
              <a:rPr lang="en-US" altLang="zh-CN" sz="2400" dirty="0"/>
              <a:t>FC</a:t>
            </a:r>
            <a:r>
              <a:rPr lang="zh-CN" altLang="en-US" sz="2400" dirty="0"/>
              <a:t>层</a:t>
            </a:r>
          </a:p>
        </p:txBody>
      </p:sp>
      <p:pic>
        <p:nvPicPr>
          <p:cNvPr id="4" name="图片 4">
            <a:extLst>
              <a:ext uri="{FF2B5EF4-FFF2-40B4-BE49-F238E27FC236}">
                <a16:creationId xmlns:a16="http://schemas.microsoft.com/office/drawing/2014/main" id="{7AD7A13E-F601-4714-9EBA-DA111AE1A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622" y="1690688"/>
            <a:ext cx="3910544" cy="444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326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AA77-CE09-4EA5-911F-3DA69E73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Faster R-CNN: </a:t>
            </a:r>
            <a:r>
              <a:rPr lang="zh-CN" altLang="en-US" b="1" dirty="0"/>
              <a:t>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DF2798-A336-4F57-90EF-584917E8D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037" y="2027343"/>
            <a:ext cx="9508952" cy="35459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F97B2AE-D7B6-46B1-9005-EEC49B946AD9}"/>
              </a:ext>
            </a:extLst>
          </p:cNvPr>
          <p:cNvSpPr txBox="1"/>
          <p:nvPr/>
        </p:nvSpPr>
        <p:spPr>
          <a:xfrm>
            <a:off x="10276091" y="6596390"/>
            <a:ext cx="19159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chemeClr val="accent6"/>
                </a:solidFill>
              </a:rPr>
              <a:t>Slide credit: CS231n course</a:t>
            </a:r>
            <a:endParaRPr lang="zh-CN" altLang="en-US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9157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E178A-10D9-4EA7-9BAF-07A1E22C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小结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F9D0-4D95-4E1D-BB96-74EF7433F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4" y="1835829"/>
            <a:ext cx="10515600" cy="4351338"/>
          </a:xfrm>
        </p:spPr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通过采用共享特征的方式，自动提取</a:t>
            </a:r>
            <a:r>
              <a:rPr lang="en-US" altLang="zh-CN" dirty="0">
                <a:cs typeface="+mn-ea"/>
                <a:sym typeface="+mn-lt"/>
              </a:rPr>
              <a:t>Proposals</a:t>
            </a:r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F6D357-6F4C-4086-8C5E-3B62151F72CC}"/>
              </a:ext>
            </a:extLst>
          </p:cNvPr>
          <p:cNvGrpSpPr/>
          <p:nvPr/>
        </p:nvGrpSpPr>
        <p:grpSpPr>
          <a:xfrm>
            <a:off x="1844037" y="2649808"/>
            <a:ext cx="8576951" cy="3388119"/>
            <a:chOff x="2011409" y="2836243"/>
            <a:chExt cx="8576951" cy="338811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6FD2E5-3899-4704-AA47-4D1300D2BFD2}"/>
                </a:ext>
              </a:extLst>
            </p:cNvPr>
            <p:cNvGrpSpPr/>
            <p:nvPr/>
          </p:nvGrpSpPr>
          <p:grpSpPr>
            <a:xfrm>
              <a:off x="2011409" y="2836243"/>
              <a:ext cx="8576951" cy="3388119"/>
              <a:chOff x="1674523" y="2923781"/>
              <a:chExt cx="8576951" cy="3388119"/>
            </a:xfrm>
          </p:grpSpPr>
          <p:sp>
            <p:nvSpPr>
              <p:cNvPr id="10" name="object 5">
                <a:extLst>
                  <a:ext uri="{FF2B5EF4-FFF2-40B4-BE49-F238E27FC236}">
                    <a16:creationId xmlns:a16="http://schemas.microsoft.com/office/drawing/2014/main" id="{CE249935-DCFA-4A29-BEF0-16560D975093}"/>
                  </a:ext>
                </a:extLst>
              </p:cNvPr>
              <p:cNvSpPr/>
              <p:nvPr/>
            </p:nvSpPr>
            <p:spPr>
              <a:xfrm>
                <a:off x="2878455" y="2968391"/>
                <a:ext cx="1372361" cy="985266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1" name="object 8">
                <a:extLst>
                  <a:ext uri="{FF2B5EF4-FFF2-40B4-BE49-F238E27FC236}">
                    <a16:creationId xmlns:a16="http://schemas.microsoft.com/office/drawing/2014/main" id="{CE486D18-3593-40FC-BBCD-01F24CDCB402}"/>
                  </a:ext>
                </a:extLst>
              </p:cNvPr>
              <p:cNvSpPr/>
              <p:nvPr/>
            </p:nvSpPr>
            <p:spPr>
              <a:xfrm>
                <a:off x="4446651" y="3580276"/>
                <a:ext cx="771525" cy="338455"/>
              </a:xfrm>
              <a:custGeom>
                <a:avLst/>
                <a:gdLst/>
                <a:ahLst/>
                <a:cxnLst/>
                <a:rect l="l" t="t" r="r" b="b"/>
                <a:pathLst>
                  <a:path w="771525" h="338454">
                    <a:moveTo>
                      <a:pt x="771144" y="169164"/>
                    </a:moveTo>
                    <a:lnTo>
                      <a:pt x="601980" y="0"/>
                    </a:lnTo>
                    <a:lnTo>
                      <a:pt x="601980" y="84582"/>
                    </a:lnTo>
                    <a:lnTo>
                      <a:pt x="0" y="84582"/>
                    </a:lnTo>
                    <a:lnTo>
                      <a:pt x="0" y="253746"/>
                    </a:lnTo>
                    <a:lnTo>
                      <a:pt x="601980" y="253746"/>
                    </a:lnTo>
                    <a:lnTo>
                      <a:pt x="601980" y="338328"/>
                    </a:lnTo>
                    <a:lnTo>
                      <a:pt x="771144" y="169164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2" name="object 13">
                <a:extLst>
                  <a:ext uri="{FF2B5EF4-FFF2-40B4-BE49-F238E27FC236}">
                    <a16:creationId xmlns:a16="http://schemas.microsoft.com/office/drawing/2014/main" id="{87C4B8E0-14BE-405C-A4DD-0E925718A8CF}"/>
                  </a:ext>
                </a:extLst>
              </p:cNvPr>
              <p:cNvSpPr/>
              <p:nvPr/>
            </p:nvSpPr>
            <p:spPr>
              <a:xfrm>
                <a:off x="5372481" y="2980582"/>
                <a:ext cx="1447038" cy="1043939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D5CC4BF-3AA3-44F6-8D3B-419785890A4D}"/>
                  </a:ext>
                </a:extLst>
              </p:cNvPr>
              <p:cNvSpPr/>
              <p:nvPr/>
            </p:nvSpPr>
            <p:spPr>
              <a:xfrm>
                <a:off x="4250437" y="2923781"/>
                <a:ext cx="112242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cs typeface="+mn-ea"/>
                    <a:sym typeface="+mn-lt"/>
                  </a:rPr>
                  <a:t>Selective</a:t>
                </a:r>
              </a:p>
              <a:p>
                <a:pPr algn="ctr"/>
                <a:r>
                  <a:rPr lang="en-US" altLang="zh-CN" sz="2000" dirty="0">
                    <a:cs typeface="+mn-ea"/>
                    <a:sym typeface="+mn-lt"/>
                  </a:rPr>
                  <a:t>search</a:t>
                </a: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981F725-6E3F-48DA-8B14-D1F7F128516F}"/>
                  </a:ext>
                </a:extLst>
              </p:cNvPr>
              <p:cNvGrpSpPr/>
              <p:nvPr/>
            </p:nvGrpSpPr>
            <p:grpSpPr>
              <a:xfrm>
                <a:off x="3377005" y="4082271"/>
                <a:ext cx="794004" cy="2229629"/>
                <a:chOff x="3167633" y="4082271"/>
                <a:chExt cx="794004" cy="2229629"/>
              </a:xfrm>
            </p:grpSpPr>
            <p:sp>
              <p:nvSpPr>
                <p:cNvPr id="22" name="object 17">
                  <a:extLst>
                    <a:ext uri="{FF2B5EF4-FFF2-40B4-BE49-F238E27FC236}">
                      <a16:creationId xmlns:a16="http://schemas.microsoft.com/office/drawing/2014/main" id="{9A53B780-2889-48BD-A748-55EE8200D10B}"/>
                    </a:ext>
                  </a:extLst>
                </p:cNvPr>
                <p:cNvSpPr/>
                <p:nvPr/>
              </p:nvSpPr>
              <p:spPr>
                <a:xfrm>
                  <a:off x="3167633" y="4756659"/>
                  <a:ext cx="794004" cy="1555241"/>
                </a:xfrm>
                <a:prstGeom prst="rect">
                  <a:avLst/>
                </a:prstGeom>
                <a:blipFill>
                  <a:blip r:embed="rId4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object 11">
                  <a:extLst>
                    <a:ext uri="{FF2B5EF4-FFF2-40B4-BE49-F238E27FC236}">
                      <a16:creationId xmlns:a16="http://schemas.microsoft.com/office/drawing/2014/main" id="{9CAA9F35-B41C-4A6E-BE1E-7171F559DC49}"/>
                    </a:ext>
                  </a:extLst>
                </p:cNvPr>
                <p:cNvSpPr/>
                <p:nvPr/>
              </p:nvSpPr>
              <p:spPr>
                <a:xfrm>
                  <a:off x="3316094" y="4082271"/>
                  <a:ext cx="338455" cy="888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454" h="515620">
                      <a:moveTo>
                        <a:pt x="338328" y="345948"/>
                      </a:moveTo>
                      <a:lnTo>
                        <a:pt x="253746" y="345948"/>
                      </a:lnTo>
                      <a:lnTo>
                        <a:pt x="253746" y="0"/>
                      </a:lnTo>
                      <a:lnTo>
                        <a:pt x="84582" y="0"/>
                      </a:lnTo>
                      <a:lnTo>
                        <a:pt x="84582" y="345948"/>
                      </a:lnTo>
                      <a:lnTo>
                        <a:pt x="0" y="345948"/>
                      </a:lnTo>
                      <a:lnTo>
                        <a:pt x="169164" y="515112"/>
                      </a:lnTo>
                      <a:lnTo>
                        <a:pt x="338328" y="345948"/>
                      </a:lnTo>
                      <a:close/>
                    </a:path>
                  </a:pathLst>
                </a:custGeom>
                <a:solidFill>
                  <a:srgbClr val="D9D9D9"/>
                </a:solidFill>
              </p:spPr>
              <p:txBody>
                <a:bodyPr wrap="square" lIns="0" tIns="0" rIns="0" bIns="0" rtlCol="0"/>
                <a:lstStyle/>
                <a:p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5" name="object 13">
                <a:extLst>
                  <a:ext uri="{FF2B5EF4-FFF2-40B4-BE49-F238E27FC236}">
                    <a16:creationId xmlns:a16="http://schemas.microsoft.com/office/drawing/2014/main" id="{29B8AF81-B173-47E2-BDF3-9A000C54CF16}"/>
                  </a:ext>
                </a:extLst>
              </p:cNvPr>
              <p:cNvSpPr txBox="1"/>
              <p:nvPr/>
            </p:nvSpPr>
            <p:spPr>
              <a:xfrm>
                <a:off x="1674523" y="4122744"/>
                <a:ext cx="1641571" cy="62837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8575" marR="5080" indent="-16510" algn="ctr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000" spc="-5" dirty="0">
                    <a:cs typeface="+mn-ea"/>
                    <a:sym typeface="+mn-lt"/>
                  </a:rPr>
                  <a:t>CNN</a:t>
                </a:r>
                <a:r>
                  <a:rPr sz="2000" spc="-90" dirty="0">
                    <a:cs typeface="+mn-ea"/>
                    <a:sym typeface="+mn-lt"/>
                  </a:rPr>
                  <a:t> </a:t>
                </a:r>
                <a:r>
                  <a:rPr sz="2000" spc="-5" dirty="0">
                    <a:cs typeface="+mn-ea"/>
                    <a:sym typeface="+mn-lt"/>
                  </a:rPr>
                  <a:t>feature  computation</a:t>
                </a:r>
                <a:endParaRPr sz="2000" dirty="0">
                  <a:cs typeface="+mn-ea"/>
                  <a:sym typeface="+mn-lt"/>
                </a:endParaRPr>
              </a:p>
            </p:txBody>
          </p:sp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B3D66792-7AF3-416B-88D0-42F4857E178A}"/>
                  </a:ext>
                </a:extLst>
              </p:cNvPr>
              <p:cNvSpPr/>
              <p:nvPr/>
            </p:nvSpPr>
            <p:spPr>
              <a:xfrm>
                <a:off x="5360914" y="5147988"/>
                <a:ext cx="1276979" cy="603333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17" name="object 8">
                <a:extLst>
                  <a:ext uri="{FF2B5EF4-FFF2-40B4-BE49-F238E27FC236}">
                    <a16:creationId xmlns:a16="http://schemas.microsoft.com/office/drawing/2014/main" id="{7B6E37DB-F6CE-4DCA-A436-B069B90446FF}"/>
                  </a:ext>
                </a:extLst>
              </p:cNvPr>
              <p:cNvSpPr/>
              <p:nvPr/>
            </p:nvSpPr>
            <p:spPr>
              <a:xfrm>
                <a:off x="4250437" y="5266857"/>
                <a:ext cx="1006218" cy="338455"/>
              </a:xfrm>
              <a:custGeom>
                <a:avLst/>
                <a:gdLst/>
                <a:ahLst/>
                <a:cxnLst/>
                <a:rect l="l" t="t" r="r" b="b"/>
                <a:pathLst>
                  <a:path w="771525" h="338454">
                    <a:moveTo>
                      <a:pt x="771144" y="169164"/>
                    </a:moveTo>
                    <a:lnTo>
                      <a:pt x="601980" y="0"/>
                    </a:lnTo>
                    <a:lnTo>
                      <a:pt x="601980" y="84582"/>
                    </a:lnTo>
                    <a:lnTo>
                      <a:pt x="0" y="84582"/>
                    </a:lnTo>
                    <a:lnTo>
                      <a:pt x="0" y="253746"/>
                    </a:lnTo>
                    <a:lnTo>
                      <a:pt x="601980" y="253746"/>
                    </a:lnTo>
                    <a:lnTo>
                      <a:pt x="601980" y="338328"/>
                    </a:lnTo>
                    <a:lnTo>
                      <a:pt x="771144" y="169164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C2961E9-C54D-435C-962B-1BD3AF305C9C}"/>
                  </a:ext>
                </a:extLst>
              </p:cNvPr>
              <p:cNvSpPr/>
              <p:nvPr/>
            </p:nvSpPr>
            <p:spPr>
              <a:xfrm>
                <a:off x="4139975" y="5534279"/>
                <a:ext cx="96693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000" dirty="0">
                    <a:cs typeface="+mn-ea"/>
                    <a:sym typeface="+mn-lt"/>
                  </a:rPr>
                  <a:t>ROI</a:t>
                </a:r>
              </a:p>
              <a:p>
                <a:pPr algn="ctr"/>
                <a:r>
                  <a:rPr lang="en-US" altLang="zh-CN" sz="2000" dirty="0">
                    <a:cs typeface="+mn-ea"/>
                    <a:sym typeface="+mn-lt"/>
                  </a:rPr>
                  <a:t>pooling</a:t>
                </a:r>
              </a:p>
            </p:txBody>
          </p:sp>
          <p:sp>
            <p:nvSpPr>
              <p:cNvPr id="19" name="object 8">
                <a:extLst>
                  <a:ext uri="{FF2B5EF4-FFF2-40B4-BE49-F238E27FC236}">
                    <a16:creationId xmlns:a16="http://schemas.microsoft.com/office/drawing/2014/main" id="{BE021068-3AE3-4111-A9DB-E7BE7FA0F039}"/>
                  </a:ext>
                </a:extLst>
              </p:cNvPr>
              <p:cNvSpPr/>
              <p:nvPr/>
            </p:nvSpPr>
            <p:spPr>
              <a:xfrm>
                <a:off x="6742152" y="5280426"/>
                <a:ext cx="1362318" cy="338455"/>
              </a:xfrm>
              <a:custGeom>
                <a:avLst/>
                <a:gdLst/>
                <a:ahLst/>
                <a:cxnLst/>
                <a:rect l="l" t="t" r="r" b="b"/>
                <a:pathLst>
                  <a:path w="771525" h="338454">
                    <a:moveTo>
                      <a:pt x="771144" y="169164"/>
                    </a:moveTo>
                    <a:lnTo>
                      <a:pt x="601980" y="0"/>
                    </a:lnTo>
                    <a:lnTo>
                      <a:pt x="601980" y="84582"/>
                    </a:lnTo>
                    <a:lnTo>
                      <a:pt x="0" y="84582"/>
                    </a:lnTo>
                    <a:lnTo>
                      <a:pt x="0" y="253746"/>
                    </a:lnTo>
                    <a:lnTo>
                      <a:pt x="601980" y="253746"/>
                    </a:lnTo>
                    <a:lnTo>
                      <a:pt x="601980" y="338328"/>
                    </a:lnTo>
                    <a:lnTo>
                      <a:pt x="771144" y="169164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  <p:txBody>
              <a:bodyPr wrap="square" lIns="0" tIns="0" rIns="0" bIns="0" rtlCol="0"/>
              <a:lstStyle/>
              <a:p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F2BE371-6816-411D-B5BB-4CB05CB05AA0}"/>
                  </a:ext>
                </a:extLst>
              </p:cNvPr>
              <p:cNvSpPr/>
              <p:nvPr/>
            </p:nvSpPr>
            <p:spPr>
              <a:xfrm>
                <a:off x="6601760" y="4673273"/>
                <a:ext cx="159050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000" dirty="0">
                    <a:cs typeface="+mn-ea"/>
                    <a:sym typeface="+mn-lt"/>
                  </a:rPr>
                  <a:t>Classification</a:t>
                </a:r>
              </a:p>
              <a:p>
                <a:pPr algn="ctr"/>
                <a:r>
                  <a:rPr lang="en-US" altLang="zh-CN" sz="2000" dirty="0">
                    <a:cs typeface="+mn-ea"/>
                    <a:sym typeface="+mn-lt"/>
                  </a:rPr>
                  <a:t>network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D9CB738D-715C-4F57-B4C0-D35BEF00D3BB}"/>
                      </a:ext>
                    </a:extLst>
                  </p:cNvPr>
                  <p:cNvSpPr/>
                  <p:nvPr/>
                </p:nvSpPr>
                <p:spPr>
                  <a:xfrm>
                    <a:off x="8064593" y="4325319"/>
                    <a:ext cx="2186881" cy="190308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cs typeface="+mn-ea"/>
                                  <a:sym typeface="+mn-lt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0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𝐁𝐚𝐜𝐤𝐠𝐫𝐨𝐮𝐧𝐝</m:t>
                                  </m:r>
                                  <m:r>
                                    <a:rPr lang="en-US" altLang="zh-CN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,</m:t>
                                  </m:r>
                                </m:e>
                                <m:e>
                                  <m:r>
                                    <a:rPr lang="en-US" altLang="zh-CN" sz="2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𝐂𝐚𝐭</m:t>
                                  </m:r>
                                </m:e>
                                <m:e>
                                  <m:r>
                                    <a:rPr lang="en-US" altLang="zh-CN" sz="20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𝐂𝐚𝐭</m:t>
                                  </m:r>
                                </m:e>
                                <m:e>
                                  <m:r>
                                    <a:rPr lang="en-US" altLang="zh-CN" sz="2000" b="1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𝐃𝐮𝐜𝐤</m:t>
                                  </m:r>
                                </m:e>
                                <m:e>
                                  <m:r>
                                    <a:rPr lang="en-US" altLang="zh-CN" sz="2000" b="1" i="0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𝐃𝐨𝐠</m:t>
                                  </m:r>
                                </m:e>
                                <m:e>
                                  <m:r>
                                    <a:rPr lang="en-US" altLang="zh-CN" sz="20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+mn-ea"/>
                                      <a:sym typeface="+mn-lt"/>
                                    </a:rPr>
                                    <m:t>𝐁𝐚𝐜𝐤𝐠𝐫𝐨𝐮𝐧𝐝</m:t>
                                  </m:r>
                                </m:e>
                              </m:eqArr>
                            </m:e>
                          </m:d>
                        </m:oMath>
                      </m:oMathPara>
                    </a14:m>
                    <a:endParaRPr lang="zh-CN" altLang="en-US" sz="2000" b="1" dirty="0">
                      <a:cs typeface="+mn-ea"/>
                      <a:sym typeface="+mn-lt"/>
                    </a:endParaRPr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D9CB738D-715C-4F57-B4C0-D35BEF00D3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64593" y="4325319"/>
                    <a:ext cx="2186881" cy="190308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6" name="Graphic 5" descr="Close">
              <a:extLst>
                <a:ext uri="{FF2B5EF4-FFF2-40B4-BE49-F238E27FC236}">
                  <a16:creationId xmlns:a16="http://schemas.microsoft.com/office/drawing/2014/main" id="{57681D0C-9610-4B5A-8681-4D0F5DD70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679141" y="2899777"/>
              <a:ext cx="914400" cy="914400"/>
            </a:xfrm>
            <a:prstGeom prst="rect">
              <a:avLst/>
            </a:prstGeom>
          </p:spPr>
        </p:pic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6BE94B9C-8230-4373-A509-8429E780E2C3}"/>
                </a:ext>
              </a:extLst>
            </p:cNvPr>
            <p:cNvSpPr/>
            <p:nvPr/>
          </p:nvSpPr>
          <p:spPr>
            <a:xfrm rot="19562206">
              <a:off x="4498757" y="4245963"/>
              <a:ext cx="1539912" cy="246161"/>
            </a:xfrm>
            <a:custGeom>
              <a:avLst/>
              <a:gdLst/>
              <a:ahLst/>
              <a:cxnLst/>
              <a:rect l="l" t="t" r="r" b="b"/>
              <a:pathLst>
                <a:path w="771525" h="338454">
                  <a:moveTo>
                    <a:pt x="771144" y="169164"/>
                  </a:moveTo>
                  <a:lnTo>
                    <a:pt x="601980" y="0"/>
                  </a:lnTo>
                  <a:lnTo>
                    <a:pt x="601980" y="84582"/>
                  </a:lnTo>
                  <a:lnTo>
                    <a:pt x="0" y="84582"/>
                  </a:lnTo>
                  <a:lnTo>
                    <a:pt x="0" y="253746"/>
                  </a:lnTo>
                  <a:lnTo>
                    <a:pt x="601980" y="253746"/>
                  </a:lnTo>
                  <a:lnTo>
                    <a:pt x="601980" y="338328"/>
                  </a:lnTo>
                  <a:lnTo>
                    <a:pt x="771144" y="1691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14B4E6-7068-4167-AF0E-0F230E6F2025}"/>
                </a:ext>
              </a:extLst>
            </p:cNvPr>
            <p:cNvSpPr/>
            <p:nvPr/>
          </p:nvSpPr>
          <p:spPr>
            <a:xfrm>
              <a:off x="4349268" y="4039050"/>
              <a:ext cx="96693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  <a:cs typeface="+mn-ea"/>
                  <a:sym typeface="+mn-lt"/>
                </a:rPr>
                <a:t>RPN</a:t>
              </a: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DA9B0111-7B64-4AEF-8B16-031909B5C9CF}"/>
                </a:ext>
              </a:extLst>
            </p:cNvPr>
            <p:cNvSpPr/>
            <p:nvPr/>
          </p:nvSpPr>
          <p:spPr>
            <a:xfrm rot="5400000">
              <a:off x="5824494" y="4360407"/>
              <a:ext cx="1034698" cy="279551"/>
            </a:xfrm>
            <a:custGeom>
              <a:avLst/>
              <a:gdLst/>
              <a:ahLst/>
              <a:cxnLst/>
              <a:rect l="l" t="t" r="r" b="b"/>
              <a:pathLst>
                <a:path w="771525" h="338454">
                  <a:moveTo>
                    <a:pt x="771144" y="169164"/>
                  </a:moveTo>
                  <a:lnTo>
                    <a:pt x="601980" y="0"/>
                  </a:lnTo>
                  <a:lnTo>
                    <a:pt x="601980" y="84582"/>
                  </a:lnTo>
                  <a:lnTo>
                    <a:pt x="0" y="84582"/>
                  </a:lnTo>
                  <a:lnTo>
                    <a:pt x="0" y="253746"/>
                  </a:lnTo>
                  <a:lnTo>
                    <a:pt x="601980" y="253746"/>
                  </a:lnTo>
                  <a:lnTo>
                    <a:pt x="601980" y="338328"/>
                  </a:lnTo>
                  <a:lnTo>
                    <a:pt x="771144" y="16916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97896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1B6F-4491-4FD6-AA42-DA75C2A99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Resource</a:t>
            </a:r>
            <a:endParaRPr lang="zh-CN" alt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58F86-86A7-47A1-BA69-B231F784C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 err="1">
                <a:solidFill>
                  <a:srgbClr val="222222"/>
                </a:solidFill>
                <a:cs typeface="+mn-ea"/>
                <a:sym typeface="+mn-lt"/>
              </a:rPr>
              <a:t>Girshick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 et al.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Rich feature hierarchies for accurate object detection and semantic segmentation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CVPR 2014</a:t>
            </a:r>
            <a:r>
              <a:rPr lang="en-US" altLang="zh-CN" dirty="0">
                <a:cs typeface="+mn-ea"/>
                <a:sym typeface="+mn-lt"/>
              </a:rPr>
              <a:t> </a:t>
            </a:r>
            <a:endParaRPr lang="en-US" altLang="zh-CN" dirty="0">
              <a:solidFill>
                <a:srgbClr val="222222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R. </a:t>
            </a:r>
            <a:r>
              <a:rPr lang="en-US" altLang="zh-CN" dirty="0" err="1">
                <a:solidFill>
                  <a:srgbClr val="222222"/>
                </a:solidFill>
                <a:cs typeface="+mn-ea"/>
                <a:sym typeface="+mn-lt"/>
              </a:rPr>
              <a:t>Girshick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Fast R-CNN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ICCV 2015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Ren et al. </a:t>
            </a:r>
            <a:r>
              <a:rPr lang="en-US" altLang="zh-CN" dirty="0">
                <a:solidFill>
                  <a:srgbClr val="0097A7"/>
                </a:solidFill>
                <a:cs typeface="+mn-ea"/>
                <a:sym typeface="+mn-lt"/>
              </a:rPr>
              <a:t>Faster R-CNN: Towards Real-Time Object Detection with Region Proposal Networks</a:t>
            </a:r>
            <a:r>
              <a:rPr lang="en-US" altLang="zh-CN" dirty="0">
                <a:solidFill>
                  <a:srgbClr val="222222"/>
                </a:solidFill>
                <a:cs typeface="+mn-ea"/>
                <a:sym typeface="+mn-lt"/>
              </a:rPr>
              <a:t>. NeurIPS 2015</a:t>
            </a:r>
            <a:endParaRPr lang="en-US" altLang="zh-CN" dirty="0">
              <a:hlinkClick r:id="rId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hlinkClick r:id="rId2"/>
              </a:rPr>
              <a:t>https://github.com/open-mmlab/mmdetection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77974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6DFED-98C1-4112-98F4-4CCF6C4CA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课程项目（自选）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E5C5D-79E6-4B95-979C-5136D59FB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3</a:t>
            </a:r>
            <a:r>
              <a:rPr lang="zh-CN" altLang="en-US" dirty="0">
                <a:cs typeface="+mn-ea"/>
                <a:sym typeface="+mn-lt"/>
              </a:rPr>
              <a:t>人一个小组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10</a:t>
            </a:r>
            <a:r>
              <a:rPr lang="zh-CN" altLang="en-US" dirty="0">
                <a:cs typeface="+mn-ea"/>
                <a:sym typeface="+mn-lt"/>
              </a:rPr>
              <a:t>分钟的汇报、报告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成绩：</a:t>
            </a:r>
            <a:r>
              <a:rPr lang="en-US" altLang="zh-CN" dirty="0">
                <a:cs typeface="+mn-ea"/>
                <a:sym typeface="+mn-lt"/>
              </a:rPr>
              <a:t>25%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cs typeface="+mn-ea"/>
                <a:sym typeface="+mn-lt"/>
              </a:rPr>
              <a:t>汇报时间：</a:t>
            </a:r>
            <a:r>
              <a:rPr lang="en-US" altLang="zh-CN" dirty="0">
                <a:cs typeface="+mn-ea"/>
                <a:sym typeface="+mn-lt"/>
              </a:rPr>
              <a:t>15~16</a:t>
            </a:r>
            <a:r>
              <a:rPr lang="zh-CN" altLang="en-US" dirty="0">
                <a:cs typeface="+mn-ea"/>
                <a:sym typeface="+mn-lt"/>
              </a:rPr>
              <a:t>周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B9539-6AE2-4A68-9BA8-D842F2E6B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395" y="1879997"/>
            <a:ext cx="6237970" cy="4242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5D7AC2-A9BD-4665-A295-B0583C754EA1}"/>
              </a:ext>
            </a:extLst>
          </p:cNvPr>
          <p:cNvSpPr/>
          <p:nvPr/>
        </p:nvSpPr>
        <p:spPr>
          <a:xfrm>
            <a:off x="8224247" y="6508750"/>
            <a:ext cx="39677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cs typeface="+mn-ea"/>
                <a:sym typeface="+mn-lt"/>
                <a:hlinkClick r:id="rId4"/>
              </a:rPr>
              <a:t>https://zhuanlan.zhihu.com/p/364346303</a:t>
            </a:r>
            <a:endParaRPr lang="en-US" altLang="zh-CN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7105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pdmkeal">
      <a:majorFont>
        <a:latin typeface="Times New Roman" panose="020F0302020204030204"/>
        <a:ea typeface="宋体"/>
        <a:cs typeface=""/>
      </a:majorFont>
      <a:minorFont>
        <a:latin typeface="Times New Roman" panose="020F0502020204030204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4349</TotalTime>
  <Words>1929</Words>
  <Application>Microsoft Office PowerPoint</Application>
  <PresentationFormat>Widescreen</PresentationFormat>
  <Paragraphs>329</Paragraphs>
  <Slides>52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等线</vt:lpstr>
      <vt:lpstr>宋体</vt:lpstr>
      <vt:lpstr>Arial</vt:lpstr>
      <vt:lpstr>Cambria Math</vt:lpstr>
      <vt:lpstr>Times New Roman</vt:lpstr>
      <vt:lpstr>Office Theme</vt:lpstr>
      <vt:lpstr>11、CNN-Based Object Detection 目标检测算法</vt:lpstr>
      <vt:lpstr>提纲</vt:lpstr>
      <vt:lpstr>Object Detection</vt:lpstr>
      <vt:lpstr>Object Detection: Classification</vt:lpstr>
      <vt:lpstr>Object Detection: Classification</vt:lpstr>
      <vt:lpstr>Object Detection: Classification</vt:lpstr>
      <vt:lpstr>Object Detection with ConvNets?</vt:lpstr>
      <vt:lpstr>Region Proposals</vt:lpstr>
      <vt:lpstr>Region Proposals</vt:lpstr>
      <vt:lpstr>提纲</vt:lpstr>
      <vt:lpstr>R-CNN</vt:lpstr>
      <vt:lpstr>CNN特征计算</vt:lpstr>
      <vt:lpstr>SVM Classifier</vt:lpstr>
      <vt:lpstr>Bounding Box Regression</vt:lpstr>
      <vt:lpstr>Bounding Box Regression</vt:lpstr>
      <vt:lpstr>Bounding Box Regression</vt:lpstr>
      <vt:lpstr>训练步骤：</vt:lpstr>
      <vt:lpstr>训练步骤：</vt:lpstr>
      <vt:lpstr>R-CNN结果</vt:lpstr>
      <vt:lpstr>小结</vt:lpstr>
      <vt:lpstr>提纲</vt:lpstr>
      <vt:lpstr>Fast R-CNN</vt:lpstr>
      <vt:lpstr>ROI Pooling</vt:lpstr>
      <vt:lpstr>ROI Pooling - Steps</vt:lpstr>
      <vt:lpstr>Step 1: RoI mapping</vt:lpstr>
      <vt:lpstr>Step 1: RoI mapping</vt:lpstr>
      <vt:lpstr>Step 2: RoI division</vt:lpstr>
      <vt:lpstr>Step 3: max pooling</vt:lpstr>
      <vt:lpstr>训练 (Training)</vt:lpstr>
      <vt:lpstr>Fast R-CNN Results</vt:lpstr>
      <vt:lpstr>小结</vt:lpstr>
      <vt:lpstr>提纲</vt:lpstr>
      <vt:lpstr>Faster R-CNN</vt:lpstr>
      <vt:lpstr>Region Proposal Networks (RPN)</vt:lpstr>
      <vt:lpstr>RPN Architecture</vt:lpstr>
      <vt:lpstr>RPN Architecture</vt:lpstr>
      <vt:lpstr>RPN Architecture</vt:lpstr>
      <vt:lpstr>RPN Architecture</vt:lpstr>
      <vt:lpstr>Multi-Scale Anchors</vt:lpstr>
      <vt:lpstr>Multi-Scale Anchors: Anchor Pyramid</vt:lpstr>
      <vt:lpstr>Multi-Scale Anchors : Anchor Pyramid</vt:lpstr>
      <vt:lpstr>RPN训练</vt:lpstr>
      <vt:lpstr>RPN训练</vt:lpstr>
      <vt:lpstr>RPN训练</vt:lpstr>
      <vt:lpstr>RPN训练</vt:lpstr>
      <vt:lpstr>RPN训练</vt:lpstr>
      <vt:lpstr>RPN训练</vt:lpstr>
      <vt:lpstr>Faster R-CNN训练过程</vt:lpstr>
      <vt:lpstr>Faster R-CNN: 结果</vt:lpstr>
      <vt:lpstr>小结</vt:lpstr>
      <vt:lpstr>Resource</vt:lpstr>
      <vt:lpstr>课程项目（自选）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CNN-Based  Object Detection</dc:title>
  <dc:creator>Luo Zhiming</dc:creator>
  <cp:lastModifiedBy>Luo Zhiming</cp:lastModifiedBy>
  <cp:revision>188</cp:revision>
  <dcterms:created xsi:type="dcterms:W3CDTF">2022-04-03T13:06:43Z</dcterms:created>
  <dcterms:modified xsi:type="dcterms:W3CDTF">2023-05-07T07:44:43Z</dcterms:modified>
</cp:coreProperties>
</file>